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webp" ContentType="image/webp"/>
  <Override PartName="/ppt/media/image11.webp" ContentType="image/webp"/>
  <Override PartName="/ppt/media/image21.webp" ContentType="image/webp"/>
  <Override PartName="/ppt/media/image4.webp" ContentType="image/webp"/>
  <Override PartName="/ppt/media/image7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7556480" cy="9875520"/>
  <p:notesSz cx="9875520" cy="1755648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webp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webp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web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webp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image" Target="../media/image11.webp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8.png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20.png"/><Relationship Id="rId11" Type="http://schemas.openxmlformats.org/officeDocument/2006/relationships/image" Target="../media/image19.png"/><Relationship Id="rId10" Type="http://schemas.openxmlformats.org/officeDocument/2006/relationships/tags" Target="../tags/tag8.xml"/><Relationship Id="rId1" Type="http://schemas.openxmlformats.org/officeDocument/2006/relationships/image" Target="../media/image7.webp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1" Type="http://schemas.openxmlformats.org/officeDocument/2006/relationships/image" Target="../media/image21.web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mist/title.webp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QAElEQVR4Aezde5sjSXbf9xNZt753dfdM93T3TM90z213ZvbC5S6XyyV3Sa5EWaQtmaJ4NUlJFmXJkiXZkiVSlG3Zb9WPH/8jPyL3Mt11Q4bPL4GoQqEyAygACSAT3xqcykRGZkScT2ah5sHpRBX/8S//r5iLv/wP/2dcJP7DX/ynmIu/+PP/I17E/+brir+Mf/EXHn/+l/HP//1/zMa/+/P/GKv49/97/HeX4j/58/8U/9d/979l49/+r38Zc/Fv/u1/iLn4n//NX8Rc/Ov/5c/jIvGv/vW/j7n4l//q38VF4n/6l/825uJf/E//Jubin/+L/yXm4p/98/85LhL/9J/965iL/+Gf/quYi3/yP/zLmIs/+yf/Iir+yZ/9i5gL7VMX//2f/fO4SPyjf/w/xlz8w3/0z2Iu/sE//KcxF3/6D/5JzMWf/OmfxVz86Z/8WczFn/zxP44p/vhP/nH87zz+SPGn/zhWyz/+7+MfLRB/+Ef/KObiD/7wH8Zc/P4f/IOYi9/7/T+Jufjd3/vjmI3f/dP4u5n4nb//JzEXf+93/jjOHn/k+3r8/T+If28Uv/33/iD+9t/7w8b4b3/7D2Iu/u5/+3sxF3/n7/x+XCT+6//m92Iufuu//t2Yi9/8rb8fF4m/+Tf/Tvzia9+Jz9/9OD5//lF85+mrS/H02YeRwIBrgGuAa4BrgGuAa2CLrgH+34f//+Ma4BrgGuAa4BrgGuAa4BrgGuAa4Bro0TWg97yfPnsVX776Svy9P/jj+H//P/9v/Nnro3h8ehYL29SvuKkTa2deYS35tpMLvSKAQB8EQqeTKMuBvTk6sjdvjjudB5NHAAEEEEAAAQQQQGA5AvSCAAIIIIAAAggggAACfRb4oz/6I3vrrbdsf3/fQihscwvA1dQ2eHrLvEq8+KtSC0XgZaLS11SBzA66FhWZXbJNOlbXdHanLjfq384o1pWDxlZYW8p67W2r7xWgxWiDQWlffvmlnZ6emPlzjRpCsBAuQtsIBBBAAAEEEEAAAQQQQKD3AiSIAAIIIIAAAggg0EuBEPR+d2Hf//4v21e/+hUry9LfDh+G3uXvXNJlMEvRPPnSmxS+2MBHVSBT4VcxNj9tH3vK6poFol9rijVPo5PDO10n570tk27Oswdnzn/pDQaDqgCsO4H9ZdYUzTnTggACCCCAAAIIIIAAAggggEA/BcgKAQQQQAABBPotsLu7Y0+fvmOHh/et2FGuqo2W1W22eraGGE7AS7k+dlr31epRX5e+VPTV3W/jYWNFi6D+qo4281u0araacQrzr7ROEdgxWn7IeDLSkNtY8G2ySCaTSxlNhvY5v4b1pE8x/lqj9dZz02vYZIwGbWV8veam0FkcjdXhxfHxsZ14jG7+rTIJIVgIF1Ft3M5vZI0AAggggAACCCCAAAIIIIAAAv0XIEMEEEAAgS0QuHfvrv1X/9Xfsvv371lR6H3+YW1Ba51L3+unlopPF5MPF6taUxFYYdpbGwgEmgUmrh67en01H0vLZYFJy8utPEOgfYHoVd+f/OTHdjYYmPl6+yMyAgJdEmCuCCCAAAIIIIAAAggggAACCCDQfwEyRACBbRH4jd/4jerjn0OIFsyLv740jzUVgH0CU+U1NUX9jj53zb++sYNblU8Hp82UeypQRDPFvOnpelbMe/zmH6fXJsW6ZqqxFS2Nr7uMFS1133a3pyendnR07LXfaH4ptz0c/SOAAALdEWCmCCCAAAIIIIAAAggggAACCCDQfwEy3AqB4EWcl6/et6989RN7+OjB8P3w6oao4PmHdX4EtC35q19v86t4plgyEt01CPTr6mlIks0I1Arol0FtQ0c3Rjs+Oao+/tl/43U0B6aNAAIIIIDA8gXoEQEEEEAAAQQQQAABBBBAAAEE+iIQ7eDgwJ49e2Z/82/8DTs5OTlPLK0U+qjMXKQdm5a5Y6+2Dfz9eEUcLdO6nl+OgQ3/K702kSLNwTeZ6eOdPWIsvS8dm5a+Xpr55mF4tXu4j9rrwvev9qlflt6Wi+jtubC6L09ABccqRsf7zCz14yuegLeO2tL2umVd9+PbokPkoz7vOMPY2idno7bxudStx9LHz8WM89Bc6sNlawxKG/6X5qSPfE7rKrynUA65SMc0Levn5DmnvHK5qy3t17gs/XLJxdhYNX2kPCfnn37mvGeXilci5dVk4z/Z/hPs1/BkxxPP13X+4/k1Ed2vOUx3wSom5m0uomjKP22PNebj2650O7FhfN/L635mqhya5z7cP+3XsPQT7d3YlfMQ/Qx6TEznytOUZ9NyOIdpc5y/fXJCOzs7Njgb2E9/+jM7G5yZ5pWbw+TxPEcAAQQQQAABBHoqQFoIIIAAAggggAACCCCAAAK9EPACqOoTXh+9efOm/ehHv2Y3fHnjxg0LIXjsWPpYzBY/Q3SdksEHT+GrPCYEeIoAAgj0T+D05MTeHB3ZT3/yEyvL6f8AoX8CZIQAAggggAACCCCAwKQAzxFAAAEEEEAAAQQQQKBfAnrvO9oXn39uX/n0U3v44IGFS9Ver4/6Lpc2rQ5AFWoNrZhv1BALU5h5ItaxL4fXrBUdm3lvpht0Djx6k9B1EvF9tz1/J8g//PXFFPm9aN1AgbOz0+rjLkLgFXYDTw9TQgABBBBAAAEEEEAAgVUKMBYCCCCAAAIIIIBA7wQGg9IeHB7a5198Zl/97CvmxVIrBwMtRhF8WXT3bwCrdqewjnwFn+x5dGTOTBMBBPon0OeMzvyX3I9//BMblPpHRn3OlNwQQAABBBBAAAEEEEAAAQQQyAvQigACCCCAAAL9FNCfQnz67Jn94i/+ou3v73uSXoA0ha+OPYqx9SWv6g34yUhDTB+28LleDj9Gd+R5xK7VrT2X4KmPh2+qTkfp2+vCN/NYosB58d3hta6/+ZuLJQ69EV0p5/HYiElt0iT8dcXGo/W51f3Uj29rfQK9HODozZvq7t9eJrecpOgFAQQQQAABBBBAAAEEEEAAAQT6L0CGCCCAAAI9FtCHX37zm9+0ly9f2p3bty2M6l4pZa+mVlVULdO2Ti1T8a5Tk2ayCCCAwMYI6J+kbMxkFppIjP4bznv42ZdfegH42PRc4Zt4IIDAuQArCCCAAAIIIIAAAggggAACCCDQfwEyRACBvgu8ePG+fetb37L79+5dSXX8Xf81FoA1tOLK/Kz0Gaa42pq26FhFet6tpadoim7Nuj+znfwXEf3JbLZM0t31s+29jXvptUXR19yVW39egQaDgRd+TzyOPU4pAPf1siUvBBCYX4AjEUAAAQQQQAABBBBAAAEEEECg/wJk2HOB0iyU9uz5O1UB+K4XgIe3Rln1Nfmuv55XDXxrScD1Q0td0y0CCCBwfYH+vSId7O/bmzevvfh7ZmX193/9hff6MByBAAIIIIBALwVICgEEEEAAAQQQQAABBBBAAAEE+iPwt//237Z3nz+3nR2VeC/eC5/MUK2T2y4918doLicGFqPCfBk8YhV2/knUhZW+rrDo0xrFIJoNY7i/5mKlbywHZh4xlt5PLi6Oi/HqeunbclF3zPi2S1gTT4JPM3j/PkF/XB17vJ/J9YEfp5jo8srTuGD+0cfJRc5GbVcmNLEh+rnKxpTxc3MbtuXOfWnDczAxqbGnyqEu/Eo1xdiutavDOWTO7cL55/ObNn5T/ukOe+/df+5ic/j5qfNJ22pRxjZmz71svP9pOeTbPYPsz0DM/uzZ6HVmbMqj1dKXCl80PGSgptz81F4f/hrnr3f1bcOt6ldrWl6NYd5qb4roLmqLMvYTHs/DLJ0Xtc8bi+Xvc/B5aexqfr5et1T7LDHwou/x0bGdnh777v7Cy+cruAMPBBBAAAEEEEDAIEAAAQQQQAABBBBAAAEEEOiFQGn6278/982fsy8+/9wObuybaqSql6b31lVTHFR1WK9u+VJViA1PPfj8FL7o0COoBrFx82VCCCCAQP8EXr9+bT/92c+8AHzqvwQ78Gutf6eAjBBAAAEEEEAAAQQ2ToAJIYAAAggggAACCCCAQJ8Ebt66ZU/eeWIffvShHR/rZqh8dhv5TnkM+UlvfKsXf5WCYuPn2tMJqgCv6Gl686XFUQicC+ilX3G+odMrJye6+/fEol57Q/Ai8DA6nRSTRwABBBBAAAEEEEAAAQTmFeA4BBBAAAEEEEAAgd4JvH79M/ud3/ltu3//ru3v71fvg9clWdrwE5f7UwGoy3KF21RsPI8p45bensJXeaxYQP/AIMWKh2Y4BFwg/fRr6U9X9Lg8jMZWXN7axWf6eIujoyN78+ao+oUXQuhiGswZAQQQQAABBBBAAAEEEEAAgaUI0AkCCCCAAAII9E0gVgn9xm/8hr148aJa1ze9N65lUyxQAFbxIBdNQw631x05bLHq77Zal77cXiWH8aibfsrZpu1YdzDbsgLnxXedC4+6nVPRV80p6vZjGwLtCJy/ArTT/aVe9SKjl3cP/Z1j82VqD5pHetLxZYx2cnJiP/nxT0x1X/3CU3Q8qzamT58IIIAAAggggAACCCCAAAIIINB/ATJEAAEEEOihQFmWdnh4395//3179913q/fCzfQ+/3jY6OuiFnCxNmpi0b5AKj5q2f5ojDAuIPPzQrBqZOONrCOwCgEVYFOsYry6MdY9ft2c5tymgu/AfwHqcK1rSSCAwLgA6wgggAACCCCAAAIIIIAAAggg0H8BMkQAgb4KhFDY/cND+9Uf/tDu3L7taVaVLl/mH2spAKsmnZ+WVferrWVy0yY2Y3u6I3XG3dltyQKFX/+KJXfbme64/qacKt0Vq5iyG82bLaDC75dffmmnp6fnf/93s2fM7BBAAIEVCzAcAggggAACCCCAAAIIIIAAAgj0X4AMey1w69ZN+/a3v22PnzyxMpbVe+H5hFVdLao6a34/WrMCVaEtuweNCCCAwGoEYvXir18AcTUDrnkUFX7/6q/+ygaDwZpnwvAIIIAAAghsngAzQgABBBBAAAEEEEAAAQQQQACBLgsM3+d/9uy5ffH55/bq5ctR8Xe4PWXWtCxijH7APBH8OEX+2IuBCyuDwicWvECRoipYXO1j4PNSxKrd929cXj02+rEpSl/PRdqvaXkx/6trKv46gikmj/cZm0I5pEj7eInezuNqtzNviW6inaPnOG/kbNSm/nMRS/fPxQJzG+bkip5nbAidA8XkHMvgxB5xLLSPPzXtn0Lb5o3ouenYrIHvo/2aQsc3RfSc1RYzfahdkfJJS22bFupX++g8N4Xa24o0vpZNsbSxdbfveMzYcZOLtqsLzVvL5tDnHaQY7TU2Dx3fFNpbbVo2RfRrZDwu9tPPzcB0bQ63aQ7DNRsbf7SlcaE8m0IHRb82tWwKtTeFjlGblvPGmzdvqrt/5z2e4xBAAAEEEEAAgZ4KkBYCCCCAAAIIIIAAAggggEDHBaJXGW/c2LPnz5/aD374K1bsBCtm+uhb1QNK7gC2FRdXNwAAEABJREFUrfgiyXGBqgjsG7T0BQ8EeiOggmqK3iRVk4hy1Oaf/uQndnZ2qlUCAQQQQAABBBBAAAEEKgG+IYAAAggggAACCCCAQC8E4jCLX/zeL9qtW7csjBW10nvkwz3qv+uDoOtbWtyqOQevPQfdiWZjMza+EEBgGQL6RyCKqi++1QjopU9R09SHTXptVfQhl5ocyrK0L7/8mZ2endnp6VnNHmxCAAEEEEAAAQQQQAABBLZQgJQRQAABBBBAAAEEeiMQY2nf+OY37YvPv7B3njy5dl5zVkCGtw+baXntMYcHqAo8XOvdd6mk6F1yHUho8mOfOzDlpU8xfQR2Xcf4SKXNn9DUt5Yaa73R59FPT08txlhFn/MkNwQQQAABBBBAAAEEEEAAAQSmCdCOAAIIIIAAAn0SiHbnzl17+cH79sknH1oYq+bqPfFZMh07ZJbdVdBQTN83FaDOl+ZD6Y40j+Gdv9P76NoeklFUNzXrxmZF15Lo8HzPC5ueg/59gcJXe/kIntx4jN/tK4e6pLVdkdq8i7Taw6W/3oy95pjWU5ah+ilNz5a4VL+KJXY5c1eT+c58YCd3DCHYX//1jy0VgDuZxGomzSgIIIAAAggggAACCCCAAAIIINB/ATJEAAEEEOiNgGoMHmFghw/u2Q9/9Yd27/690Z9CvN7NUKoazMHig1d3/2o5x+F9PiSYqbCWos+pbmJulbvOQYpNnGRLc/KUz3tWoVdxvmFsJf2jjMpqbPtWraoIrGgjafWboo3+6dOOj47syOPs9NSKorAQxq9+gBBAYCjAdwQQQAABBBBAAAEEEEAAAQQQ6L8AGSKAQF8Fvv71r9m77z6zvb1d29nRe+Cq6syebTH7rhN7aqyJTdd5WsTCFNc5hn0RQACBTgj465sp1jZZvbQr1jaB1gbWx1uUsbTj46PqH9uEsOAvo9ZmSscIIIDAGgUYGgEEEEAAAQQQQAABBBBAAAEE+i9Ahv0U8Le8Hxw+9OLve/bZZ1/14u/wvX69N36dhIdHXeeItO/1Cs3pKJYIINCSAD+SLcFufLf+22Dj57i8CcaytP/yX/7Kzs4G3Pm7PFZ6QgABBBDokQCpIIAAAggggAACCCCAAAIIIIBA9wX+6A//sHoPPIT6GsC0DAtVjHNh5x/1PP5xz6obp6gfovBqlCL6YVXE4WdTp7EGNvyv/ujh1qgDfTVOHDv+3JvX9tBH7Hp650LVRDxvnYoU1bYFvkU3aAp1G91Gy7pIbaXv0xR1x826LZaerO+scZrCm1t96Byk0ECVu08rjELzaspd23VMLnR8U+i4ZKD1eSLOeX7Hc9a4+lhnLRUpdy1Li359DiP6daAwnTcPWVXPddCcofyzMRpT40yGhtQ2LZsiZnyGbdFi7RgD3z4Y61Y/qaOnujN3FLoGclHft8ZM/avfFGP9p9Xauen4WcPPYM7AT7w3WzoHo2F9MTEn31L3yOWutub8Z51/fr+6OeW2aT6DwcBOTo6t9EJwbl/aEEAAAQQQQACBLRQgZQQQQAABBBBAAAEEEEAAgU4LFFaEHfvt3/67dvfeHdvf37UyDjy86DWRV5xSf1AVd+KQNp6q1NRGv6vrU8W0mUfTeUgx80Ft7LidfepqS7GdAvmsk42W+T1p3WyBbTyD0QZe+D09PTP9ctvs88PsEEAAAQQQQAABBBBYpQBjIYAAAggggAACCCCAQB8E7ty5Y/fu3bMnTx4v9D74igrAHSf3Yq5KLdcqAnc85U2bPvaXz4g8FJe3Tjzb5qejO3zXR1C9YrQ4vF66NUaLQ2xg1yr8/vjHf22DwdkGzo4pIYAAAggggAACCCCAAAJrEmBYBBBAAAEEEEAAgZ4IlF78vWO/+Zu/ZaenpZ2cDMxU7/DsgmqVY+Gbsg9VEWp2SB8fqmVN85RNpdclUkzZdWObL0GOzVLbx56yisDGCaSPh9Zy4ya3NRPyV2FTtJGwv8DO0G0fdymKYG/eHNnZ2aD62wd9zJGcEEAAAQQQQAABBBBAAAEEELiOAPsigAACCCCAQF8EhjXZv/N3/xu7f3jPkxo+t1DaPFWBiQJwedGhr1330fWib8pXRV5hjofazp+3VdfRIEQlUJ0Dd05LbRxf1/NtipR7WtblroKvoq6t99v0L2DGo/WE9dI5GaNB/cV4tLbExfhYeiVaYtcd6ur4+NhOT08X+tiLDqW7yFQ5FgEEEEAAAQQQQAABBBBAAAEE+i9AhggggAACvREoTTdAffTRK3v69Im99daj6rm27Xj5t/DQn0VUWBlNofVcFPU2qRCsZf0eua0+dHXvm5a5/WhDAIHlC6R/iKElP4PL952pRxWBFdUr4UxHsFNGQL/E1PyTn/zETk6OtUoggECjAA0IIIAAAggggAACCCCAAAIIINB/ATJEAIG+Cdy4eWAPHx3ar/3ar9ne3q6npxqtwlfneDQUgL2nhW8yU9eKhTvyyfBAAIFxgcIru4rxbayPC+i1RzG+bVnresFNsaw+r9lPutv5mod1dfeyLO3LL39mJ8cnXgA+7WoazBsBBBBoX4AREEAAAQQQQAABBBBAAAEEEECg/wJk2D8BL6Xu7uzY3/pbf8t2dorqzyBOJpk+IdZ3tSq8TqRtk/ul580VEj8w7cQSAQQQQGBdAnopX9fYmzFuugP4+OTEVAzejFkxCwQQQAABBDZLgNkggAACCCCAAAIIIIAAAggggED3BPT+dxGCffbZZ/b06dMqyqib0OpzUflWUd96sdULwOokRWrwzTYMDZwLfcxsFdp/dFda8KWqzorUY9MyehJNoWNizKdRensudHwuNMZkRK+3aFTFwPtXqA8tFRovltGq8Ha1NcVk35PPYyb/YZuPM2WM2NCusTRXLeeNKseU68RSfWpsLZtC7fkoLdYYlDb8rzoXfj7U//i6niuUXy60Ty5ig9359omcr3hMO74mt3hpW/786mdIMZlD9TPnLqVFlxpGHM3FfM4ptG0hH+/rSs7j20Zjapz5wjO45DH5PPr10RzmrzVVTAK5innkclfbtDlf7nbyddJ8boOxGM3Td/OUrAp/EcmNcbl/9TeRv5/oqp9xc63H4biTx08+V465yM1tGW2T85l8Hj25XKT9VfT98ss3duIF4LSNJQIIIIAAAggggMC5ACsIIIAAAggggAACCCCAAAKdE/BigtcxLJR25+5te/rsHfv2d37eBuWZBW33WoBqPTHVYbwmlOpk48umtIumhm3fnvC66cCst1nAXwP8xcGqML7WILCsM6B+1jD9DRyyKAo7OT6ys9NT0/oGTpEpIYAAAggggAACCCCwJgGGRQABBBBAAAEEEEAAgU4LRLMQQvXxz3du37bqy59XywW+tVgAVvFCscDsNuhQ1eE3aDq9n0rQBe+RElVBPq1vw3Iy/2vlvA07N975u4LkwypeDfTS3J/Xz0XPyps3b+xnX742/y1YFYBDCL4ajC8EEEAAAQQQQAABBBBAYKsFSB4BBBBAAAEEEECgFwK/9L1fsocPH9qt27dMHwetWDQxVRmu3Ufp77unaD5Y1TtF8x60IIAAAghMCvgL7OSmazzv467Dj34e/j7Rx130MUdyQgABBBBAAAEEEEAAAQQQQOA6AuyLAAIIIIAAAv0Q2D/Yt8ePH9vHH39s+pOcy8rqWgXgS0XfdAdeWtpY0WIld8gti4B+NkEg3fGalpswp1XOIeWdlqscuxNjpdeZtGx90rrLdzJGg2oOo9XlLfT6qdBLspbL67mrPanQqwgh2M9++lM7PT01PR+PrubW4rzpGgEEEEAAAQQQQAABBBBAAAEE+i9AhggggAACPRK4d++e/cEf/r7dunXLsxreCOUrCz9Ubbh2JxpeH8mruDh4omihIrDCtPfFXqwhgAACCNQJTLyG1u2yRdtCCFXBV8VffQT02dnZFmVPqgjMI8AxCCCAAAIIIIAAAggggAACCCDQfwEyRACB3giMSgI/+JUf2M7Oru3t7S01tbkKwEudAZ0hkBHY1jtii2imyNBseZNeuhTrYtDYipbG113Gipa670q3uts3FIXpI6C9HtyVaTNPBBBAYPUCjIgAAggggAACCCCAAAIIIIAAAv0XIMN+CXgdaH9/3955+o69evXKlv0e+BIrGD7TDtKnAmPTsoMpMWUEEECgNwI//vFf26AsjQ+T6M0pJREEEEAAgSUL0B0CCCCAAAIIIIAAAggggAACCHRPIIRgh4eH9vu/9/tW6j3wKSlct7nQHVa5aOyw+njn0mJUxLGlr+u9+hTRn1f7aL+6UHtzlH58LqK356Jx/mpQzdqP98l7ccGf1Kzn+labuslFzOYuj+bco89nWuRs1Jabm9pi6ePnYoY55OeoHJsjFd41l7rwI23glR/lUhd1x4xvy89tSu5ymZq/zzB7jn2MTB9N+ZfBrArlngvvu84lbRu3qFtf9/mfdn5Md8EqrkzeX2CstJRn03Jq/1f6vbyh+fjSXzYU+fMbs9eGjjfvR6F+/LmuOUX0q97j8myuPmvKO22Pfn20GVdndHlLnJL/5b2vPjs9PbXj4xMLIfhPwdV2tiCAAAIIIIAAAlsuQPoIIIAAAggggAACCCCAAAIdFQhFsO9//5dsUA5sb2/3UhZ6j18b4gLv8c9/B3DU0E3h1StL0bTPercHn79muN5ZLHv0/vXnp6l/SZERAgjMJHB8dGRHHjPtzE4IIIAAAggggAACCGyVAMkigAACCCCAAAIIIIBAlwXu3r1rH3/8ib18+YGdnZ1VN4stM5+5C8DBCgvVnXndK6Om4m/3Zm69+arOwRZXd1vJvzdXB4kgIIFgR8fH1sZHX6h3AgEEEEAAAQQQQAABBBDorAATRwABBBBAAAEEEOi0wE5R2KuXL+2Xvv9Lpk9qNQumu33Tnb+2hK9i7j46VrxLBTctp+U8/HBZMy2n7Uv78gWiV+ZTLL93ekSgnwL9yirYycmJvX792gvAg36lRjYIIIAAAggggAACCCCAAAIILCDAoQgggAACCCDQfYGd3R37+te/YQ8fHlr0amTw4mXw2tgyM2ssAFd/f9QHO1+a76o7fj2CxzIn0XZf7ua1c7sUVvOlgq9i6o41x7IpL1Cdg2iWllbzlYq+vpulqNmtk5tS3mnZySR6NWn9pOeiV8l2Lhn9S6ezM/39X90BrFcDsxDCeRhfkwI8RwABBBBAAAEEEEAAAQQQQACB/guQIQIIIIBA5wVKK3bMnj1/Yl/97FN78uSJWYzVe98qBC8zPa/qLrO7HvQV3NrTiKPwBY8VClTuOgejWOHQDIXAigX8Il/xiF0Z7uTk2E6OT0Z/90CF+q7MnHkisA4BxkQAAQQQQAABBBBAAAEEEEAAgf4LkCECCPRHoLQXL961Tz/91HZ2ggVVasPl98HDEpJVt1e60V2/VzZObChiYYqJzZ15yp2Y6z1VhVd6FeudxfpGV+6K9c1gw0f21xdTbPg058mZ9+4AABAASURBVJ+eXnqX8RI+/ww2+cii2LGf/uxnpr//G/21YpPnytwQQACBtQowOAIIIIAAAggggAACCCCAAAII9F+ADHslsL+3Z7/wC79gz5+/Y0URTJ+IqVDNSBH8PXHFokmrCrFoHxt9/DKQNjpBJocAAh0ToPA77YTp7/8eHx9Xv/im7Us7AggggAAC2ypA3ggggAACCCCAAAIIIIAAAggg0DWBaO+9eG6ffvqx3blz5+I9cC/6pkxUDNZ6Wmp9nrhUANadvwp1pLGqKM2iIkbTYCkGNvwvemM+Lh8XJ/op/XkuJveffK65NkaVgH/zMSaPKy2aYuBtKap9St9/PBo7HzbEBfOPPn4ucjZqG86i+Xv0XLIxZfzc3IZtrpgxUAFeMTlDXWdV+HkYjEL5qE/zOZ/H5IETz7V/NryvxfLP55cd222Vu2Ji2lbl7nVA792y4X3IpSkm+73Oc7lo/2k55Np1fFNEvy7UFj2HplB7FbrbdzyqjflvMtEeTX1ru9rrQy99ivpWbU3Ha3k1/KyN8tO+dRFH7VH5+wmP56HX1Gjyn4y6fubdpnF1rJZNofa2Ikb/xeGdT+Y4/tybGx7Rhnf/+utxwx5sRgABBBBAAAEEtliA1BFAAAEEEEAAAQQQQAABBDolUFgRdmx3d9c++uhjj1e2f7DnGUQrvEqkakVULcGjqil5bcsbLW2rW6o9F+oz1z5qC6NldxYC6t6s5/Xt7nGUd7p77pg5Am0IqED85s2RHR0dtdE9fSKAAAIIIIAAAggg0HEBpo8AAggggAACCCCAAAJdFAgh2L379+273/2Ovf347SqFaFerZCr2qjEttT5PNBaAQyxMYda9Mmoq/nZv5tabr+ocXL1ue5PfRiXSy8kUnpXCF718KDdFL5ObMyn9rQOzk9MTe/PmTQd/88yZNochgAACCCCAAAIIIIAAArMKsB8CCCCAAAIIIIBAdwW8ALy3u2ff/vbP2/7+vudRelw8Jutqk88v9pxtrTcViASh5bTURZpi2r60L18gemU+xfJ7p8d+CLT5E5r61nJdWhpbsfj4feohhGER+Msvv7QQ/IWiT8mRCwIIIIAAAggggAACCCCAAAILCHAoAggggAACCHRZoLSTkyP79R/9qr3//gemQnAIl98Dn6ybTT6/bvZjBeDCijgM8+V1O1rn/iGaiWk8rOZL5RbFpZ1r9mPT9QWqc6DzMIq6HtLF6rtYirr92LYFAnqNGQ8beykK1U9pCwjqV9FC11e61KuRcvJQnivJ78okOrZBrwpmr1+/tsHgrHqN6FgC65guYyKAAAIIIIAAAggggAACCCCAQP8FyBABBBBAoAcCb7310F69emX6aOei2PGMvH7g30svJyh8tXqkWlr1ZIFvw94X6KBzhzqkygwpOjf/jk+4ctc5GEXH02H6bQmoCKxoo3/1m6KN/mfpc93jzzLHNexzcnxsR2/eVL8A9UtwDVNgSAQ6JMBUEUAAAQQQQAABBBBAAAEEEECg/wJkiAAC3RfwypjXBAqvyH7zm9+w27fv2MnJWfU++HhuKgKPhx813nzt9SJ1Nn6kz+HibuDxBtYRmFGg8CtTMePuvdst3RHdu8RICIEWBQblwN4cHVlZ+gtIi+PQNQIIINB5ARJAAAEEEEAAAQQQQAABBBBAAIH+C5Bh5wV0o1P0t7tvHBzYD3/1h/bo0QMv/JqFECx9qZ6U1pe5VK13mf3RFwIIIIAAAtcSiF7wVRwfH9vx8ZH/AoxVXKsTdkYAAQQQQGBLBEgTAQQQQAABBBBAAAEEEEAAAQS6IRCCCr3RDg8P7dXLl/bs2fPRxMNoaXaxZpe+Fn1SxNJMMfAS9HiUcWCK6I35GL5RH/34uih9ey7qjhnfNkuC1edh+45eRLcU/tTUj6dnKS89V5HBE7Pz0I5zRnQbHRo9x3kjZ6M29T9vVLn6wbm5eXPjQ8epMXqeTaF/maDQfuOR7iyvzo1fvVqq3VdN+6fQtnkjuruOVZ5NofZVRMonLVcx5ixjNLlou45PhlqfJ2Lm2lB/cXSOtH4pgv9kKs43+vO0HguzUehnoCm0e2P/aqxC/aaoNpz3rTF0fFNob7Vp2RSxMf+BH+KvjV7Y9BV/aA6+0GOUm8bX01w05Z62R/dtCvWrNi2bQu25aDoubY+N+Q/zTddZ2r9uGZWDNyinozdHxt2/jsEDAQQQQAABBBCoF2ArAggggAACCCCAAAIIIIBAZwT0Pnlpu7uF3b9/z374qz8wU13E66/moU/RVZh/aanw1aU9vNJSleSW1uG6OlKBMcW65rD6cbs5YrritOxmBswaAQSWKeA1YC/8lvazL7+suq2KwtpYPeMbAggggAACCCCAAAIImGGAAAIIIIAAAggggAACXRTY3duz73//l+zevXu2v7dfpbCK+pgXgKuxevWtKgR7Rqqt+4IHAisX0L/UULQ6cJc7T3fBdjmH7Nz10rqKl/DsJDrRGIKcor1588Z2d3etHAwshFBFJxJgkggggAACCCCAAAIIIIBA2wL0jwACCCCAAAIIINBBAdUJCnvy+Il98PKlPX/+3Ab+/vdkIkEfbTy2UbUlRRjbNs+qRq89riqiLtp7bc+r2aj5r2YkRpkUkH2KybZteZ4+Arsu32SjZV072xYV0D/9SLFoX/Mcv5oXznlmtqnHhBAsxtJ+8pOfVB/jv6nzZF4IIIAAAggggAACCCCAAAIIrFqA8RBAAAEEEECgywLRHj9+ZF//+hf+3vfgPJGJmu/5dt/pYn3BtfMC8HiFmcLUgqpberiumyo8f128Cl/t5UM/L+Ohf42REpVBWh9fartifNvWrKc7ftOylcTXWfTVS2kKCsDXPb07RWGnJ6d+WPRCcKzu/g0BRwdperAdAQQQQAABBBBAAAEEEEAAAQT6L0CGCCCAAAJdFfBiUPSSxU6xY9/73vfswYN75m9+V9lE/65INxL6rr5l+FCVYbi2+PfavtLA44MuPhQ9bIOArh1dN+exDUnX5Jjyr2my9EOtpbzq9mHbAgLBX1VTLNANh65O4Oj42I6OjrzwW/sraXUTYSQEOiHAJBFAAAEEEEAAAQQQQAABBBBAoP8CZIgAAp0W0A1OIdoHL1/Ys+dP7e3Hb5n5c68C26q+Co2nqBuQ4lSdCtsQWFxAdwwrtvceRxX6FItbbmQPrd7pvJEZzz2pGKOdnp7Y6dmZaX3ujjgQAQQQ2AYBckQAAQQQQAABBBBAAAEEEEAAgf4LkGEvBIIVtrOzbz/84Q9td3fXZv1SzVYx6/5N+9VWYFJRKi2bDmY7AggggACvlItcA2UZ7ejo2I6rO4DNQsDT+EIAAQQQQKBGgE0IIIAAAggggAACCCCAAAIIINAVgWjFTrDf/d3fsb292Yu/ym5ZUaSPqtUydarKcqHbf8uy2qS7spqi2mGN36IXD5pC09K8tZw3YiytKdRnjILS2nqiKXdt14ymzU/tTTE8fngNaL0udN2kULtKN7p+Uqjv0o2aQsfkQsc3hY5LeWq9LpqOvdjefH5jde6jn/+r4UeZIo2pj3NO68o9rWufFNEdFKZrdrTe5JK2p36also/G6NxNO584bOvHJqWV23Gx7HGO2F1XZVOEbMx3lfdepNL2h6rucfacxhnsin92Ez4ifch7Mo5iAOLHmkeTcvS55CL2eY4f35N80rboyeXDV3LmUj91C79xcLTt8FgYEdv3tiZL/W8dl82IoAAAggggAAC2y1A9ggggAACCCCAAAIIIIAAAp0QGNY+LJzZ4eGh3bx5w+7fP/SZF2Yqppm/Me7Pqoe/t+4FEq8lXH6Pv7R4qf5U7VvzrfQabi58xJqj2LThAps9PV2+KTZ7puuZnWzWMzKjLleAM7kMTxWYX3sBWL+o1F8IuMqBQAABBBBAAAEEEEBgKMB3BBBAAAEEEEAAAQQQ6JaAbhyN9uzZO/arv/ZD01veRaFy7NX3vq9uWV6mGnF5vdFTbwWCrtfeZnf9xOShuP6RwyN0rGL47Jrfu7B7452/K5r8+fhtvXzqpbOtvldktO5h/DWlHAzs5OTUzs5Ozbj9d91nhPERQAABBBBAAAEEEEBg0wSYDwIIIIAAAggggEDnBKK/133jxg37uZ/7ZvUJmEVQPcFsxyvB4xFazmw4asuD0D0CCFwIeN3LdKe/4mIra90RaPtlOS/Rp9ZiZ8cLwCfVL8Hqn0H1KTlyQQABBBBAAAEEEEAAAQQQQGABAQ5FAAEEEEAAgW4KhBDs8P6hff7FZ/b8+VPTe9+Fb7MVf1EAXjF4V4bT3anjoXmn51rftki5p+W0/NN+40sdUxV/fSUtfbUfj3THbVq2ntXoc/RtfDkaVHMYrS5voZfKFBSAl+WqO3+Pjo64+Xd2UPZEAAEEEEAAAQQQQAABBBBAAIH+C5AhAggggECHBXZ2d+3tx2/bt771rSoLVRaqWpEXgUMIVliw9Nxa/Cpa7JuuEUCgQUB3/6oI3NDMZgS2QuDNmyN7/eWXW5ErSSKwuAA9IIAAAggggAACCCCAAAIIIIBA/wXIEAEEui5ws/r455+z/f09K0vdxDaRURxWh/RR0RMtS31KAXipnHS2LQKF/3wqtiXf6+eplxbF9Y+cfkTNC+aVgzS24krDcjboLmPFcnrbyl78R8hOT89sUPcLcCtFSBoBBBDICNCEAAIIIIAAAggggAACCCCAAAL9FyDDXgg8fvzEPvvq5/bOO0+sKC5Squ76LaOVXgBWYbh6rjfKL3ZZ6trY0Evtd2mdJYCm5dIGoiMEVinQ4g/1KtPYjrHCdqS54iz1C+705NiOj49WPDLDIYAAAggg0C0BZosAAggggAACCCCAAAIIIIAAApsvEOPw5rUnTx7bJ598Yjs7wxKstkcv+lbhaWhpdrVI5E1LfRTRJ9QUGin6pLRsiqpS7fs0LXV8Lpr61XYVfc37zkWub7Wpn1zETP7DtujDzx9NLml7bm5qi6WPnQv3iQtF6fldjdKG/1UfVTyqf42va26KlEfTUvvkYurcc7mrbWruZW1+8fy8u2+mD12DiskcSjepwn9IfQTXirUx8PYUMoo+lk/If7b9h1vrkx1PPF/X+Y8z+pjuglVMzNtcQ6GccxHdIBeXu9WLp8K3Bl96xGqe0Uknw9WjYnL75HM/e1UfDUs/yd5sV85D1ffAJ5J/5HJXW5yS/6Lt+dmZRU8uG/oZy8S0/mvb/WfHr36rCsBnp768OCe1+7MRAQQQQAABBBDYXgEyRwABBBBAAAEEEEAAAQQQ6IjAYFDanTu37ee+9S17771n1d/6HZWAPQOvQfh74/7dLPjWsGN1NTcb+9J76LmIU+oLPspYbxu0GlQh2KD5bMZUmAUCCKxOwF+NVzfYVo2kX0ynp6d2dHRkRcB5q04+ySKAAAIIIIAAAgjMKMBuCCCAAAIIIIAAAggg0CWBg4N9u3Hjpn3+2Wd2cGPf9D74MLzsWxXT7qZ3AAAQAElEQVRry5WmU6x0tFkH8+KvSgKKWQ9hv+UKqACvSL3qXyKk9W1YKnfFRuW6SZPRXb+Kdcwp+IukxlZYW68Semlsq+91oG3WmLEs7eTkxE5Pz8woABtfCCCAAAIIIIAAAggggMAlAZ4ggAACCCCAAAIIdE5Ad+t+4xtft5evPrAbBzeG819jcU1VjuEk1vxdxbbzWPNcGB4BBLZZYDMLv306I9GTOTsb2NmZF4B9nQcCCCCAAAIIIIAAAggggAACCAwF+I4AAggggAAC3RS4cePAnj57x56+844NytKT8HfCVfi08ZqDb9dNbgrfo83HZhSAZeBZiiCFbzKFU4z+mqhdWvruPJYooGtwPJbYdSe6Gs9d652Y9Conqbttx6P1set+8keDah6j1eUt9FKYQq9Cy+uZnq4KDAYDOzp6U30ExtVWttQIsAkBBBBAAAEEEEAAAQQQQAABBPovQIYIIIAAAp0VKE13AP/6r/263T88tL3dfQtBNQdPqLoLWHUHVT3rwvdp4TEavYWe6RIBBBBAAIFJAf/9po9/Pj46mmzhOQII1AqwEQEEEEAAAQQQQAABBBBAAAEE+i9Ahggg0HWBb/7c1+3RWw+8EHxmqv2q5Hs5J39zvLr1VUu1aJlCz5cbG1sAFoxiuenS23UFdDes4rrHdX3/wn/mFF3Po73566VD0d4I+Z41tiK/19ytustYMXcHHNgk4D9a/gtwMPoIjKa92I4AAgggUAnwDQEEEEAAAQQQQAABBBBAAAEE+i9Ahr0QuH/vvr18+bLKJcZYlXqtuvu32uTfVPVM4U9bfrRYQZlt5iouKt3Z9mYvBBBAYNkCvAItWzTXnz4G4+Tk1I6Pj3O70YYAAggggMDWCwCAAAIIIIAAAggggAACCCCAAALdEfjN3/pNn6xugfKFP1QE9sXE42o9YmKHpT0tNIFclF6lzkXuWLXlZqrir3n/Cu17nRj4cYpc/2qLsfTuc+FVeO8rzhk5G7VpDrmIpY+fiznndZFPLvfSdA4UTXP0o21g0ZRLXTQdl7ZfzCP6eaiJXO5qm5q/zzB7jmvGHOtTuSvSfNOy9J/BKpR7LryvOpe0LfXXtFz3+Z92fkx3wSquJFD6lrLxukj5T+3fe6l/6N+mFPXXjJvH6FdlFfnzG7PXRmnRT3L0VK6ch6rvQf3UZtxa+jy1a/RlW6H+cxE9uWzoZywTub6v3eY/U/rVd3Z2ZicnJzYYXPWNE1bXHoMDEEAAAQQQQACBfgiQBQIIIIAAAggggAACCCCAwMYLeHHBSoteT/jWt75he3uF3blzq3qubecFuKB3xv0NclMoKS2DlX74MKKvl1di8v3y6z5XlUWjrTyqfFc+alcHXN+8dVmub3RGRgCBvgnol9SbN28sBP2S61t25IMAAggggAACCCCAwKICHI8AAggggAACCCCAAAJdErh79469/fix/eAHP7TBwKu6M02+/ffH11MA9qqiUlPM5MBOSxdQAV6x9I7pcPkC9IhAHwT8dV93/eoO4NPT0z5kRA4IIIAAAggggAACCCCAwHIF6A0BBBBAAAEEEECgcwK66el73/ue6canMuYKwKqKpmg/zZUVgFVsPI8peYknxZRdaW5BQH+TOkUL3dMlAlME0k+/llN23YLmPqW4s7NjpycnpiJwCPpF16fsyAUBBBBAAAEEEEAAAQQQQACB+QU4EgEEEEAAAQQ6KOBvc3/2+ef29Ok79vDhA1Mx2CxmEvEDMq3LbFpNAdhzVUrjUZeEyj0Km7Zj3cFsywqcF991Ljzqdk5FXzWnqNuPbQi0I6CffkU7vdPr+gUGZ2f2+vXr0S/B9c+nAzNgiggggAACCCCAAAIIIIAAAggg0H8BMkQAAQQQ6KBAVKHXi2mHh4f24auP/H1vs51CZdewEdloJhsxkfFJuJfYqhjfznr7ApW9X5upGNz+iIyAwIRA8CJwilZfBfxCnxiap+0IVK8r3vWgLO3Ui8C+ygMBBKYKsAMCCCCAAAIIIIAAAggggAACCPRfgAwRQKCrAqowHB7et1/87nftrbff8jT0Tri2+uoGPNZWAE53pG6AwVZOofDrULGVyXvSXH+OkHtEf2lQ5PbpdJvnV33UQKeT6MTk/aXGSi/86u//Hh8fG3//txOnjUkigMC6BRgfAQQQQAABBBBAAAEEEEAAAQT6L0CGnRbQDU/vvfeuPXv21A4O9iyEwkIRzmPdyRVtT6AqtLU9CP0jgAACMwuEmfdkx+UIDP/ugfqKVg4GWiEQQAABBBBAoEGAzQgggAACCCCAAAIIIIAAAgggsOkC0W7cuGFPvfj7zW9+wwvA+9eecNsHFGX0N+QzoTfuc5GboIq/1Ydee/+TfZTm43oMvC1F2sfKaOeRG8DbYvSeshF9CvPHNB+fQvYRPZdseP5xocjnr3OgmJxk6TWwKnQORqFcNZdze5/75HHXeV715Qcskr8f3viIft7VGDN+alfIYDy0TZE7Vm3ap62Qi/rWOPOGjm+KeA0f092+49HU6dh2XS96Gmfw1371UfrmFL6qx2gew+mH7M+vdm+KOOxgeLxf7PE8zGSvaDp21u0yaAr1Ed1Gy7pIbVo2Rd1xm7StKfe0XXMVQcrvr//qr+2MArBYCAQQQAABBBBAoE6AbQgggAACCCCAAAIIIIAAAhstMKpnhIHpz/1+/etft1u3b5veBzf9acvR3FP9QZ+O2RTpffOm5airuRet3wE898w40MzaR/BSe/uDMAICcwmEuY7ioM0RGL6+lBbC8FxG8//KcnMmyEwQQAABBBBAAAEEENgYASaCAAIIIIAAAggggAACXRLY39+3d58/t1u3bnkBePhu+CbNnwLwJp0N5rIyAf39Y8XKBpxnoLUeo5cGxVon0eLgyk3R4hBb3nX1r5bKaKWHKE5Oju3o6Nh0d7CeEwgggAACCCCAAAIIIIAAAiMBFggggAACCCCAAAKdE/jiiy/s0698YiF48TeUpppTCt0SpVhnUmupgOj+rxTrTJ6x6wWib07hq718lP6Tp6hLLnpbirr27djW5k9o6lvLdWlqbMW6xp8+bh/2iKZXkotMYtRH1l/edtHKGgIIIIAAAggggAACCCCAAALbJ0DGCCCAAAIIINAxAa8hacYPHjyw58+fadUm3gq30S7DtjV9X2kBWOUWRZW5slesKXGGvSqgsozi/Pxc3aUzW6p/cOHJpKX+1UWavIq7aX18qe1V+EY/dPLn1bf26DH6O7uWljb2UhCqn9IWklW/iha6vtKlXlyUk4dyXEl+Vyax1RtC0DkwC0HLaD/76c/s7Gwwem585QVoRQABBBBAAAEEEEAAAQQQQACB/guQIQIIIIBAFwVitJs3b9qPfv3X7eDgRlV98ErEeSbBC0yK8w1rWhmf08qm4LlXxTUtVzYoA80m4LWa8/MyWj9/PlsPG7uXp3M+t6rQO75h1KJcJ2PUtF0LFYEVbWStflO00f8sfa57/Fnm2KN9Qijs5OTESv7+b4/OKqm0J0DPCCCAAAIIIIAAAggggAACCCDQfwEyRACBrgqEEOzzzz63tx+/bUVRWPSCsOJyPqo0Xd6y6mdrKQCvOknGu57ApbropSfX66fTe29r3p0+aUx+0wRCCBZCqIq/ZwPd/btpM2Q+CCCAwIYJMB0EEEAAAQQQQAABBBBAAAEEEOi/ABl2WuDg4MDeeeeZffjhR1aWA4tltKoArBug/LmZPgk1WvDC8DqLsOscu9MnuLeTj6PMtEwx2tT1hdKZOYdr7Txzr+yIwFYKHB8f29HRkf8S3Mr0SRoBBBBAAIGZBNgJAQQQQAABBBBAAAEEEEAAAQQ2X+DWrdv2ve/9ot25c8cnG8zLv/7e90VRqSoGe0vTY1XbC00kF4tMpPTqturcA18q0jjm1fDzWGCAGNW7VbDRx5gnqjn6sU3LBaZnqvrr+Ny81N4UOk5t0fNsCrXnIn3UcdNy/NjgTxR+tZqW4+FNtY/odk2hA5KB1ueJOCX36OPX9ZvyTW2lkhk90Wevp0j7aalm7TYe6r/p2tB2HZML5d8UOk79azlvxDl97MpHIA9/lqp5xMJ/qIahHJtC+8YGf7UNQ/2mGG6xsf51fFNob7Vp2RSxMf+BH+Ivu3qt8TWr/sVNtWLj44+2NC6ack/bo+c/b2hQHavlvBEb8y+tavP8m64/bZ82bsqzaRlnzP/s7NTOzs6mDUc7AggggAACCCCwrQLkjQACCCCAAAIIIIAAAggg0AmBwj766GO7f3hotw72q7//m6Y98DqEQvUmLVUXVXUktV93Oe3992n9eZVn2i6ztYeL4vZsB7BXRoCmdQqMF4DXOQ/GRqAPAvol9ebNGy9I80uiD+eTHBBAAAEEEEAAAQSWLUB/CCCAAAIIIIAAAggg0CWBu3fv2nd/4RfMQqom2ehr+B54GRcp+466WsJiOQVgz6lK05dLmBNdzCGwzAK8zuUcU9ioQ+Sh2KhJzTqZVeyX7sJdxVhrGUMvbX24kteCt5RBk/7JyYmVpe5IjlURWAXhpQxAJwgggAACCCCAAAIIIIBA1wWYPwIIIIAAAggggEBnBPQ+940bB/Zrv/6roznrXXDF6Gm12JxCqaok1ZSu+03FtfMYO1jbxp6yisDGCej2+xQbN7leTEj/uiXFOhKafMFdxxzmH7NXR0b/ZedxenI6Ssufj9ZYIIAAAggggAACCCCAAAIIILDNAuSOAAIIIIAAAt0SCF4A/eCDF/bgwT178PD+aPKqhfj73lVZQt8UakpLra8n5isAj3LR9FNo+mndDfSUaFFAxuOhodJzrW9bpNzTsi7/rS76pjt+07IOaOFteqFTLNzRHB3opSyFXonm6IJDlirgvyZMH3Xx+s1rOz3/+7+cmynINCOAAAIIIIAAAggggAACCCCAQP8FyBABBBBAoHMCpe3sFnbj5p5997vfsRBUCznzLHypwpRFX/f3v1MNRgUp37LOhyom6xyfsRFYuUDpP4Mp9CO58gn0fUC98KXoe67klxXYKXZNHwF9dl4Azu5OIwJbLkD6CCCAAAIIIIAAAggggAACCCDQfwEyRACBrgrs7e3a1772NS/+Ri/3enVJhV/VQsyLwL5Fj03KjQLwJp0N5rI0gcJ/9hRL67B3HelHX9G7xIYJpX9lM3zG9zUJlDFaWUYLaxqfYRFAAIHOCDBRBBBAAAEEEEAAAQQQQAABBBDovwAZdlvA3+/+9NNP7e7dexZ93Rorvqq9KNab7vpnsN78GR0BBDovQHlxU0/hycmRHR8fGxVg4wsBBBBAAIFGARoQQAABBBBAAAEEEEAAAQQQQGDTBaK9+vCVffHFFxaC1ySqArAvz6c9vn6+8dLKqp/MVwD2PKLPVDHwJBWqdmup0F1fsVSr17+93Xed+xFj6ZX0+lCnccH+1ccioTybQv1Om5/am2J4vG4d19rl0MeHj4da03Otp9C5yEXazujIpgAAEABJREFUr2nZNLfz7X6em/Kvtvv5Od+3dr3+3Mbz8x79/DdHdYf98FK7lEL6iGfv3VLE0fjmc06hbQv5eF9Vnk3L0ZgaZ77w2Z9b1K0322g8a7wTVtdV6QwxG+ojF5fQa57Eau4xew5j1qj0YzPhJ9qHsCvnIA4setRM6dKm0sfORX5ui+Q1PPbSZGqeRE8uG03X3Wh7TZeXNuVyV1t0n1xc6qzmyWAwGG6t+RkdNvAdAQQQQAABBBDYagGSRwABBBBAAAEEEEAAAQQQ2FiBYR0leq1BNd/HT962Bw/ujWbrhVLzSDUYFehGLeZVKUXuvfVZ2s67a1iZ1sfMBeAw8Qa+clE0jMvmuQQ4aBUC/iOpH8sqVjEeY7QloDPZVt/0u4iAfvGUZWnHxyd2cnJS/SODRfrjWAQQQAABBBBAAAEE+idARggggAACCCCAAAIIINAFgVAEu394337wKz/w5eHFlCfqphcNm7E2UwFYxV+VWrRsmrbq4E1tbG9fYNuK8boWFe3LrnCEZQ6V/tXJMvu8Tl/n4+uV4zoHzrqvXrra6nvWObBfnYCKvwoVgHUH8NnZme+24b8JfYY8EEAAAQQQQAABBBBAAIGVCTAQAggggAACCCCAQGcE9H73i/fesydPntiNgxumgrAmHwrVKbS2mdE4OxXXUoxPXdvGn7OOAAIIrFagn4Xf1Rq2N1oIwfQLMUV7I9EzAggggAACCCCAAAIIIIAAAt0TYMYIIIAAAggg0C2Bmzdu2I2bN+2zzz6zqP/i6IantNzQdGoLwCryqsQyHpr/+fNRbtpGILAKgeqa9OsuLVcxZqfGSHfcpmXrk9c9/5MxGlRzGK0ub6GXqhR6JVpez/S0fIEQgunO35OTY/NqsA8QLISL8A08LgvwDAEEEEAAAQQQQAABBBBAAAEE+i9AhggggAACHRQ4GwzsRz/6kRVFYfv7+/6Wd1UGrpabnI4qKps8P+aGAAIIINAxgRCC6SOgX79+bbFjc2e6CKxegBERQAABBBBAAAEEEEAAAQQQQKD/AmSIAAJdFXj+/Lk9ODy0J08eWxFGZdUNv/tX1qOZajUfuvMyvwetCKxOoPCqkmJ1I3ZtJP1oK9qYt+78ndavxlZM22/Odt1lrJjzcA5rX+D05MT0N4DbH4kREEAAgQ4LMHUEEEAAAQQQQAABBBBAAAEEEOi/ABl2WmBvd9e+9vWvW1Hs2OnpSWdymb9C4wU4bu3qzHlmogh0WCB0eO7bN/X0t39PTk+tLPWLYvsMyBgBBBBAAIFZBNgHAQQQQAABBBBAAAEEEEAAAQQ2WEClCY/vf//7dvfOXZ9oHH7s8zXv/vUD1/KoLQBHT0hv21fhiegN/dKrvVoqPEMLvl2h57mYllWM3nM2hqDRx5snSj8uF1Pn5wWMmAvvf555XRyTz193Xucil5vapuY3bf653NU27fjsuVXu+fObcp/Mo/RrtAq/Lr0XawyfnxyaYrLfyefZcz9T/vn84oI+prtgFZMTdxHzaMo7bY/uk4vL3erOX4VvDb70iNX863Ic+MuEoq5tfJufuaqPhqWfZG+2K+chqu+BTyT/SHk2LeOU/Bdtz8/OLHpy2dA1lolp/TflnbbHBfOvGz+EUOVVljpH+i1StxfbEEAAAQQQQACBrRYgeQQQQAABBBBAAAEEEEAAgQ0XONg/sFs3b9odL/4+fvL4ymzbeH99fJBF+y/GO2N9XQKMiwACCHRfIP1C0p2/Z2dn3U+IDBBAAAEEEEAAAQQQWLoAHSKAAAIIIIAAAggggMDmC0Q7Pj62gxs37Ed/40dm0SyEUIV15Ku2AByUiCcQPHisR6A6B34e1jP6+kfdqvzn4dZdv4p5jl30mFD6i52/dFTj8yqxKGdfjr8o/pbVL8bT0zPTtr7kRx4IIIAAAggggAACCCCAwMICdIAAAggggAACCCDQEYFgRVHYRx99ZDtFYaG4qIWEUJi+QrjYpuebFsNZ+qxSwU1Lf8oDAQQQQGAFAn0YIhV6h8uLj/juQ27kgAACCCCAAAIIIIAAAggggMAyBOgDAQQQQAABBLokEG13d9devPfc3v/ghQUvnoYQfHleVt34ZKqZ+rwt+FTHQzefKkrfXhe+mccSBapz4OBpWf0dZj8hTcslDr0RXaW803IjJrVJk9DdtuPR+twyP/WaR+vjM0BXBFT0VZSlrhl/EfOJ66Mxzs5OLQR/EfPnPBoFaEAAAQQQQAABBBBAAAEEEEAAgf4LkCECCCCAQGcE9D63RxjYrds37Ctf/arpTmCrPgN6+P53V1KpCsBdmSzzRACBbRKgeNilsx2Czlewsoz2+vVr00dAd2n+zBWB1QswIgIIIIAAAggggAACCCCAAAII9F+ADBFAoKsC7z5/bl/5yid2cLDnKXjx1x++4qXg0YqebHA0FoCHb+Vv8Mx7PrVtvxO28J8fRc9P8wLp6UdXsUAXCx2qsRULdZI5WH3rVSizC00bIRDC5fM0GAyqv/0bwuXtGzFZJoEAAghsigDzQAABBBBAAAEEEEAAAQQQQACB/guQYScFzgZntrOzZy9fvbL79+9XdwBHL/sqGS1jWVrpoU/G1LZNjUKFxk2dHPNCAIFtFKBw2LWzHkI4/7jn0gvAIYSupcB8EUAAAQQQWJkAAyGAAAIIIIAAAggggAACCCCAwOYKBAt2584d+/DDD+29996z6u3ueHm+IYTLG2qerXtTYdFn7aFK9XVi4McopiUQY+lD5MLr5d5XnDNKPy4XU+dX+vi58P7nndvwuFzupakAr2iaZ1NuA4umaDoubR/OwXNsyiOXu9qajjvfXi50fpW7Is03LUv/2anC8/QRrDF8Hk1G2p76a1pG5ZgL73+qYXYfn3n2ZyBzbrxfi4VVcSWB0reUphxzMW3u3knDw8c1RUOzzkgcVI25MaodGr5Fd1FT9Dyjn+yL8JRH50Tt84ZcdGzVv8ZoIdT/vBGjzuFFrnXX4rx9L+O46F7qR8tpof0UsSzt5OTETk9P/XXBf7doI4EAAggggAACCCCQBFgigAACCCCAAAIIIIAAAghstEBhB/s37N7dO/bVr35iu7vB3+sevpevaQcLvlD4e/v+HnruvXPfMfvIHbuMtlyFJzsxGpchQB8IIIBAfwR2dnfs7OzMC8An/UmKTBBAAAEEEEAAAQQQWIoAnSCAAAIIIIAAAggggEAnBEKwjz760B49estu3Lh5ZcreXG0LYVgIrp5s4DcKwGs6KSFadfev8bW9AmSeEdBLkyKzC00bJxD9dW1QllaWvrJxs2NCCCCAAAIIIIAAAggggMCaBBgWAQQQQAABBBBAoCMCpe3v73rh94Z9+slXzMbu+FW5V1GEwopqu230V1E3O93MnKKunW3tCkS/glK0OxK9I1AnkH76taxrX8U2ja1YxVjrGaOPox4fHdnx8bHp4yn6mB85IYAAAggggAACCCCAAAIIIHBdAfZHAAEEEEAAgW4JHJ8c22/+5m9VRWCbKPR6+W5ii23s16UCsMotimr2XcpiY3kvJpbu+E3Li5aLtVT01b1zKS5aWUOgbQH99CvaHkf96wVGLz8e+jvH5kttVoRVzUGDEcsUKKPu/uX8zWDKLggggAACCCCAAAIIIIAAAggg0H8BMkQAAQQQ6KDAk8ePLfp/Va3U51/V9bT00EPPxyoa2rSRcXWOXpdJxUctN3LWPZ6UzM8LwX4uepwqqW2qgAqwKdY1x3WPv668ezGuXsV6kQhJINCSAN0igAACCCCAAAIIIIAAAggggED/BcgQAQS6JzB8b/vhowf2zW9+/dL068p1ddsuHbTmJ1cLwGue0LYMX/h1pNiWfCfz1L+QUExu5/lIQHfFKkZPWSDQBYGTk1M7PT3rwlSZIwIIILAeAUZFAAEEEEAAAQQQQAABBBBAAIH+C5BhJwViGauPff7sq1+1/f296k8djv+5Q9W0FCk5rW9ynY8CcDpTLBFAAAEE5hbQL8LXr197Afhk7j44EAEEEEAAgT4LkBsCCCCAAAIIIIAAAggggAACCGyuQFEUdnh4aB9+9Mru3bvrE9WfO4xVIbgsS19ehDc2PjaloRjEaCn0Br4q3OZV7vNYYKYxCsccZQgUfazrRunH5GLa9JRPNrz/687p8v6l59cc+hcAisl5lsFMMflxz77ZtH+KyeOu81zz1P6L5K/jmyLOcH7TsSmftEzbc8vo50bti5x/Hd8UclGbxmkKta8kdLfveKxkUA2in9EUeu4xNo8mF233Pf3aj1o0RvRrpD4Gfoy/Lui1xtf8p6H6Xn0bG796nvk27dqIo2so00WrTbExf5mbpWtw3knk8ldb9PznDc1Jx2o5S2jfwUDnVa9isxzBPggggAACCCCAwNYIkCgCCCCAAAIIIIAAAggggMBGCxReFg1eAL5vn332mcXo73WXo7Dh+/n6nqKqq1o01fnaSEvvt6tfLZtC7bngDuCcTmtt+Y5VPkmR35NWBBBAYDMEYllaCHrl2oz5MAsEEEAAAQQQQAABBDZDgFkggAACCCCAAAIIIIBAFwRu3bpl77zzjr377jPb3985n3JdAfa8cYNXKABv8Mnp89T0ueiKPufYmNtMDfrRVMy0cwd3Um4UCzt44uqnHKMdHR3Z6emp6Zdh/U5sRQABBBBAAAEEEEAAAQS2TIB0EUAAAQQQQAABBDojMBic2eeff2F7e3t2Wn3aZWemXjtRVWFqG9jYnsDkxz63N9Lm9qzb4hV1M8RHKqV/U/hi6Q/1m2Lpnc/Q4XYXfmcA6t4ufkoHZWknJyfdmzszRgABBBBAAAEEEEAAAQQQQKAFAbpEAAEEEEAAgS4JlPbkyWN7/u5Te/TokQXz8qn+pql198sz6O7kuzbz88KmT1x/OVXhq7186OdiPMbv9pVDXdLarkhtffYxvXgo0t+71XpKPKg4m54sc6l+Fcvsc9a+9FKTIsx6EPt1RGAwKK30AnBRcG6nnDKaEUAAAQQQQAABBBBAAAEEEECg/wJkiAACCCDQQYHghawvvvjCiqKwIuyYjResOpiPKjIdnHZ3p6yipq6Z8+huKgvNPOVf14nuDFZUVnU7bMM2FYEVbeSqflO00T99bqFANP0N4C1MnJQRuIYAuyKAAAIIIIAAAggggAACCCCAQP8FyBABBLooELxm8sMf/LLdvXvbp68bnbpfPu1+Bn4qeCCAwDUFzu88vuZxy9p93eMvKw/6qQTKMtrp2ZnpTuBqA98QQAABBC4L8AwBBBBAAAEEEEAAAQQQQAABBPovQIbdFIjRDg4ObP9g3x4+fGghFBaCisDdTCfNukgrLBFAAIF2BLr/QtmOS396PT4+ttevX1cfA92frMgEAQQQQACB5QjQCwIIIIAAAggggAACCCCAAAIIbL7AD37lB7a/v+cT1efT+uKaj03bfeECcIylNUf0tny0CRLL4UmKXr1vijbHV9/po4611HOVwhbUhH8AABAASURBVIJPK4XmVfr8mkLH5ELHN4WOSwZanydi5vyqv+hz13IylK8ibddHOqf1lLuWfvVYCvWlMJ03D1lVz9OBcyyVf1Oou2n9qz0fPvuMUfOxA//ZGGgKoyhHS1+ku2N92XRdpO3T+1e/KbxvPbxfLRTNx+d/bi+Om5K/n3jnsSvnIE7mr9lcjZRn0/JiHrPO93r7XZ3R5S3Rk8uGX8dXch/bdrm3q8+a8k7bo//8tRlXZ1S/ZTA4s7LUdVbfzlYEEEAAAQQQQGBLBUgbAQQQQAABBBBAAAEEEEBgYwX0nnZp+tu/r169tGLHbGensDiqX0x7731aWtOOz7Wrb7VrOW8sXACed+DtPG6YdfBFCl/lMSGQbLScaOJppwQ4g506XXNMVr+AzoMC8ByCHIIAAggggAACCCDQXwEyQwABBBBAAAEEEEAAgS4I7O7t2eMnj+3jjz+2shy/ca8Ls2+eIwXgZptrtehu1msd0POd5aHoeZrXS298b92FqxjfttJ1FWcVbQ2ql5Y2+29r3vQ7q0Cs7n6O/guxtLOzgZ0N+vOLcVYD9kMAAQQQQAABBBBAAAEEagXYiAACCCCAAAIIINAZgX0vAH/46lU131h978c3VWn6kQlZdEZAHw2dojOT7t1E9TKmaCMxCr91qv3c5tdQjKaPgI6+7GeOZIUAAggggAACCCCAAAIIIIDA7ALsiQACCCCAAALdESh2Crt3/7599NFHdvv2HStCf+obFIDnvA51d+t4qJv0XOvbFin3tKzLf6uLvrrbdzzqgJa6TT/akzEaIJSjlWUuxsfqzwvkMoX61lcIOudmoQimO4DNTztFYGv6YjsCCCCAAAIIIIAAAggggAACCPRfgAwRQAABBDoiMHwvO9rOzo699+679sHLl7a7u9uR2c82zeE7+LPty14ILEWg9EJRiriUHunk2gIqAiuMM3BtOw4YEwgWy2gxlr36l1FjCbKKwBIE6AIBBBBAAAEEEEAAAQQQQAABBPovQIYIINBFgZ2isLfeettevHjPisKLV11MomHOFIAbYNi8mEARzRSL9dLno/Wjp2gjx9I7TeGr63iku53XMTZjrkwgxmiv37yp7gAeDEoLIaxsbAZCAAEEOiHAJBFAAAEEEEAAAQQQQAABBBBAoP8CZNg5gRCCxRisLM2+9a1v2t6e7v71wlbnMmmecFsVqOYRaUEAgZ4JUPTr2Qm9RjrRf0GWdnp66r8s+/XL8RoI7IoAAggggECtABsRQAABBBBAAAEEEEAAAQQQQGBzBUIo7IMPXtrDhw/s7t07PtH53uP2AzfyMbUAHGPpb+znInp7fSjjGPNgpbfnQn3kovr4UX0EaU3ouGnjqz0f9bmXNvwveu1LUY01tq7nilxuatM+ucjPzd1r8r5k4r75Pko/f7nwMTJ9BD+9iskc0kc8e88uFatI8zCfcwptk0NTTPY7+fxSrt7vleeZuWvs6eEZZH8Govs1hzXeCVt6KqUzxGxMm593MvYY9jm2wec2GIvo6x6+m6dkVfj5y49RWvQdG8NPtDfbVffhuONzqVtvOu9pe1z4/Hm+mT7q5jS+LXpy2ai75sa2jfdVt57ybFrGzNyX0VY3p/FtcVr+1fz8gho/iHUEEEAAAQQQQAABBBBAAAEEEEAAAQQQQAABBDZaoLCdYtf2dnftWz//83Y2OL32bGP1/ni+BrHIPtMmNK3vqQXgaQPQPosA+4wLeJ3cUoxvZ31VAklfy0XGXPT4Rcbm2E0QKL3YPRgMNmEqzAEBBBBAAAEEEEAAgQ0RYBoIIIAAAggggAACCCDQCYEQ7NWHH9r+/r7teiFYBdVOzHvGSVIAnhFqcrcQzRQ2+kp3AY+e9n6h3BW9T3TeBMfv/J23j3mPC6u4I1MvHRSA5z1F/ThueP5PT8+s1B9K6EdSZIEAAggggAACCCCAAAIIzC/AkQgggAACCCCAAAKdESgH0W7evGX37981i15XiQOzMla1vz7Uv1TF6czJYKIIILAJAsPC3ybMpAtz6PMcoxd+T09PrSz9F2OfEyU3BBBAAAEEEEAAAQQQQAABBKYI0IwAAggggAACXRKIdufuTfvlX/6ehaCaRzTzR5cymDZXCsDThEbtqvaPx2jz1izGc9f61iQ+a6Lpjt+0nPW4ufcr/cjJ8E16aA5aLjX0UpFCL4ZL7ZzOOiqgO3/Pzs4s9uwX4xJPB10hgAACCCCAAAIIIIAAAggggED/BcgQAQQQQKAzAqO6Sjiz5+8+9SLwLRtWPna8ELxTZTF8Xq12+pvy6HQCTB4BBBBAYD0CZSxNReC+/W2E9Wgyav8EyAgBBBBAAAEEEEAAAQQQQAABBPovQIYIINBNgWjPnr1jL16864XfiZvedMOTopuJnc+aAvA5xXwruhtWMd/R3T2q8Itf0d0M2p65frQUbY/T1L/GVjS1L7hddxkrFuyGw7sroKLvYFBaLPUvprqbBzNHAAEEWhGgUwQQQAABBBBAAAEEEEAAAQQQ6L8AGXZSQJ/4/ODwob3//vt2984d03vdCtW8FCkprSvS864tW6wQdY2C+SKAQL3AxL9+qd+JrVsqUPL5z1t65kkbAQQQQKBJgO0IIIAAAggggAACCCCAAAIIILD5Al/72tdsb39v7olu+oFFjKVXt3MRvX3+UHEgF9OAYulj58KLD3GhyOVemu7uVTTN04+2gUVryrHpuLR96txzuattau4+w+w5jtnzq9wVab5pWXpNsArlngufX5ONtqf+mpbrPv/Tzo/pLljFlQRK31I2XhfKXTG1f+8l92g+vvTzqsif35i9Nvx4P8m+i105D9Gveo/c3NSmHHMR/fpoMzSHXERPLhv6GctErm+15XJXm/Zpiug2atNy3tDxuYhT8s8daz6/wWBg6SOgoz/P7k8jAggggAACCCDQfwEyRAABBBBAAAEEEEAAAQQQ2GiBwopi116+fN/u37tr+1UBWPWcy5NO73frfXyttxGXR7z6bNqYem8+F9wBfNX0Wltidm8aEUAAgX4KlBbt6OiNF4AH/UyQrBBAAAEEEEAAAQQQuJYAOyOAAAIIIIAAAggggEAnBLywd+vWbfvwow9tZ3en+hvAIYROTP06k6QA3KAV/AJQNDT3frNyV/Q+0XkT1F2/itzxtCHQUwHd7Ht6cuLF32hB//Xwl2NPTx1pIYAAAggggAACCCCAQBsC9IkAAggggAACCCDQEYHSShvYL//KL9vBwU3b3zvweQ9LpaHwd7t79F73MCtPj8fsAjGYpZj9KPZEAIFtEuh7rioC6yMo+p4n+SGAAAIIIIAAAggggAACCCCQE6ANAQQQQAABBLol8PjxY9NHJ9+9e9dOTk6qyYcQvDBsVnr9zxS+VeuqBfpqJx8UgEenTXe7jsdo86WFTnQVvjWOwhe9eIznrvVeJLXMJHS373gss+/avvSZ87moPYiNCKxEQIVf/YI8Ozszra9k0G4NwmwRQAABBBBAAAEEEEAAAQQQQKD/AmSIAAIIINBBgXJQ2ne+8x3b2dnx2QeLXvyNo6Kvb7CqMjP2XNu6GBSAr3nWqsKvn3hdDIprHs7uCHRIwC/0Ds2Wqa5OIJpeCc1OTo5Ha6sbm5EQ2HwBZogAAggggAACCCCAAAIIIIAAAv0XIEMEEOiigNd67emzJ3br1g3TegihWioX1fzGQ9u6HBSAG85e4fUNRUNz7zcrd0XvE507Qf3oKObuYMMPVG5hw+fI9NYloCvj9PTUh9eaL3gggAACCAwF+I4AAggggAACCCCAAAIIIIAAAv0XIMNOCujTLPf29uzlBx/Y8+fPqxy8/mt9/VRcVXmqJPmGAAIIDAUo6g0d+N4sMLxG9MuxeR9aEEAAAQQQ2C4BskUAAQQQQAABBBBAAAEEEEAAgc0V0PvZh4cP7KOPP7QYBxbmrPxuboaXZ1ao4r1IlDFaLi4Pd/VZLKNlw/tfZH4xlpYLnV/F5MxKr29UYdEGo1Ce0efjCdt5TB448Vz7Z2Ph/MtsftmxPRflrpiYtlW5y8Bz9xGsMbwPuTTFZL/Xea7rQvtPyyHXruObIvq1obboOTSFxcKq0I6XovoU+EtbJp/IRNua+tZ2tdeHj2uK+lZtTcdreTX8jI3y0751EUftUfn7CY/n4SmPrsu642bdtlj+Pgefl8aq5ufrdUu1zxsx6hz6OKNcdb1Nxrx9z3pcbMhL29VHWmp9k+Ls7MwUp6dn/ksynMcmzZG5IIAAAggggAACKxRgKAQQQAABBBBAAAEEEEAAgY0WKKwcmOkO4E8//thuHuxZtcE3Ri8Gp5qf3pNXlJn37tU+SyzCof51fFmW1hRqz0WRa6TNvPw5jwLHIIAAAj0W8F9++qXT4wxJDQEEEEAAAQQQQACBGQXYDQEEEEAAAQQQQAABBLogsLOzY++//8IOvPhb7ITslPOt2UM3pnFrC8AhWm8/19v4Wq9AL0bXS4OiF8mQxJIFVPw9OTlZcq90hwACCCCAAAIIIIAAAgh0TIDpIoAAAggggAACCHRG4P7hfXv77cf20UcfWVFc1D9ULxxPQs8V49u6uH6RYRdn39Kco5f2U7Q0BN0ikBHQRxOnyOzWatO6x281uVY734bO9fEXg8FgG1IlRwQQQAABBBBAAAEEEEAAAQRqBdiIAAIIIIAAAl0SKO3Nm9f22edfsf2DA4ulFwJNdZAu5XC9uW5NAVjV+vGoY0pF3+iNKXyVBwIrEtCLjWIVw+nFTT/+Hvo7x+N/bzisag6ryJMxli0Q/cUxjv7uwLL77kF/pIAAAggggAACCCCAAAIIIIAAAv0XIEMEEEAAgQ4KvPvuU7t186bdvnPHS7/BYig8rIqUjuqIab3rS6/+dD2F5c7faxvVyU7F4OX2Tm8IzCCgAmyKGXZvZZd1j99KUnS6LIEBBeBlUdJPrwRIBgEEEEAAAQQQQAABBBBAAAEE+i9Ahggg0E2B0k5Ojuy7v/hd29nZ9RR0k5wvevzY2gJw4ZVeRY/PbTY1/SsGRXanbW7UXbGKbTYgdwTqBGK0weDM9HeA65rZhgACCGylAEkjgAACCCCAAAIIIIAAAggggED/Bciw0wKvXr2yN2++tOjvcSuaklHtsA/1s60tADedWLYj0GeBGEt/cVPEPqdJbi0LDM4GFIBbNqZ7BBBAAIHuCDBTBBBAAAEEEEAAAQQQQAABBBDYXAHVRTS7D15+YB9++KFW54quHVTEUaW7aVl6ey4WSTiWwyJU09janus/tcfzopYKW5dDVXrFZD9lMFOkj3rWUvv4ZtP+KbRt3ohup2OVZ1Oofd6InreOjT5OU6hdkfJJS23bhGhyqbZn8kr5TsshulFT6NjoY2hputt3PKqN079N+9k477+xq9JbUviqHmPz0PFNUe2a5q8nNREn8r/YRT8nA5PzcJvmMFy7ZDHa1LRYNP/o828Kjak2LeeNOJH/+HP1eZG/nl0/cvmnaa3YAAAQAElEQVSrLWbyW0bbtBnHTP5Vm78Gy6Ap6vrXq3Yc5VXXzjYEEEAAAQQQQGCLBEgVAQQQQAABBBBAAAEEEEBgYwVU9yirT7R88OC+PX36ju3u7lgIepe7rGqBpvfIR+93p/e9vXIy/FOxvr3N1NJ4dUuNO+1TOOuOG9/GHcBSnIiqCOzbtPTFNR7sisBmC4z/8G/2TJndJgro9130ovJgMDBeHzfxDDEnBBBAAAEEEEAAgdUJMBICCCCAAAIIIIAAAgh0QeDgxoHduHnDXr56aXpjO+qNbjNLS1/t5YMCcM1pVe0/RU1zLzbpM8wVvUimlST0o6G4Rudd2jXdZdylOTPXtQrod6L+xZGKv6dnZ2aBErDxhQACCCCAAAIIIIAAAtspQNYIIIAAAggggAACnRGIZWnPnz+zu3fuWjkYmN7nVnQmgTkn2uMK1/VFUtFXHwed4vq9dOMIffy1om62KXct69q3Y1vpaSp8sfSH+k2x9M7pcE0C2zCsar6DQVn9gqT8uw1nnBwRQAABBBBAAAEEEEAAAQQmBXiOAAIIIIAAAt0SuHnzlj148NCePHls1Y1NeqNbYf3+Kvqd3uzZVcVfr2j0peipjzAfj/G7fZty1HbF7Gpd3lOXvsf5nbC+ntIJKs6mJ8tcql/FMvuctS/l53Ge76zHsR8CQwH9PgwhVB+LoY/G0N84Hrbw3cxAQAABBBBAAAEEEEAAAQQQQACB/guQIQIIIIBABwWKorDPP/vMbt++Y7obuIMpzDVlrwjNdVyvD1IxOCWodUV63uWl17fPp69Cr+J8w9iK7gxO0Zfcx9KbbVVFYMVse19vL/Wb4npHsjcCaxUIFqq7f7fpl+RawRm8IwJMEwEEEEAAAQQQQAABBBBAAAEE+i9Ahggg0FWBR48e2uHhod26dcvSjU1FCF1NZ+Z5UwCuobp02i89qdmZTQh0UkA/+opOTp5Jr0lAfxdBfwP45PTUTH8UeE3zYFgEEEBgYwSYCAIIIIAAAggggAACCCCAAAII9F+ADDsqoBpI4UXfgX3nF75thT9V4VfR0YSuNW1P91r7b9/OPboFtkepbN91uFDG/CuGhfg4+JJAWQ78ebSg35a+xgMBBBBAAIFtFSBvBBBAAAEEEEAAAQQQQAABBBDYbIH08c/6s4Zm872vvdkZNs+u9QJwLKM1haY1RNdafai9KXREjKUWjaGPOc6FbvdWRN3N5nM1D81XS4VKZ4qmAXRcU+iYqi+tNETTsRfbS4ueY12oy6h5a2UiUs5psz7SOa2HaJbCe7cU6kuhvFPouXyawqZ8Kf9s+Pw1Rl2oa23Xsilig83Fdr/+ascYuKsKWannseso+o/FKJryTttjbd8XY6bem5axmv/F/nFKf1fb/exVfTQs/cR7s6VzcDEP5au42FK3lvJsWl6dzyK5XD22bk7j26Inl43Rz3PKf3I53lfdelPeaXu89vm6mmOuj7o5jW+LLec/PpbWffY2GOi6yb0qak8CAQQQQAABBBDotQDJIYAAAggggAACCCCAAAIIbLSA13mssBCCPX7yxF69+sDXC68BRy9/DSMu+P7+tPSn9a9P3MzFtOOntXu206ZI+3SBfu2h0k6KfmW2bdnoLG5bzuTbtkBZDowrq21l+kcAAQQQQAABBBDYXAFmhgACCCCAAAIIIIAAAl0QCCGY7gB++cFLe/3mtemN7Wjb89WbArDuaF3WaetDcUMeimWZ9K6f0R2+S8lrnk7Ox2/ratOPdlt9z5Mwx/RBoByUdnY2sEFZmv5lUh9yIgcEEEAAAQQQQAABBBBAYGYBdkQAAQQQQAABBBDojMBOsWs3b9yyBw/v2+1bNyx40SyE7ambFMbX1gmkj4fWcuuS34qEt+cFbBNO5zbMIcbqkzEo/G7DySZHBBBAAAEEEEAAAQQQQACBWgE2IoAAAggggEC3BAaDgX3lq1+xw8NDK6P+tGG35r/obDtbAPZC/fnfsdW6ILRUaH3bQnmPR13+Kvgq6tp6vy3dcZuWrSesF5PJGA2qOYxWl7fQj3IKCsDLc6UnFX91t2/pvywHZ2emX5ohBAshgGOGAQIIIIAAAggggAACCCCAAAII9F+ADBFAAAEEOiiws7NjRSjs6dOn/n52YdHf7FZ0MJW5plzMdRQHdVqg9LpNitjpTJg8AgisTMALvqX/glQxeGVjMhACGy3A5BBAAAEEEEAAAQQQQAABBBBAoP8CZIgAAl0V2N3bsW9842t269Yt28b3tSkAd/XKnTLvwiu7iim7bXGzLn1FGwS683davxpbMW2/Odt1l7FizsM5DIEk4HVfU+i5fknGLfyoDOVOIIAAApcEeIIAAggggAACCCCAAAIIIIAAAv0XIMNOC7z99tt2cOPA7ty53ek85p18ixWoeafEcQggcD2BcL3d2RuBawoEC1Z4FTjGaLGMxhcCCCCAAALbLEDuCCCAAAIIIIAAAggggAACCCCw6QLRysGpffs7P297e3sWQrj2hLt+QFF9pKe/qd+0nJagigHZ8L6rosHcy9JivBqlDf+Lfs4UmqeWCq2naMorbU/7NS3jtHl7MWSx/Mva/OJ5ztHbmyN4LUYxOf/0Ec/eu0vFKuIoF/M5p9C2ZFG3nOx38nk2dx9H/S8WnsG5Rd16zPqY7oJVTE7cRcyjLufxbdPmfrlb3fmr8K3Blx6xmnvdHAc+b0Vd2/i2upzHtvmJ9iHsynmI6nvgE8k/xnOtW4+ja6atZX52ZtGTy4ausUxM678u5/FtcdvzH9meO/rrjV+d1S/LEPzF97yBFQQQQAABBBBAYCsESBIBBBBAAAEEEEAAAQQQQGCjBbw247UfC2f23ov37MHhA5+t3svW/bAKf+oPvffvC69B+DveDXUAtedCfeRCn6iZi9yxy2i7yDaXBW0NAt3crEs9RTczYNZDAZ3F4RrfEWhTwH8FmqKsCvIqzPsz/6XY5pj0jQACCCCAAAIIIIDAZgkwGwQQQAABBBBAAAEEEOiKgKonb731yN5+/KgrU176PDtbAA7RTGGjr8k7f0ebe7tQ7oreJrhoYrrrV7FoP7njm9pC6RUy/9GqxtfLTNOOi2z3/q2tvheZF8f2TcBLvVaW0QaD0o6Pjy/9i6i+5Uo+CCCAAAIIIIAAAggggECtABsRQAABBBBAAAEEOiGg97O9QGP7+/v26NFDu3FwYCGEKnYsmKLw+qLCev6lKlLPUyQ9BPomEPqWUCfz2ZZJB/+lqF+Y6SMntiVv8kQAAQQQQAABBBBAAAEEEEBAAgQCCCCAAAIIdE/Aa77289/+lu3t71aTD9X37frWmQKw7nYdj+06TVbd7bzN+du0L91tOx7T9l+4vfQeJsM36aF5aLnU0I9qim18qVoqJp1dUyB4EXgwGFhZllWE4Fs8rtlNn3YnFwQQQAABBBBAAAEEEEAAAQQQ6L8AGSKAAAIIdEzA37m2oijsyTvv+MxjtR5irGpsvqF6pFpb9aTH31RR6nF6pIYAAgggsJCACr1FsFj9/d/oy7hQdxyMQPcFyAABBBBAAAEEEEAAAQQQQAABBPovQIYIINBVAa/32sMHD+29915UNzR1NY9F5935AvC2VOonT7Q+n1wxuZ3nSUCXtiI9X/VSYytaGld3GSta6p5uEZgU0C/NyW08RwABBLZOgIQRQAABBBBAAAEEEEAAAQQQQKD/AmTYaYG9vT178f4Htu/LnZ3CQghVPqmeOHxm1V3B2mY9/Sp6mhdpIdAjgfRy1KOUSKU7Al75jWU5vPPX17szcWaKAAIIIIDAcgXoDQEEEEAAAQQQQAABBBBAAAEENl9ABeC93V179NZbNhgM39uO/t52itLXc1n0pW1qATiW0bLhUAltvqXwm0PVd0UTuB9pA4umE1YXTcel7VPnvHD+PsPqo1ObltFyc1DuijTftCy9JliFcs+Fn586l7Qt9de0zJ572Xj/uflPb2tySdvzPqa7YBVXEih9S9l4XaT8p83PO8k+mo8v/bwq8vOP2WvDj/eT7LvYlfMQ/ar3yE5uSqMMtEtc+Bw256j+cxE9uWzoGstEru9pbbPkn+sjupvatWwKteciTsk/d+yibbPkr3387Fr0XEsvAp8NBuf/WmrR8TkeAQQQQAABBBDokABTRQABBBBAAAEEEEAAAQQQ6IRAYbu7+/bxJx/ZzYN929vxYpqpXmQWfTWFV198q7/77dus4Uvvi+dC75nnInfsMtoapn2+eWoB+HzPDV1Zz1+j3FAMpoUAAggsWcBrv6Z/gKBfZGdnp0vune4QQAABBBBAAAEEENh0AeaHAAIIIIAAAggggAACXRJ49OihffD+Bz5lL/D6G9x1xVZv7P2j2NQMg1d2FZs6P+a1xQKkjsA2CvgvyhAy/xxqG03IGQEEEEAAAQQQQAABBPotQHYIIIAAAggggAACHROI9s47b9nDhw9MHwVdDrzY2LEMljXdjS0A5xJMt2hrmduPNgQQQGDZAtva36AcfkzGtuZP3ggggAACCCCAAAIIIIAAAtslQLYIIIAAAggg0D2BoggWisI+ePnCYvUhz9v7vvbGFIB1t+941F1WKvhW4Y2q2St8lQcCLQjoRSEXLQxJlwhsoEAIPimPwWBgZbn1r7qOwQMBBBBAAAEEEEAAAQQQQAABBHouQHoIIIAAAp0TULkzWPAC8He/+x3b39/zDLb7/WyJOEJ3HjpdVRE4mGnZnZkzUwSuK+AX+XUPYX8EWhCI/sI7LADrH0W0MABdItAJASaJAAIIIIAAAggggAACCCCAAAL9FyBDBBDoskAIwWIszReehr+xbQpf3cLHxhaACz8nii08J1XK6W7o6gnfrgpEv3QVV1t6ssXzMwrAPTmZnU5Dxd+yLE3R6USYPAIIILCIAMcigAACCCCAAAIIIIAAAggggED/BciwwwKlzz3awcGB/fy3v2VlHPjz7X6oyrTdAmSPwMYJUPjduFOy7RNSFXjbDcgfAQQQQGBrBUgcAQQQQAABBBBAAAEEEEAAAQQ2X6Aogn366af2+ssj2yn0EdDXm3Pf9i5iGS0b/sZ/XChKi7E5mu50Lb0GVoVFG4yiHM3DS/d2Hguckej96fBF8tfxTRE9b7VFH6cp1K5IDmmpbYqm49J27dNWyEV9p7HmWer4pojX8DHd7TseTZ2Obdf1oqdxBn/tdzn0byMUl7eOP1O/eq7l1Sir617tTRHH8/eLPZ6HmewVTcfOul0GTaE+ottoWRepTcumqDtu1m0x6l/kXOSqfCdj1r6a9mvKXdt1TMzkn9q1T12kdi3bikmPyefTxlWeTaFjlZeW+Yj+chstjs5Xfl9aEUAAAQQQQACBXgmQDAIIIIAAAggggAACCCCAwMYKqMaQwmxnZ8fu3b1nz549s6LY8VmrxhN8ef1HHNUO9MmYTZHrNR2vZVPkjl9Gm7JfRj+t9RFb63mejjkGAQQQ2E6B0e+77UyemAFEZgAAEABJREFUrBFAAAEEEEAAAQS2UICUEUAAAQQQQAABBBBAoEsCNw5uVMXfw8NDK4KXP6MXfxVdSmKJc3WBJfZ2ja6CV3YV1zhkq3bV3z9WbFXS10pWl67iWgcttvNKj1ZuipUOymAIXBLQv0wqy2hlWVah55d24AkCCCCAAAIIIIAAAggg0EcBckIAAQQQQAABBBDomEBpO7vBXr78wG7fvm3mtd/RN9vWr42sMKkgn2JbT0zpF6eiLv9ko2Vd+3Zsu7itf/n5pr61XH7vs/WosRWz7c1e7Qts8wjRC8AUf7f5CiB3BBBAAAEEEEAAAQQQQGB7BMgUAQQQQAABBLop8PDRA7t//64VRahuaApeZ+tmJsuZ9coKwLrbdzzqpq+CZhXeGEfhi14+xi20Pn63rwzqktb2Kryx7z42/vd+tW5jl2poqzCqfhUO3PpDrzzKyWNl+bWeFAP0UiDaoCoAlxaCrtteJjktKdoRQAABBBBAAAEEEEAAAQQQQKD/AmSIAAIIINBVAa8bHR8d2Ve++unofexg0UqzoGqabeWXV582K2+diqrI6XUGLTdrdqubjXJXTI5Y+fjG8aU/3b6H/zCboo3M1W+KNvqfpc91jz/LHNlnewRiNH9sT75kisAlAZ4ggAACCCCAAAIIIIAAAggggED/BcgQAQS6LvDRxx/aYHBqxY4XGG3Q9XQWnv/aCsC641WxcAbb2oGu323NnbwRQGClAulvAK90UAZDAAEENkGAOSCAAAIIIIAAAggggAACCCCAQP8FyLAXAkVR2KtXr6o7gHUTZS+SWiCJtRWAF5gzh0qAq1cKBAIIrEBg+HIz/L6C4RgCAQQQQACBjRBgEggggAACCCCAAAIIIIAAAggg0AWBaLpn8osvPrezwZlZ9DkrfDHLo6/7FDHqoz2bI5e4jlV7jKU1hT5eW6H9xqP0s6HQxxynULtvNu2fQtsWiZjLr/S8FZl9po0dM7nr2Oh9azkZ4zmrTRZaKlLuWqb9tKza/FtlNFqq/9LHaArfLfuIyr8hdKD613LeiHP62JWPQC4vphAL/wEeRlPe2q4Dotto2RzqN8Vor7H+dXxTaG+1adkUsTF/ffzA8PobHqs5DNdsbPzRlsaF8sxF9PznDQ2qY7WcN2Jj/sN8df3N27eOy+WutrhA/rMcqznkImbyr9oafvbkosj1rTblmIu4YP4ag0AAAQQQQAABBLZQgJQRQAABBBBAAAEEEEAAAQQ6IqD3yO/eu2eHh4e2u7vr9crZqr+598+Vuj4ZU8ummHa82puO1Xa150L75CJ3rNq8ipY7fD1t4wXO9cxgctTNeo7PZp0PZoNArwX0u7IqJPc6S5JDAAEEEEAAAQQQQGAkwAIBBBBAAAEEEEAAAQS6JBAs2AMv/j558sR2d3a7NPVW57qRBeCq3uBpa+mLXj6CJ6foZXLLSCrdBbuMvhbto5Xj9aMXWumZThFYpoD+pdCgTJ/y4C9cy+ycvhBAAAEEEEAAAQQQQACBTRJgLggggAACCCCAAAKdE9jZKezBw4f28OEjGwz06audS6GVCasK1UrH83Sq0kIVXhfTRx4r5umn68co7xRdz2Uz56+PH06xjhn6Bb6OYRlzLoFtPkjFX318Rqw+ynqbJcgdAQQQQAABBBBAAAEEEECg7wLkhwACCCCAAALdFNjd3bOPPvzQ7t27O/PHP3cz0+vNemMKwOOF3+ul0I29dbfveNTNequLvumO37SsA1p42zqLvvpRS0EBeOFTSQetC8TqY59j9S+mBoPSpv29g9YntJ4BGBUBBBBAAAEEEEAAAQQQQAABBPovQIYIIIAAAh0WODjYN93IVH0E9O6OhSJU0eGUljJ1VaSW0tEyO1ExOPWndUV6vg3LMpil2LbcV3J+gxeCU6xkQAZBoLsCXgc20wtRtdLdPJg5AtcX4AgEEEAAAQQQQAABBBBAAAEEEOi/ABkigEDXBU7Pzuy7v/Ddrqex9Pm3VgBOd7vOM2Ovf14cdunJxeaurxVeUFF0PY/25q9LU9HeCGvtudU7ndeaGYP3UCB6BVj/aqqHqZESAgggUC/AVgQQQAABBBBAAAEEEEAAAQQQ6L8AGfZC4O233rKdncL0UdDG17nA5lfYvFB6PltWEOikQE//FUMnzwWTvr5ANH38MzcAX1+OIxBAAAEEuinArBFAAAEEEEAAAQQQQAABBBBAoDsCu7u79uLFC9vb2zULs9djrOdfUwvA0d/1bwrZxFhqYemO37SsNvq36Na50OdyK6KPY6VXez2iR1r3w03hXdU+dFw2vC/1VxfqUMdq2RTR88tHtOhzb4pJjzRO+ojn0qKlSH2k3LXUNvk0ReqvaVmX96Vtmblr7Onhs88axayPNd4Jq+uqdIKYjWnza3JJ22M195idY8walX5sJvxE+xB2yVzXZBxY9EjzaFqWPnYu8nNbJK/hsU3zStujJ5cN5ZqJ1E/TMpe72qL7tBlN80rbY6/zT9f18FoIIfdKnERYIoAAAggggAACnRZg8ggggAACCCCAAAIIIIAAAh0TKL0Gcev2bQvh4j1s1WSURszUEMqytFzkjl1Gm+aXi2lj5I5V29QCsHba3lhP5rpEU6xnBoy6HAGdxeX0RC8IrEtAv2TKgf7BQlzXFBgXAQQQQAABBBBAAIEVCDAEAggggAACCCCAAAIIdE0ghGBffPG53bt3z6dOTcYRzh+tF4CD1wwU5yPOsNKHU6ScFTOku527NN75uyKO8/EzV9tCU9GPVlt9LzQxDkbg2gLR/IXcjwqBa9oZeCCAAAIIIIAAAggggEDfBMgHAQQQQAABBBBAoIMCwe7cvmsHN26YPgY66hM7y+F72R1MZulTVpVq6Z2Od5g+/nl8G+sI9FuAIlkfzi85IIAAAggggAACCCCAAAIIIIBA/wXIEAEEEEAAAQS6KRBV6w3BvvmNr3kBWHUZbehmLm3Meu4CsO5unYw0QRV90/q2LJsstiX/qXmmO27TcuoBi+4w/BvCZuPLUZ+aw2h1eQv9KKXQC83yeqYnBNYhEEJh+gUa/VsIwUII65jGusZkXAQQQAABBBBAAAEEEEAAAQQQ6L8AGSKAAAIIdFagsNLLP++9957t7u3Zrds3ja/LAqpYXd4y57PJ0oCKwIo5u+MwBBBAAIENECj1W3QD5sEUEFidACMhgAACCCCAAAIIIIAAAggggED/BcgQAQS6LrCzE2wwOLGPP/7QTk+OzYJXhEd/ztD4sqUVgLG8LFBEM8XlrTy7ENClp7jYsrw1/ZBP601jK6btN2e77jJWzHk4hyGwKQKDwcB/ic7yM7UpM2YeCCCAwAICHIoAAggggAACCCCAAAIIIIAAAv0XIMNeCBwc3LR3331h+/v7tre3Z/o0yyrKeL6uG5yaoto3Xuy76udtn4SlVcC83tn2XOkfgQ0VCBs6L6aFwOICZTkwxeI90QMCCCCAAAKbLcDsEEAAAQQQQAABBBBAAAEEEECgKwLRTk6O7P7hPXvr7bds4O9jzzrzbdmvmF7RLr1SfjVKG/6XoMY/7jlEsxSlV89zYVO+ps5Plfxc+Pj5Psra/GJM2/PV/5TnZBql1wSrsOhSmfD5LeSTy11t3n9cKJJD0zK6X3OY7oJVTAK5innkclfbtLlf7lZ3KSp8q27194jVeayb38DnrahrG9/WlPdou59kH8KirMcjqu+BTyT/UI65iAudu/E86tfzszOLnlw2xnOuWZ/Wfy53tUXy93NQf+6WYzO6jmvP83Dc4Tn0F7ThCt8RQAABBBBAAIE+CpATAggggAACCCCAAAIIIIBAJwRUA/IIZ3b//l27f+++7RSF7e7seUFD72MrbCO+QggWQnNMe49/WhLTjl/aHcDTJtKtdmaLwCwCYZad2AcBBBBAAAEEEEAAAQQQQGBjBZgYAggggAACCCCAAAIIdE8g2k9/+hP7+JMP7fbt21ZGZUDNRgop5i4AB8dUpI62bancFduW98z56q5fxcwHLHHHUJppbIXN8QM/01T0o9NW3zNNgJ0QQAABBBBAAAEEEEAAAQQQQGARAY5FAAEEEEAAAQQQ6KzAo0ePbHdnx0JQvSaaKjaT0dnkljBxqSyhG7pAYJsE9BKyTfluV65kiwACCCCAAAIIIIAAAggggAAC/RcgQwQQQAABBBDotsDe3o699+JdTyKa+cNXLorAo+fatq0xcwE4ONZ46G/+5qJvoOO5a71v+S2cj+62HY+FO5zWQek7TIZv0kPz0HKpoR+VFBSAl0pLZwhsjgAzQQABBBBAAAEEEEAAAQQQQACB/guQIQIIIIBApwWi7e/t2ceffFJlEcp4XvhVIVg1vKqKE6vmrf2mitbWJk/iCCCAAALNAjFG80fzDrQg0CsBkkEAAQQQQAABBBBAAAEEEEAAgf4LkCECCPRF4P79+/bw4UPVfE1F377ktaw85i4AC1OxrIl0rZ8imim6Nu/VzVeXlmJ1I14eSWMrLm9d2jPdZaxYWod0hMCmCXjxt4w2GAyMKvCmnRvmgwACSxegQwQQQAABBBBAAAEEEEAAAQQQ6L8AGfZCoPT3rff2DuytR4/sxo0bl3MK/na2wrf6wlqsEvkIm/3Y5tw3+8wwuw0S0MvEBk2HqSCwKgG/9MuytJLbgFclzjgIIIAAAmsQYEgEEEAAAQQQQAABBBBAAAEEEOiQQPA3rn26z54/Py8A60/W+qbsY9saixhLy4Xu8lU0wagwUBcDi6ZoOi5tj15YyIZX8mMuph0/Jb/s2N63clek+aZl6ddXFZ5nmQvvo84nbUv9NS2zucvF+5+WQ77dZ581in59NIfpLljFlQRK31JWhaOUa90yP7fofTQ99G8XFE3tpc97UDXmxqh2aPgW3cWsMC2unIfoV7dHw6EzbZaHdowLn8PM+dEAc0ZU4n7sldx13Y3Cm1t7RHdR51o2hdoXieg55mKRvqcdO8v5n9ZHrj2e++lnoT5yx4fqrybk9qANAQQQQAABBBDovAAJIIAAAggggAACCCCAAAIIdEpgWLN5+vQdO3xwz27c3LcYvEbiOVyqKAUzPVelyps6+dB7/LmYllSugjbt2B62kxICCCCAQBIoQjD9gknPWSKAAAIIIIAAAggg0B8BMkEAAQQQQAABBBBAAIEuCuzu7tjrN6/tK59+xYqQKXN6EbiL+S1rzo0yXjDnjyYvS5l+uiHALBFA4Fyg+tdRo7uIzzeyggACCCCAAAIIIIAAAgj0QYAcEEAAAQQQQAABBDoqoE+7HNiLFy/s5OTMc1CZc8srva5Q95BM3fbsNn2WdorsjjQi0IqAbtpP0coAdLqFAqSMAAIIIIAAAggggAACCCCAAAL9FyBDBBBAAAEEEOi+gEq+Dx8+bP4ES93h1P00F8rgvACc7vhNy7peU9FXbinq9mMbAu0IUPRtx5VeEagTiFaWZRV1rT3bRjoIIIAAAggggAACCCCAABWIPzMAABAASURBVAIIINB/ATJEAAEEEOiBQFEU9u5779nJyYmF4KXg0iuW/l62r5n5alXnVJ6+rsW2xnkBeFYAeZ0XgivNWY9kPwSWJBC8EJxiSV3Wd8MFXu/CVgQQQKBPAuSCAAIIIIAAAggggAACCCCAAAL9FyBDBBDoi8C9e/fsrbfessPDw8spqYCpCvB5XG7etmeNBeDCoRTbBpLyrf6FgBuk5ywnBKJfOoqJzf15quKvoj8ZkQkCCCCAAAIITAjwFAEEEEAAAQQQQAABBBBAAAEE+i9Ahr0SuH3njh3ef2i6EzjGWH0MtJYWS1NEXyq0HsqL9ji27zLWNx3Vq3ibPkXmhwACCCCAAAIIIIAAAggsV4DeEEAAAQQQQAABBBBAAAEEEECgewL7e/v27rvPTbfwqZB7OQMVfL0QXN0FPGzZ1u9F052upcspJj/u2TdbOkbLReDSiYmqwDfFlIp8bvzoVX61x0wfalcol/HQNkXuWLVpn7ZCLupb4zSF2ueNeA0f092+4zHDoKW7a7foy6ZQez70g5pitOfYPJr61XbtnZZar4voBsMw82mOxfD273QO6o6dZZsMmkLHRw2qlTVFPM+/9Nwvh6bUZv5yiZ5/U1Tje7uWTdF0bNredNys25V/Lqb1oxybQsdqnlo2hdrnDfUZ/fxq2RS53M7bvI/o50HR1A/bEUAAAQQQQACBjgkwXQQQQAABBBBAAAEEEEAAgU4KFPb48Tt248ZN2ymC6Q7flMYgDmzg72WrtqmlQuupfdVLvaeei0XnU5al5WKuO4CDzyqFr/bgQQoIIIAAAggggAACCCCAAAIIINB/ATJEAAEEEEAAAQQQQACBLguoPvnq1UsLWlGkZLTuoaKr+TJt3tblXAXgbcDS3z9WbEOu8+WoS0cx39EbdVTdZNJdxnVtbEMAAQQQQAABBBBAAAEEEEAAge4JMGMEEEAAAQQQQACBzgs8euuhDQYDO//k2pSR6jppnaXVVvAmP/Z5G510W7iiLnd8pDLxsczatLRIfWu5tE4zHdX8U5DgYysyR9HUDwGyQAABBBBAAAEEEEAAAQQQQACB/guQIQIIIIAAAgh0XaC04HWbx4/fMhWBu55N2/O/VAA+L2z6qPoLqApf7eUjeHLjMX63rxzqktb2KrzRDzeFr/bzoX8pMR7j/1bAf8DaSbr0bhW+aP2hoq9CPwK+VK7nY/b6zJ5nyQoCCBgECCCAAAIIIIAAAggggAACCCDQfwEyRAABBBDovIBqR9Hu3LltDx89tDdvXpupVqUwfRX6dnFX8KWaz7Bp276PRC7SVumrKnKqJqa4aOr9mqd7nmMyON8wWql8fH186U+376EfKkUbmavfFG30f97n+Bk/3+grOrvDFxN/wgOBrRWI5v/px2FrBUi83wJkhwACCCCAAAIIIIAAAggggAAC/RcgQwQQ6JWAl3Uev/3I9vd3e5VWG8lcKQC3MUgv+/SLrJd5kdSYAJWvMQxWt0zAS79WloMqzAvBW5Y+6SKAQN8FyA8BBBBAAAEEEEAAAQQQQAABBPovQIa9Eogx2qtXr6p3q4sdFel0I58ipamS53ik7du5lMR2Zl6T9bXKfdfauWYwNm2AQNNJ1AuHppeWWicQ2EIB/xHx36mm2MLsSRkBBBBAoKcCpIUAAggggAACCCCAAAIIIIAAAl0UKOz4+NQ+/fQTK8L08mYXM1zmnIv0UcdaqmOVvIK/6Z9CFfXS3/1vCh2TCx3fFDoulj6YVuaMGEsvTtSHuow+dy0nQ/kq0vZSiY+epNy11D4p1KzdxkP9N9lou47JhfJvCh2n/rVsCrXno94mupv6jA0+lz87XXuO/SsKfXb6KJRjU+ioxv7VWIX6TVFtMBv1raWOXyya8h8Mrxu//ir/6M/Tuk8n+gURfTmaUeOiKfe0fbG5R59jPhonNmqInkQ2znP2cWrWR900LlKeTcvo11eb0TixUUPsef5t5+dXRXUNVq95Qd9HsCwQQAABBBBAAIFuCjBrBBBAAAEEEEAAAQQQQACBzgioSJOiqN6rfvnBBzYYDGx3d/wjoNM+aTlMMC5Ynxj20vx9Wv/NRw5bph1flqXlYtrxtSVyvc2fYjiNvn6fL69ko+V8PXAUAggggAACCCCAAAIIIIAAAgisToCREEAAAQQQQAABBBBAoMsCN27cshsHt+zRo7eqInCXc1nF3GsLwKsYeN1jhGimML7qBdJduPWtPdhamBkl/B6cSFJAAAEEEEAAAQQQQAABBBBAIC9AKwIIIIAAAggggEDnBUIo7PDBg6oIbCrvhNJMYXzVCWxtAbgOI21LH/msZdrGcpkC/kNpKZbZ76x96ZVh1n3Zr68C5IUAAggggAACCCCAAAIIIIAAAv0XIEMEEEAAAQQQ6IdAEYJ9+umndvPWTSsHqjH1I6+2stiaArDu9h2POlAVfBV1bb3flu74TctWEtYPpKKVzqd0qks9BQXgKVg0I9B3AfJDAAEEEEAAAQQQQAABBBBAAIH+C5AhAggggEBvBEorvMTz5ZdfjjIqLJZxtM6iTsC56jZv97bS64MpuHxauBZ0S36KFrqnSwQQQAABBJoFaEEAAQQQQAABBBBAAAEEEEAAgf4LkCECCPRNYP9gz7744qsW48CC1/FC2DHTTY19S3RJ+WxtAbjwyq5iSY497EaXhqKHqSklvSgotE4ggAACCCCAwHYIkCUCCCCAAAIIIIAAAggggAACCPRfgAz7J+AF3xcv3rO//vFfeW6FheAbrPD1yUfdtsl9tuM5Ettxnrc8S70QbDkB6SMwp0D1e7T6NmcHHIYAAggggMCGCDANBBBAAAEEEEAAAQQQQAABBBDopoCqPDdv3rSn77xjWs9lQdtQoChjtFwMd2v+Hv34bJTR9DncjTHt+FhazIb3n+kjRDOFTXylj3j23i1FHPXjIJZC2xbyWTj/fH4xa+OZjXKKDUvTXbCKCR8H8C2lM8RsNPWbtnsn2Ues5h/9HM8bpR+bCT/RPoRduf7iwKJHdnLeWLpbLqK3txk+hewjenLZmHL9ZTv3xlzuaovk79fRvNfuLMdlrm2d+wXPr5/i7EPnN7sDjQgggAACCCCAQDcEmCUCCCCAAAIIIIAAAggggEDnBHQP6zBCKOzwwX27eeuGhWLgmei9c9V5Jt9nr9s2uc/wuXeSfej98VxkD/bG3LFqK8vScqF9FgnJ+TS27ZHPV/96IEV+T1o3W0BncbNnyOwQ2HSB4D9GIfi3TZ8o80MAAQQQQAABBBBAoFaAjQgggAACCCCAAAIIINB1Ab1F/eLFC9vZ2el6Kiubf28LwKHhzt+VyW76QLrrV7GueWpshbVVWNKl3dD3unJmXAQQQAABBBBAAAEEEEAAAQQQWJ0AIyGAAAIIIIAAAgj0QkAf/3ywv28PHjzoRT6rSEJVslWMwxgIrFCAwu8KsTs3FBO+hkA0ix7XOIJdEUAAAQQQQAABBBBAAAEEENgIASaBAAIIIIAAAn0RGL5J/bWvf91OT0/7klTrefSmAJzu+E3L1uW6NoDuth2P1udf+giT4Zv00Dy0XGroUk5BAXiptHS2tQKD0d8g0N8Z6AkCaSCAAAIIIIAAAggggAACCCCAQP8FyBABBBBAoGcCj588sdevX9utWzd7lll76ahi1l7v9IwAAggg0GGByB3AHT57TH1SgOcIIIAAAggggAACCCCAAAIIINB/ATJEAIG+CaRPqXziRWDuAJ797Pa2AFxEM8XsFNu2p069Yl15a2xFS+PrLmNFS93TLQIIIIAAAgh0SICpIoAAAggggAACCCCAAAIIIIBA/wXIsJcCO0VhO8WOHRwc2N7envE1m0CLFbjZJsBeCCwuEBbvgh4QQAABBBBAAAEEeilAUggggAACCCCAAAIIIIAAAggg0F2BYmfH3nnnSVUAPj09a0yEhssCUwvAMeojQDNRelsuph0fS4vZ8P4zfYRoprCJr9JrglVYNB+hObzvMhMT3V55GnO5q837jguFz34BH9NdsIorMy99S2m53NU2be7eSfbRfHw5Ou/Rl7lI+zUs/SQ7j105D3Fg0SM7OW8s/dzkonn+uTnP3uZTyD6iJ5cNXWOZyHbujbnc1ea7ND6i26lRy3lDx+citpx/buyUf/Q8541c/9Paoueufa5c22PnW+1tR/T8Q/AX1LYHon8EEEAAAQQQQGD5AvSIAAIIIIAAAggggAACCCDQWYFhHcvrv3bz1oHduXPLM1GtKFa1LX/idaBYE7PVh/Tedy7Ufy5yx6qtLEvLhfZpM6YWgHPJda+NGSOAAAIIzCLgdd9ZdmMfBBBAAAEEEEAAAQQ2VIBpIYAAAggggAACCCCAQB8EQlHYJ5982odUVppDZwvAoeHO35XqbfJguutXsclzXPXcGA8BBBBAAAEEEEAAAQQQQAABBPovQIYIIIAAAggggAACvRG4detW9fHPN27eqHIKIVRLvuUFOlsAzqdFKwIIIHBZgGfXFYjXPYD9EUAAAQQQQAABBBBAAAEEEFi7ABNAAAEEEEAAgX4J6M8kPnv61Pb39s2o/dqsX50pAKc7ftNy1gS3Zj/d7TserSc+/Ox1s6Zl6xNgAAQQaFmgRx8D3bIU3SOAAAIIIIAAAggggAACCCCAwAYIMAUEEEAAgR4K3Llz2x48eFBlVnD3b+Uwy7fOFIBnSYZ9tk2Af+qxbWecfBFAAIHrC3AEAggggAACCCCAAAIIIIAAAgj0X4AMEUCgrwJvv/3Y7ty9YyFQE7rOOe5sAbiIZorrJLtd++rUKvqatXILfU2OvBBYu0AszSK3AK/9PDABBBBYUIDDEUAAAQQQQAABBBBAAAEEEECg/wJk2GuB//z//We7d/eeF4B7nebykht9WrCqaMvrlJ4QWIkAhd+VMDPI1guoABwCP29bfyEAgAACCHRUgGkjgAACCCCAAAIIIIAAAggggED3BT795BM7OT1tTISGeoFCb/Bno4wWcxG9PRulxZiL/PEhmils4qv0mkQVFs17bw6fW5mJiW6vPM3mLhfvOy4UPvsFfGxUyb8ycRexKq62pC1y0Xpu/mqvD/3bAUV9q7aq37TU+uUY5q32pojuorYoXz/Z8TzM0nlR+7yxWP4+B5+Xxq7m5+t1S7XPGzGW1aEp17pltUOL32JDXrNub3FqS+la10BTzJLjtElM72P4cxD9XE+G+tY517KtaMpd2wflwMqy5F9VtYVPvwgggAACCCDQpgB9I4AAAggggAACCCCAAAII9EDgxo0btn9wYI8ePvT3q70e6DWLVaUVfaxc5Oah99bVPu/xOm7m41OdMC11oEe+guc79ONBFggggAAC1xUYFqDDdQ9jfwQQQAABBBBAAAEE1ijA0AgggAACCCCAAAIIINAXgaIo7K233jLdsNSXnFaVBwXgVUkzzpIFdOkqZuiWXRBAYC6BaHGu4zgIAQQQQAABBBBAAAGuG6DgAAAQAElEQVQEEFiLAIMigAACCCCAAAII9Egg2K1bd+zZ06e2v7ffo7zaTiX4AIVRQXMGHtcVKP2AFL66lse6x19L0gw6hwCHIIAAAggggAACCCCAAAIIIIBA/wXIEAEEEEAAAQR6JhDNQgh2585t29vf9SeqCxlfUwUczkoKwFOd2GFMQD9cirFNra0O/4WC6RLV55ZrmcYKq5pDGpAlAgh0VIBpI4AAAggggAACCCCAAAIIIIBA/wXIEAEEEECgdwKFRa8L3bx5054+e2oFt7NenGHVzMbDwkXbWP0MsgsW1mYV0AWUYtZjlr3fusdfdj70hwACCCCwZAG6QwABBBBAAAEEEEAAAQQQQACB/guQIQII9FWgCIUdHh7aycmRpzjwKD14XBUYKwCrcVQ/29gCcIhmCuOrXiBV9+tb2YoAAggggAACCGyvAJkjgAACCCCAAAIIIIAAAggggED/Bciw1wLBC8Bnp2f23nvvmZcMe51rG8ltbAG4jWTpEwEEEEBgukCM0WIsPabvyx4IIIAAAghsmgDzQQABBBBAAAEEEEAAAQQQQACB7gsMBqUVO/rbv/W5sDUJxLRyaVnE0t/oz8SlvSeeRC8SaFOsCgUqFlwNtc8Sutt3PGY5Jo7GL33ZFLP007SPbNSmcZpC7SuJdMdvWs44aJOLtqsL5aVlc+iW+hSjvdIcfKnjm0J7q03LpoiN145u5x9em8NjNYfhmvm45zHa1LRQnk2hY6JfO1o2hdqbQseoTct5IzbmP8w3XYPz9t+Ue9oePf95Q3PSsVrOGzGTf9WWeW2axSbl2bSMmfyVk9q1bAq15+Pqa2Icz3nB/JrmlbY35Z22p/2alpqrqsBx5NS0H9sRQAABBBBAAIENEWAaCCCAAAIIIIAAAggggAACPRHY3d2xZ0+f2p3bd6woCn+rur7Q2ZRuel+7adl03Kzby7K0plAfGlfLplB7U+gYtWl5JUYf8XyxfcxlrH7W8zuAL9JnDQEEEEBgNgH9YlGBXcvZjmAvBBBAAAEEEEAAAQTWLcD4CCCAAAIIIIAAAggg0CeBg4MDu3nrlg0GumHwcmYTf/X2ciPPKoGNLQAXXrBWVLPkW42ATp2ipqkXm5Tbgj/CvXAgCQTWIRCqv6kQy9KX/mK8jikwJgIIIIAAAggggAACCCAwqwD7IYAAAggggAACCPROQJ9k+f7779ve3p6dnp6aqkaqGwZ/y1rRu4RnTSjd5Ttlf3lN2WU9zaXX/hR1o0dvS1HXvh3b9BHBijayVb8p2uh/Wp9+gqftQjsCUwRoXlzgbDCwsvTfpot3RQ8IIIAAAggggAACCCCAAAIItCJApwgggAACCCDQT4G7d29bOfDCr6q+pppVP/NsK6u1FYBVnR+P6vyNslRxd7R6aaHtirSx32UJnRqP80q+r6fE9fneaX2pS/0AKZba6YydKb8UFIBnRGM3BNoTiNEK/Ui2N0KbPdM3AggggAACCCCAAAIIIIAAAgj0X4AMEUAAAQR6K1BaWZb2la9+Ynu7O7YTguk/pat6ouqLWt+KSHXCtJwx6WLG/Va+mwq9irqBdWewQgVgRd0+vd+mIrCijUTVb4o2+qdPBBBAAAEEWhOgYwQQQAABBBBAAAEEEEAAAQQQ6L8AGSKAQN8F9vZ2TLHrBeCCu5Wufbo3tgB87Uw4YLkC1/yXBMsd3Htb9/g+BR4IbLPA1v7jmm0+6eSOQB8EyAEBBBBAAAEEEEAAAQQQQAABBPovQIZbIXB4eN/u379vIRQWQrDgWac7f9N6eu5NW/QoPFeFLzKP6XtkDqYJgeUI6Ed1OT3RCwIIXF8gxmiXo6yeX78njkAAAQQQQGB9AoyMAAIIIIAAAggggAACCCCAAAL9EXjz5o3dPzy0IuyY6abBUWpacAOTFPIxtQB8uShwuUigrmMstWiMeKWwMOzDywumSAfqI53TevAzl0L7pEh9Wek7eKhsqG3puHmW0ftpCvU3rX+158Nn70axMYYe8YrTwAswA01hFGPOutBHUfpxubjabxov9a9+U4yGUt9p1ftv7iP1lVtOyd9PvNPYlXMQ0/xGE2lY5HJX22Jzz+U1bGuY1vnm6MllI3P9yeS8o4YV5ZiLuPD5G+bZ1E/DtM43x57n33Z+55ANK7lzr7Y44/mf7H54nP/s6vr0PkIIFkKY3I3nCCCAAAIIIIDApggwDwQQQAABBBBAAAEEEEAAgd4IDGtWn378kf30r396/t50tMJiKK30qJYWrfQYvp8dbXI5jWNy/8nn+hvEuZjcf9nPTbU6xZVESt/imft797kxpxaAvZeNe6gMkaJ+cmzthoDOYjdmyiwR6LPA5C8J0y9NL/72OWdyQwABBBBAAAEEEOiLAHkggAACCCCAAAIIIIBA3wT0N3+PT07swYMHnppKmQpf1YPSkhSmxpjY1H2XukOIZgrjq15AVX1FfesKtuonSNHWULr0Wuq/rSnTLwJbIlAUOzYo9a+ItiRh0kQAAQQQQAABBBBAAIFuCjBrBBBAAAEEEEAAgd4J6Ialnd0de/b0qe3t7U3k57Wlqnbmy4mW3jxVfooFE9pIoeh1wRQL5sfhcwt4hd4Uc3eQOdBPcKaVJgQWEeDYxQWChcU7oQcEEEAAAQQQQAABBBBAAAEEWhSgawQQQAABBBDor0ARgt26dcNCSB/tzHvW1z3bKysA+zmq7vhNy7qJbnXRV9X88agDWuo2nfrJGA0Q2rjzb3wsflBH0iwQWKuA/iVVXZTV325u6x+AtJoynSOAAAIIIIAAAggggAACCCCAQP8FyBABBBBAoLcCpe3u7lTF30dvPbKbtw5s+B72wJfBYunhxcTo0RuC8dqg1peUmKpyS+pqed34+bP/n707724cS+88/1xSa0QolsxYsnKxK6sq0+Vy2z7d7fHpntPzZ7//1zCn/+jpsXtci6syQyLunecH8kqQhIUbSAD8KvgIIIC7PB8oyHPwCFQOShD7c92oJxWBFb3dBbzRbDgYAQQOLsCr78HJGRABBBBAAAEEEDhRAdJGAAEEEEAAAQQQQAABBLKA/jzh3WJh337ztS0Wd+VdwCEEe1Su4vJ15nq0FEuOoxWAZz4DxaOZ8aQioFOjqGza26ru8M2xt04360i/xaCob8VWBBBAAAEEEEAAAQQQQAABBBCYvgAZIoAAAggggAACCCDwIOB13mDBri6v7c6Lvy9eXN/vCzPfE+b3z001pindCXyfmWqDivsNa6142dXEkWPzHtYahoMQqAqE6hPWEegQYPexBfSRGjHq7cIsBP7/Gl8IIIAAAggggAACCCCAAAI9CNAlAggggAACCCDwXEDXp7X1d7/7XXl9OoRQLrWNqBdYXs1/vG8myPaIllJb5D/AXL8MPqri8bB2/xHP3rPlSGnZh6nwsApti769KZ72+/R58n5aw/vWGNuHz34HHyt/Q6GuDr+8Q7cp77y9a96PPZZ9VrelpM9Nz7H093TsPvz8tY/RkX8Mq7687+q5WI1bnUvdevTz0xbtc/Mxvf0ux9TNqbotOVRrVHOuWa/2Vbfelrv2pR3z62pfN6fqtjTx/PvOr2pZt65z3BZpx/Ofxwxh+QYawnKZty8KvWbkZwdaMgwCCCCAAAIIIIAAAggggAACCExfgAwRQAABBBCoE/CaWfTL0u/ff2H/43/837Yo7h4fVf7p0sebmp51XT+PPlBbdLXfdX9XfXDd/ssagqWy1lptU1d5bLI62PbgI+XwVR4HF8j6Wu4y+K7tdxmbtgggsK2A3vSSv/mpfQj8P5YDcRgBRkEAAQQQQAABBBBAAAEEEEAAgekLkCECCCDQJnB+fmY3NzdlnM3nVi1qtrVj32OB2eOn+3sWkpnC+KoXSE6vqN/b79YNfkNi+4l4fkbhaHs/WiJwHIHkr90pRStWBeDjzIJREUDgBAVIGQEEEEAAAQQQQAABBBBAAAEEpi9Ahgh0CPi16WJhuknpiy/e+9I89Em0aVkIjh3Nx7BbtUFFD3NNlbKcqnQ9DEGXpy1Q+Qk7bQiyR2CUAioCj3LiTBoBBBBAYKQCTBsBBBBAAAEEEEAAAQQQQAABBKYvsH6Gv/r1r8qD0/3F6uTPVf3V0ldVhtLNjid4J6oEquEatY+9FYBlXI3a0U55o6r51ejdQv8RnsZqUM1jtbq/hX6Ucuh/3v56picEEEAAAQQQQAABBBCYqABpIYAAAggggAACCCCAAAIIIFARuLy88GfBXr58aar/Lv9KYbIQvPakoq/l2pcfNoaHanLV2GHOydvqLt+n4ZvLh+q05Yp/U8XOF8N5MBMEEEAAAQQQQAABBBBAAAEEEJi+ABkigAACCCCAAAIIIIAAAk8FZrOZffjwwT5//mxe8q3szoXfvKzsYvWZQG8F4JmXoRXPRmTDSkD0itXTgy80tqKngfNvM2zWPUcjgAACCCCAAAIIIIAAAggggMD0BcgQAQQQQAABBBBAAIFagbOzM3vz+p3d3NzYkwqwTeNLtTlFP9noLmBFfyP0M296HaTA49/BGOQUmdQIBJjiUAT0dxVS0m9RDWVGzAMBBBBAAAEEEEAAAQQQQGA6AmSCAAIIIIAAAgg0C5yfn5tiPp9bCM/rT0mfC+3NE9ewXaH5MRNQeyRLjtkUqiIrng4R/ZyUYcliW3jfsSWe9vv0eYrJWsP7bpr7ett99v5DlBrDx28ZwxrvhFVxJVpb7tqXWvrWvqceT5/rmPqIlsqc2ue/PCYfW7P0k+zd2LNzkApLHk/ns8nz6Lnr+OTLvkL9t0Xy5Fqj4+evrW/tU45toWOaIrmL9mm5bah9W6SO/Nva7rpPLuojeZ7bhto3hfrUvtSW447nV/1vG+vkv23fuV2qtV39P/fc83EHWTIIAggggAACCCCAAAIIIIAAAghMX4AMEUAAAQQQaBWY2c8/39qLl1cWyltYVUtLZYt8PVtPtJ6XWq+LGKO1RV2bfW7rqg9q/k2heWifltXwwpuZrt0rdEBNJK/PKkq+mv1sQgABBBA4UQH9QkcuQJ8oAWkfWIDhEEAAAQQQQAABBBBAAAEEEEBg+gJkiAACCKwj8OWX7y3GovFQFUS1My+1fkrh9d210t26ABy84K5Ya5RTPKjxzt9TxCBnBBBAAAEEEECgVoCNCCCAAAIIIIAAAggggAACCCAwfQEyRGBNgWiLxWf77d/81ky3sZrKmLnkqeXTWLPbiRzmpVlTtKWj2q1Ccm3HsQ8BBBBA4MQEyjeQVH4/scxJFwEEEEDgsAKMhgACCCCAAAIIIIAAAggggAAC0xfYLMOvvvqFff5829CoWgBuOGSCm3W1vgxPX3VxRVuaflhZOm875n6fqsXVuN/BylIg3/Gbl8utPX7X5563RY9D0zUCCIxeIH88RkrRHkfy58n4COjRn2ISQAABBBBAYNgCzA4BBBBAAAEEEEAAAQQQQACBGoGbmxu7uLio7FE5cxWqfnQTbgAAEABJREFUfN5H5ZAJr1YLv3VpVmu35frqoMHcAbyaD4tRCeg/3KgmzGQRQGANgcTdv2socQgCCCCAAAIIIIDAtgK0QwABBBBAAAEEEEAAAQSaBM7OzkxF4Mf7q/Woyrqqo48PnPQz1b6jp69lNVHfZDny9lle2XQ5c1TFpu1O53jRKqaasXLTj9Ne8qMTBBBAAAEEEEAAAQQQQAABBBCYvgAZIoAAAggggAACCCDQLOBlp3fv3tZ/BHRZ9fQDytZarsLrleWmoXzr8ZOCc6p5WZdyeRewH6AqXt1+tiHQIqD/VC272YXARgIcPCQB3f2bY0jzYi4IIIAAAggggAACCCCAAAJjF2D+CCCAAAIIIIBAu0CwYH/+y1/s/fv3lQO9mll5ZqbnikcbJ/dEGSqqiYXVk7xcPa1dzPKF/qZlrhQ/ba1bjMtw6NgWafm3JPX3JOviab+bPE9xmXrT3NfZ3jZeSvobu/6j5DmkhrDGSr7aKppHkIf2NvWt7dpfH6rdK+r3amtur+Xz8LO2yk/H1kVa7U/K3U92ug83cfvsX9d23W0yaIpyXI3dEuuOs81xKS3Pn/Jsim363aRN6shd+zfpb9/HNrnk7V3jNZ17bVfbXfNT+6ZY9r88x1o/RijPptB8NHctm0L7tw31qbZaHjUYHAEEEEAAAQQQQAABBBBAAAEEpi9AhggggAACCLQILK9VJ7u6emG/+fWPfmRaVh5TYek+lnWt5LUbhVeqyuO8ZuzLx48Yl9f+U0eN5XGrLZ/lOmFertlN29xU/fRsTTc9K3KXwXfo05m1vI+8c7XU8Yr2CuLqYBYIIIAAAqcjsHzjWb5Bnk7WZHoMAcZEAAEEEEAAAQQQQAABBBBAAIHpC5AhAgggsK5ACGbX11de9K27Pu3Vz9yRH1cWfrXM205w2ZY+BeAT/IHYT8r60VHspzd6QQCBYQgsi7/JdBf3MGbELBBAYKICpIUAAggggAACCCCAAAIIIIAAAtMXIEME1hIIYVnKvLg4t5juTMvy9teyyruqRZWHeBG4XK7V7ZEO0gQVmw/v2Zli85a5hVovY6WWd7Ach4B+8yHHsWZ87PGPlTfjInAiAqs33BPJljQRQAABBA4qwGAIIIAAAggggAACCCCAAAIIIDB9gW0yDPb+yy8txsIseNiTWtR2dVU77NeyALvJmLmFPro5xybt7z8OuywfL3ujALyZ4JGPfvKD3uts9L9IPx4e+txy82UeL2ge+QlLBBCYlkAy3QU8rZzIBgEEEEAAAQQGI8BEEEAAAQQQQAABBBBAAAEEEHgmMLP57Nw+ffpoRbyz2VwHqJCppaK6rufHDNXLPFQ7U5R3Ka/ms0X9TJltV/RdjVkp+tr9HwZO1apePvCwS0bbQkA/QDm2aL6XJscefy9J0AkCCDQJhKBfAmnay3YEEEAAAQQQQAABBDYXoAUCCCCAAAIIIIAAAggg0CSgQujt7Wf75puvvQh8++SwIV+vfjK3HepnuRCs5ROA7qcq/laKwV6irm+j4xT1e9lqquoroNhFgLYIIDAwgeTvskWxMNPKwObGdBBAAAEEEEAAAQQQQGC0AkwcAQQQQAABBBBAAIFWgdks2Gw2t6vrCzu/0C3AKmHmUJFVYZP/Cn6NXrFropLbtQ/aI4AAAlsI0GSQAl74XSyK8veEBjk/JoUAAggggAACCCCAAAIIIDAyAaaLAAIIIIAAAgh0C9zdLezm5pVdXl7aLOTypYq+Obr7OM4RXrHdYmC1UmzRdK0mWbD6sdDl+lqtD3BQismaQsPv+rcqU4rWFI/6192+1dDONSJ6MaUp1Dz5fi2bI/quHL6qR2Ueat8U5aEd/afG/PXHtZf26sfKP7S9XLPK+KstjYum3PP25PNrCnWqfVo2hfa3RVO7vD015i9zM/3s5WO3WeY8m5apJf997Ouac2rJv9zX8v9vHZumvPP21HP+qef8unxznk3LdNT89daieJxFntPjrT08o0sEEEAAAQQQQAABBBBAAAEEEJi+ABkigAACCCCwroBfL5/NZvby5UtbLBadrWKM1hRqrGvdWjaF9m8XhaWkGlruuXKdvVI/q+s7eo7e2hTRklfelpGPNdVk/Bg9D95tWySvf8QyvA9vE73t8nn0bqLdF4DzNFkigAACCJy2gH6f6rQFyL5vAfpHAAEEEEAAAQQQQAABBBBAAIHpC5AhAgggsImAir/v3r2zv/zlLzab6yOgvXWqhK+e2kPX6puiy2KWq8dPD5w5quLpdp5nAdXOFfn51JbKTT9WU8uLfBBAoE0gmV78+b/fZsQ+BBDYSYDGCCCAAAIIIIAAAggggAACCCAwfQEyRGBjgYuLC7MQ7IsvvrBYFGZJ16kr4ZeubQhf+S7fnuaS67bKfPMhvNVqfqry1baPfoyibqfMc9TtP41t+ohgRR/Zqt8cffTf1aef/K5D2I8AApMTSP4GqjBfTi45EkIAAQQQGIAAU0AAAQQQQAABBBBAAAEEEEAAgekLbJdh4UXfm1evHhqrElperNYFa48TKl21p+oWpcsDVd3afQG4erevirt1B2u7om7f9LaJxmNVKbfqp2UHFWf7yFj9Kvrou6tPz7XMUcvQdTD7EUBg9AJ6k3hIQoXfGKPpTVbLhz2sIYAAAggggAACexCgCwQQQAABBBBAAAEEEEAAAQRaBC4vL+39+/cWQrD7a9QqAudoadvrrlwnzMsdBlP1LafTuGztX9f1m8IbVoq4qvaZBvTN90ut6xiF1p+G7gzOoWGe7l/n+eiPURFY0Uci6jdHH/3TJwIIIFAn4FXglKIp6nazDQEEEEAAAQQQQACBbQRogwACCCCAAAIIIIAAAgh0CehvAJ9fXHitcubXqFW51A2TOVSNVHT1Muz91QyUYV2slYEalncBq0fF81Yz3fmrKvPzXWw5aYE9/CZDix+7EEBgYAKhfMPIk3r0JG9kiQACCCCAAAIIIIAAAghsKsDxCCCAAAIIIIAAAgisIRBtUdzZ17/4hakQPJudPWlTX+R8ctCBnureWsVmwykD3Xh7H5s196PLHswr5Nb+pbnNTN/vj1PT+yesnJAAxZ4TOtkDSJUpIIAAAggggAACCCCAAAIIIIDA9AXIEAEEEEAAAQQQWF/g+vrafv+HP9h8vrwLeP2Wwz9y9/prtQetK9rznuWPctYyH6o7gnNES5YjlR8P6p3Gh9C26NubIvfZtEzeV2t43xpj+/DZrz7SNNUuk6XaMQrfXlSmrdvMV0/z3bG+bMo7b6/v+2HMVY+Ni1TO+eH4VDvXtv0d+fuJ9yHs2TlIT/Ovn2LOs2m5+Xzbcnm+r35WD1uTJ9caHT9/Dz3VrzXlnbenjc/X8xzb+qif1cPWNPH8+87vQbJ+LZ/npmXq+fynHs6vT9lC6PGXQuop2YoAAggggAACCCCAAAIIIIAAAlMSIBcEEEAAAQQ6BVR3y2F2fn5uHz9+9OvTy4bJL1Y/uvbu9ZwYo+XQ/j7DvAZYxnI6le/LOa87dpnDqtZabVPpsHY1+vX/x1FY9Xm1r8frhSWv8c1qe+3YqNJAjo5D2T1oAZ3FQU+QySGAAAIITEiAVBBAAAEEEEAAAQQQQAABBBBAYPoCZIgAAghsI/CnP/3RLs4vvKlKl4pqDau67ofw6BSQYOdBJ3lAY2X/QBr34/f1Q61T31ffBzJiGAQQ2JtA0gc7xGiLxcJS0m8w7a1rOkIAAQQkQCCAAAIIIIAAAggggAACCCCAwPQFyBCBLQWiffz43s7O5jabrWpXyZe5Vqb1LXveuFkec+OG3Q12TiP4hXx1ougYbla3X+1y1O1n29gF/D/N2FNg/gggsHeBRVHY4u7OYvQ3kb33TocIIIAAAqcrQOYIIIAAAggggAACCCCAAAIIIDB9gd0yvLy8sBcvryyEXMPKy936PXRrXV2vxubj59abt6y2eFQAPumib67o52VVqZd13WH3NFYDaQ6r1f0tdKpzjPM/zf4s6AkBBJ4KjPw99Wk6PEcAAQQQQACBoQgwDwQQQAABBBBAAAEEEEAAAQS6BEK0129uvPirA1UA1VK1LNW1tN5jqCZXjR2G0sxzrbW6zF3qBt68Xr8se/BdWlZriHquzTLx5RqPWrno7XOsulyjq/UO4SgEEEAAgWEKBH9HCBaGOTlmhQACCCCAAAIIIDA6ASaMAAIIIIAAAggggAACCKwrcHv72d6+fe2HqzKp8NVTfezhMr1f7j9Vva68RaPoOm6b/arad7XT2Iqu47bcn3+bYcvmWzajGQIIDFnAX5pO/G11yGeHuSGAAAIIIIAAAgggMCYB5ooAAggggAACCCCAwEYC795+YbPZ3Nuo+qnw1aM8VJtT9DO47gIuY+vuNTdFewfdR7S3Z+8oBI75H2UUQEzyIAIMMnSBmJIlj6HPk/khgAACCCCAAAIIIIAAAggMWYC5IYAAAggggAACmwtcv3hhl5dX3lA1LYWvTvTRmd0e7tSaRUuWQxf+FRa951XouYoCTdFln7yf1vBig8bYPnz2qS1SWdBo6t8a74SNnlp0itQaTf3m7d5J5bHss9wQfN0jlXNPNXMsfJuibl91W/TjWiIG8yE8vE31XCT1XZRTafvWdN7z9rTz+fN5tfTRNjftS55ca1RzrllXH22R82xappa572Nf29y0L008/77zk+G2oZ8JtU07/AyofVOoX+1Lbee45me6+nqr9m2Rj9UxnoYl/5bK8fw9QBv3GfSFAAIIIIAAAggggAACCCCAAALTFyBDBBBAAAEEthHwWt0f//hHe33zxq9T55rXso6VyuvW7bWkbY7pqg9u02e1TRdD9GvxzyN5TdLKqPb1eH09l9o7gFV5ztE1QfYPWUBnccjzY24IIDAkgfwmMqQ5MZdpCJAFAggggAACCCCAAAIIIIAAAghMX4AMEUAAgW0FZvOZffr40f7whz94F9S2HGHnR20BeOdex9BB8tQVx5hriPbwmwV9/SB7ftZX38dAY0wEEDiEAPf+HkKZMRA4KQGSRQABBBBAAAEEEEAAAQQQQACB6QuQIQJbCSTTFelk8/ncLi6uPC4sRS+hJW1Xncv2/6XaoGL/PQ+kR7nNTN8HMiGmsT8BCr/7s6QnBKYvUL6X+jfdAWy+nH7GZIgAAgggcBgBRkEAAQQQQAABBBBAAAEEEEAAgekL7J7hfDazs7O5XVxemukmStOXV4K1GFioNN0Uu0+12vNuvZ1OAVjV/Grs5rZGa/1gPo1VM81jtbq/hU5lDgrA+3OlJwSmLaDfsIoxWuGhZYz+BkMReNonnewQQAABBBA4hABjIIAAAggggAACCCCAAAIIINAhEFafZHt5dWFffPHOZrNkIfhWDyvvYVXdq6OTrt2qyVWj6/iW/cn3pWDWFsEPag3v4/nDG5lqilrmeH5U/RYZVWN5lLYs13r+TvcIIIAAAgMV8IJvMv/n7yvlXcADnSbTQgABBDSyiI0AABAASURBVBBAAAEEEBiHALNEAAEEEEAAAQQQQAABBDYVWBR3Np+rbJkLobkHbcvr41h6jdiaoj4DvzivHWXl2PPXUs93iPGp7ZDs46ZKXfF46+GeaWxFTyPm32boqfsNu+VwBBBAAAEEEEAAAQQQQAABBBCYvgAZIoAAAggggAACCCCwkUDy2mdK0T59+mS3t58t+Ybkzx93ss96mvpSPB5hGM8co5xIXpZPNvu2qg8ONcPNkjn5o/V7BCePAMBgBZjY2AR2eGsZW6rMFwEEEEAAAQQQQAABBBBAYG8CdIQAAggggAACCGwuUBSFzedndn19bS9evCgLwDbyr+2vsed6X15uDzGLXklvi66uU0zWGt5/2imiJa/0N4eP39K/rSrdz/OIvilaW+7al1r61j7vpPWhY+ojrvLqmH9L78ldzGamxbNzkApLHi3NO3dFz10HJV/2Feq/LZIn1xodP39tfXftWyf/tj6Su2m/lk2h/W2ROvJva7vrvmPnr9yVw7Of7co51/4+QwZNoXHT6hxrfZtQ+6ZQf8nPv5Z9Rig/iMJMzkVx50Mlm832+LtB3iMPBBBAAAEEEEAAAQQQQAABBBCYuADpIYAAAgggsKWArkcrkl9vj379/6Gb6KvV8KebPDrqg21daS7ar2U1zOfohUUrQwfURApmZdTsy5tiee1f9cFlLe9+DE83xWBJSx/rfnvNunl9cBm519UyeGMPrvKvPFgggAACJy3gbyCLu4UTBA8eCOxHgF4QQAABBBBAAAEEEEAAAQQQQGD6AmSIAAII7CIQQihvU3rz5rWdnZ2ZX6repbve24beR9jPABSA9+NILwgggMCoBcrfJBp1BkweAQQGJsB0EEAAAQQQQAABBBBAAAEEEEBg+gJkiMBeBG5ev7Z///c/22w+M68H76XPPjrRRzsrtu9brRXb97Buy9m6B3IcAggggMDEBcbyq0sTPw2khwACCIxfgAwQQAABBBBAAAEEEEAAAQQQQGD6AnvK0K9Lz2bB3r59az/99NOeOt1vNyrZluFzLT/e2ZebjVC29iZ5GVfrvujpQQF4a1idnLbYumMaIoAAAgcXiCnZbMi/WnVwEQZEAAEEEEAAga0EaIQAAggggAACCCCAAAIIIIDABgKXFxd2dnZu5+fnduGxQdODHFqWbL3gq8LvdgOWPXhTX4ZV+LO+H70XgPtO4LT795+40wYgewQQ2JNASnHwf1thT6nSDQIIIIAAAggggEBPAnSLAAIIIIAAAggggAACCGwq8Pnzrb1588ZCCPbTzz+bl0g37eJgx6sIHL00p+XGg6r4W2bnGZbrG/ewUYPpFoCTp6bYiGNMB/tPmCkGPWcmhwACQxfwN1W9lBRFtBijhcDrytBPGfNDAAEEEEAAAQQQQGCAAkwJAQQQQAABBBBAAIHtBPyStD/s5uaVXZxfWFkj3a6nVSuvD5pi9XSPCy/dlr3lZflk42+e7VYV5DyQclPk5/XL7iPq27EVAQQQ6BBg91gEUkq2WCxMy7HMmXkigAACCCCAAAIIIIAAAggMRYB5IIAAAggggAAC2wuczc/s1asbvz5tqxuUdiuv2p6+NAtFtTsv3ZZP87J88uybWlXj2QEH2TDbZZQUlYAX4714oMLBNtE2fkqx3J1a+i8P0Dfd7VsNbesI/c1LHbJW/zrwUYhO8WjjoyfqVxu0fB7Rf5iX+emYpkhusAw5V2NlvzoHTe27tsugKdQ2ub2WdZH3adkUde3W3ZY8dx2rn7Om0P5doil3bVe/qSX/vF/H1EXer2Vf0eSSt3eNqzybQm2Vl5ZNof1NoTbap2VTJD/HTaE2ykPLvqIp97w9+fnvN5avA6nJwf9/y6ApulxyHk3Lsn2ZY7m232/0hgACCCCAAAIIIIAAAggggAAC0xcgQwQQQAABBHYU0CdT/uu//qsXgV8u62arT6lM5bXr5Ns6IgZLj8KP92vrXdNq7d8b+9V70426Cn9aPvTJzTMvz2lZH8l8NmWkVFi8j2jR5xS9LKilOkuen5bdoVpkNZYtmuoGebtaLI/kOwIIIIDASQqkFE1xksmTdC8CdIoAAggggAACCCCAAAIIIIAAAtMXIEMEEEBgHwJn52f2/v2XtlgUlrzD2aoA7KuDf+hO4GfhSWjbsSc/4QKwUlMcm7in8fPdzj11T7cIIDB9gZiSKfJvBE0/YzJEAIEDCDAEAggggAACCCCAAAIIIIAAAghMX4AMEdibwOLuzt6+e2fJr1dfXFzsoV+VXxWbd+W127IIvXnLTVqodqnYpE3l2DXrgzuMUBlskKvRZ6Xwxd4f6jfH3juv6bDmBzX4+Iqao9mEAAIIbCKwfFPT901acSwCCCCAAAJPBXiOAAIIIIAAAggggAACCCCAAALTF9hvhir6/umPf7SXL1/Y7e3tHgqwutatWH+eOroML8fpI58V67euOVKd1WxebtJOxfLZxt9VG1R0NBxvAThXuPPSKqmskXiHS8NuL7qaomH3Xjf7T5kplJcvled9/zv8YNz3wQoCCCDgAilZjNEjlb9h5Vt4IIAAAggggAACmwvQAgEEEEAAAQQQQAABBBBAAIEtBHTn7y9/+X1Z/FX11ytiHb2obuahupmirKWtmmxRH1TFTQVfxaqXHRaafQ6fY1m71HLVpf5wsJIsY7Xt2ULHV6LMMR+0fo1SPeRWe10evTOdZEUfE1G/Ofro/75P/ZDcP6ms6MdRJ1nLymZWEUAAgS0E9Aar2KIpTRBAAAEEEEAAAQQQMAgQQAABBBBAAAEEEEAAgW0Fzi8u7Pbu86r5NnWvJ7W0Hep3KgLnWE1ow0XX/H1/OT9fbtjzw+GqDyoettStTbcAXJft5Lbt8gPSKwadI4AAAggggAACCCCAAAIIIIDA9AXIEAEEEEAAAQQQQACBnQSKRWEXF5d2dXVlIYy5bKmaXTXaWHRc2/7d941ZcvfsB99D0w9A/m2GvBx8IkzwpARIFgEEEEAAAQQQQAABBBBAAAEEpi9AhggggAACCCCAwH4EvvrqKzs/v7CwVdmrqZa2n7mt10tlDq055J15uV7v2xzVWQBOMVlTaMBdPzY0pWhN8ah/fcZ1NZ5+bnb1b/NWjov6+5YN8ah/PamN6Ftz+Koelf6T990U5aG+X8umSI35F0uX7J/8eV736aQYLPmyqd+8vS1/7Us+v21DY6itlttG8iSaQn3qZ0/LbUM5tkXaIf912nbNO7XkX+67P+f1/w+7+m/LXftSz/mnnvM79fx1DtsidZzf7BeLaPo7wCHs4U0nd8oSAQQQQAABBBBAAAEEEEAAAQSmK0BmCCCAAAII7ElAl6X/n//5Py15PSF3qeveWk+6xl3Ww1QTexzav4xK8XXN+l3Zr/quCfO6TBnLzi1493WRfL6xLqJfb/ftSXW9+/Aaj8byul4q8zHP1/NJdZGP9aXPpexHyzL8+LJ997X8zgLwKj8WCCCAAAITFPC3ELu9u/U3G38Xm2B+pHRYAUZDAAEEEEAAAQQQQAABBBBAAIHpC5AhAgggsE+B84sLe//hg1+jVlFUMbxr1Sq3Po3HBpqz4vHWYz6jAHxM/daxdWr049R6EDsRQACBnQSSvyclfdupFxojgAACBgECCCCAAAIIIIAAAggggAACCExfgAwR2LvA1eWl3X7+7P0mLwJHD79orWdHvm59f9evz2XthxqtfXC/B6rK2O8IvfUevWeFL/b+UL859t75Gh1S+F0DiUMQQGBPArzi7AmSbhBAAIGTFSBxBBBAAAEEEEAAAQQQQAABBBCYvkA/GZ6dndmrmxsLwa9U52gdarf6ncrL1WgbymdUszu3rtk1oE2zAc3lyVQ0NY/8ed3m6/mIoJObn+xzqX4V++xz3b6UX476H6l1e+I4BBBAYF2BlKLFpN+s0pvWuq04DgEEEEAAAQQQWAmwQAABBBBAAAEEEEAAAQQQQGAHgSJG++Ldu/LO32DBbFUXDGG+XDfflvvfsT6oq+DJu3sa993rgPykdqkDcqiemGN1sDperR57oYrjXudwsM50khV9DKh+c/TRP30igAACQxDwwq/pvWoIc2EOCCCAAAIIIIAAAqMTYMIIIIAAAggggAACCCCAwK4CF+fn9vn21gvAy550E7DWkq5fa6VaANbzIdTvvIisqQw5xlsAHrLqPua2+g2HfXR1wD4YCgEERiKgN8/o1V/9dlV+Qx3J1JkmAggggAACCCCAAAIIHF+AGSCAAAIIIIAAAgggsBeB29s7+/Txk517ITjqEyuj7lry8MdeBlh1ou7WuUE3+IFlrNo9LHyHX1N/Wo9+2J/XVHpV5OfHWR5/BsfJe2CjjuBXBQYmxnSGKMCcRifg71cqBI9u3kwYAQQQQAABBBBAAAEEEEDgiAIMjQACCCCAAAII7FMg2efPn03Xqh+i2r9fyK4+3WJ9kx5UsVM8Hqbag9YVj48Y2rNZ8kp6a6Tl34Z8QN/0efST1hZN/RXerqh46XO0V0/z3bG+jD6/tuia96rHxkVKmnvTHNfZrvYtEYP5EB7eV/VcpKf510+xLXftS+7TZ9TP6mFr8uRao5pzzfpDT/VryrEtEvlbvwYtP9s69zXntPp6U39W19/adu61r9/c/f+scmyLHfNXDm3RlV+bZAj+2rP6/1EU0UJ4/pbW1v7ZPjYggAACCCCAAAIIIIAAAggggMD0BcgQAQQQQACBPQu8fPnSzi/OvddlUTXMfKmPefYty4c/X66YeV0wR9f18by/vMZuybyaUdZLtFTkLoN3n6McevU8+rX/x1FY9Xnu//my8HEUyZctsWP94Pm4j8fiDuB8ho+ypOByFHYGRQCBe4FY+BtRjPfPWUFgGwHaIIAAAggggAACCCCAAAIIIIDA9AXIEAEEEOhD4O5uYWdnZ2WxtI/+1+lT1TpF87FeFW7eOcg9wy0A5yr+sdjux28/5dtPT/R99b39rGiJAAKnIZBfffQ3gJON783rNM4SWSIwCgEmiQACCCCAAAIIIIAAAggggAAC0xcgQwR6E7i5ubF///d/LwvAIeQr1/0Ml7z7fLfvViOosTpRbNWBGqk+qNB6f9H/CP3NfcQ9+0/YiGfP1BFAYCoCyWIs/I11KvmQBwIIIIDAYQUYDQEEEEAAAQQQQAABBBBAAAEEpi/Qb4bn5+f26uXLvQ2i252qsU7H1eOTF3kV67Qb8jHDKQDnO27zsne16CM8Dd+kh+ag5V5D1DkoAO+Vls4QQGBjAb2hxagCcLQQQm1s3CkNEEAAAQQQQOB0BMgUAQQQQAABBBBAAAEEEEAAgT0InJ3NLczCHnqy8rMudXPu08ide203r94vHx+bvI9lmEU/Joev6qGDtdwocm0wLzdqvPXBGm3rxtWGrCOAAAIIjEsgJZWBxzVnZosAAggggAACCCBwfAFmgAACCCCAAAIIIIAAAgjsS+Dq+tqurq4thGGULFXjVewrv2OJXLkXAAAQAElEQVT1MwzN2uw1NUXtzh03qmLf1YXGVnQdt+V+3WWs2LL5wJoxHQQQQAABBBBAAAEEEEAAAQQQmL4AGSKAAAIIIIAAAgggsFeBP/3xT6a/A7zXTls6013AipZDOnapdqjoOKxpt2qDiqb9e9q+wwz3NIOT6GY/t66fBBVJjlCAKY9VQHcApxQtpVTGWPNg3ggggAACCCCAAAIIIIAAAocQYAwEEEAAAQQQQGD/Am/fvrGffvpp/x2feI+zfOF/+6WKB22xLCw09W+qciuenQjdpRstemGiLZr6zdsfd7vss9wWfN0jVYofycd6iMILIor2+aeyffRjGyIG80M8vJ9YiaS+i3Iqbd/acte+9GjO3v+en7fNTfuSJ9ca1Zxr1tVHWyjHtkh7zvdpf21z07408fz7zk+G24Z+LtQ27fAzoPZNoX61L7Wd45qf6VTZpvbbxjr5bdt3U7u0smzaX7udjQgggAACCCCAAAIIIIAAAgggMH0BMkQAAQQQQKAngYuLC7u9vX3WeyyvzW9f93rWYWVDedtm9Drhs0hmvlmRr5c/Xy7re8+3P52r6oMK316pG6Q164OV6T5b1djaqGVTcAewhAgEEEDgxAT8LceSv7kVeuOh8HtiZ39/6dITAggggAACCCCAAAIIIIAAAghMX4AMEUAAgT4F/u33v7fr6+s+hzhO315LPs7Ay1GPVwDWXb+K5TwO+z14+V5jK6ys8x92fEZDAAEEjibgpV8VfL3wG1fLo02FgRFAYMwCzB0BBBBAAAEEEEAAAQQQQAABBKYvQIYI9Cpwdn5mnz5+tBi9btfrSIfsXKVXxSHHfD7W8WfwfE5sQQABBBDoUcBLwPe96+Mh7p+wggACCCCAwFoCHIQAAggggAACCCCAAAIIIIAAAtMX6D/DEILdLRZ2fna+02C62baMne/5VC/R56LwxYgfhysA627bavSOppPzNFaDah6rVRYIIIDAqQos7u7Mkt7QTlWAvBFAAAEEEEBgYwEaIIAAAggggAACCCCAAAIIILBHgZcvXtpiceeXqqOluPn1arVIXvhV1E0r+AGPou4g84P0h3/LZe0BLRtVaq1Gy6EH3KUZ7TQcjdsE/CeubTf7EEAAgSMK3HoBWG9rR5wCQyOAAAIIIIAAAgiMSICpIoAAAggggAACCCCAAAL7FFAV7eWrl3Z+cbGXbhuLwN67xlL4avOjrBRHMy1t3F9HLABraMWxADW2oq/x1Xfnj1Jfgx+qX8ZBAIHRCTy8LoWH1dFlwYQRQAABBBBAAAEEEEDgoAIMhgACCCCAAAIIIIBALwL/+i//YhfnFxbCzMLs2Bet8y1TeblFyvoUYsUWTffZZLbPzugrCxz7BzTPgyUCfQrQ97gFdngDG3fizB4BBBBAAAEEEEAAAQQQQGAjAQ5GAAEEEEAAAQT6E3j/4YMtisXaA+jKdjXWbrjWgbm+l5drNRrkQbOUkrVH9P1t0d7eVOVWPEs/+haFLxoe0eemXW3z0/76UG1bUb/XTDkV5c7t+rfSRR2U7WOwdB++L7qLh/ZvG+vkX47tTtsut52b2qW0PH/6TPam0HF9RfK81beWTaH9fUXqOf91zn9fuanfvvPTGF0hg6ZQ27T6GdD6NqH2TaH+0uoca72PaMpN2zVe2jE/9dEUt7d3VhTRQgj3kY/VuIr8vHbJRgQQQAABBBBAAAEEEEAAAQQQmL4AGSKAAAIIINCzwE9/+YtdXl5a8uvxqjVpuPulXyNPldC1c6/uqcJn+rjnHGqjCF4Zfhba8SSij+WVPB+zWIX3qnGiby1rfU8a1D5VDVLxZGfwThRPNm/6tJr303X1pW1aNkXNzJoOZTsCCCCAwCQE/E3w9vazv7H5yiQSIolDCzAeAggggAACCCCAAAIIIIAAAghMX4AMEUAAgb4FQpjZF198YX/xIvA+xwreWQ5fbXhM+/o4BeCG0777ZtEqdu+JHhBAAIF9CehNT78ZpDfWffVJPwggcFICJIsAAggggAACCCCAAAIIIIAAAtMXIEME+hfwi9Wz2cwudPdvjBa8GBxmoedxVfRV9DzMALqfaIUyOm0OXz3K49jjHyVpBkUAgREIhL7fQ0dgwBQRQAABBLYRoA0CCCCAAAIIIIAAAggggAACCExf4HAZhhDsz//+73Z2dtbzoCr6VkM1vJ6HPHL3EysA64QpDqGqCor4PJKHKVbj7uGzvVc9sUAAAQT2KqC3uBiTxXio18q9Tp/OEEAAAQQQQOBYAoyLAAIIIIAAAggggAACCCCAQA8Cb9+9s4uLi7V6VmXu2d/49Yvej7Y968kPsFXkA58dM70NlarlZskN+mgVYHMca6LHHv9YeTMuAggMXkAfAa0Y/ESZIAIIIIAAAggggMAgBJgEAggggAACCCCAAAIIINCXwE8//WTXL16s3X1ZBPajm5a+q/6h4m+1EFx/1GS29lcA1l2xislQkUhFgFUEEBitwPLuX+4AHu0JZOIIIIAAAggggAACCBxSgLEQQAABBBBAAAEEEOhV4NWrV/bzTz9bStFS1J26vQ636nyXcVRaVay6Guhi+DMcKJyZfrfA+ELgBAVIeewCKSVTjD0P5o8AAggggAACCCCAAAIIINCnAH0jgAACCCCAAAL9C5zN57ZYLPof6MRGaC0AJ6+2yyOtigV1S+0vQ3f7VqPc2P0tet9NodYaU8vm0N+xzLE6qjIPtW8KHa19WjZFcoNlmBdMKqEhfZyH30bQhlUvvt1yrDY1LZpy13a1Se6j5bEi3ecfPf/HoTk95K9nm4fybIvk+TeFRtM+LZtC+9uiqV3eno6Yv+aQPH8tm0L7d4vH5zRV8tWYu55f9dEWbede+5Ln3280559kEb1Q2hJtuWmfcmiL1JGf+miLrvZ1+zWfvL2t78Z97EAAAQQQQAABBBBAAAEEEEAAgekLkCECCCCAAAI9C8Qi2suXL+xf//f/trOz+d5Hi36NfxnJol+Lj36tP662aTBdJ9eyKbR/GcHrY9VI/tzD+1MNpSma+s3bl317Pz63bdZzLk3L1gJwngRLBBBAAAEEEEAAAQQQQAABBBBAAAEEEEAAAQQQmL4AGSKAAAJ9C4RgNp/PrfAi8Ns3b+3wH7obbOpfPRaA1bVi6oTkhwACCAxToPa3hvRbSavfKBrmrJkVAggMVIBpIYAAAggggAACCCCAAAIIIIDA9AXIEIGDCPgl6vIu2hijvXjxwhaLonxeXtP2a9iahNa1rEbyJzl8dYuHF37LT/D15RatyyZl++HXP3ucoT4SWVFy7Pmb+s2x565ru6v5QQg+vqL2eDYigAACQxRYvjXqjVO/YTXEGTInBBBAAIEhCjAnBBBAAAEEEEAAAQQQQAABBBCYvsDhM9R16tlsZudnZ9b2tbyybZa8XHcfjQ3y0Y0H7LZDtUHFbr303nr7AnCucOelVbrqLXEvupqidxcfwH+KynvOlZevK0/funzoh2e5xncEEEBgqAIhBAthGZqj/hZBjMmKovCnwYMHAggggAACCCDQIcBuBBBAAAEEEEAAAQQQQAABBHoUePfFO/ML2Q93AKfl38W11Zcqcrnou9p0v9C++yflirbkUD0xh7b5AerIF+0P1QUr8ag+qP7aWw9lrzLYaC5rH6wisGLtBhscqH5zbNBs80ObCiT6QdFJ1nLzXmmBAAIIHENAr1gxRn8jjXo/PcYUGBMBBBBAAAEEEEBgRAJMFQEEEEAAAQQQQAABBBDoU0DXrP/f//W/zC9a+zXrUEbbeNX6rdbLqGsQ6jbua1v0jhS+GPCjvwLwgJPe39T0o7m/3kbQE1NEAIERCeijnnNo2iEEUwE4xmS6G1jbCAQQQAABBBBAAAEEEECgRoBNCCCAAAIIIIAAAgj0KuBXqe387Nzm8zO7vLy8HyuE0FkIvj/40Ypqdh7h0caaJyqNKmp2jXxTWRD3/LWcZoZ7O0H+g1Lbl+uV2/OyfMI3BCYuQHpjF1AxWB//HGO0mJpe38aeJfNHAAEEEEAAAQQQQAABBBDYTYDWCCCAAAIIIIDAYQT+8Ic/2MtXL22xWJRF3xAe193Wv4pdPVLrisPkMNRRZilFawpNOuUigT7juhrl3/yt1o8rtztXjlORoS3Uf1tY+Td/1bdCM/Ko9N/Wdr19TfkXS5fVnXIp+fO87lNJMVjypc+m9RHdry3Wm2OybY9rnZzvTJ5Ea9zn7HOoWfcuWh9tuWtfcp8+o3VyvjNNPP++83PC1ofOcVukns9/Gvj5bcXznWlHH+9ifw96QgABBBBAAAEEEEAAAQQQQACB6QuQIQIIIIAAAocS8Brt27dv7ff/9m+1NyzpLtYceUrB2+R1i16k80heB4hlFLZcxnKZGq+vF15zU3jdq/YY7fPINbFH9UHVBpdxP4+Glebxm8Z9vL2aS916ddinTtpXreDqOYEAAgggMFGBp284E02TtHoQoEsEEEAAAQQQQAABBBBAAAEEEJi+ABkigAAChxQIYXm375s3b2w+nx9y6JMYiwJw42kWzfKHr/EQdiCAAAIIIIAAAtMWIDsEEEAAAQQQQAABBBBAAAEEEJi+ABkicHAB1X9fvXpld4uFxVhYqt7d2zIb3QWsqD1EO+puh609uGmj6oOKpv3D3R4rU9shA3WjqPS2t1X1m2NvnW7QEYXfDbA4FAEERiJQ3gEc9do6kgkzTQQQQACBIwswPAIIIIAAAggggAACCCCAAAIITF/gOBmGEOzz5892dXVlP//8eYNJJAuWNjj+NA9tKQBrl0dahfkyG4W+CgjqV5EHOuRS+eWgAHxIecZCAIH+BVT8LYrCogrA6/4qVf/TYgQEEEAAAQQQGKoA80IAAQQQQAABBBBAAAEEEECgR4HCr1WrAPzq5St78eJF40i6qfch0qr4m/x41RNz6Llv0t2/vtjskWuDeblZ60MfrRSfRp6DMqhbz9tql882qgiseLZjDxvUb449dEcXCCCAAAJmKgJHL/6u3gohQQABBBBAAAEEEECgVoCNCCCAAAIIIIAAAggggEDfAn6p2q6vr+xf//VfTDcvtY2n2zZztB3HvgeBajH4YStrXilxGt39jIUECAQQQAABBBBAAAEEEEAAAQQQmL4AGSKAAAIIIIAAAgggcACBZLFY2B//+Ed7//691+SSBVV41xhZh+WoP9zre9VPNa4/qHmraoOK5iMGvSffLS2FQU/0MJPTj8phRmIUBMYnwIynKBACr3tTPK/khAACCCCAAAIIIIAAAghsL0BLBBBAAAEEEEDgUALBrq+v7eLy0v7whz9aTPoo50ONfRrjzPSRoPVRWEpFRaGCr8r3KmLyKn1L1PedvO9lVAaoXU1+0pP3v31EH6slYjAfwsPnEyvhuSeP2klVNkafW1tsP2+fi/fd1b4yldrV5Mm1RjXnmvXaTisb23LXvrRGDrscU5lK7WqaeP5951eLWtmoc9wWqefzk6DrxgAAEABJREFUnwZ+fitUtaupw6e20Wqj2mo1dRnc708Wo17Xk5qtHxyJAAIIIIAAAggggAACCCCAAALTFyBDBBBAAAEEDiygK9VvXr+2V69eWQiP71dNfu1cd7L6RW1Lfo073keywhsqoh+TakPXwRXJ27aF6oMKP6ZaH/PaYPLo4qgf2/uqndPz7fE+p2h167uO/1i0q7fJ7ecOuMmdUhJCAIFaAb0ZFYvCYlz+Mk8IvP7VQrHxkQBPEEAAAQQQQAABBBBAAAEEEEBg+gJkiAACCBxFwAulnz/f2uXl5VGGNy8kH2fgw4zaXABe3eF7mGnUjHI/fl9FCqXeV981+bAJAQQQOLJAWr2jqRh85KkwPAIIDF+AGSKAAAIIIIAAAggggAACCCCAwPQFyBCBownc3S3s5cuXdnt7a2fzuXk9+EBzUX1QcaDhjjTM9DOshaXwW8vCRgQQmKxAvvN3sgmSGAIIIIDAHgXoCgEEEEAAAQQQQAABBBBAAAEEpi9w7AyXt+C+fft2NZHl89WThoWO0adcKhoOmfDmtEF586EAnO+4zcvegXRynsZqUM1htbq/hVLNsYHQ/iZATwgggMARBEL5m1MqAMfVr1CFwGvgEU4EQyKAAAIIIDAOAWaJAAIIIIAAAggggAACCCCAwIEEbm8/W1EU1v3plSr85th0crk2mJebtj/+8Sr8Kupmor+VXI18jLLN67VLNiKAAAIIjF9ABeAU9Us348+FDBBAAAEEEEAAAQT6EaBXBBBAAAEEEEAAAQQQQOBQArPZ3F6/ebMcTrXd5VrLdz+orHT6dW4tW46c6i7PfO3UWgrA2qVYu68NDlxnihpbsUG3mxyqu4wVm7Q5vWPJGAEEJiCQUrKUoscEkiEFBBBAAAEEEEAAAQQQ6EOAPhFAAAEEEEAAAQQQOKjA2dmZ/eH3v7cXL1/Y7d3dmmN7Ebg8Mi/LJ5t9U21QsVmrYRy9wYd79lhhHYbFchYbiCwb8B0BBAyCaQio+JssRn9D9ELwNHIiCwQQQAABBBBAAAEEEEAAgf0J0BMCCCCAAAIIIHB4Af2lwo8fP9kf//AHu7q8XHMCud6Xl2s2m8phfpl/3VRmpiq34lkL3aUbTX8zsi2SFxTa4nG3yz7LbcHXPVJ5V1qy9Kyfwrcp6vZVt0U/riViMB/Cw9t4ASTlSOq7KKfS9q0td+17Pm8f51ku229rm5v2JU+uNXK+DUv10RbKsS3a2iZ30H4ttw21b4vUc/5tY8tF+5PnuW2ofVOoT+1LbTk2nNf8c672fcU6+e8ydnJXtU8t+Wt/X9F3fuvMO7lBU6h9chstm6L8OSjfEPyb96Wcki9zNLUrt/MNAQQQQAABBBBAAAEEEEAAAQSmL0CGCCCAAAIIHEmgvGnJxw5hZouisBBCGb6pfKRVHW+5VB3Qa21eWky57pe8/tcSZroHVlF29/DNa5OmeNiy8ZqusauRlk0RU/Qaa3OofVt4apYjH5ez0ZjBL/v7AKb1usjH5rYsEUAAAQSmJKCCr35RwJdTSotc+hWgdwQQQAABBBBAAAEEEEAAAQQQmL4AGSKAAALHFFDRMoRgb9+9fVT4PeacpjT2cQrAqqzrrmOFhSl5kgsCCCCAAAIIIDBmAeaOAAIIIIAAAggggAACCCCAAALTFyBDBI4uUCyiffnle7v9/NlmM2qF+z4hxykA7zsL+kMAAQQQaBSIKVlMsXE/OxBAAAEEEFgK8B0BBBBAAAEEEEAAAQQQQAABBKYvMJAMQ7Cff/5s7969tRgLn5Q+09gXJ/zIH/ms5a4MPRaAVWx4Gqvplnf+rtZZIIAAAgj0JpAsWVEUZfQ2CB0jgAACCCCAwPgFyAABBBBAAAEEEEAAAQQQQACBgwnMbDY7s8vLC7u9+2yp/Hu/0ZenWQRWwVexT/7GAvA+BzleX9wyfjx7RkYAgaEIxBhNob+pMJQ5MQ8EEEAAAQQQQACB4QgwEwQQQAABBBBAAAEEEEDg0ALz+dyKhW5eurOzcy9XBhV/FYeeyXDGi17WLGMPU3LRPfSyVRcaWrFV4zUaqW+XWuNIDnkmwAYEEEAAAQQQQAABBBBAAAEEEJi+ABkigAACCCCAAAIIIHAcAa/13i3u7OLi3HQHsJlvOM5MBjXqzBlU4dx1UvvoY9c59NCewm8PqHR5MgIkOiWB5G8WU8qHXBBAAAEEEEAAAQQQQAABBPYlQD8IIIAAAggggMDxBGbzmb1588a0rPv0yrptx5vtgUbe4/X8WfTqQFtsn5Jqy4qmHuKqou81fZ+DTmRdNLXW9pT0N4ZX7WOwdB++LSZ/vpuUXJbjeF8Nc9T+pkjeRvu0bArt3zZSWuW/yjXVLLfte912yXPcJdYd51jH6WegKdbJu2vebX2obVqdY60fI5py13bNJ/n517IptH/bUJ+pI/+6n/nqNvXRFsqjKdQudeSnY9pC7XcLvU62RM3/+br8Y/kH9IOFENqmu9zHdwQQQAABBBBAAAEEEEAAAQQQmL4AGSKAAAIIIHBUgWjn5+c2P5vZfPb0urVqcqv6l1+jb7rG3jX9tOb186Z+msbVdrXJS61vEsnTfRq5/aOqqs/fGkKflt01/qO+8gAsEUAAAQSmIaA3gcWimEYyZNG7AAMggAACCCCAAAIIIIAAAggggMD0BcgQAQQQGILAfD63Dx8+2Gw2s1S5GSxG3RSlIvBuN3kOIcdjzmHCBWClpjgmL2MjgAACxxVYLBb+5skb5XHPAqMjMAoBJokAAggggAACCCCAAAIIIIAAAtMXIEMEBiNQ+LXrm5sbC14ALj+pMz4u+oYQBjPXQ05Ed/cqdh2zpwqpbs3OsesUt21/7PG3nTftEEAAgf0I6E3z9vNn029M7adHekEAAQQQmKYAWSGAAAIIIIAAAggggAACCCCAwPQFhpWhblv6/e9/b2fzmZWl3qQtw5rjmGcz2+/kD1l01Y+Dpu+RPEyxyiZoHqt1FggggMCJCqjwqyJwCHq9PFEE0kYAAQQQQACBdgH2IoAAAggggAACCCCAAAIIIHBwgZnd3d3Zt998Zxbmpq8QTuM6tu7ubQtZ7CMqVdNld3v5rgJsjr10uEUnxx5/iynTBAEEENi3wIm8Z+6bjf4QQAABBBBAAIGTECBJBBBAAAEEEEAAAQQQQOBYAhfn5/anP/2pHD6E0yj+lske6Fs/BeADTZ5h9i5AhwggMCGBVH5kBm+cEzqlpIIAAggggAACCCCAwL4E6AcBBBBAAAEEEEAAgaMKzOdzu7l5bbbxdWyVNhVHnf5Wgye/XJ9jqw42aDROoQ0S5FAEEFhXgOMQQAABBBBAAAEEEEAAAQQQQGD6AmSIAAIIIIAAAggcX+Dq+tqur69Mf8bw+LOZ3gw6C8C6g6wtzPT3dnOsgPQ3eVfR3ta8sN/+R51Tin5MXRQ+WLIUc3vNwTfpsRrbtNTzltAPVlOoWSp/80Br9aH9TaEW2qfltpEa81/m+5D/diM05Z63J89/29CM1FbLbSO15F/u8/Mvg6boGjfn2bRMLfmrb+3Xsim0vz3qfrYr23bMr2leeXtT3nl7+9z9/1+Lz3ptK7nWnesd8895NC275pidmpZd7bv395e/Xhn1N4BTXL5WNOVwv50VBBBAAAEEEEAAAQQQQAABBBCYvgAZIoAAAgggMAiBaG9ev7bbu88+m65r2CplVsOb+CPtWD/ovn7fXgOJXtNoC5/i/aPurt9dx+/KX2L3E2AFAQQQQGAiAl6cXyzurKAAPJET2m8a9I4AAggggAACCCCAAAIIIIAAAtMXIEMEEEBgSAI/f/5sX3zxTneK+rR0S5MveOxNYMQFYE097A2CjhBAAIEpCejtUr9BNKWcyAUBBHoRoFMEEEAAAQQQQAABBBBAAAEEEJi+ABkiMDiBly+vrSjubDZXrS+ZvodklsOavvTpv4qm/QPe3nWv8z6nrirqFv1pijm2aL5zE/0Y7NwJHSCAAAKTFvD3yknnR3IIIIAAArsK0B4BBBBAAAEEEEAAAQQQQAABBKYvMNQMk3316SubzWa20c1MweuTiqGmNZB5bVgAdlRTHGP2mmoOCsDHOAOMiQACIxJIyfQ3AEY0Y6aKAAIIIIAAAocUYCwEEEAAAQQQQAABBBBAAAEEjihwd3dni8XCLKYyVARWzNLMFGarmqA/f5jmsWqUDzPoWst/77e6zG2UUV7ve3k/1kYDqbKeY6OGHIwAAgggcAiBRVFY9DjEWIyBAAIIIIAAAgggMC4BZosAAggggAACCCCAAAIIHFvgF7/42lTwNVVKyw+AXndGKgIr1j3+NI/brgAsK1XcFVo/RmhsxTHGnt6YZIQAAhMT0BtnTGliWZEOAggggAACCCCAAAII7ChAcwQQQAABBBBAAAEEji4QQijv/p3P52a+bv6lu34Vvlo+Zn55W38PuHwykm9lLbtjrspJ0XHYzru3LwDvPPQmHYRNDuZYBBDYSICDpyigAvAU8yInBBBAAAEEEEAAAQQQQACBbQVohwACCCCAAAIIDENgPp/Zq1ev7Pz83Mo7gHXDpxd8hzG7acxipiJBfRSWUuFZ6jbqHP5UD50ILT3q2yZvu25EP7YlYrDkw+tvWT4Kn9tyfj6JlkdMydpi9/kna+ujZWrlruTJtUb0/lui7KTlW1vu2pfcp89omVq5K008/77zKxFbvukct0Xq+fyngZ/fFrpyV9rZp+W1TTYt/7f1eldOYotvOueF/nbCOm05BgEEEEAAAQQQQAABBBBAAAEEpi9AhggggAACCAxGINp8HuzViyu7urj2Wekm0JnFoLDl0mbmVcqyvpdUD7y/lq6a4TK8Yetj1+v70a/ht0V18OQpKLTNy5qeg+exqi94EnpyH8FzUXTOz49TnaApNFZbDPwOYBdrmz37EEAAAQSeCaj4e3d392w7GxB4KsBzBBBAAAEEEEAAAQQQQAABBBCYvgAZIoAAAkMTmM2q5UnVAqvPhzbbcc5nB1GdEEVfiWtqffbf17zpFwEEEDieQLJkRYyW/26C8YUAAgjUC7AVAQQQQAABBBBAAAEEEEAAAQSmL0CGCAxPwEt/RVHYt99+a7e3tw/z06cPKx62jG7Nr8zbLFkZ4cizV5V1yyl4Bl5o2LJxR7Njs3RMj90IIIAAAggggAACCIxWgIkjgAACCCCAAAIIIIAAAggggMD0BYaYYbLg/84vLuzPf/6zffjwwUxFX0Xw8qnC8nKI8999Tvkjonfvqb2HlgKwdj2NVWflCVit721RHSvsrVc6QgABBE5KIPn7ZYymvx9wUnmTLAIIIIAAAgisJ8BRCCCAAAIIIIAAAggggAACCBxNIJTXrnXn7y9+8fXDHcD3dUcv/qoA7DHUa9z6W79PI3Oq0pnX87Lp2Ly/r+Vs6451MhS93QW89cxoiAACCJysgNd/bVEsyjfRk0UgcQQQQAABBBBAAIFaATYigAACCCCAAECXtRcAABAASURBVAIIIIAAAscWmM2C6d+f/vQnOz8/N39iyy8v/nrdUYVfhXkR2Pz5ct90vueCcN8Z1RWjfUxHFmwZ/vQYD93urTjG2KczJpkigMDUBFKyEMLUsiIfBBBAAAEEEEAAAQQQ2E2A1ggggAACCCCAAAIIDELg9vbOPn78aG/evLbFYtE4pxDGeZ07JDOFHfmroQB86FmN8yQeWonxENivAL1NUcDfW7j7d4onlpwQQAABBBBAAAEEEEAAga0FaIgAAggggAACCAxFIJV3/cZY2Ndff2MxRgv+byizm9I8nhSAo+em8MXqkVLhxYQcydc9/JCUw6sNuhW7OfS3KFsiBlv2pX4rsRp3NY3GRUzJ2qJ5Xsn2sa9xYqsdyZNrjejzaIlVN42Ltty1L7lPn9E4sdWONPH8+85vxbjVQudfDdMOPwNqv20kP/dqm3b4+Vb7plgnv6a262xP7qbjtGyOlte2Vf7q41DhL8dWFIVFN+8ckwMQQAABBBBAAAEEEEAAAQQQQGD6AmSIAAIIIIDAwASiF31fv35tP//8UzmzbW/0bb5u73U3v77ftT/6Nfy2KCdX80139yqa+veqgSlM1+lboq12on01Qz/a1DR+3v6kAPyobcuT4Pty+OrWD/WxdWMaIoAAAghUBPTCfnt7WxaBK5tZReCZABsQQAABBBBAAAEEEEAAAQQQQGD6AmSIAAIIDE/goS745u1bC+Hh+fDmOu4Z1ReAQzxAVhqaE3sAaIZAAIETEUhRr926D/hEEiZNBBDYRoA2CCCAAAIIIIAAAggggAACCCAwfQEyRGCwAjEW9urVKzubzW0+n1uqXtJOs8q8ff3R88quAa/q7mDFsafoeioYKKrCfU+Lwm/fwvSPAAIIIIAAAggggMBjAZ4hgAACCCCAAAIIIIAAAggggMD0BYad4Ww2t8urK7t589KCKqUHuSnV9vKVvLyZYy8d9tiJF4Bz75UCcC8VdQ2Vw4XysCwRQAABBHYW0Ct4URSmv5+wc2d0gAACCCCAAALTEyAjBBBAAAEEEEAAAQQQQAABBI4uEO3i4tx+/vkvdn5+bskK0582NNONqrmGmJdHn+z9BNqKvmUN2y/Q5+V9o2OtrMadmSrritUGFggggAAC4xJI/japN8mFF4BVBB7X7JktAggggAACCCCAQN8C9I8AAggggAACCCCAAAIIDEXg7m5h337zzfLuX7+2vSz+DmV27fOIwWe7Cq/5th985L2z5vG1S9F8xE57dJexYqdOaLylAM0QQGAiAir+xpjKO39VBDbzdx/jCwEEEEAAAQQQQAABBBAoBfiGAAIIIIAAAggggMCgBF6+fGlFkSyEmS3//q9qkQqfpuqGOfzpGB+zZKY49txXon1PI/Q9AP0jgMDaAvs9MKXoL9LPY7+j0Fu3gL+rdB/EEQgggAACCCCAAAIIIIAAAicjQKIIIIAAAggggMDwBBaLO/v48aPN53MLIViKaRleDU6VGN7MH89o6JXPmdduHNasirpc1+duKxy+Ar7cV932vPCTvNP7iDp53n8+gXmZ1HfxWGvDZ9HnpSbJl32F+m+LVM21bj3n27Bs61v7lGNb6JimSO6ifVpuG2rfFqku58q2tra77pOL+kie57ah9k2hPrUvVfJ5tt5wXvMLltr3GTJoirSGS9fc2vqIUf+H9bn89b2klU393vW2NuWm7epB89Ny21D7plCf2qfltpENmpZd/SrPtlD7YPq3XEvlz2pHIViHEggggAACCCCAAAIIIIAAAgggMG0BskMAAQQQQGCQAjMv/F7YxcWlhTCzfHVbU02qJ67qGsvnzde6kx9XHuNLrdeF9u8SKXhtcxW5H93Zqwhe/wiani+fju2VE1PkNn0sNab61bIpZua8yzC+EEAAgY0Fti1ubjwQDZoF9FtS/kanj4JuPog9CJhhgAACCCCAAAIIIIAAAggggAAC0xcgQwQQQGDIAq9vbuzsbG4zLwDb6tp2XRFzyDmMYW6zMUySOSKAAAIIPBfQ3cHJ9GtGZovF4vkBbEEAAQQeBFhDAAEEEEAAAQQQQAABBBBAAIHpC5AhAoMXuL37bN99952dn19aUV7WVqlSMfipj2qCiI7qdDFZBBBAoFlAvyXVvJc9CCCAAAKnK0DmCCCAAAIIIIAAAggggAACCCAwfYFxZKi7f4ui8MnGJ+FPj/yo+9jnI09p6+EpAG9NR0MEEEBgGAIq/KYULaXl3cDDmBWzQAABBBBAAIFBCDAJBBBAAAEEEEAAAQQQQAABBAYjEO38/MI+fny/mpGKwPm6ttZXmw+8yIXfAw+73+Ge9NZzATg8GY6nCCCAAAL7FlDhdxnHe4Pcd070hwACCCCAAAIIILC7AD0ggAACCCCAAAIIIIAAAkMTmM1mdnV17dPy69lB4QVgLX3LsR/Ry5plHHsiexi/xwKwunapPUySLvYmQEcIIDAxAd30G4tohYdZsBAewvhCAAEEEEAAAQQQQACBUxUgbwQQQAABBBBAAAEEhicQzD58+GA//fTzcm7Ja4m6/bZ85oVg84LwfZQbD/5t5tPwWR183H0P2FMOfgb3PVP6QwCBHQVoPlWBmKLFqDfGqWZIXggggAACCCCAAAIIIIAAAusLcCQCCCCAAAIIIDBMgVkItlgs7PWbN5UJVmuKXn01RWX3nlfVu6K228YdtUcPeuNs+bGhqfzbkXXrbbNPXnTQ/pS8fQyW7sN8Xdt2l4red1OU4/r+tqXm11ektCy4pLjMtW7Z19i539SSv47Rfi2PFXUm1W1d82o699qutrvmp/ZNsex/eY61foxQnm3RNHdt13zzUut1of3tES35z3ldqD+dSy23jbbctC+1/HxrX9e4Oma3aM4/yaXl//46NsqxLdI6+fsx2UHH5/VnSzYggAACCCCAAAIIIIAAAggggMD0BcgQAQQQQACBQQvM7fvvf13e0BTC3EIIq/D1mVm4D6+7+bVvXfOuC/MvbfdF4yP6NfzasFj+043HOXInPnxeNfPr/00RvPzZNb5qBG3xMFD9mvpvCrXQPi2b4lEuTQexHQEEEEBguAJ6oVcMd4bM7NgCjI8AAggggAACCCCAAAIIIIAAAtMXIEMEEEBg6AKz2cz0Jw2//OLLx1P1gurjDXpWu1E7iDUEeiwAq2vFGrPgEAQQQACBjQVU9I33vwUVTc8VG3dEAwQQmLIAuSGAAAIIIIAAAggggAACCCCAwPQFyBCBUQjM5zN79+Ub+/nzzz5f1RDnq6UvTM+1PG7o7l7FcWex++g9auqjcxW7T5IeEEAAAQQQQAABBBBAYFMBjkcAAQQQQAABBBBAAAEEEEAAgekLjCPDEFQzTPbtt9/azatXPunlc19ZPp7d8BuW2/m+lcAOBWDBq7lH8qhW5suTuNV8aIQAAgggsIGA7viNsfAWofxbCb7CAwEEEEAAAQQQMMMAAQQQQAABBBBAAAEEEEAAgcEILD/B8uXLK59RtCIufFl9qM7oz1VvzOFP+3jo7t626GPMXvts6Hwl2rB3l80qAit26YO2CCCAAAKtAovFwu7u7lqPYScCCCCAAAIIIIDAaQmQLQIIIIAAAggggAACCCAwOAGvuiaLdnPz0s7P9dHPg5vhpCbUXwF4UkyjT4YEEEBgggL57t9gYYLZkRICCCCAAAIIIIAAAghsIUATBBBAAAEEEEAAAQQGKTCfz+3q8tosBbu71adaPp2mSpbVeLp/9+c+tIYvY/feht2DJLecIQWHLeFohsCBBRhu2gK8Fk/7/JIdAggggAACCCCAAAIIILCuAMchgAACCCCAAALDFQh+Kfv6+to+ffWVaf3pTHXDUzWe7uf5ZgKzrsNTirYML8qnSpR/m3lmKfrGshNtKFf8IO92zc/ojilZWyTf3xQaTfu0bArtb4umdnl7us8/OzwsdcxD/nq2ebTlrn2pJf997OuacWrJv9zn518GTdHVv3Jsi9Rz/qnn/E49/7Zzq32p4/x2+XW1797/8P851f0sHPnnuyv/GKPFWFh+Fa49no0IIIAAAggggAACCCCAAAIIIDB9ATJEAAEEEEBgcAKqG+aw8q7f12/e2PnZmZ1fXFhKfm27Emb52OUyddQPol/Tb4sqR77z99G2jv67xk871g86+++YX1vu2ueV2mq6rCOAAAIIjEVAf/+3KPQmSQl4LOfs0PNkPAQQQAABBBBAAAEEEEAAAQQQmL4AGSKAAAJjEJjPz+zDhw+mj4L+/Pnzsyk/LYg+O4ANGwlQAN6Ii4MRQACBIQjopdvD677JYwgzYg4IIDA4ASaEAAIIIIAAAggggAACCCCAAALTFyBDBEYjoMLvfHZmL1+9srP53Oft17hN4asHeuje4gMNdfRh1pQNzycanEnxfA9bEEAAAQQQQAABBBBA4GgCDIwAAggggAACCCCAAAIIIIAAAtMXGFeG+jTLb7/7bjnpUFN3XO7h+54EWgrAwlfoEF8mLfOo3HKWJVgigAAC/Qvo9bcayxGL8u8j8Hq81OA7AggggAACCJQCfEMAAQQQQAABBBBAAAEEEEBggALX11cWi8JevXzZ6+zy3/utLvOAusqe10e/7EigI1cv/NZ2oIJD9D1a+oIHAggggMBBBWKMFhfFQcdkMAQQQAABBBBAAIFhCzA7BBBAAAEEEEAAAQQQQGCoAufn53Zzc2PzszMLoan+ONTZj29eHQXgroQoAHcJHXk/wyOAwAQFUlq+9hb6PZwD/42ECXKSEgIIIIAAAggggAACUxAgBwQQQAABBBBAAAEEBi3w5z//2d5/+HD0OYZkprCJf3UUgF2hFiBX5vOy9iA2IoDAUQUYfOwCudCb89Bzhe7+XSwWeTNLBBBAAAEEEEAAAQQQQACBkxYgeQQQQAABBBBAYPgC3377rV1cXJiucQ9/tuOf4Syl6Nh1USy3x2RJob81qWUZ5tuCRzdATMnaIvn+PqNrhqkx/5VJmW/yXOujq/+23LUvkb/1a7A6j03necfzO/Tzn5ryztt3zF8/w22ROn6+u/y62nfv7/f8t+Wufd3z89eVFiOzmf//8Nfa1THyyn3e3d35U90CrPDVyqM8xttUNrGKAAIIIIAAAggggAACCCCAAAJTFCAnBBBAAAEERiKg4u/bN2/L2eoatlZSWatYXifX82pE39cW1WPr1pNfI98pdqyf7DS2z70td+3r6r/jDuA6MrYhgAACCBxCIMXHxd2HF/RDjM4YYxZg7ggggAACCCCAAAIIIIAAAgggMH0BMkQAAQTGJPD69WtbLO7MvLg5pnmPda4tBWDtCmPNi3kjgAACCCCAAAKnKEDOCCCAAAIIIIAAAggggAACCCAwfQEyRGB0AldX1/b+/QdLPvMQQvnpwb7KoycBVXlruqbwW4PCJgQQQOCgAmFW8xKt347yeHp38EEnxmAIIIAAAgMVYFoIIIAAAggggAACCCCAAAIIIDB9gXEkHn+fAAAQAElEQVRm+OnTJ3vx8oWpAqlPu5x5EXjfmSR1vu9OR9pfpbqg1RwIjfR8Mm0EEJiggN4My9DfHPDib4yFFUUxwUxJCQEEEEAAAQS2FqAhAggggAACCCCAAAIIIIAAAgMU0LXtq6sr+/Tpo52fnZn1VPhtKv6G5ENWwsb+teb8VfFd81AOQwABBBA4pEAIlV/G8Tcos2R6syzjkBNhLAQQQAABBBBAAIFBCzA5BBBAAAEEEEAAAQQQQGCoArrM/fbtGyuKaPO5F4BXE9V17tXq3hZxbz2Nv6PmAnDyXYrx53iKGZAzAggggAACCCCAAAIIIIAAAghMX4AMEUAAAQQQQAABBBAYuECwf/v//s3+6q++8yLwXb83OVXuqRo4Su/T8yqvxkBECgQC0xAgi2kKpFVavF6vIFgggAACCCCAAAIIIIAAAicuQPoIIIAAAggggMDwBcIs2MdPH+3z5892dX3lE9a17hz+dJ8PdbvP/kbc1yzFYCmaR3ocqbDk0ZVb1N+jbAndwt1ndM0veXKtob+p2RJd/ZN/sjaD5D8b/Ub0n9OWaDm3yfd1nd9d9stF7XfJX+2bQv1qX2r7GfcclWdTqP22sU5+2/a9TrvkP1s6LrXkr/19xWHy9xdnW0X5hwr8Z90Ki3HhaWm7L54+eI4AAggggAACCCCAAAIIIIAAAtMXIEMEEEAAAQQGL6B7UGc2n53Z2fm5ffvdt1YUhc9aVdrktR2/1u11yOjX+OvCD2x96Gp5juT1AoV36g/17WN4fcQ8tL02tK8lWgf3nbV9ruaxzj7voteH9HsdgM4RQAABBLYX0BvFfWt/z9Ib5N1iYSFwJ/C9Cyv3AqwggAACCCCAAAIIIIAAAggggMD0BcgQAQQQGJdAsC/evbO7u1uLUQXg/mbPVfMHWwrADxasIYAAAkcSqH9bUvE3hHBf7PX6r6XEnb9HOkkMi8DQBZgfAggggAACCCCAAAIIIIAAAghMX4AMERidwPn5uX348MFubm78WreV17i5zt3/aaQA3L8xIyCAAAIdAqFj/8PupCrww1PWEEAAAQQQMDMQEEAAAQQQQAABBBBAAAEEEEBg+gLjzFBXv6+vr+3t27erBIIXgrcrT6bgBeRVrDpjURGo+mwnXOmMVQQQQACBTQX00lsNtc/Ptf48QgiWYrREBfg5DlsQQAABBBA4ZQFyRwABBBBAAAEEEEAAAQQQQGDAAp9vP9svfvELuzi/sPl8bmHmFdwN55sLmxs2m9bhLdlkH90/lkMVh5Ym7EIAAQQQGIKACr9FUfT+NxKGkCtzQAABBBBAAAEEEFhPgKMQQAABBBBAAAEEEEAAgaEL3Ny8trOzcwshLMNCOeUQNi9RRm9ahvegQqcveKwE5FGNzXVXHbEYpACTQgCBiQrEmGzhBWBuAJ7oCSYtBBBAAAEEEEAAAQQ2E+BoBBBAAAEEEEAAAQRGIRBCsN/85jcWZmEvn3A58yqnipteCx5F/oeepFwUMjr02IyHAAK9CNDplAUWd7emO4CnnCO5IYAAAggggAACCCCAAAIIrCPAMQgggAACCCCAwHgErq6uvPAblx//HFSaTD55hS82fWzZbNNhxn68lHcqAMfVrWj6aNK+YhfklGLZPMVkTVEesOW3dfJv6zqt4dfWXvuS59gWOqav2DX/rnmle59oqSHPrj763i+DptDYaZWD1rcJtW8K9ZfcRcu+oik3bdeYqcf81HdbLMdf/h/Xel00/b/P2+vaVLcpz6bQcZqflk2h/fVR+M90Jcq/7Zuf++uVu6pd7recr3W8s+WDWSKAAAIIIIAAAggggAACCCCAwHQFyAwBBBBAAIHRCOj6fbSPH7+0Fy+vbeYVyWSFz17XunP40yeP+79n61XMvJ4P8S7KVV0/D+rC63/WFOWR/XzT+OpZy6bQ/raIXt9pi6Z+o9cKFNlGS43jXJZDz7OV1gkEEEAAAQQQGKEAU0YAAQQQQAABBBBAAAEEEEAAgekLkCECCCAwJoEQvBzpD835+vraF16x9UdZpfRnPPYvsOIuO6YAXDLwDQEEEDiiQPmrSkccn6ERQGDMAswdAQQQQAABBBBAAAEEEEAAAQSmL0CGCIxKoKz9ejXy7OzMfvjxR7u8vDTd0bqPJHQ5XbGPvqbYh2wUFICneHbJCQEEEEAAAQQQQOAEBEgRAQQQQAABBBBAAAEEEEAAAQSmLzC+DFMy+/z51q4urywWhd3c3IwviRHO2NlNHwmtoAA8whPIlBFA4LQEyr8DEONpJU22CCCAAAIIINAuwF4EEEAAAQQQQAABBBBAAAEEBixwfn5mV1eX9stffl8WgXUHsMI6vnT3alt0NJ/e7icZ1dnokLL46yt5SQHYMXgggAACQxZYLBZWFMWQp8jcEEAAAQQQQAABBA4owFAIIIAAAggggAACCCCAwNAF5vOz8rr2ixcvyo+AHvp8pzI/CsBTOZPLPPiOAAITFNBvQyliLEwfmTHBFEkJAQQQQAABBBBAAAEENhPgaAQQQAABBBBAAAEERiGQUrRXr17ZV199KgvBxtfOAvpo5xxdnXEHcJcQ+xEYvAATnLoAd/9O/QyTHwIIIIAAAggggAACCCCwjgDHIIAAAggggAAC4xEIYVbe+fvu3Rd2fnE+nolPZKadBeCYkjWFDJLv17Iu8j4tm6Ku3SbbUorWFOonRd3srLXtoil3bVePqSX/vF/H1EXer2Vfofzbomtc5dkUaqu8tGwK7d821Gfy86tlU7Tlpn1N7dbd3pR73p78/PcbzT/fyW2UY1t05ZnzaFqmjvy6+u9q371/2Pl3zj+a+WlqjC4/7dfHP8e21zEdRCCAAAIIIIAAAggggAACCCCAwLQFyA4BBBBAAIGRCcQY7be//a0l/3d3t9h49m3X39WZ9mvZFG21E+1rape3q/+m0DHap2VTRC8OtIXat0W137q7fguv3+SIvq6+zJc5OgvA1QFYRwABBBDYVCB4g7rwzV0Pf7G+u7vtOor9JyxA6ggggAACCCCAAAIIIIAAAgggMH0BMkQAAQTGKHB2dmZ//stf7N3bt2Oc/iDn/OiW12rZoWa2FIBrUNiEAAII7Cagl1aFXoG372n5Wzvbt6clAghMWoDkEEAAAQQQQAABBBBAAAEEEEBg+gJkiMB4Bfzy+Ne/+Np0Z6qKwVqmFC3ffZvSo3LmePM80MyllWOdIVWhWOc4jkEAAQQQ2Fggvxw/XW7cEQ0QQAABBBCoCLCKAAIIIIAAAggggAACCCCAAALTFxhzhsnevH5t7z98YRby9XHj64ACFIAPiM1QCCAwVQG9lFYjeqIeemOrC9Mbnh/S8SiKwlLyfjqOYzcCCCCAAAIInJAAqSKAAAIIIIAAAggggAACCCAwWAFdz/YIhb14eW1fvHtnF+fnZuU18fWui/vBJ/3If+83BVdbhUB81XLoeVeoYtF1DPsRQAABBI4gsFgsLEbeFI9Az5AIIIAAAggggMAgBZgUAggggAACCCCAAAIIIDAWgZtXr+zDx/c2P5t5+bfwaXOt2xF2eqgAvG4HFIDXlRrmccwKAQQGKaCXVsUgJ8ekEEAAAQQQQAABBBBAYHwCzBgBBBBAAAEEEEAAgdEIBJvZl+/f28XFhaWUbPlBl7pmrlAZU2F8bSGQP3TUq+qtrSXdegA7EUBgqALMa9oC/DbUtM8v2SGAAAIIIIAAAggggAAC6wpwHAIIIIAAAgggMCIBr+3O53M7Pz+z7777zif+9Fp38G0KX/DYv4C4PWbRK+9tUVbm/Zhtlpq12mm5baQUrTWifnOgObrGbctd+9KWua/brmt+aeL5951fl6/OcVukns9/Gvj57fJLO/uM/P93NPNT6FH3GuQ7mwDvf0Wn6QCzopCNv0o3HcJ2BBBAAAEEEEAAAQQQQAABBBCYvgAZIoAAAgggMCqBmV80n9lsNrcff/jRPv98Wz5/mkLShXXfmHapMexYH9xpbJ939Bzaoqt/T7/1Ecsxkj1dFr5dUfZfYxB8v8LPRGv/7EQAAQQQaBXo4zeVki0WdxZjSxG5dU7snLoA+SGAAAIIIIAAAggggAACCCCAwPQFyBABBBAYs8Af/vBHu37xYswpDHPuKkkoOmZHAbgDiN0IIIDAcwG9dCrqXmV1167ieat1t6jum7wL/QbPum04DgEETkaARBFAAAEEEEAAAQQQQAABBBBAYPoCZIjASAWSxbiw6+tr++GHH+387HKZR/Lr6TnMr6trfbmH7z0JuHhPPdMtAgggcFICXrE1j/zxzlrukL+/Be7QmqYIIIAAAtMUICsEEEAAAQQQQAABBBBAAAEEEJi+wJgzDHZ2Nrebm1f27t07v2Kua+arq926Zh70qZce5XLMeR5x7k7qsLUTWEmX+ygAlwx8QwABBNoE9FJZjafH+itu+ebly6e7tnieYmx6/d6iN5oggAACCCCAwCQESAIBBBBAAAEEEEAAAQQQQACBEQicnZ3bt99+V378cywKn7FfNy8Lvr40L/6WV7+17rtO8JG8StsW1mbibNVKxdN17/q+tfbdP2EFAQQQQGBXAb2B5fBX4427S1bEwlJSHxs3pgECCCCAAAIIIIDABAVICQEEEEAAAQQQQAABBBAYi0AIwYu/1/bll1/aoiwA57Kkrnnna+Za6rnC+OpBgAJwD6gH6JIhEEDgmAL6+wSKHuaQUiqLv77ooXe6RAABBBBAAAEEEEAAgZEJMF0EEEAAAQQQQAABBEYlEGNhv/r+VzafBwshWXg0ez1TUJ58xNLDE4R7QKVLBPoVoPdhCaS9TifG/fa318nRGQIIIIAAAggggAACCCCAwAEFGAoBBBBAAAEEEBifwNXVtV1dX9mrV6/s7OzMHirAKvya6SYo86+89FUePQjMBNxndM05pegnuyW8GJJaoqv/mJK1RfL9fUbX/NLE8+87vy7ftnOvfann858Gfn67/FKHT1t7tdX+1GbQ8n9b/+/VftvQ+VXb1JFD234z/Y6MQj1VQn+v4D68YBs87nfr+GUs+25+fbtvUllRGxWBY2z46IvKsawigAACCCCAAAIIIIAAAggggMBEBUgLAQQQQACBUQpEm5/N7Ycffm2zELzam//coa6T+1O/Xq+0dB3cbOb1weCR6mPH+oHG2CWi1zbaoqtv5VkXKicooucX3aMpVCN5Fn584aE2dX1Xt6lKUX3OOgIIIIDAsQT8hbsoFha9+Ks3j2NNg3GHK8DMEEAAAQQQQAABBBBAAAEEEEBg+gJkiAACCIxZ4N3btxbCsrC7LFSmR+nka995+WgnT/YmQAF4b5R0hAACCOwmsCgKir+7EdIagSkLkBsCCCCAAAIIIIAAAggggAACCExfgAwRGL3Ahw8f7MsvvzTTp2ja4+Kv7vq15KVJhfG1jYDrWVijoY5b4zAOQQABBBBYCuijmXMst+zju37bKUYVgJcfd7GPPukDAQQQQGAquTLpDwAAEABJREFUAuSBAAIIIIAAAggggAACCCCAAALTFxhzhrquXVgIyYp4Zzc3LxuS8WvrKgwrGo6Y8ubkldsc5uub5rpJEwrAm+pyPAIInKiAvzGZop/0U/K+k/4Ggi/7GYJeEUAAAQQQQGCMAswZAQQQQAABBBBAAAEEEEAAgcELJAtenby4vLB/+s//ZLPZmV/sXpUgy7t9tZ6vfWupGHxSe5tgLvom7zGHrz5+NDyTXA4nbjjq+Wa1eb6VLQgggAACDQJ6Y8qhl+qGwzbYnJL6CVbEaOXqBm05FAEEEEAAAQQQQGC6AmSGAAIIIIAAAggggAACCIxGICR7+/a1/eWnP9t83lSq1LXwnFG+zp6fT3upzKuxdba5k44OKAB3AA1sN9NBAIGJCaj4m8rCr4q/euWeWIKkgwACCCCAAAIIIIAAAtsI0AYBBBBAAAEEEEAAgVEJ6Fr3fH5uf/u3f2dz3QGs2Zd3/2olR7Dg2xR5C8sNBLyEEPxwhfm6rzY+KAA30rADgaEJMJ+pCiR/pU6x49V6qsmTFwIIIIAAAggggAACCCCAwBMBniKAAAIIIIAAAuMTmM9m9v0vf2nXV1d26TG+DIY347LQu+W0ZqrI7xJd46aku9pawoseKnw0RVf/MSVri+T7+4yu+aWe828bXy7an3o1aDm3yn3H86v5bxv7yL9tbLlqf1KeDaH9fcU6+fU1du43tfxs6ZjkLlr2FTJoitQyt7yva14pFfYQydcVwZfLMNvl5dcqX8GKoiijsvHxKs8QQAABBBBAAAEEEEAAAQQQQGD6AmSIAAIIIIDAaATyRzhraeV188+3n+2bb7+229ufvXZXlGF+nd1XzKJfT1fNKF+79+epDL/uru1PYhcG1QDUXsum0P6miCnn5HPL832ybGqbtydPN4e2+dOyoqClY2mTNdVGtV138JbHlkeuvvkG3UpWhubzxEztcqj9qhULBBBAAIFjCUTTS/axRmfcoQswPwQQQAABBBBAAAEEEEAAAQQQmL4AGSKAAAJjFjg/P7df//o35nVJD653151Lr9+WReC6fWtvW7MTCsBri3IgAghMV0CvmIfPLpW/RbT6DaKYLITwKA4/I0ZEAIEBCjAlBBBAAAEEEEAAAQQQQAABBBCYvgAZIjAJgW+/+c5ubl7bbHbWkM/MQlpGwwFs3pPAbE/90A0CCCAwYoEw4rkzdQQQQACB6QqQGQIIIIAAAggggAACCCCAAAIITF9gGhm+ffvO3rx9a2fzM8tX3POymmEK0RTVbVNZzx/5rOWxc6IAfOwzwPgIIHAEAb30VUNTyM+1ftiI0d/w9LkYhx2W0RBAAAEEEEBgyALMDQEEEEAAAQQQQAABBBBAAIERCSS/xv3h/Qebh3l5l+9sdadv8GVOY/KFX080rcIX6z16OkoVj566plsEEEAAgXUEiqIw8zfHdY7lGAQQQAABBBBAAIHpC5AhAggggAACCCCAAAIIIDAmgdks2C9/+Uu7W9zVT1tVUd+jRZzoHcDK7Wl4ykd7UAA+Gv1GA3MwAghMVKAoopV3AE80P9JCAAEEEEAAAQQQQACBjQQ4GAEEEEAAAQQQQACB0QmEEOzi8sK++/Zrn3tchS8aHiqUNuwa/WZ97HWOYyYzO+bgjI0AAusIcMxkBfxd7u7ujrt/J3uCSQwBBBBAAAEEEEAAAQQQ2ESAYxFAAAEEEEAAgXEKhDCz77//3i4uLsxU/bQnX6ttq0XtIU9ajPppzvOYScz0mdxtscvkUlKV32sbMVlqiF3672qbVh+pqmVTdPWxy/50gPyj59gUyfd1xdDz65pfU+7arrbKX8ttQ+2bQn2m1TnWel00/dzn7XVtqtuUR1PouOTnWMttQ+13i2jJDRqj4f/9PvKXS/L8m0Im2qfl89Brk+Ze+Pw9yr/B68uk8NerVb/P2z3ektpy176O/JWDevQ6sBb1wVYEEEAAAQQQQAABBBBAAAEEEJi+ABkigAACCCAwOgHdYzrza+zBPn78YO/ff2Gz+dx0vTupAhr8OrxH8siphTSzmYeWedu2y7S6jl+3VJ/armVTRL+G3xRq09ReuT0NHV+m7Cta+sKiz68ptF91Ei37Cp2dvvqmXwQQQAABBBDYQYCmCCCAAAIIIIAAAggggAACCCAwfQEyRAABBMYucH39wr7+Wh//rPLv2LPZfv65+Lt9D8uW++iHAvDSku8IIHDKAuE4b0rl3/5Nxxn7lE83uSMwEgGmiQACCCCAAAIIIIAAAggggAAC0xcgQwRGL3B+fmavXr2yT58+2cXFuZnu+FXYaX6p3KCwLS/9z5yNArAj8EAAAQTGKhBjYSnGsU6feSOAAAII9CZAxwgggAACCCCAAAIIIIAAAgggMH2BaWT488+f7Zff/9Jevnxp+tjkU77nSTXf/PHQtkUVd4smjT9EKiQ37mQHAggggEB/AkURt/0loP4mRc8IIIAAAgggcFwBRkcAAQQQQAABBBBAAAEEEEBgRAK6+7coCru+vraom570t3WjSqEjSmKDqeru3qeh5sq4GtrWGqudKtTmoAC8QmGBAAIIjFIgLF/GE3f/jvL0MWkEEEAAAQQQQKAvAfpFAAEEEEAAAQQQQAABBMYmMJvN7L/8l/9i8/ncdPevYmw57HO+uQi8dZ87d7AcWUXl5RrfhyjAnBBAYIICekPUb0RNMDVSQgABBBBAAAEEEEAAge0EaIUAAggggAACCCCAwCgFbm5u7E9//FM59xCChRDK9Sl+yx/vrGUv+XnxV3qKXT8+lAJwL2eIThHYhwB9TFVAvwFV/i2EqSZIXggggAACCCCAAAIIIIAAAhsIcCgCCCCAAAIIIDBGAa9W+rRfv35tP/zwg+nGJ3/Koyogoqbw48pCry/7eOxcAE4pWlNowmnHz/mOXilpi+T7m6Ic3/dr2RRNbfP2pnZ5e5p4/n3nlx2blm3nXvuSn99+o/nnO+nc+8+3fsaboimvvF05tEXqyC/307Tsat+9f9j5d84/mvlpaowmt7w9eePW2PL8L/tMltrOr+/L82CJAAIIIIAAAggggAACCCCAAAITFSAtBBBAAAEERiqQLNrV1bl9+eU7u7q+8Cz8gnx4iKa6Sd7uDVofXdfPu/ZHv77fFl3tq5PTHb+K6rbCr+HniL6u/vyivxclvOLrz4PXD4KWDaEC7bMCsG/w1uXNv+ovW9Uuvd/ymIal+q/Ol3UEEEBgYgL+iml1cbw09aKsN4TjzYCRhy7A/BBAAAEEEEAAAQQQQAABBBBAYPoCZIgAAgiMWkCVSk/gV7/6lb17+9bXpv9YpbxMtFp2WG55+P7owIfNa63lftc6uPkgCsDNNuxBAIHRCuilTaFXyqdJ6JVX8XT7YZ5r5GKxsBiLwwzIKAggMDYB5osAAggggAACCCCAAAIIIIAAAtMXIEMERi6QLMyCvX//3r766pMVMY48n+7pJz8kh68O/qEKyeAnyQQRQACB3QVWL83Blzl273TjHnT376Ioyk+C2LgxDRBAAAEEJi5AeggggAACCCCAAAIIIIAAAgggMH2BKWQYLBbRbm9v7euvv7Gry8spJDWpHCgAT+p0kgwCpyqgl7JqPHU4btG3OhsVgKvPWUcAAQQQQAABBEoBviGAAAIIIIAAAggggAACCCAwIoHr6yv78ce/MS1DqPs0zhElU5mq/tbv09BuZZhDz7eOAzVUxeRAQzEMAgggMAQBfRRFjmPMx4vRxxiWMRFAAAEEEEAAAQQGK8DEEEAAAQQQQAABBBBAAIGxCSwWhS0WC/v+++9tNp+PbfpbzVcF4K0aHqERBeAjoK8xJIcggMAuAslf2hS79NFT2xSTpRP4ewg98dEtAggggAACCCCAAAJTEyAfBBBAAAEEEEAAAQRGKRBTtP/jn/+zJYsW8zVvXZfPMcqsuid9/xcmB36vl1dJupPhCAQQOKQAY+1XYDivwprJoij8DXG/GdIbAggggAACCCCAAAIIIIDAGAWYMwIIIIAAAgggMFaBZG/evLGrqysLIZj+9GEIY7o/dqzu68+7swCcvILfGuXdbMlSw7JrKjEla4vk+/uMrvmlieffd35dvm3nXvtSz+c/Dfz8dvmlnX2ipTaDhv/X+f971/x0Dtsi7Tr/aObT90iPI3mR1cOCH3D/6zh5tnoTWkbyxq2xY/55xLwsVPzNvwmVNz5d8hwBBBBAAAEEEEAAAQQQQAABBKYvQIYIIIAAAgiMUsCvuZtHKOzliyv77rvvPAvd+uS1Bt+ckq69q/So8F0tj5T8uv4OEf36flt09d80tVxSiF4fiD6/p1H4NkXZvx+T6yWPln5MU/95+6Pj6/rxPsoxGpaxI//uM5BnwhIBBBAYpIDeUOompjeduu06Pkfd/v62lQXgVfd64V6tskDgXoAVBBBAAAEEEEAAAQQQQAABBBCYvgAZIoAAAuMWWF57/+KLL+z6+vr+DuBqTroCX30+qXUlp2hJqmN3S8v97aIAvD9LekIAgYMJ6KVLUfcyqjcfxcEms/ZAFH3XpuJABE5RgJwRQAABBBBAAAEEEEAAAQQQQGD6AmSIwOgFdJ1bH/38t7/7nb15c+MFYDNt052zsxRs5pfntW7WdA3fJv01lKw1j0lDkxwCCJyKgL+r6K/r6p0lx0BT15vhQKfGtBBAAAEEjiLAoAgggAACCCCAAAIIIIAAAgggMH2BaWQYQrC3b97a27dv7erqspJU9HVdp/dF+Xj6vNw46G9ev7YcFjaf6hZNNh9kzRYUgNeE4jAEEDimgF6qqvF0Lv6mMvCibxFj+VtQT2fOcwQQQAABBBA4cQHSRwABBBBAAAEEEEAAAQQQQGBEAiEEO784t1/+9V9bCLPyjt9Z+XeBlUS04OsKPRtL5KKvVxosx7pzr1YuWgvA63a4p+M0rz11RTcIIIDAEASiTyKHrw7goTeMYrHQ52BQBB7A+WAKCCCAAAIIIIDAUASYBwIIIIAAAggggAACCCAwNoGYkn333Xd2/eKFnZ+f+/SThaDSp1+XDx5eALYyfNeIHsnnWg1/ut0jd7Jd6721ogC8N8q9dEQnCCAwQYEYo5V3AE8wN1JCAAEEEEAAAQQQQACBrQRohAACCCCAAAIIIIDAKAVmXuyNhdlf//Vf2Ww2s+ChRPKHdKoUXA3tO5nw4m/OvbyV+IiJz444NkMjgMAjAZ5sLuCvpsd+FV1j0kWxKO/8TUnzXaMBhyCAAAIIIIAAAggggAACCExYgNQQQAABBBBAAIHxCpyfX9g//dN/tlD+e56HroIrnu+Z3pYw4JRmKenvUrZETJZaois33QreFskLIn1G1/zSxPPvO78u37Zzr32p5/OfBn5+u/xSh09be7XV/tRm0PJ/W//v1X7b0PlV29SRQ9t+tV9G9WMjtL7cave/UlR9O9HvteRYHVezSO6izcqzKbR/HxHl7A6tfbETAQQQQAABBBBAAAEEEO2MYiEAABAASURBVEAAAQSmL0CGCCCAAAIIjFpgZm/fvrOXL1/ayxdXZn7tu7xHK818sYyYgm9WJF8mS35tfJuIfg2/Lbr67GKOPq9iFVpXfz5Zy9FUN8jbVYV4VgD2DapWlOF952Nrl9rfEnHH/DW/LgP2I4AAAgjsIBBjpWi9Qz80na4AmSGAAAIIIIAAAggggAACCCCAwPQFyBABBBCYgoCKv3/zN3/TcP/veDJUkdaTsDJsj19eBN57n1tMjwLwFmg0QQCBYwuooKo49jy6x18UhZW/OdR9KEcggMBpCpA1AggggAACCCCAAAIIIIAAAghMX4AMEZiMwNXVpc3P5p6PSowKX+UxOAHOzOBOCRNCAIGpCOg3iO7u7qaSDnkggAACCOxdgA4RQAABBBBAAAEEEEAAAQQQQGD6AlPJUDdlRfvND7+yN69fjzKpFMxyDOEu3T4RKQD3qUvfCCBw0gLc+XvSp5/kEUAAAQQQaBdgLwIIIIAAAggggAACCCCAAAKjEYimP3X49u2NffjwwZbF02VB2EbwlYu+umkrx8GmfaSBKAAfCZ5hEUAAAQQQQAABBBBAAAEETlOArBFAAAEEEEAAAQQQQACBsQmEWbI3b9/Y3//97+zy8nxs07dc+M3LXRIIuzQ+UFsKwAeC7hiG3QggMEEB/UYUdwFP8MSSEgIIIIAAAggggAAC2wvQEgEEEEAAAQQQQACBkQok++67b20+P7MwhgpoT8oqrI4hfc2zJwK6RQCB9QQ4aqoCi2JhFICnenbJCwEEEEAAAQQQQAABBBDYVIDjEUAAAQQQQACB8QpcXV3b9fW1ffr00ebz+XgT2WHmYyj85vRmKSZri3xg0zKmZG3R1E7bc2FEy21D/bRFStFaY8f828aWi/YnN9o21L4p1Kf2pbYce8xPY7fFOvm3te/al9xVx6SW/LW/r+g7v3XmndygKdQ+uY2WfYUMmkJjJp+fltuG2rdFV7/J828KtdVrn5Z9RBH9tcejs28OQAABBBBAAAEEEEAAAQQQQACB6QuQIQIIIIAAAiMXmIVg//zP/2wXFxemz1NOfv2/LdrSVTvtj34Nvym0f5dIXq3NoX78qeXwwqE2mWoETVEe4N9mlVB7f9r5UJ86SHk2hfb3GZp3n/3TNwIIIHByAvobAovFwmLU2smlT8IbCHAoAggggAACCCCAAAIIIIAAAghMX4AMEUAAgSkIfPz0yc7Ozkx3AusGKBvhlwq4ip2mrsv+ip066b8xBeD+jRkBAQROTEA3/qZ4YkmTLgIIbCrA8QgggAACCCCAAAIIIIAAAgggMH0BMkRgMgJv37yxH3/80WazYLqrdTKJbZKIF35VQFboLuhNmh76WArAhxZnPAQQmKyAv/aXr/nFYlEuJ5soiSGAAAII7ChAcwQQQAABBBBAAAEEEEAAAQQQmL7AdDIMXvH86he/sMvLi/KTL0PwDQNML3/ks5b7mN6zLH1DrgOUnye9j0F66oMCcE+wdIsAAqckMLPk7yhlxPLPH/g3vQ2ckgG5IoAAAggggMBaAhyEAAIIIIAAAggggAACCCCAwGgEks1mM4+5ffnll/bixQsLIZQxpBT88ryV4ZPSlXmFr271UOE0R/AegjpT+Hq5KDf6k67HkfcrhyNPgeERQACBaQjoYy/KNwBPR8sQ9E7gT3gggAACCCCAAAIIIGBmICCAAAIIIIAAAggggAAC4xIIVhSFffz4wX7961/bYrEY7PR1Tf5p7DxZdVjpRE+jP9fSF4N+UAA+7ulhdAQQmIhACMu/e6AicLEoLMZY3hVsxsvsRE4xaSCAAAIIIIAAAgggsIsAbRFAAAEEEEAAAQQQGKXA5eWlXXh88/XXdn5+Mbi7f4+BSgH4GOqMicBoBJjoNASWhd+YVi/5q2UIYRrpkQUCCCCAAAIIIIAAAggggMCOAjRHAAEEEEAAAQTGK/D555/t7373O1Mh+Pz83AvA481l15nnq/55uWt/fbbv/dY03Q3XFEpM+7Qca6jo0xTKadf81L4plv3rZnOtHSeactd2zUhz17IptH/bUJ8pteefYrK2UB9toTyaQu3Sqtin9W1C7XcL3WXaEj3mL5fd5u7nxv3a+ugyTX7+W6Pn/M1Wf/u3MtHFojALtvrSz6di9bS6YB0BBBBAAAEEEEAAAQQQQAABBKYvQIYIIIAAAgiMVkDXtqN9+uqjvXlzY1++f2cxLcxC8ogWwv2FcKv7Si3X/3V89Ov7WjZFW3vta2qXt+uY6HOoCx2j2pGWTyP6Bs/Qv/vDUyzXfenPTAsVVrVU+6bQsRpfy6aInn9bqP0uoXk2jc12BBBAAIEWAb34mvnLv7+JaD34y7+XtcsWIYRyyTcE6gTYhgACCCCAAAIIIIAAAggggAAC0xcgQwQQQGAKAre3n+23v/2tzWbz8oa7k7vyPdKEKQBP4X8fOSAwOgG99ChGN/HVhDV33f2bLKr4u9qaUizfAFdPWSCAAAJ1AmxDAAEEEEAAAQQQQAABBBBAAIHpC5AhApMR+PWvf2Nv3ryx+dyvi3sxNA08M5+iKbadpme5U/ttx913O+Wx7z7pDwEEEDgJgaG/0Z3ESSBJBBBAYFQCTBYBBBBAAAEEEEAAAQQQQAABBKYvMJ0M9UGXr169sm+/+668A3gsmW1bAN623RBdZkOcFHNCAIGpCeilphpjy686d60v5x9CsBDC8olXgxeLwmz11PhCAAEEEEAAAQSqAqwjgAACCCCAAAIIIIAAAgggMBIBXeY+Ozuzi4sL+8d//Eebz+eWPwEzJb8Y7nmkpL+W6ysHfiSf3NPQFHxzeXleSz1fN3TFP8embWvHGMhG5TSQqTANBBBAYKQC/n53d3dn8UhveCNVY9oIIIAAAggggMDJCJAoAggggAACCCCAAAIIIDAmAb/kbZ8/f7bXr9+UH/98fXU1iunvpYCr5BWjyLh5khSAm2363EPfCCAggfxrOlofVeilU7GctH7TSbF8xncEEEAAAQQQQAABBBBA4F6AFQQQQAABBBBAAAEERimgO4A/fPxg//APf28hBEspPUQcboU0+NQU5suN4b2NisiKrdpvPGB/DWb9dU3PCCBQL8BWBBBAAAEEEEAAAQQQQAABBBCYvgAZIoAAAggggAAC4xWYn83szes3dnt7Z0VRjDeRlpmXhd6W/WPe1VkAjl7Rb4tHFX8/dt/Pu3BTitYaMVlqia7+23LXvtRDzo/77De/U89f57AtHp8L/1l6cr67/Lrad+/v9/y35a593fN7bvKoTTT//6fw4579P/Sd+jUcRQNkOvr/b/1Wk8Ln/+jcF5ZSJayw6M/NPKdHUZMYmxBAAAEEEEAAAQQQQAABBBBAYPoCZIgAAggggMDoBYL97d/+1t68fWNh9rycGB9dM396DT35NfPYGqmjfRefxq+LwvtVlP0/q0skC75NoYyeFYB9Q/KBy/B+2uqLZf86piGi1zfaoqv9rvuVn6fCAwEEEOhLwF8x++qafhEYmQDTRQABBBBAAAEEEEAAAQQQQACB6QuQIQIIIDAFge++/c5+8fXXdjY/83RUEvWFHpVVPR1cqCSh2HZiaqvYtv1A2lEAHsiJYBoITEtALy2KuldJvTsoppNx1G8Mhbpcp5MjmSCAwM4CdIAAAggggAACCCCAAAIIIIAAAtMXIEMEJiPw6tVL+/abbzyf5fV8fZinroLryr9C676Tx0AFdI4GOjWmhQAC0xLQm4RH+S6xWk4kwRj10c8TSYY0EEAAAQR6EKBLBBBAAAEEEEAAAQQQQAABBBCYvsCUMkz2N3/zW3v56oUl0/Vvv6bv6enyvi+G/dBUFTWzPKWiNQXgmh8ANiGAwKYCeimpxtP2/mqrdwbF010jf14Wf5PnN/I8mD4CCCCAAAII9CRAtwgggAACCCCAAAIIIIAAAgiMRiCa/tzvp6/e25u3N/ZWf//Xr38HhZeClYYu8yu03kckr9K2ReuYyaxaqXi6Hlob77hzYM2V+8CmxHQQQGDaAvptoRz+ajzyZIuiWL3tjTwRpo8AAggggAACCCCwdwE6RAABBBBAAAEEEEAAAQTGJlAUC7u6vLIff/jBp65r+ckCV8HdYlwPCsCHPV+MhsBpCCR/aVGMNluff/l7Qu0J6O7fxMc/tyOxFwEEEEAAAQQQQACB0xQgawQQQAABBBBAAAEERioQ7Ld/+7f25fv39uL6hc2CWfBvsxB83Z/Y8kt3ASuWz/g+NAFVOYY2J+aDwEQFTjWtNNnEywLwZLMjMQQQQAABBBBAAAEEEEAAge0EaIUAAggggAACCIxX4Pz83M7Pzu2rr76yu7s7T+Sh6OtPeIxEYBZTsrZIvr/P6HJKKVprxGSpJbr6b8td+1LP+aee8zv1/HUO2yJ1nN8uv6723ftH/vMdzf//KZ78P0yFJQ8LfoB+BUhxj6nfO1nG0qfFoOX/tv7f33e5xUr0c69myzkEn281PJ/Vfh3TFFEf/+zHLftYtqmuP2rHEwQQQAABBBBAAAEEEEAAAQQQmL4AGSKAAAIIIDBqgZm9fPnK/ut//T/tzC/jq/RbXvP2S/1+ud7riXYfXgWwwqI/r4+y3RbXz1VOUEQfUNfxm0I1gmfh4xUeatN1Gp619fEebfN+2nKIXt9ri7a2+9jXlZ+fvq5D2I8AAgi0CegtoG7/dO/8rcuWbQi0CbAPAQQQQAABBBBAAAEEEEAAAQSmL0CGCCCAwJgFVJTU/K8ur+z6+spXg+mfr/gj1IRv4jFYAQrAgz01TAyBsQqo8KsY6/x93vr7xQpfbXoUi0XTLrYjgAACVQHWEUAAAQQQQAABBBBAAAEEEEBg+gJkiMDoBVTiNUv2w4+/sW+//dbzUQlxudWfjOYxzlnvn1cO+++VHhFA4AQFVPT10Gcz5BirQvnR1bFx9ir+FkXRuJ8dCCCAAAIILAX4jgACCCCAAAIIIIAAAggggAAC0xeYRobBK4Zv3762T199sIvLc0/Kr/f790M+ktebc5ivbzr2Fk02HWLQx6uqkcNP56DnyuQQQGAUAv5GMKqir176KvHobl+9PLajR332f/sh7EUAAQQQQACBUxcgfwQQQAABBBBAAAEEEEAAAQRGIxBtsbgzFYH//u//3i4vL33mft3fFL7a8yMXfTVajnWHrFzp36ZmvO4wzccNYI/MnlY25DKAqTEFBBCYjoBeZnLoZWeMmeX5j3HuzBkBBBBAAAEEEEDg2AKMjwACCCCAAAIIIIAAAgiMTWB+Nre//uvvvPh7brMjVA9VTajG1n65k607GF9DpaxZ3xfSg9kRTqGmcHJBwgggMBGBFJOllCyEMJGMSAMBBBBAAAEEEEAAAQT2KEBXCCCAAAIIIIAAAgiMUuDy8sK+/vpr++Uvf2nz+XyUOeiGZV25V2h9nEnsZ9YUgPfjSC8ItAhMfVcaWYLlS//Wcy7iwrwCvHV7GiKAAAIIIIAAAgi5wns/AAAQAElEQVQggAACCExVgLwQQAABBBBAAIHxClxfX9vvfvc7Oz8/t6IoRpHIblf7R5Hi1pOc6U62PqNrZilFr6W0hO62a4mu/vW3OtsipeXdfP0tW3JT7i256U7Drvx22S8Xtd8ld7XfNpLnr7bKsym0f9tYJ79t+95Hu0nkn//ur5b3KPq9khzHffnVz8AygsWUw8p1s5m/9qyK10Ef+ZwTyHPXMm9bLpNeL/xQtSrXfXMIwb+3PNiFAAIIIIAAAggggAACCCCAAALTFyBDBBBAAAEERi7wV3/1V3Zzc2MvXrwor50nr+HElki6Xt4SXRx+yd5y6Fhdac/hE9Ama6odabuu4Ov48sD8zTeU1+/9eTm/6DXAhvBDGh9qq51t+Wt/U+T2Wm4bTX3n7crTyxWmyNtUqskhn7ydJQIIIIAAAgjsUYCuEEAAAQQQQAABBBBAAAEEEEBg+gJkiAACCIxbQKVEs7OzM/vxxx9tNqvcPHXgxLx+a4qdhlUHip06GX7j5VlrnueseRd7EEAAgSxwAq+WOdWWZSwKS6n6+zQtB7MLAQROXYD8EUAAAQQQQAABBBBAAAEEEEBg+gJkiMDoBVJKdn5+Zv/9v//3sgis56NPigSMAjA/BAggsIbA1ArAKuIq1kh9dYje9PR3D1L5gQpqq1jtZIEAAggggMAjAZ4ggAACCCCAAAIIIIAAAggggMD0BaaRYQgz+/jxkwUvA+gjoPvMKn/ks5Z9jjPVvlWVyNGVIwXgLiH2I3CSAnppqIYQ8nOtDz3yXKvLPGe9POb17qUKvyl6m1TYsvjb3YYjEEAAAQQQQOCEBUgdAQQQQAABBBBAAAEEEEAAgZEJvHr1yv7jf/yPNp/PvRDslWCff/DCsC/28lDBtwzvTR9drPDVcT8OOHt5eZVioxFVHdmoAQcjgAAC4xfQS6Vi/Uz0AlseHbxdjnID3xBAAAEEEEAAAQQQWArwHQEEEEAAAQQQQAABBBAYo8D3339vKSb7/Plzb9PXNfanse1gyxL1tq3H105umnVZRPfktdTztqAA3Kaz+z56QACBiQhE3QU8kVxIAwEEEEAAAQQQQAABBPYuQIcIIIAAAggggAACCIxS4Pr62r755mvTXcBnZ2e95+D1S8uxzWAqbKr9Nm1PqY2cTilfckXggAIMNQWBEIIl/0cBeApnkxwQQAABBBBAAAEEEEAAgT4E6BMBBBBAAAEEEBinwGw2sw8f3tvvfvd3pvUQgiei+00VvtrTQ6Ns0/W27bYZa+xtZuXft0xe3tgyugBSitYWXe132R89J7VPvtw21L4p1Kf2pZYctf+YIYOmSGu4dM29u4/m86++9ZECWm4bTblpu/rU/LTcNtR+txh2/s25Ff7/thJReeTnD68XXa6p5f9GuS96Xy3R1b/Oc30UFvU3e+9/xgvPx8cqn3tBN+XI29qX0efoHXRN5/F+niGAAAIIIIAAAggggAACCCCAwPQFyBABBBBAAIERCiS/Vm4WbX4W7Jtvdffvtc3mft3cCs8mVcJXN3z45Xd7GupCxdscel5/bT/5tX2Nb5brR7qTNYfaq+0+QgZNof6j1ze0bIqmttquNnmp9T5C/beFzPoYlz4RQACByQhEFcAnkw2JHEKAMRBAAAEEEEAAAQQQQAABBBBAYPoCZIgAAgiMWyDZLMzsxx9+sJvXr5epqPa6zyrrstf773vpWnNU3PfKSp0ABeA6FbYhgMBjgTC2V1O9tCkep7HNs+TFXyt/G6rSOnnfisomVhFAAIGVAAsEEEAAAQQQQAABBBBAAAEEEJi+ABkiMGqBEILN53P79ttv7auvvrLXXgDOd5Naz18qNyhsm7KDt1ERWbFV+55zO0T3slN0jeVVjK5D2I8AAgicqIAXfouiePw+4m8wJ6pB2ggggAACnQIcgAACCCCAAAIIIIAAAggggAAC0xeYRoYq+H7xxTv7zW9+Y7oObo+vhPeSpC6v54+HtrKKWzNMedBy+7NDfMP9bl9fHsX3OgEKwHUqbEMAgZEJ6KWsGrtOP3oH0VLy4m/5Of967pvKh8YpV/iGAAIIIIAAAgg8CLCGAAIIIIAAAggggAACCCCAwIgELi4u7R/+4R/Ku3+vri79enjy8OviUSVWLwen5XLTlHR36tNQH+qtGtpWF7oCn0M1XvWVa9NqXxaOtaOu8SG29TyGclRFohp5yNIiP+lYyrDjEHYjgAACpylQRH+zy+8sp0lA1ggggAACCCCAAAJrCHAIAggggAACCCCAAAIIIDA2gU+fPtm7d+/s1c2NFYviYNNXgVOx1oBPDtRTFUa1XKv9CA/aV24UgPs5+fSKAAJHFdBLm2KHSbT+dpP6VuzQP00RQAABBBBAAAEEEEBgCgLkgAACCCCAAAIIIIDAKAV01+9/+Pu/s1DeVqqy6u5p5I931nL33pp72FeRtHmE4+xZ5yyoMqHomuE6x3T1wX4EEHgkwJNJCIRQftzFJHIhCQQQQAABBBBAAAEEEEAAgR4E6BIBBBBAAAEEEBirQLL/9J/+k11fX+uzns2O9ZHKquRWoqxFW/NXnmZeNh/JnqMXgFNM1hZdpyimZE2htvoj1lpuG2rfFOozlX8fVGv10Zab9tW3Wn9rU+55e3KfptAo2qdlU2h/e0RLbtAYPZ5f5Zha8tO+przydh3TFvm4vHx+7LDzfz7f5OerEtFf21si5920TG3nXvt6P/8q0ioqOZU/E/rbvYqn2x8/b8pL22OMFjX/sr/H7dKTbTr+PlhBAAEEEEAAAQQQQAABBBBAAIHpC5AhAggggAACoxSIdnYW7P2Hd/bixbW9ef3awixYCArz5bJsmPz6vvlXenItvPrcd98/dMev4n6DrxTeNkeu53iBwosSXvH1fcGvvwctK6H9eQzvwiz44eZfvvTvemqaoZ6qxtYa3m/uq24ZPce2qGuzz23KJ4eLmJdqyqdyLKNh/tm0ay5yKjvkGwIInKqAXirr4lQ9lnnH4nB/82A5It+nIEAOCCCAAAIIIIAAAggggAACCCAwfQEyRAABBMYs8PPPP3shNdh/+7/+mxV+HXxZSNxPRipk3vdULTvcb1ytPDpwta1poX6a9k1k+yYc66ZMAXhdKY5DYFIC+q+vGOsrp+au6OekxBhNb3r99E6vCCAwUQHSQgABBBBAAAEEEEAAAQQQQACB6QuQIQKjF7i6ura/+w9/ZyEEO7+Y+7VwXQ8vzPy6uEJVg66PYq5DUBEzR91+tnUL6M5f2Su6j24/or8KSvu47EUAgUEI5Jfjp8tBTO5okygLwEcbnYERQAABBMYnwIwRQAABBBBAAAEEEEAAAQQQQGD6AtPI8PWb1/bp0yd7//69ff586wXgXB9Y5reP4uOyJ74fU4AC8DH1GRuBgwnov3o19GnyHnolrwvTC/7BJrfGQNW5a32NJlsekmI0xZbNaYYAAggggAACpyZAvggggAACCCCAAAIIIIAAAgiMSODtmzf2j//4jzYLwfRJmLrirjJBTkF3AGtbfv50qbtUn4aOUbscej652FNCqr54dcaqkbuunoe8bdtl2znctk/aIYAAAuMU8FfeQgXgcc6eWSOAAAIIIIAAAggcWIDhEEAAAQQQQAABBBBAAIGxCXz55Zf24cMH0ydhzmaPy4Qq4OZ8qut5W9dymzZdfU5tv5chDpLS4zN7kCEnPQjJITASAf3XV4xkus+mqbkrnu3YaUNM3P27EyCNEUAAAQQQQAABBBA4HQEyRQABBBBAAAEEEEBgVAKLxa198eVb++GH39i7d+/KuYdKxXbmWypPTXejzraoVqqdYnAfNOr5Hfuhu3675qDzoOg6rmv/PvroGoP9CIxWQB9/UI32RNg7doFYeAF47EkwfwQQQAABBBBAAAEEEEAAgZ4F6B4BBBBAAAEEEBifwMXFub1588Z+9avvbT6fWwhe7q0p8KakMqXvG1+KzLgiMEsplZ/x3bSsHFu7mvwHoTWi998StZ1WNkafX1sk399veEGoLceW3JLvq6Sy1Wpb7trXb+5+7tpy1z7PUXk2RVfSyqEtuvLr6r+rfdf+p/0n5VyNI+efun7+/XXap2v158d3Pk0wP9ev53gkb9waveevv0Gg0M9iNQpLSVHdVrO+4fy8h5XAzJcKX/z/7L0Jl9tGlud7wUztkiVrtSzJktq75L1cdtm1uBa72tXVXT291VT39OmZOe+d8z7Ge197yibi3X+QwQSZWLgAJAD+UvwzArHcuPcHEDonboJZ+hI7qbSTRghAAAIQgAAEIAABCEAAAhCAAASGRgB/IQABCEAAAqMmoFxXsDeePLFHjx/bpUsXLLPclYKe2DRkUbmpbuY78JaX5IE9dRCfDs59/z33HMWqpt4mBS/LcxO+E+99aeWqsnKurxv73EZco6LMPb9Rp7q5bfQV4wp+kLv0cswWVeG32ElNPshWneoyHHXz6IPAURAIfoMoaphBl9yhhxlI9177Dbf7RVhhSATwFQIQgAAEIAABCEAAAhCAAAQgAIHxEyBCCEAAAsdA4OrVq/bmW2/agwf3bTKpTg+GXffJlZKQaqA2dNfMHGaXEsD79rz6DO/bE9aDAARaJKCPtlR2G9WtRmpxuRGY4uufR3ASCQEC7RLAGgQgAAEIQAACEIAABCAAAQhAAALjJ0CEEDgaAvfu37WnT5/YpUsXbeck7w7UqjIXO5gczFQ9+ZueoO7K6WRfnLtaA7sQgECvCCjp60qffpW98u+AzjiWPJ/OHdAXMSTNmyggAAEIQODICBAuBCAAAQhAAAIQgAAEIAABCEAAAuMncFwRTrKJPXv2zPT0b8i1B755/EpgJhW+P3ptQ2WPrK09mYFrExBnEsBr42IgBPpMQB/lolZ99QynEr7SahfHFuJXfSsBvN1/eiCEAAQgAAEIQGBEBAgFAhCAAAQgAAEIQAACEIAABCAwIgJZltnp6Yn97fd/azduvBIjC+Y5g1hb7y0lfTUrab2ZZsXMRbbupH2M62gN8VGmoai0VBcpGtlc0nwxcZ9XKSAAgeMgUHbbOY7Iq6KcTvOz/+4y55NUNYF2CEAAAhCAAAQgAIFREiAoCEAAAhCAAAQgAAEIQAACYyPwww8/2GuvvWZXLl+2yy49ELVNjEpsFrWNjTgnGYkH43tTePuOSon1pLQ2CeBEorykFQLDJBD8oy0N03v32v2Pvxfk1Q5fIQ8m5bkngMMhbssdBodpCEAAAhCAAAQgAAEIQGATAoyFAAQgAAEIQAACEIDAKAmcnp7aDz/8aC9evpx9/fMh98J9G36RqPT6KIE3BNV19iM9Dax1GlyhGwLHSmAscR/pXXQsp484IAABCEAAAhCAAAQgAAEIQKBjApiHAAQgAAEIQAAC4yVw6eJF+93vfmvXr12z6VR/CnF/sSrZu7/V+rFSX2JuTADrUfBazZ+g01N0ZWrCnYdgdQre36305F+Ndozv2OOv1D+HYQAAEABJREFUO7fqazq3Tfx2ma+5sh/i33+tuAZ2PP+KsU5h1+s7N3P3XWFZYWrBZfGrjD0BrF/5ULBR+tjPFHxyneLwjt5yj12mg5chZO5vUR5PaJbm76rgDPTH6rNs5ba8q2HmQwACEIAABCAAAQhAAAIQgAAEINB/AngIAQhAAAIQGC0BTyBYbrdevRl15eplj3TWZt7uB7Uv7eFPfZ9eUj143TfyLaksJ1hsUxbi3K67N3jGIv5JRtkrjj9X9/XimIoy9739OtXNbaOvCp6HWPv9pjoDYqr5dX6ov1a5W3KFFQ5TP7eS+NfOpxMCEOg7Ad1OynzUbbSsnbYzAsGmfoM8O6YGgRkB3iEAAQhAAAIQgAAEIAABCEAAAhAYPwEihAAEIDBqAvPUwY0b1+3TTz6x09MTD3f9vEEcKRuSz2ztJXtSawYxVEaABHAZFdogMGgCui1LAw5Cf79Y6jiEfP6bQ+eW0drSuQ4aIACBIyBAiBCAAAQgAAEIQAACEIAABCAAAQiMnwARQmD0BLIssxNP+n755Zd28eJFy/Ng2hM3fo6CAAngozjNBHkcBJT0denrnpOGGnj86uq8Q++dk/l/dmVP/6qrw5UxDQEIQAACfSaAbxCAAAQgAAEIQAACEIAABCAAAQiMn8BxRDiZTOzZ02d2//59u+eaTDKbeFLYan5CZpZkXq8ZSlcJAWU1kkq699pEAnivuFkMAl0R8KzloJK+uvUUtPS0rW6PXXGS3RmrYFP//yuPMsvVMZf8mlcpIAABCEAAAhA4HgJECgEIQAACEIAABCAAAQhAAAIQGBGBzHe/r127am+99fZSVFnmPa5iY0r6+u65JRX7R1XvIBgxK2YZOlhiY5NkOjZGxgQI9J2AbjNJffe1yr+u/Q8WdEfOqtanHQIQgAAEIAABCEDgmAgQKwQgAAEIQAACEIAABCAAgbERODk5sY8//thu3brpoQXLsizKD0pfwVuL8sOtX9nWM4c5Udzk+SKR3gMAJIB1Rs6LFghAYMQEQq4EcB6TwOnGvByubo3ScitHEIAABCAAAQhAAAIQgMDoCBAQBCAAAQhAAAIQgAAERkng/oP79vTpE7t584bHV74T7h2tv7Sz3oP8Z+tx9cXgul8Gq/PQF5/xAwI9ITA0N/Z34x4amVV/Pe1reZ5bHrzm2IKXq2M4hgAEIAABCEAAAhCAAAQgAIFjIUCcEIAABCAAAQhAYKwEgt25fcfef/EiPvUbgr51s/tYSfx2z1grrMN5opNeKz0pVyMtVCclWuoUPAHTrXILfmFXqiY2PSVYF9uufeIiG2EHBppfJdlVXzhQ/OvEJ/+6VKhlO782aq6BXXzbS/zpVz1ULpzVRz9p0bhVRZ+BOjUZFYNyTX2q+HsW1muWFf/z0e+lJKmzWnW+qa8401O+5jcDb3I2IfOql3507hqJ18zU++WjD+AFAQhAAAIQgAAEIAABCEAAAhCAwPgIEBEEIAABCEBgjAR8r306/cGuXL1kP/nJJ3bp4sVFlCFo3zucHfsWuW+Vm6RGP7Qk3yBXk2mfvUpxgL+l3XyVmu9N8VU1L7XHQRVv2rdXV+75rSqpv0ppvsptVWU7tYukMhtSalOqJqluXY1Xv8omJXuLsmnCvF/nY16lgAAExkFAt9ikcUTUVhSe27Xg/2EEVdxoKr3KCwKRAG8QgAAEIAABCEAAAhCAAAQgAAEIjJ8AEUIAAhAYLQHPSp5eOLV8+qM9fP11u3T5cvxGzHy+J94UdyuZBffBpKbFBt6/zxDTeVG5LjYSwOuSYhwEDkpgk4/1QR1dc3HdeqQ1hzMMAhCAQPcEWAECEIAABCAAAQhAAAIQgAAEIACB8RMgQgiMnsBf/89f7b333rcXL963LD42ms/KfUTuWVFlM6R9LHeMa8RT6pybYicD00SIfgj0ggC3y1ZOw+LOqLtj3opJjEAAAhCAwBgIEAMEIAABCEAAAhCAAAQgAAEIQAAC4ydwHBHeeOWGvfnWm3Zx/vXPmelfN7Fnq2a9Qbvv0mrXGI6VVUjaVzyOdLGUuOoru6VFY0WFBHAFGJohcFgC+mgWJW/SsepDU/I9lfvxP8Sve87nX/usv28wq+exXbfK/fjBKhCAAAQgAAEI9JgArkEAAhCAAAQgAAEIQAACEIAABEZE4NLFS/bJxx/blctXLPPsodRmeGmXX6WbNz13lb7yOe66x8Y2V2zJ1g5mFJcSvzuYWHuqeCZNfGHVNdmrpsRvLNXQIJ2fhiF0QwACEBgLAd0a/TaduUwaS1zEAQEIQAACEIAABCCwDQHmQAACEIAABCAAAQhAAAIQGBuB91+8H//+717i0pZ7YSEdauddZaF58NUUT0zAeoJbZZdB+RImla2htaWyvmIbCeAiDTOOIACBvRDQrUfay2IsAgEIQAACEIAABCAAAQhAYJUAxxCAAAQgAAEIQAACEBgZgandu3/bnj19Yjdv3jxobClhelAnOlpcT+RKHZlvzeykNUsYgsDgCRAABCAAAQhAAAIQgAAEIAABCEAAAuMnQIQQgAAEIAABCEBgfAROL1ywG9dv2MeffGKXLl1sCLDq+dL6aYtZFRne1J/Kemv0VhGowFs1vLR9EvJgdSqdtWZjHmYuBi+rtKap0mGyqY4Q/57n7G97rtbVf0iJQZXkV3A2KreV5ldJNoOzUdmVqmJTu9YMHcYn280qvy7CnIuuffm5rRRnlWQzNMSv/nLp79UWlCuOdOyfWbereVqjTsHjrNWOn/+q2FN7CJnNdOZzCKqfj2XWrr6CGvwLDfEtsfF1p9Pc5JvNbk1L3cYRBCAAAQhAAAIQgAAEIAABCEAAAuMnQIQQgAAEIACBURLI7WQysTffestu3bxpJycTs/inEG3+48c2U4j79hb3yrVfXiZNSvmT2SyLszPv0NOvKuM+u1eCt6XvK/bDxTg11ymEQi5gpa55ue//q6xS03z1V82ta1c8+hrrotJ4xZ7qsr+Lkp3V0k+PSYpfmpryGrnnWtwjzxXZXE1r67yt2uYYAhCAwKgI6EaY66aoqHT3VokgUCBAFQIQgAAEIAABCEAAAhCAAAQgAIHxEyBCCEAAAmMmcP3GDXv69Kndu3/fJp4M7iTWsv11ZX07WewwRstCPIwnu6062W06syEAgb0QKP5ayV4W3HUR3VqkXe3sPj/43VoJYC8KxuSbVGiiCgEIHCsB4oYABCAAAQhAAAIQgAAEIAABCEBg/ASIEAKjJ3DzlRv24Ycv7dKlCzadTk1746MP+gABKrMgdbW00kHSrva79HFX35gPAQhAYGcCWTb7KgslgXc2hgEIQAACEBgZAcKBAAQgAAEIQAACEIAABCAAAQhAYPwExh1hmH9V8k9/+rndvPmK6euYJ5PMtDduO/5kq/O9QQ9bSeb11e4xHDeFlXuQkhedvZp8WGdhEsDrUGIMBCDQQEC3kqIahnfdrV+PiX/fILdp/qOFMC2sKD8Lh1QhAAEIQAACEDhOAkQNAQhAAAIQgAAEIAABCEAAAhAYAYHpj1N7+PCh3b9/3x48eGCTXTK/ntmdJDkbJSK13W7e5oezIjbqaCDa0E2FpyxCUclEUGc6aKkU3yW1ZFf+t2QKMxCAAAT6QmD2v9E0zy139cUr/IAABCAAAQhAAAIQ6AcBvIAABCAAAQhAAAIQgAAEIDAWApcuX45/8/cXv/iF/ejJ4Fbjmm21L0zqUE+/qlw0HllFSWCpzbCVV05qyy4J4BlJ3iEAgVYJ6NYitWp0Y2Oh8o8cyDdpY5NMgAAEIAABCEAAAhCAAASGTQDvIQABCEAAAhCAAAQgMDoCf/z7P9rlK1f2FtdYE8CK69AJ7vQ08K4nkwzIrgSZPwIChAABCEAAAhCAAAQgAAEIQAACEIDA+AkQIQQgAAEIQAACEBgfgTfeeGL37t6LTwHrb/92GaGeUpX9VKo+JikBrHhSqfpQtXMCOA/BqiQo1U/gqddM/dtKFsL8j1urXqaQB6tT2ZxN2qpiT+3B+XSr3IIzqNSO8ac4qsrQEF8Ty6b5zf39jr/R/9w/AzVq5nfo+DO//iT/nC1dC1Nvl1bbV44brs9Qd217XxOfs36HbJL+W1q57Z0NogYBCEAAAhCAAAQgAAEIQAACEIDAWAkQFwQgAAEIQGCkBLIss5cvX9jEy2KIVXmd1F6aO/N9/qlLY6It31KPyVAvdaxCO+wqS+cX9/zdTqhR7nv8daqb20af4klSjMogpGOV4pCU1vOEqCWltqpSNmqlP1/pCiscpp7LkEINu3X6dJ5q16cTAhDomoBulWXqel3sQwACEIAABCAAAQhAAAIQgAAEIAABCEBg/ASIEAIQgMCYCfzmN7+xCxcudBei0hfdWe+FZSWAe+FIi06QAG4RJqYgsD4BffSkod455bu0fsT7HpnrN43CGG/b+ybJehAYLQECgwAEIAABCEAAAhCAAAQgAAEIQGD8BIgQAqMlkOe5PXv2zO7evWvXr1+3LMsWUtCrTwSrbR1p5z9bZ+AIx4Q9BJ552kLqGp/OY9drYB8CEKgk4J90K1PlBDrWIJB78jf3//zWGMoQCEAAAhA4SgIEDQEIQAACEIAABCAAAQhAAAIQgMD4CYw7witXLtnt27fss598aiFMWwl2D/nPVvwcupF9cCYBPPSrBP8HQkAftaL0bfIu/ZpHmWJSuE+hFX1X/cC+RWbiV67gyV99B/6BvWR5CEAAAhCAAAT6SACfIAABCEAAAhCAAAQgAAEIQAACgybg++KW29WrV+zXv/7GLlw4idHkngQOW3wrpnb8k/aRmIzO7uOtYg09kjcjaE5xpjRUqYdUb6uUzSW1ZbjBjs5pwxC6IQABCPSNgG7RffMJfyAAAQhAAAIQgAAE+k4A/yAAAQhAAAIQgAAEIAABCAyfwGx//Nmzp3bn7m27dPHU8vCjhzVr98puL5mRdrPS29mHCE2J9aR9gTn2BPC+OLMOBFYI6KMnrTQP5lC+S/1zWF/9rBt4lul22j//8AgCEIAABCAAAQhAAAIQOAgBFoUABCAAAQhAAAIQgMAoCGTZxG7eummvP3rd3nzzTbP5VniWzSu2w49vrsuK1LsvKt0hrE2mTnyw5EUnr/Q0cCfGC0a7jKGwDFUI9JEAPg2XQPzv55z7Sv5Op/ryhnNdNEAAAhCAAAQgAAEIQAACEIDA0RIgcAhAAAIQgAAEIDAWAsHzssGuXLliH330kV2+fMlC/Nrn8j3zpqi3m9Vklf4+EGhMAOd+4dRJF1a3yv3irVHuF3uNdoVcF7v6uo3dYws1sauvJvbgfU3xK4Y6NcXXZL9pfnN/v+Nv9N9zkX6aTOfivLyzCuD8V0CCT66Vn+Pzdv26mbdXmU/tdedefSFkNpPbDEVNvV0qtpXU535U+tgQX/LzXOl+WTh/+9I658bGBo2Vgh+Je24Wv93fD3lBAAIQgAAEIAABCEAAAhCAAAQgMOSVwDUAABAASURBVF4CRAYBCEAAAhAYFQFP2fo294v337dHjx7ZycmpZVnmOh9k3OOv2aPXjnm2Os0b3Lwnmc1zAL7nXzM/LOUMfOzKce77/3Vqmr9r/2poq8eV9lPMK/Gsjl+1d+4491yEK6xwmHpuQgoN9nft1/k95xMNEIBAmwT8jtmmOWxBAAI7E8AABCAAAQhAAAIQgAAEIAABCEAAAuMnQIQQgAAExkjgzp3b9trDh3bv3j1P/G6Xf6idpU5pjPCOKCYSwEd0sgl1nwT00ZLK7pLp92f26c/419LXP4tslpUxH3/8RAgBCKxNgIEQgAAEIAABCEAAAhCAAAQgAAEIjJ8AEUJgtASuXb9uv/3Nb+zypcu2zW54VeZitMCONDCd5yMNnbAhsG8CSk+6soL27cIY1ov8crPMZbMfJX/5278zFrxDAAIQgEAdAfogAAEIQAACEIAABCAAAQhAAAIQGD+BsUaoPfHcvv7qZ3bp0gU7Odk8xbdNwnisNMce1+ZXx9iJEB8EtiKgj1JRq0ZI+q4S2fg4JX7jXx9Ynh1y57vcxBEEIAABCEAAAhBYJsARBCAAAQhAAAIQgAAEIAABCEBgsARym0wye/Dgnt169Za9cvOmZZNgxQelrOKnmLk4hgRwcA6zVLlZWendR/HSeT+KQAkSAv0hULzl+A26P4713JPESqUYquy5y7gHAQhAAAIQgAAEINALAjgBAQhAAAIQgAAEIAABCEBg6AR++PGvnvi9bt988wu7cOGkMpzgW+dBb1UjvL/kOauq0YNrV3iDc7oDh481AdwBSkxCoEAg+EdLKjQNq+r+m9RHr9Pte1bq659Vy7Jj+N2lPp4PfIIABCAAAQhAAAIQgECvCeAcBCAAAQhAAAIQgAAERkHg6tUr9stf/tJjySzkueWe5JW8YfFS4jcPuakMZd+c6Zvp2kmXxpwEXgA5QCV+malzPsDSS0v2NcOz5CQHEGiXwL6t9eCTvu+QO10v/tfkK2Sm5O90qqeB/ZAXBCAAAQhAAAIQgAAEIAABCEBgiQAHEIAABCAAAQhAYAwElGMIdufOXXvw4IHd1Nc/64EoTwArutzLJI307K9e6rK0mx4PjuStDzH3wYdJuiiqyvhbAn7xdFfqNxFqlAfTbylUadfrtSru1N5d3B5X5FoTu35LY8f4UxxVZVN8TXx3ma+5sh8UZ5V2jF/2qyQm6gvxPKTzsVlp8SnZkt+jyDwpuZDfcvUrH1osSuNnmq1dfQ3E4R29LcefWQhFzTjssrQ+s5ofqs6tt6u/VuKWOC4GZl6bRH9zXR9h5msoKX3g+RctEIAABCAAAQhAAAIQgAAEIAABCIyfABFCAAIQgAAERkJAe+1ZltnTN96wjz/+2PfGg+Xz/XX1LYUZ98lnLcpCaDd9djR/9wbPWMSHf+OeuvbYqxRthbheHLtyLB/qVDanzbZ5ROcKDzFmbs51FBrkhw5VrmrqdCT11yn4OZAs93xQQWoTl/q5OgtWyTassC47rrOvPp1/lQgCEIBADwnMboI9dAyXBkoAtyEAAQhAAAIQgAAEIAABCEAAAhAYPwEihAAEIDAmAtkks5s3b9kXX35hJycnHponZf3dPCmsQknghdbZUleGVNJkNFoCJIBHe2oJDAI7ENDfL5Z2MMFUCEAAAj0jgDsQgAAEIAABCEAAAhCAAAQgAAEIjJ8AEUJgdAROTy/YW2+/Za+99tCuXr1qeZhleZX0HV2wIwho4qdHOnQoJIAPfQZYf4QEco8pyatDfJ372uU9BlH6tc97XJ+lIAABCEBghAQICQIQgAAEIAABCEAAAhCAAAQgAIHxExhnhDdu3LAH9x/Y8+fP7ccffxxnkC1FlTIzKlsyubGZPDOTNp7Y8gQSwC0DxdwxE9AtRRoCA330C1p62vdAMaTEr4W1AIb4/frrjV3LIIMgAAEIQAACEBgnAaKCAAQgAAEIQAACEIAABCAAAQgMmMDly5ft008/sQsXLliWeXZxwLF05boyBXlXxlfsxlSGL5jK4tO+oUenRxmgFdc5hAAEdiOgBGqS3wV2M3ag2cn/fS6fWKlMKl8/z3ObTuVjeT+tEIAABCAAAQhAAAIQEAEEAQhAAAIQgAAEIAABCEBg6AR+8pOf2LNnzzdKAPcoD7kX/MooaCElYJN03JXq+O5j/XXiOrYE8DpMGAMBCBycgG6fUrkj/G2Dci60QgACEIAABCAAAQhAAAILAlQgAAEIQAACEIAABCAwcAJTe/3Ra/b06RO7eetGjCXM//5vPKh4U+Kvene9YhLNoyOg62B0QREQBMoJ0Dp0AvrPTRp6HPgPAQhAAAIQgAAEIAABCEAAAl0SwDYEIAABCEAAAhAYPoGLly7Z/fv37f0X7y+e/s2y+tRufe/wmfQhgqEwniiZsot2gR3C7Ctc9TRflXax3zQ3n/+mRPByW9WtIZvqDx5nldTfldaJr6u1k91Qw1ZjgrNR2ZXEoEpaM7h/KrdVCFM7U/C6lHk5k9lut4Kqz0Vqt4af3OMr19Rn5u7n/IsRstln0Rv9NVlIfGqVe7wVciNuv2hXLXPFL8f3Pq2bNO+yEmbJB/Mf1RWTV+Mry9ZkHEfzBgEIQAACEIAABCAAAQhAAAIQgMCoCRAcBCAAAQhAYPAEfO/ccrvkCeCvfvaV3b17OyaAzdu0fT6Z74lnk9ne+NmOvqnb1vlRjkHjtN9eJfVvK9nUXJVVUv8uUnZjRurMSkw9eIfKqnXVrhmpVL1OspWkv/eb6mlOPjsN8TD1qZT9Kmmw+lR2JV0XXdnGLgQgAIEKAn4Hruipa87nyea6MfRBoIwAbRCAAAQgAAEIQAACEIAABCAAAQiMnwARQgACEBgTgdcePLAHD+7blStXPKxgE0/4TubJX2+ofmn7XaoeMYqefYaoHK80JHAkgId0tvD1gASG9tFuQqWPvtQ07kD9wX2TDrQ8y0IAAqMiQDAQgAAEIAABCEAAAhCAAAQgAAEIjJ8AEUJgVAQmJxN79uwN++yzTzzxaxbCdL34PCuqbIZkXl9vEqPGSMCzLGMMi5gg0DaBeLts2+gR22vgee5rofUf3BHjInQIQAACENiSANMgAAEIQAACEIAABCAAAQhAAAIQGD+BkUXo2+fXrl61b379a/vrDz/E4M7lctXg8qGxf/HmDd48y/16fdE+kkrucSR5dS+vIsbI1huCay+L77AICeAd4DF1zAT00ShKsaZj1Yem5HsqD+y/7o56wreohUu6hc4O9B34Uvzq5xAs1uel6rNRvEMAAhCAAAQgAIESAjRBAAIQgAAEIAABCEAAAhCAAAQGSOBkcmJvvvmmvfLKK3b50qW4L66/2Zv73rikvy+bdvqVh9TxLONrsyI2DjDwGpeVNVDit3RIy43imTTxhVXXEl61mNrwA9W96PVL10ivHcQ5CEDg2Ajo1qlbucpC7P6fG0nfAg+qEIAABCAAAQhAAAKVBOiAAAQgAAEIQAACEIAABCAwVAJ5ntu7775rz58/N8syvazyZ3Ub3QeW7K5767BfKcyYgM080e3qMiKZl8rWSD6U9fWp7VgSwH1iji8Q6AEBffSlA7iiX5eJX/GcbtlVPjT1V82jHQIQgAAEIAABCEAAAhA4YgKEDgEIQAACEIAABCAAgYESUOo2tydvPLKf/+JrT/ymFGRm2STbKCZ21zfCNcrBe8kAhZBbmUZJlKB6SOB4XNLXPxTVz8jTfz2pXPUy/UeWWZ6HqKCnf1eHcQwBCEAAAhCAAAQgAAEIQAACEFgiwAEEIAABCEAAAhAYPoG3337bbr7yinlizV/L++h6vkr75VVRnu2uV42gfR0Cy9TXmdG/MTsngHWhVSnPp35x6jcWygMPntyRynvbaS0mw1brWkG+q9xWml8l2Qye/FZZJcVfp6p5qX01puKxxgRPnKncVpq/m8qT/8G5RM2vgSoGTX4X4y2rB49/O+naLShXHOk4+HU9U5N/IcVZVbYc/6o/IWTuqzTzN4RUno/lrC+N8bLBv1AV17x9yR/9z6QnfwuNISQ/VPp60T/9v5bZdDq7xQZv05RUqp5lWeG3n9RSI7ogAAEIQAACEIAABCAAAQhAAAIQGD8BIoQABCAAAQgMmoDnICzYgwf37OOPPrLbd+74kfJruWW+R575Xr3kG/5+7IH6sfIqlpmP82Mv/V2HNvGKDtVfJR/ipmZ78KqXKfd9/jppz75Ksqc+lVVSf52q5qX2urnr9CU7q6WnVUxKsU8tN9WD8zDPFSUFPy9datWv1eOqc5vadR2szmn9OC22Wra+EAYhcOQEVm82/cJR8p+J/hdKKnG2GE9JN00QaCTAAAhAAAIQgAAEIAABCEAAAhCAAATGT4AIIQABCIyBwCs3XrEnbzyx995/34InGtP+uBV/fJtd7dpWXzQvHSxaqRw5gb0kgI+cMeGPgYCeXh1UHPpoS3102v+H6qNb+AQBCIyNAPFAAAIQgAAEIAABCEAAAhCAAAQgMH4CRAiB0RCYTIJ9/pNP7cb1q3ZyWp/VPeZddqVrpK5OvGxLXdnfl92+Zoj2FT/rQAACEIAABCAAAQiMjgABQQACEIAABCAAAQhAAAIQgAAEIDB+AuOIMKV6P/jwQ3vv/ffs2vVrpqd8S6PzwUr+SvH7nksH0bgrAce8q4mDzycBfPBTgAMQaIOAPspFtWFzBxv69ZgsNyvK0s8Ybp0pFkoIQAACEIAABHpHAIcgAAEIQAACEIAABCAAAQhAAAIDInBycmJ3796x+/fu2ePHTyzLsqUEsO+0W1GmLXZpQDFu4qqS28V4VU/zlXpIdWupIptLasnuoc0oY3RoH1gfAhAYHQHdokcXFAFBAAIQgAAEIAABCPScAO5BAAIQgAAEIAABCEAAAhAYGoFpntudO3fsp198YZPJxJO/FlUVhxKiY96BP0RsyqcnVXEfWvvYE8BDOx/4C4F2CAT/aEvtWGvfinyLat80FiEAAQhAAAIQgAAEIACBoyRA0BCAAAQgAAEIQAACEBgkgdMLp/bRxx/bo9cf2cWLFy2bZFEpGN/tT9VFeYgk6WLxDitKbjeZFw+pady2/elp4G3nH3JenpkldcnokDGyNgTMDAhDJKC/bZDnwVQO0X98hgAEIAABCEAAAhCAAAQgAIF9E2A9CEAAAhCAAAQgMFwCjx6+bu++++78b//m8RuebZ7h9XxeDCyV8YA3CKxBYKIky27KPVFTLq0fPJGjsivlIViddosteGxNKo89hHm7xy8GVWriUheb+oLHX6cm+3Vz1+ubx5niXS0PHH9jDLmZu1ypZn6Hjl9/C0CaXacLf+d/e7c5fp9Xd44cTqjRYr2KSii7PrXevH112izx663e7++m+Sq3EpMgAAEIQAACEIAABCAAAQhAAAIQGD8BIoQABCAAAQgMlEDa/370+LG9+847dnp6GiPRE6h6elNKiV+VOo4D5m9VeadFu+8wKlZCAAAQAElEQVSza40q5b73X6eqeW21z8OIhfLdnq6Z1T3YIFX4P/V2qcmPaKzuLfcVXWGFw9Ryk4Kv06XqXFPf4jwqp1KmuX+5l1ML7nOIOZXk8+r1IpsIAkdGwO8k8XdqVssjw9CXcP1mpRuWblJ9cQk/hkcAjyEAAQhAAAIQgAAEIAABCEAAAhAYPwEihAAEIDBkAspI3Lp107777ju78cordjKpSNkpO7oSqOauNA36sCTEQcfTB+crrqY+uIYPEOiSgC59qew2qVuN1OX6u9qW79KudpgPAQhAYHQECAgCEIAABCAAAQhAAAIQgAAEIACB8RMgQggMnsDk5MQ++ugju3PndnxELT4YpSc9w+xJzhigpypiFsNLHauuzIBKHY9NevJXT0BLXcUm21JX9g9pV/zS+rpOUp0SAkdOQHdQlz75SUdOZF/h+/9n8asJ/G1fS7IOBCAAAQiMkgBBQQACEIAABCAAAQhAAAIQgAAEIDB+AuOI8PKVi/b66w/t2bM37ORE6TpP/K6GNtZM72qcez4eA1bPZplUhU5XVFUf7RAYEQFd6kWthuYfk14nfYu+q77q/56PI6vcLKuQrf+jr3qOyoPpN5yk9WczEgIQgAAEIAABCMwJUEAAAhCAAAQgAAEIQAACEIAABAZBwPfVLbdbN2/ad7//1vfFp5bnU/fc8xT+Pus1H2ExwRef6pxnLOeFjxruS1EWY1Q9RaPUQ6pXlht2yOaSNpzft+G5XwSSrouk5KPiTPUeZJKSK5QQ6AsB3W6S+uJT3/zQLbpFn0KI/5G1aBFTEIAABCAAAQhAAAJHRIBQIQABCEAAAhCAAAQgAAEIDItAsN/+7jd2enribue+P66chFdXXqU78WqUVsYO5fAQrnvONH7NtsqhcNrVz7EmgHflwvyxEwh+6UuDjdP9N2mwAeA4BCAAAQhAAAIQgAAEIACBNghgAwIQgAAEIAABCEAAAoMikHkW8tHjx/bwtYd2+9VXN/Pds6c+PSYzN5s4nNHKfEhdeaynZKWu7B/armKTumR46BhZ/2gJbBq43zE3nXL04/VfzO4Q9HXPIefp391JYgECEIAABCAAAQhAAAIQgMAxEiBmCEAAAhCAAAQgMDwC165dt8ePHtuXX35hP0711c/VMbSzE19t/xA9Y4zpEByb1pzEv72pr1+tVG4h1EjJmxo1OdDUrwRRnUKl355UaqWvJnZxqYldia2u42uyvzuffsffGF9u5qfJ5ddD8VyFqQXX7G/YegJYvw6xgDnx2kzBJ9eqaLOk7oa2fuV+/ZpN3M/M5f77cVho5v/Z8Wr/7HjrxZsmxi+Wd98U88Kn2ZpFn0rNZGrNLRd/rzr9RXx+uPsLCxCAAAQgAAEIQAACEIAABCAAAQiMnwARQgACEIAABAZK4Oq1q/a73/3WfvjxR7t08WJlFJnvv/tGuinXtJDvxyt3IAWv1yn3/Ead6ua20VcVmFIEysBUrTH1uKSq/tReZX/RnnuCyBVWOEwtNyn4Ol1q4UdFZXFO/TyX1iv80zURVWXXASuFI8YVQ2iGwFgI+NVeGkoobaVxDwTmpyTdXPewIkscCQHChAAEIAABCEAAAhCAAAQgAAEIQGD8BIgQAhCAwJAJvP/e+3b//n27fPmy/fDDD6Z98tV45lvoq80cQ2Dtr/8mAczFMlICurSlstukEr/SSEMnLAhAAALHSYCoIQABCEAAAhCAAAQgAAEIQAACEBg/ASKEwHAJhGCvvfaaPXnjiT19+tQmE89heAojy/zNo5p42iLK67MWr/DamIC+8FXaeOIAJvglYtI6rvrVtc4wxkBgDAT0sXDpk580hrD2HUNkl9vs67ONHwhAAAIQgEAPCOACBCAAAQhAAAIQgAAEIAABCEAAAuMnMOwIX7l5wx48uGs/+9kXZtpnt4ofT2OsneWrMNHXZs8sWFKXPo4tgZ4uCX21c1ITPxLATYToHwgBXcpFrbrtHw/dUKXVLo7XIyB2mW7NznK9GYyCAAQgAAEIQAAC3RNgBQhAAAIQgAAEIAABCEAAAhCAQO8JaG/d7GdffWm3X33VTk6Uz1BbsPjUb2HbXclLqfchbeCgwss3GF86tKIxpi58gUVZMW6ozR6arZv0LcaoK6x4TB0CR0BAt5mkIwi3tRB1m5ExleKnUsebK2hqfNt8LjMgAAEIQAACEIAABCCQCFBCAAIQgAAEIAABCEAAAhAYCoGPP/nQHj16za5dv+oua5PciyN5pWhTIlNlm6ErYZ7Upt2+2RK33ANV2eTb2BLATfHSD4GBENBHU+qju4tb9VbOBU/8RvlslV7wggAEIAABCEAAAhCAAAQgsCkBxkMAAhCAAAQgAAEIQGAQBKbTqT18/aE9ePDA3nrrbcuyzLQ3nmVZrGeTWTnxYynzqIryQ14bEEhPAm8wZTBDN8nO9DXDNBjYONonAmW+6OMglfX1tU239r76Jr+Sf6lU24byJPCGMxgOAQhAAAIQgAAEIAABCEAAAhCYE6CAAAQgAAEIQAACwyGgr3t+5cYr9tVXX9nFixej41k221+fvcemxZsyGtKigcpREtA1IBWDT9dLKot9q/VJCLnVKg8WarRqcNPj3BNBdQre3626jb8uNvU1xbYpz+J42daxymrVx6/5XUnxy3a1b37tNZx/zZ9JX0lc1Kw1/iH1c7/uod97SJqPKymCfzbUvJ/rP7M8JJnXm2MPzkb+1anO99jnMYZGTS0EKflkfpy56lYu78tzt+HK3ffgKh+1ZSvTIAABCEAAAhCAAAQgAAEIQAACEBg/ASKEAAQgAAEIDIbALGcxOcnsm1//0h49emgXLp6YZd7uynyv3JMBNturD14tl/bSy5T73n6dbIcfrafpKquk/jopeemRmpTGLdI1it0bq2yr3btrX8nWajLUUy02na8qO1WqM6456ldZJfVvK51zza2ynXv+RHEkaaykmCcOVqWO66QsWF0/fRCAwFET0J3EAazeQb2JFwT6RABfIAABCEAAAhCAAAQgAAEIQAACEBg/ASKEAAQgMDQCetD3g5cv49c/X7lyJX7l89Bi2NZfzy5sO3XteaQuqlGRAK5mQ8+gCeh3SqShBuEfzeAaqvv4DQEIQGB/BFgJAhCAAAQgAAEIQAACEIAABCAAgfETIEIIDJBAsCtXr9q9e/fs448/Oqrkr/GzFQElzaWtJq9MmqwccwgBCPSCgCevM9chfNF3B2jtqHYcCH7H0lcZmCrtmMQKBCAAAQhAwMyAAAEIQAACEIAABCAAAQhAAAIQgMD4CQwzQt8Wt8z//eUvf7FJdhzpOGU1koZ51g7jta6VqMxs9Wuft/XoOK64bekwDwKdEdBHb1VpMd0eU32PZUr8mm4z7a2rxG9Ufvb3C9qzjiUIQAACEIAABI6WAIFDAAIQgAAEIAABCEAAAhCAAAR6TEBJ3+//8L1duHDBTk5Pe+zp7q4pq9BZZmN393ptQezaSvoWA1UGqnhMHQIQ6AUB3SqlfTqj24zWU6m1Veq4BYXQclq5BZ8wAQEIQAACEIAABCAwWAI4DgEIQAACEIAABCAAAQhAoO8EHj9+bA/u37dXX33V9JBU3/3dxb+UTUiJTJW72DvWueKWz58C3pXBWBLAu3JgPgQgsCCwuFUvWqhAAAIQgAAEIAABCEAAAhDoCQHcgAAEIAABCEAAAhCAwCAIXL9+3b788kubeCZuMvGs3iC87r+T8ctMPY0xRqIeVjwBqYwHW775ZbflTKZBoDcEcKSvBPI8WMiNp3/7eoLwCwIQgAAEIAABCEAAAhCAwKAI4CwEIAABCEAAAhDoP4H0tO8f/vC93bx5c74/3s90pXwtU98p95Pm5tRWE70prlRubvFsxiTEBI2SNOU6G9p+LQ+z0MourtTW/qpnFoMyU35Yx8C7t37tI77gDJuVW/BYy9QUXB0b9TXNF4MqaW5w/1VuK82vU5PdUMFF7Zq7TowaV6Wq2PMwNSl4/DNN/Rz5ZzAeZ17Xx3vi5ewzUmVf/tWqJr7gfVV222hX8tfMY7BZPEHfXeDHajtTCythAgIQgAAEIAABCEAAAhCAAAQgAIHxEyBCCEAAAhCAwEAI/PDD/7Gvf/4ze/rsDcsmaY8/n3kfJmZJs5bS9xBm83Lfx69S6cRCo2xUKc+VN5qtUZiyqKZ5i4aSimYrKil1Z96YlGyUlRqvdpVNSvYW5XxCFRe1a0iTffVXaZ35GlOnutyN5nlWyJQ2kXQsKUZdMip1XKfg10ad/Eqrm04fBCBwvASy7UP3m7wmB/9PSlIdQaALAtiEAAQgAAEIQAACEIAABCAAAQhAYPwEiBACEIDAkAg8fvzY3nrrLXv99ddtOi2mR8+i2GH3/cxICzXt35dpHdPzNMA6Q3ceI15JOxs7EgMkgI/kRBNm3wjooyf1zS/5o9uofFOp4w0V7/qaL204l+EQgAAE1ifASAhAAAIQgAAEIAABCEAAAhCAAATGT4AIITAYAkqkytnbd27bL37xC7t06ZKdnp560ywJrB3zpC13390WLz0dK0GinoCutfoR9EIAAhBoIqCkb5K+8lnjgxpUQRCAAAQgAIG2CWAPAhCAAAQgAAEIQAACEIAABCAAgfETGFaEmWclb916xX71q1/YrZuvLDm/lPDV1rm0NGIYB0plJ+3L4yI7YdNXJkv7Wr/NdXIPJqlNu2W2SACXUaENAq0T0EetqNYX2Myg/0dkmd+mi1pY8DvQor5GRXdcO4tNed8Q9O31+hsCUzfg69iqvJkXBCAAAQhAAAIQ2IYAcyAAAQhAAAIQgAAEIAABCEAAAr0jkNuFi6f2zjtvut6xk9MT93C2L67d88Wuu++nqy75gMG83O24y78Ph2P6whfMXBOXjrWuV02J31iqYUDaV9K3iETXXfGYOgQgcBQEdIvsMFBlgTs0j2kIQAACEIAABCAAgeMkQNQQgAAEIAABCEAAAhCAAAT6R2C233792jV76+037cmTR3Z6WpJ+mw3rn/treJRcjwlYz16rXGPa1kN8CZPKDGhtqayv723yO6lrX0uuwK6XbNU+xiAwUAL66EkHcD/9ukzd0sF9i6obVN6XZZnlfgcLrvIRtEIAAhCAAAQgAAEIQAACENiYABMgAAEIQAACEIAABCDQSwIhD3b58mV7/jfP7auvvrIrV65Ylq2kLz2DqpYy9TIonBo8Ac/yDD4GAjhaAgS+HQH/n2a7iednRVP6L2vWlYfgyd/YOGvgHQIQgAAEIAABCEAAAhCAAAQgsDMBDEAAAhCAAAQgAIH+Esgmmd26dcs+/PDDWBY9Pds9P2vVDrp01kJtlQB8Volsftx5AjglhMpKuRs8YaSySurfTfo7pOXSmvrNDJXbqiyu1Cab8l3lttL8baU1Q9B3zKtWLsVfp/JZZ60p1qoy+PntUmeelNeCx1+rPFi38WcWguTrhKKm3i4V20rqDf7VxuaxL1HRHJSGEwAAEABJREFUk7/6m7+xUbfPkvUWPsq3qVnZ/042/5GJ+Ld/s5j01TUw77Esy6LS8flS16V0vmftFgZCAAIQgAAEIAABCEAAAhCAAAQgMH4CRAgBCEAAAhDoLQHtcec28Uzbw4f37aOPPrBXXrlmWfzDtd4uv9Mev++9aw+9TMH7VjWbKvuqlWt1zibHsqjxKreV5u+iqnU9pRL/1m/uOQ5parnnIHLPqTiP/Ey7rL3O3Cr/Untdbin2zc9rPi+1pupJyU5VGTz+etXleELM3lTZph0CEBgVgbB+NJkPlbwofUVT5weE+Y2sdA6NEGiRAKYgAAEIQAACEIAABCAAAQhAAAIQGD8BIoQABCDQfwLBrl2/bj//xS/swYMHdnJy2n+X8fDgBM5nV9p3adK+SSxCoA0CujSlNmwdwoZ8lw6xdtOayt7q9iI1jS3p1/T4uyNbzi8xSRMEIACBDQgwFAIQgAAEIAABCEAAAhCAAAQgAIHxEyBCCPSagHbH9UBUlmX26aef2htPntj169dsOp322u82nItfNhrzBG1YO2+ja/vnV9xfi66b+ID4Hvj1NUO1P9qsBAEINBPQzSjJdIuqm5J7Z5JXeUEAAhCAAARaI4AhCEAAAhCAAAQgAAEIQAACEIAABMZPoP8Rarvcc7928+Yte+vNN+3Z8+eWTSY2mTTtn/c/tj54OAaKukakQ/GcHGph1oXAMgFdikUt9/b/qOi76gf2OP6KjCdhs4IWLm1464x3KMWUdDY/fVe9ftMphKnNdPa984slqUAAAhCAAAQgAIFdCTAfAhCAAAQgAAEIQAACEIAABCDQIwJK+D558sS+/vpru3Tpkk0y3zuXbNg/Sgl4ZsGKShEp9ZDqbZWyuaS2DB/ITu6XgRS8TEquKM5Ub6uUzaKSXWV0Up0SAhAYDQHdog8VTNl/C4fyhXUhAAEIQAACEIAABMZAgBggAAEIQAACEIAABCAAAQj0jcC1q1ftb//2b+3GjRs2mSjd5hm/vjm5hT+HyC6IXNIWLjOlhICuyJLm3jfh4LEQWP31iMHErY+W1FOHg/sWta1/Pt+kbeczDwIQgAAEIAABCEAAAhCAwFoEGAQBCEAAAhCAAAQgAIFeEdA3YpoF++CDD+3Ro9ftypVLluf6hszZt2P2ytkNndHjXU1TlBmQmsZt25+eZt12ft/ndR2f/sZwVN9B4B8EzhOgZW8E4q/66Pduqlec/WdX3U8PBCAAAQhAAAIQgAAEIAABCEBgOwLMggAEIAABCEAAAv0jkGWZXb9+3R4/fmzPnz/3VPCyj2nPPORxg325kyMI7InAZNd18hCsTrrQu1VuIdTIP2D6kFWpKf662NQXPP46Ndmvm7teX03s4nLg+BtjyM3cTVcokXc2/CpE8Mm16jz+zEKQ3P9QlH7bRyq2ldQb/KuNzWPf6vrSmnNfa+f7/01ZdmJZNrEsUxJ4Fqeu+zxMbZr/6LFP3YSuwVmsfuCvSUFebfuFPQhAAAIQgAAEIAABCEAAAhCAAATGT4AIIQABCEAAAr0koI3z3G7cuG7//u//3S5eOJ17Od//j3/8dWJBpfeE+V58WZmH3PNr1Sqb02abu7d4eVTmGZl47CkPi6rwfertUpMv0VjdW+4rusIKh6l7IgVfp0vVuaa+qrzior3Ev7zQJhtSZOkplpTu8qqaLXjc9ZpfUwWboVD3i8ekYpvqUwsmKVMTF+INAocjkC73w3nAytsT0A1l+9nMhMBmBBgNAQhAAAIQgAAEIAABCEAAAhCAwPgJECEEIACBPhM4PTmx//iPf48u5p5ss6h4GN/SnrmSgbFhAG9KAA/AzUG6KLaSnN9nNowEsIijAxDQpSeVXe76KEgHcIslIQABCECgrwTwCwIQgAAEIAABCEAAAhCAAAQgAIHxEyBCCPSWQMhzy/zf55//1O7dv2+nF04tn+pbMmf5jIkXRWW9jaTaMT2tmp5UrR61W0/X9nfzbjyzlYEbTzREMnACfnfUb8qkT7/KgUc0dPeDn5KkoceC/xCAAAQgMGQC+A4BCEAAAhCAAAQgAAEIQAACEIDA+An0O8LMM2o3b71iD19/YG+//WZ0NiinEWu8bUJgiMnx1fg8fRLPfrFcHXPI48khF2ftYyKgS62o1dj9I6KEr7TaxfF5AuKU5WZVsnZ+wrnvoPf/zjwjHFxaIZWqIwhAAAIQgAAEINAJAYxCAAIQgAAEIAABCEAAAhCAAAQOTiC3S5cv2a1Xb9qf/uEf5t74Hr2nANNTv/NGU3JTSsd9Kz0bY/K8qOSjUg+p3lYpm0uqMjyQ9txPrqSnpcvUlzCUkeuLL/gBgTmB4m1Ht6J5M0WBQMdcovnM/+ua/fUCHSYVnKAKAQhAAAIQgAAEIACBTglgHAIQgAAEIAABCEAAAhCAQB8IZJ70Oz2Z2Pfff2cXL12w09Phpte0179vpo6v94nxfTPper2hXaFd88D+vggEv/Skfa3X+jruv0mtGz68wXj3V2y6JR/eHTyAAAQgAAEIQAACEIAABI6SAEFDAAIQgAAEIAABCECgBwSCZVlmpxcu2MuXL+zJkyd2/fr1Ur+0oy6lzvTUazoeSqnsgNSVv0Pl0hWPTe2uy6/Lc7ipz4w/WgJhzcgZdkag+N/IWevWNZ2CJGvZ9tZOMRECEIAABCAAAQhAAAIQgAAEjpMAUUMAAhCAAAQgAIG+EJjtl9+6edPefe9d+5u/ed4Xx7b2YxbR1tOZuCEB8ZY0bZGG0UHHakwA5yFYnfQ3QLtVbuHc3yEttOXBQo2a+NXFpr7g8depyX7d3PX6CrGWcaiJXVya/FOMdVrPRz8HVZxy8/Mj+Ziir2FqwTX7G7Z+yetXFhbO6qMw02z9agaLKR1Uco9JZmc+ZO5vUR6P98/6quuaX6V0fkLZeZ23Vc21+MXyE5ONUONH6XyhTd/wr7rjt/g0s24HUhanLcdfHmMcuK831oEABCAAAQhAAAIQgAAEIAABCEBg/ASIEAIQgAAEINAbAp7g8L30k9PMnj59Yl988VO7cvWyBc9tSJZ7v/Ie8z363Muipj5Xyn2/v0x1e/tt9FVhVAZAmYCqfo/Kph6L+uv8UH+tIp9ZfqcYv5hIdbbb6Kv1zTtjfkXnr0rOoMwP8/FRbmOdl9JfUkzrOHyVuV8bmltmf6ktrVUol/orfNSYunOstREEWiDgV3SplZh5LOnR+KSSbpp2JwDe3RliYa8EWAwCEIAABCAAAQhAAAIQgAAEIACB8RMgQghAAAK9I+B76a+99pp9/tOf2r179yzLvKHg5PJRoYPqaAkM5ZxPRnsGCKzHBJT4lXrsYpNr+vvFUtO4wfbr1iANNgAchwAExkOASCAAAQhAAAIQgAAEIAABCEAAAhAYPwEihEDvCCjXe+XyFXv3nXfsvffes2vXrtlQkn+HhKmnXaVD+tDV2spsSV3ZX8eu2ErW4AgZnnVoMqYlAroaXboyk1qyvHczWW7x66vtAD+R3Xz9bf+38dMQbw4qS//LcvvzryA4H2HqU3m+lxYIQAACEIBAewSwBAEIQAACEIAABCAAAQhAAAIQgMD4CfQzwiyb2O3br9pnn31md+/etTzPXXFTvZ8Or+GVdvWT1hi+9ZBtUxdbL9jxRJ31KA9MX+EsdbykxRxOySJaWzL3paR70UQCeIGCSrcE/KMRE5dedrtQS9b10Sho6Wlf3R5bWmYTM5Gf1t6RYZxeiC3eJXScnIkD0kGh1NpSoYkqBCAAAQhAAAIQ6IoAdiEAAQhAAAIQgAAEIAABCEAAAgckcOHCBfvkk0/s2bNndvPmTQthuPvj2vXvyvuYuvAFFuWm56zn4z00U8JV2oerRY7K8eo4rStfUr2pLGZ9msbSD4GWCOg2k7TJ5drS8q2YSf63YmxNI4mVSq2vcs2pGw2TXdmXyiaqPamsnzYIQAACEIAABCAAAQjsRoDZEIAABCAAAQhAAAIQgAAEDksg2PPnz+3Fixd2//59++tf/+oJ4MN6tMvq2vXXfCUxk3TclmKi0o2p9GK0L7HLPUiV+wrSl1taSudSWmosORhKArjEdZogcKwE0kc7lR1wWL2jdLAEJiEAAQhAAAIQgAAEIAABCJQQoAkCEIAABCAAAQhAAAKHJRCC3br1qj1//szef/99m5xkdnJyYlmWGT/NBPTEqtQ8cngjUlYmlQeJYM3LkATwQc7OsS2660fh2Hg1xZs+3alsGu/9OgVJVj0v9//YonINNgt+7LN5QQACEIAABCAAAQhAAAIQgAAE9kCAJSAAAQhAAAIQgMDhCWSTzC5fvmzffPONvfLKTTs9PbVZ7ne2b354D/FgHwR0tqXiWim7kspiX1f1VR/sXEP5ypOY7PEkT1WpBNAuKl92vdYw/z714MmoKq1nqXyUYlZP8PirpP5DKYwhfv2aR9ICpH7vIGm3j0nVdZHaF0tWVHQNlGvqM/KzBGimrzz2pvhKvquMDZVvyY+yUpPSOVa9VJGdr720vphpbZWls5Yb481A45M0b1Y/i31qqs8mzvpC/A4DMZg6Byka8iGzfjOVftj1C/sQgAAEIAABCEAAAhCAAAQgAAEIjJ8AEUIAAhCAAAR6QuDChVP705/+aK8/euiJ4IuL5G+WTSzL9CTwTGaZVf3kKb8Tgu+vd6OqtVO7dvQ9u2BSaospB+9QGWp803j1q6ySbEStDFBqQVpp3ugwra2yShsZXBmsnI2aqmznYuOnV3FIGisp3smcn47rFPwaqNb8mvD8pydnrKjM26Rke2l9b3S3aq48HzB/TeYlBQQg0EsCfifZo19BN7W5tKyOVSIIHIoA60IAAhCAAAQgAAEIQAACEIAABCAwfgJECAEIQKBPBD7//HN79OixXb1y1X6c/uiuZZZlmZfDeu0juzA8KsM6h7t4SwJ4F3rMLRAY28dcHw2pECJVCEAAAhDYJwHWggAEIAABCEAAAhCAAAQgAAEIQGD8BIgQAr0hMJlk9uqrt+zJkyf24sX7dnrhNPoWwuwbMvXkZ1Fjy4rEYI/8TUlzaQwYyHCN4Sz2IgZuda2dBn2HgL7yWdrWqO5QSVZ2bvSlD1LZAmpPKuunDQIQgAAEINA1AexDAAIQgAAEIAABCEAAAhCAAAQgMH4C/Yrwhx/+avfu3bHfffsbu3L18tw5bbTPqwMo0s6+ygG42xsXdZajPJ2ir1yWDuVc7j5Iu65PAnhXgkc7X5dOUQKRjlUfmpLvqTyA/ynxa7rN7LB+nJ7iUOl3C1OZbMYB6aBQ6r8EqdBEFQIQgAAEIAABCOybAOtBAAIQgAAEIAABCEAAAhCAAAT2TiC3y5cv2T/983+ze3fv2g8//OAeaL88WHrq1xviSzvuUjzoyZt2/fOe+LK2Gz0ZKHZK+Er7cCmmgnzRWPqCKr2IL2+OZRtvxaxQG/awAQEIbE0gfbRV6latcmtjNRNlt8a+njxOqrFCFwQgAAEIQPKEK3IAABAASURBVAACEIAABNomgD0IQAACEIAABCAAAQhAAAKHIvDTn35ub775zDLPnGXFrNyhHNpgXe36a7iSmEk6RpsREDs9fatys5nbj179ZQKdS2l7i7OZfhnPKj19xy0IHIiAPhrSIZZPH+1UduBDvKN0aL8DlzEJAQhAAAIQgAAEIAABCIyaAMFBAAIQgAAEIAABCEDgIASmP/5oDx7ct5cfvLR7d+9ZlmVLSk5lXpG8iC/liKV4cERvijlqhDGnrEkqDxJi8SLbwYFDZbh2cJmpx0OASLsh4HePePfyspsFsAoBCEAAAhCAAAQgAAEIQAACENiAAEMhAAEIQAACEIDA4QhcuXrVHj58aL/8xS/s5PRkkfw9nEf9X5nsQnvnKKZriubONRQ716/XJoBDmK2iskpNS1XNO2vPLYRyyXbIZz6ovo1yj6FKshe8X+W20vw6rdo9P7Y89uBMNPfQ8QfnU66pn7eCcsWRjoP3zaQY6hQ8zlr5+ReDKtXZVl/VuU/tIWTuqzTzN4RUno/lrC+N8bLBv9AQn3ysU1j442uV1Evnxjvv7CueU5x5mNpZ3byeucxjL7FbiKnU/r4aWQcCEIAABCAAAQhAAAIQgAAEIACB8RMgQghAAAIQgMCBCfz444/2/fd/sFuvvuqexA32uHc+UXpK++XzvfmzPfbg++vBfNc9Kvc8wKrcULSh8lAKc7+3LZPf8WlfZ7Eo5x2rMa8eb7uu5mmJVKq+jarySmqXvZ3t+3kPtQrxGggr5yE3b/fLTO3RD6+rlFRNUn+dNL5OtQnguon0QQACXRPQx7zrNbAPgX4SwCsIQAACEIAABCAAAQhAAAIQgAAExk+ACCEAAQj0gcBvf/tb+/TTTxbJuqJP7NLPaIhD0qxl3O+KdegRkgAe+hnsi//61Y+++LKWH7r0pbUG73mQbi3yTeUWSwfN2WG+ppvmS/GANwhAAAL7JMBaEIAABCAAAQhAAAIQgAAEIAABCIyfABFC4OAEQsjt9YcP7csvv7CLFy8uEsAhxE32+JTvwZ3cwgGla6Qtpq41RbaltQYPbJCyMnryu8v4ZFvqGs2k6wWwDwEI7IGA/j9KMt2i9rAmS0AAAhCAAARaJ4BBCEAAAhCAAAQgAAEIQAACEIAABMZPoB8RXr12xX75q1/Ys+dP3aHFBrvXeRUJFDMOkZI3BFdxzBDrMZYhOr6mzySA1wTFsKET0KVe1IHj0a93ZLlZUZZ+Nrxz6i61eGJXMa4z39e2VaX1ZSPVKSEAAQhAAAIQgMCeCLAMBCAAAQhAAAIQgAAEIAABCEBgDwRCmPoquT1/9szefvstu3v3tk1OtC8eN9u9r98veVm1u6/Uw67ey0ZS8WlYravEbyx3WeTAc3NPoUgxFq+rTC4p7lRvq5TNotqy22RHV3TTGPohAIHWCegW2bpRDEIAAhCAAAQgAAEIQGCQBHAaAhCAAAQgAAEIQAACEIDAvghkWWa3bt2yt95+07788qc2mZjNksL78mC3dfaRXfC8aOV3jSphKu0WBbO7JuCXdddLbGWfSRDomIAufanjZcrM61c9ytqLbcF9iyo2blL3+fGp4E3mFMfuOr9oizoEIAABCEAAAhCAAAQgAIFKAnRAAAIQgAAEIAABCEBgTwRmz81evnLRHj16zb7//nv78ccfLc+nngBW357c2GGZdbxkd78asJ78re6d9SiFI82O9K50uMp2pKeqpXasVVvRdVDdS8/OBPTHwova2eBRGBh7kC3+fk401e7NZ+z0iQ8CEIAABCAAAQhAAAIQgAAE+kIAPyAAAQhAAAIQgMAeCcy30m/dvGXffvttfArYsnnjHt0YwlIx9TAER/GxksCkmJxcrWuW2lRWSf31yuNvToRQUebBQo2q1k3teQhWp+D9dUp2qsq6uev0rdoNqxxqYheX1fmrx3Wxqy80xL9r/6o/q8dhNd7V487jzywEKXhZlH6jRyq2ldQb/GuKb4mHfmVEf/M3Nur2WbJeSG3ybWpW93+Pm8g9tjyWYeVzMPVjn7/yd35DmDoHKXh5Xrb40e8RSYuG/VVYCQIQgAAEIAABCEAAAhCAAAQgAIHxEyBCCEAAAhCAwB4JBJvG7fbM9+k//fQTe+PpG3b16mX3ILcsm1jm8oP4Cot9+tz32at1Nu78XnsbfdGZ+ZunAeJuvw49LWBRCz+X1596u9Tkg2yVKdr23ETu+Rxp6iurDH5seW5JwdfpUmW+FduUQ6vV3L/cy6kFvwJmnHKvS0VbxXrIPKckeagKebaGeU5F8pneGKJm9oLbL5PNkjc+b3lc0Zeyeamt6FNZfeaX2/Z1yuqTskm0tUcgxIvg7IJozzKWhkdAt+g1vfabq0lVw6OpugFVE2mHQL8J4B0EIAABCEAAAhCAAAQgAAEIQAAC4ydAhBCAAAT2TSDzDfcsy+ydd992vWuPHz+JLmRZFsu+v8WUQN+dHJV/JdfFwE4CCeBRXZBtBqNLQ2rT5j5tyXdpn2uuu5buErp5SOvOKYzT9Pj3fbecXzBFFQIQgECPCOAKBCAAAQhAAAIQgAAEIAABCEAAAuMnQIQQOBiB6zeu2fvvv2s//elP7OTk/P565nvvRR3M0ZqFg7udfKwZtlNX1/Z3cm7Hydvx2yzX1Bd+m3m9I1imQwACWxLw/3gsyfwOv6UZpkEAAhCAAAT6SQCvIAABCEAAAhCAAAQgAAEIQAACEBg/gcNFePXaVXv77bfsiy++tMuXL9vFixdKndHue1LpgCNpFIOhh7pIqWwViGanifmsMjAoJIBnp433+ESpLoekoSFJfqfywP7HX/Hwm0JW0MKlDe8S8T6T4lK54fzFulQgAAEIQAACEIBADwngEgQgAAEIQAACEIAABCAAAQhAoEMCpycnduvmTfvk40/swYMHdnp6ankeN97jqnE73w/Tzns6jp0HeHNXzDMLS0puyLdUb6uUzSW1ZXjVzp6Ocz+Rkp72TUpLK85Ury51Blwxv6PSR8aJOiteX3mpq6iV7oMdKpt0sMVZGALjJeA3hfEGR2QQgAAEIAABCEAAAhBohQBGIAABCEAAAhCAAAQgAAEIdE3g5PTEnj17bu+9/7698sorpct5zvBce1nbuUEdNBwiu6BYkzoIacAmdTaU+FU5rDD6lgAeFr1j8Hb11yMGE7MubamnDgf3LWpb/3x+fGp72/nMgwAEIAABCEAAAhCAAAQgcFACLA4BCEAAAhCAAAQgAIGOCShxl9v161ftq6+/tNcfPrRTTwZXLZqe4kz9Op70MO/XdXZAcUuJw9hKxSZ1FZeuGakr++va1XWy7ljGQaBjAmMyr9+VaSGe+J/L9rZCCFZUCx5hAgIQgAAEIAABCEAAAhCAAAQgsCMBpkMAAhCAAAQgAIH9Efjtb39r7733nl29etWy7HxabPsd+P3FwEoQ2JTApJgc2q6ee4KpRrknoGrU5HDuCaw6NfncZL9pfnN/TezB+2piD97X5F9d7Opr9s/5O8PKcbmZu+nyce6PfDqTd+rXIKQKR4NPrtU5m8vrVJhdNCvGOoWQ2UxuNxQ19Xap2FZSb/CvNjaPfeHoasX9sjCxyHLJr+SDfJua1f3P4snf3O3ksQy2zGHqxz7fln/CylrLvX6uG/pXx+/1mMUgAAEIQAACEIAABCAAAQhAAAIQGD8BIoQABCAAAQh0TsBzG5bbdDq1jz/52N56+027e+eOpdxv5nvukuU+rqDge/5FTS2YFFb21ds6bsJQuY4nDapzD8HSvCb7Kf7gcecFTcXOFTqKO9lt8i/GmGItK0v8ywttyb6nWUzSOY+adwSPuV5nLEPBbqqb+ySl41RObb3rZu5GZbFN/MkHled/1aFyKTrGS6AuCzneqA8amZBLHTuhD3lRHS+HeQhsTYCJEIAABCAAAQhAAAIQgAAEIAABCIyfABFCAAIQ2CeBx08e2zvvvGMffvihTU5OlpZO2/OpXOrkYFQEPN/vKdlZSMd0vkkAz875Eb7r1Etll3vx43CEaAgZAhCAAAT2SYC1IAABCEAAAhCAAAQgAAEIQAACEBg/ASKEwN4I6KGoy5cv2Wuv3bevv/6ZXbp0wdfOLWZEgi2+mHOiusuO7Cc+BXuEcR/ZaY7X+7HFTLyVBPSJd6VPv8rKsXRUEhC3LDeLMn4gAAEIQAACEKgkQAcEIAABCEAAAhCAAAQgAAEIQAAC4ydwmAj/8R//0V5/+NBO4tO/+jpfWyR/7ch/yh4NHBoSz2bFJ3uL5dBi6NJf/cJDl/ax3RsCOtVFrTrmH5GYuPRytYvj9QhEfp74jbec9absOkq/yVSnXe0zHwIQgAAEIAABCHRGAMMQgAAEIAABCEAAAhCAAAQgAIEOCJxeOLXf/e539sYbb9jFixftxNO+k5DZJMssy2Yy/Uwmlme2JB+mnk6lLIwyCVVqe/GYuvBFF2XbCzTZa7k/nTOdqzK1vNxgzSkjOFjncbwrAsXbTldrjNGu30FjWCrFUGVs2PwtTvX/eTafyQwIQAACEIAABCAAAQj0ngAOQgACEIAABCAAAQhAAAIQ6IrAyxcv7Ouf/9yuXrlqk5PN0mBxa74rx+Z297HGfKlFoWxD0qKRyqgJbHbld4cCy/smEPzUS/tet7X13H+TWjPYoqF0+07lhqbjNMWm2/GGcxkOAQhAAAIQgAAEIAABCECg3wTwDgIQgAAEIAABCEAAAp0QmE7/ajdv3rC3337T3nrzuV2+ctn0DZppMe24LxT34VPPcZXpSeDjirq9aPvPb3aVK8vUXtRYGiiBQ9/pBoqt0m19uNSZStUbpFOQZBvMazBLNwQgAAEIQAACEIAABCAAAQhAoD8E8AQCEIAABCAAAQh0R2Aymdjz58/sV998E7/62eZ/rjEP+vu/rvxM8iIP+iZP1fYrMgD7552YL9Iw+3XhAKtlNtFvP9Qrt+AfgkoVPjChpG4NP7l/8OoUvL9ODebdd/9A19iom6911R86jF/2qyQu6gs1/jf1WXxKtiTPn/mNbSG/5PUrC1osSuNnCnWxe18c3tHbcvyZn8ui6s9rmDOrc03Xq/qDx1El9ddK3BLHxcDMa+Kn0qtNL8dvi/N0Nm85/vJ4m0wPoh8nIQABCEAAAhCAAAQgAAEIQAACEBg/ASKEAAQgAAEIdEogt5s3b9oXX3xujx8/tizLzHLPg+RT81pcufj3Yqfmfd4a5rmEYjn1xLFUbNum7uZLX/JHmYDSznmj1lNV5arkm6T+WsX4Zzm+3PMgSVOPXaqbqzXVr3Jbaf62OsvfnM+NmOcio9Y0HtM4nocpnn/V15xuaX4qNU9MUql6mdRfJ8VYp9q5ft2qf3ZO/VL3+BKW3PtyP99N15jmIwhAoJKAf6oq++iAAASaCNAPAQhAAAIQgAAEIAABCEAAAhCAwPgJECEEIACBfRB497337NvvvrWTiae+lGX1RK7WVTJsVWpX0k4lGhbCWeRGAAAQAElEQVSBeGqH5fJBvPVPwUHWZVEI7EZAf79Y2s1Kj2froyn12EVcgwAEILAbAWZDAAIQgAAEIAABCEAAAhCAAAQgMH4CRAiBjgnMnhB99far9pe//NlOT08sPrI5T/4aP6MioEfypEMGNXEH9DTwIX2oXVu5MxcZplpKY+3UVxskDTTGc1+7vMc49MnedX2/QcT/f1QuvoCiGMMu5yfNVVm0SR0CEIAABCDQFwL4AQEIQAACEIAABCAAAQhAAAIQgMD4CXQdofbAgyd9M/u3f/sXu3P7tmVZv58PlcdJXdMZk32lUqL89Orrm6VDxZfPfTjU+svrujPLDWbz/BUJYDumnyHdVnRpFhRUT+dKcaT6HsuU+I2Z2x3W1V3KFE+SPqCqJ5txQDrYoBQXaYMpDIUABCAAAQhAAAL7JsB6EIAABCAAAQhAAAIQgAAEIACBnQhoHzy3XH/j1vfrv/75V/bGkyd2/ca1nax2OVm7/vK6yzV6Z7slh8ROCV+pJZO1ZmIqyBdNpZ74TRP25UNar7xUPkl5pbmW8mfu+HySRs2rFMdDQLeZpKFGfQj/0wdHpdZX2QU/2ZV9aRv7mpe0zXzmQAACEIAABCAAAQhAoBsCWIUABCAAAQhAAAIQgAAEINAWAf2p32fPn9qzZ2/Yi5fv2cnJSW+fANauv+JWAjFJx2gzAmJ36Cdw5UM6n5t53+boefL3nEl5NssPHToBfM41GiDQfwL6AMnLVKresvTZbdkk5iAAAQhAAAIQgAAEIAABCByQAEtDAAIQgAAEIAABCECgVQIXLl6w27dv27ff/i7azTI21gUiPbmq+tiUsjKpHFt8bcZDArhNmtjakMBQh6f/RFLZdhxul7tX21CxBwEIQAACEIAABCAAAQhAAAIHI8DCEIAABCAAAQhAoH0C169ft3/6p3+yGzdu2GRy0v4CA7boWYYBe3/m+mqqJMWVyrOR1GYEzshMQsitVnmwUKOZwe3e8zA7dcHLKm1nef1ZVevO2udsOopfXopBlWY+OP8d+IQwtTMlW5m3zSQfdlHdtaG+Jtu5x1auqU8V/9k1Ev9otbfMXvq9haRZS9W7fKiS5gS//lVWKv6qTG7L6+sDpPXFMDEtL63sR9PNbVqws9inhbp5XYMmfp7m8ZfZ8bawcn69yV/yLckP+/rCLwhAAAIQgAAEIAABCEAAAhCAAATGT4AIIQABCEAAAh0Q0NO/f/j+e3vx/vvxa59X9/rTcfAcRJXq3NIc9auskvrrpN19ZQKkNC6mHLxDZZVdtWt8KlWvk2wtqW5woU/2q6Rh6lPZlapyN2rXmlPPocSvW1a6RA0uxam/yavSD2tfwfM/9QoxBxNWrhHPTHkG56wv+jEf48kbJXBMLmlerQM7dsr+TOZ+JnleSheUg8k9vrhEpoZY8zd5NssP6d0beEEAAuUE/E5c3kErBCCwAwGmQgACEIAABCAAAQhAAAIQgAAEIDB+AkQIAQhAoAsCWZbZyxcv7auvv7Zs0t801z6zC0r7JXXBHJuHJrD52e3vJ+PQLAe3vk7+4JyucViXplQzZKhd8a6v2MZ2zoZ6QvAbAhDYMwGWgwAEIAABCEAAAhCAAAQgAAEIQGD8BIgQAp0RuHXrln3//d/avXv34pOYaSE9FVpUaj+2MjE4trjbincs/JSFaosJdg5KgGRia/jjpzu35a99tt1+lPRNWvovaRuz7pslbTOfORCAAAQgAIFDEWBdCEAAAhCAAAQgAAEIQAACEIAABMZPoKsIZ/viv//97+yNNx7bpYsXzy2kTIl0rmNPDTMPLe7g72nJpYxDTEM4gODa1/ptrpO730lt2h22LYeyCMDPcMxhebloK1bUPrsKSQAXuQyqrlNXlJxPx6oPTcn3VB7A//ih0QdDH5AW14/mUlwqix/WTdaRb9ImcxgLAQhAAAIQgAAEekIANyAAAQhAAAIQgAAEIAABCEAAAlsT8L1x31r/9LOP7fnfPLfXX3/dbL6nHwvfh/du04+O9XdiVd+XfPm9JX0VX5LiVF1xygclfmOphkNpi3UPmfQVv6K2cL/lKcojSbqivdRJjSukM5vK2Dh/U5t/RkzlrMlnziq8QwAC6YOhcvmD0is2mfuW1CvHcAYCEIAABCAAAQhAAALlBGiFAAQgAAEIQAACEIAABCCwLYEQtGdv9vjx6/bWW39jn332qZn2yAvJLiv5UfqspLmTppmHZsrVJXWy0NyoYpPmh0vFPtZfWrDFg+S7yhbNDtRU5Rn2eNIV59X4SscqPYdkuR0qARzd4Q0C1QR0aUrVI7rrCXPTqZwftlooNqlVoxiDAAQgAAEIQAACEIAABCDQNwL4AwEIQAACEIAABCAAgZ0IKAF88+ZNe/r0qf3xj3+0S5cuWZZNLCtoorpv6etJTpv/qK4nZOeHFBBYi4CuGWmtwT0bFPyiV/JcmvTMN9w5CgJHFKT/h2NW9Vsaxg8EIAABCEAAAhCAAAQgAAEIQGDEBAgNAhCAAAQgAAEI7E7gypUr9trD1+w3v/mNXb9+fXeDI7AQUw8jiIMQuiPQeQI4D8GqpLD0mxsqt5Xm76bcQiiXfAr5bh+jqthTe3A+VYrre7/K85o9wh3C1P135YrBy3gcvG2m8/OWW0JF7It2j18MqrRs7fxR7v7XKYTMfZVm/oaQyvOxnPWlMV42+Bca4jvv8XJLWPjja5XUl0evHPmlk3t8eSzDyudg6sdTjz1sLjeYzsfKisM4xEsIQAACEIAABCAAAQhAAAIQgAAExk+ACCEAAQhAAAItEJhMJvbqrVv25Rdf2jvvvGOnp6fRqvbuM997t5gbyS33XMDUckvS35SdWjCVcULJm2xUScPVp3Jbaf4uqlrX0w4mKWZparP4gzMw55EUSnIabbZV+ZfaUx6jspz7l89L+aZ6UrJTVQaPt16hNv9inmuRQmF91acW/Dqqn6txVX6l9sq4fd3Yt7KubM7kHniuL/f4otybWPp4nyqXo9I6KnU9SKondZ4ATgtRQmB4BHZ4clf/8fDk7/BOOR53ToAFIAABCEAAAhCAAAQgAAEIQAACEBg/ASKEAAQg0BYBPfH7xtM37KOPP7Jr165Zlu2wb9+WU9jpnABneXfEJIB3Z9gPC/FXXfrhynpe6NKT1hu931G6tcg3lVusHJO/O8xfa0nZl9YazCAIQAACfSCADxCAAAQgAAEIQAACEIAABCAAAQiMnwARQqA1AhcvXrTbt2/br371jT16/XU7PT1pzXaXhpSukbpaQ7alruwf0q6yMhPPsXQZn2xLh4yzfm1RkOpHlfXm8RcklDuamN7LxtAGAQhsQsBvSJZk230wN1mOsRCAAAQgAIFhEcBbCEAAAhCAAAQgAAEIQAACEIAABMZPoJ0I0w776enEvv32N/b2O2/alauX2zE+EiuJ0ZDDWaRUhhxEZ77vfoZJAHd2cjC8TECXWlHLvXs/0q93ZLlZUZZ+Nvxg6S4Vf5cixbfh/LTsUum+2arSAK2T6pQQgAAEIAABCECg5wRwDwIQgAAEIAABCEAAAhCAAAQgsAGB4Pv2J6eZff755/bW22/b3Tu3bRKfbIyb8RtY6maovKjavVfqoe1VZXNJbS/Qlr017eSeQpGCl0lpquJM9bZK2SyqLbvt2XEQ8cHCYlltPXgwwT8jRaXREwGdH5BJmoOgODYCukUfW8zECwEIQAACEIAABCAAgf0SYDUIQAACEIAABCAAAQhAAAKbEvjhrz/Ye++9Z5999om99eZzO70wsRAfmNrUUjfjD5FdWC812E28WN0HgU3O8HpX4L4TwPugxBqDIKBLTzqAs9kaH47gvkVt65/PN2nb+U3zZFtqGkc/BCAAAQhAAAIQgAAEIACBgxBgUQhAAAIQgAAEIAABCGxIILdp/oPdvXvb3n33bfvoow/twoULCxsT39pP0jZ/tujZX0VP/jatpp17qWnctv0xdmex7fxDztOTv03rdx1fuoaa/DhYv57ilbZ0IPPcltTlNbila0wbL4G+RNbinTGaOsR/M31hiR8QgAAEIAABCEAAAhCAAAQgAIFVAhxDAAIQgAAEIACBbQgEu37tmr14+cK+/uoru379umkLPoRgUj4vVdeufB7WScdu4wdzIDB8ApOQ+wenRk0h5v6Bq5M+iHVqsl83d72+3G8MNaqJXWya/KuLXX3r+ejnwDmWjvX7l+5hVWryL/jEWnUef+b8pdUYp94urbavHDf4Vxubx77EJ/7aiAONjfG/DfdhZb3FeZBvU4tfu24VP24iD5nlsQxeFjX142mN/dDQl3m//gurWDt+3UWKpWpMz9pxBwIQgAAEIAABCEAAAhCAAAQgAIHxEyBCCEAAAhCAwFYEcjs5PbU3nj6xL774wl5/9MhOL5z4PvnU4tZ+sMV2vY4tn+2Ph8WeftOe++b9Vvjx5eOuvJo8LWBRFWtPvV1q8k22aqUYXcFzHXlBU/dECr5Ol6r1zTuVQ6vV3L/cy6kFk+Rv7nXJTZS+IltPjwSPuV7159RmyRu/hpbHyQ8puF91KnWu0Fgbu69dZ1t9PmTuYvAyP5OTyl3mnMzP9XnNnJCNcnl0Ydrpd9TOPOC9BQJ+pcdb22rZgumjMqFb9JoBJ9RVw6MpDaoaQDsEIFAkQB0CEIAABCAAAQhAAAIQgAAEIACB8RMgQghAAAJbE/Dt9hvXb9iHH35oH3zwgV28oK9+1kZ88AReHpUXEoJaR8kvlfuQPNnHOqwBgTMCu111fAX0Gcme1XRqJL/r9cyz9dyR79J6o/c7Sh8acZW2WFnT4+9ObDl/iyWZAgEIQGDABHAdAhCAAAQgAAEIQAACEIAABCAAgfETIEIIbE1AO+0XL1y0J09et5/97At79dWblnl6QU/6ShPfk9eYWHo9LbR6nNq7LPV0qnySulpHtqWu7B/SLvxEX1ezpHp38o9Qd8ax3AYB3c3K1IZtbKxNoHgK4tPYa8/cYqC+uiJpi+lMgQAEIAABCPSGAI5AAAIQgAAEIAABCEAAAhCAAAQgMH4CO0aYZXbl6hX749//vT18+NAuXrxoE2/LsvNJMiUQ02q5dxePU/sYSg9t8GGktMrgA+kkgG7OcGTupvW5IAHcyYnbxqhORVHzBKB+zaNM8bu/t1mnqzlF31Xvap017UZmzjAraDHVr/5FfY2KPjGmmJI2nL/GErMh7mv8PvfZEe8QgAAEIAABCEBg0ARwHgIQgAAEIAABCEAAAhCAAAQgsCaBf/nnf7F33n7brly5Ypbnls3/pena8ldSS9v1SvxKqa/tMq7hRvOCvBpf8iNWWnyTzSW1aHsvplYW0bmR4vnKzFSmIYoz1dsqZbOotuy2Z8ch+PVsS7LKH11/UT5N7FZVjDXVZSzO8UoqldHyQ14QGBsBXeJDjansv5WhxoLfEIAABCAAAQhAAALHSICYIQABCEAAAhCAAAQgAAEIrEvg17/+eXQtzwAAEABJREFUdfy7v7defdX00G+eB9MTwMGCeQ5sYSZ4rZgM88NOXlqnE8M1RhVnUs0wugZLIJ1dld0GoetX2lcCuNtoRmldp0YaanDyXeqp/8F9i9rWP59v0rbzmQcBCEAAAhCAAAQgAAEIQGCUBAgKAhCAAAQgAAEIQAACaxLI7fnzN+yTTz60p0+f2GQy23PPslmSLP2NXz3luKbBvQyTl1JXiyleqSv7h7ar2KSu/NB1I3Vlf2e76bcYdjZUYUAfH1eX12jFyjQfH4FDROxXdxvL6tckln7HqA2j2IAABCAAAQhAAAIQgAAEIAABCIyRADFBAAIQgAAEIACB9QncvHXTvv75z+3ly5emp33N37Ps8GmrlrIL64NgJATaJKC8lqvxk5SHYHUK3l+nJp/r5q7Xl1sINcqDhRo1+VcXu/pCQ/yN/bnf0qLK/PSOKgf16xGuUBe7+mpiF5cq86ldMdYphMxmcv9DUVNvl4ptJfUG/5riS36eK90vCxNTjGHJr+SDfJua1d3J/QOSu508lmHlczD146mV2w5rt1v8m786z5LNf/SxTJo3DbnAdwhAAAIQgAAEIAABCEAAAhCAAATGT4AIIQABCEAAAmsTyO30dGIv3n9hn336qd25c9tOJtoT9834uY3c8xv6O7K+C++76MFU7rofvzp/vtS5QmmD6E1pbsF98fapa9Xe6vE5w6sNuecFXEGxFjT1iKWwxhq7jFl1Z/U45lc8QVJZVvjnyRNPfZydy3N2HbCnXjyPktdqdV7xWHFnWkL+rfgxtbDW9VK0V1avjFtrSivryqeifMgcRfAyP5N7l7vM/TQ/16vKvE0q2irWc58n6RpMyue+OFBL0jVcFhdteyXgV/te12OxmPgFOxcCBDonwAIQgAAEIAABCEAAAhCAAAQgAAEIjJ8AEUIAAhDYhMB0OrU333rTPv/8J/b8+d/4VGXyvOA1CgKkXtY9jTte9wKdVLIkCeASKPtpEnpJZ2d1RZ10abWdYwhAAAIQgMBgCOAoBCAAAQhAAAIQgAAEIAABCEAAAuMnQIQQ2IiAkr937t6xt99+277++VeWTTwXokc5s9xiocO5RXVJ88NFkcYtGgZWGbr/dbj99JlUN4a+/RBQBnI/K7HKGgT0sXClT7/KNWYxZIWAuPl/Fha10teLw9y9SPIqLwhAAAIQgMDoCBAQBCAAAQhAAAIQgAAEIAABCEAAAuMnsFmEIUztxo2r9tabz+0f/v6PdvnypdnX1RZShlmTSU+hNA3ZpT/t3KvcxU7T3MY4mwz0rF+nJcoDi1/v7GXPXByEO4mdyl0dJgG8K8G15wt1UasT/aMRE5dernZxvB6ByE+35b4ylG/SeuEwCgIQgAAEIAABCAySAE5DAAIQgAAEIAABCEAAAhCAAATOEcgtz3O7fuOa/eu//ZvdvXfHlBAONrW4te/b+qs5Q/0N4KRkbnVMat+19OWtq937RXy+SKzv6mxf5s/98LBMCUtp3kSxIQGxkzacVjtcGcnaAXQegoBuM0n66BzChyGumVipFD+VW8YRp3b1X4l8S9rSP6ZBAAIQgAAEIAABCECghwRwCQIQgAAEIAABCEAAAhCAQBWBk9PM/vj3f7A333xuk0lX++9Vq9e3x5SAD1ESLskPW3sp2qTWjPbQkNgpaa+yh+713iWxS0rX5LZOd50A3tav8c8Ljl4abKTuv0l9DCB9LFK5oY9xmmLT7XjDuQyHAAQgAAEIQAACEIAABCBwnASIGgIQgAAEIAABCEAAApUEQgj2zTff2O+/+72dnEwsBD0ktTw8Ph3r+/Mqy/72bxqtPikdD61UfNLQ/F7HXz99cVgq40HLb2IntWy2RXPKLUktmtzClLJcW0xjSrsEuvwotOvpZtYONTp9sFK5hh86BUm2wbw1TDMEAhCAAAQgAAEIQAACEIAABCAwbgJEBwEIQAACEIAABOoIBHvy5LH98z//s125cqVyoJLCSRoUPGmsEvWTwCKlUnAvZVdSWeg6surhCUxy/wDVSR+wOjWdsbq56qubn/pDyONvg5SWebBQozr7TX3iojHBGW0ri0/JluTZs9xsIf+YLP26gsbPNFu3On7r8Gc5/sxCKMq5B/d7h/V13jQ91Jxf9ddK3BLHxcDMa+Kn0qtNrxiGxifN5i3HP4s3eMxFNZm2+FcD/FzHMo1O66hMbSMsCQkCEIAABCAAAQhAAAIQgAAEIACB8RMgQghAAAIQgEADgevXb9i//duf7e7du55niBvycUbc3vfDtOeevvpW5dS8w0elvmKpPqnYVlb36bUvrbC6e598Ms87aXKZ3dSm/jolW7OMw9lIT7XYdJ4zSLbKyrMZ52sar1aVVVL/tjrL35TnRpQ/URxJaR3FrKezVaa2bcsUVzwXOh9zpfamctt1Na8pfq2tcTPpDK9q1lP3ntipTOPETlLMsijOVUpzqkoyUFVkaB8IAd2iB+IqbkLgiAgQKgQgAAEIQAACEIAABCAAAQhAAALjJ0CEEIAABNYh8Kc//YO99dabdu3qVU8AK+VaPktJtSSNUF1lV9pHdkFJvK78x26fCOhMJ+3ulyztaoUE8K4Ej3W+/n6xNNr49dGQRhsggUEAAhDoigB2IQABCEAAAhCAAAQgAAEIQAACEBg/ASKEQCOB6XRqL1++tMePn9jDhw8tz6uTv43GGNALAkqaS4d0Rk/ItvGEcWcx6JFeqbMF1jNMhms9Ti2P0k0uqWXT+zJ37muX97Wwr6NP9q7r6w6VVPo3f3c5P2muSveXFwQgAAEIQOBoCBAoBCAAAQhAAAIQgAAEIAABCEAAAuMn0BShNt/NE7+v2xdffm4ffvjCJ8zavHLQl3btkw7qyMAW19mLysyU25QOFYK+IvyQ65+P26EsGp1SzGF5uWg7qwTvC57fks5au6mRAO6Ga4XVId1WdGkUtPS0r+KoCLHLZv9gmH8w/Pay2yrxc1eILSaAdZzMxgHpYINSXKQNpjAUAhCAAAQgAAEIjIUAcUAAAhCAAAQgAAEIQAACEIAABCzYX//6f+z69Sv2xRc/tZ9//bVdu3bFbLG/bwf5Cb4qu/cOYYuX2CnhKsXpHb/FS8UXTaWe+E1L7suHtF55qYRvkueWFk650379z3JYqp/NDh5MaCO/dWayseaeNY5hQOsEdJtJWr4IWl+qM4PJ/84WKDGcWKlMKhm2c5Ns7xCfPsRJO/uCAQhAAAIQgAAEIAABCPSfAB5CAAIQgAAEIAABCEAAAhCYEcjsytUr9uC11+yrr39m9x/cs5j8Ne2528F+tOuvxZWrS9Ix2oyA2B36CVz5kM7nZt63OTolgMtsyjup2Dc7zj0RnHv+KPey2NtFfdKFUTPDLAQ6JlD34WphaZlvwQwmIAABCEAAAhCAAAQgAAEIjJwA4UEAAhCAAAQgAAEIQGBOILeJZ51ee3DffvGLr+3dd96xH3/4wfO/Yd5/HIVye1EjDDedyVSOMMSOQ0rkUtndcv5R7M44lodHIA/Bkrb3fugzPfvb/Wdv6JDwHwIQgAAEIAABCEAAAhCAAASOngAAIAABCEAAAhCAwDKB69ev2ccff2x//Lu/s+D5huXe4znyLMMogl1NlaS4UjmKIDcOYhjRHzwBrBtAlcQ8hG6/FiAlO8vK2fqrl7da11cIU7/JJQWvS+blTBb//qxt/RNyt1ejJsO534CLOhufu4/yex5/VjwPumxmCj6/Vg2+harzG389xtfUukkL584+XKFh/cWUYiVOd9sWFsnu3M/TGQfzdg2aOIN5/MX5hXooW78Qc2Ho8VSJFAIQgAAEIAABCEAAAhCAAAQgAIHxEyBCCEAAAhCAwBKB3H788Qd79fYt+/O//qtdvnTJJr7NPvG9/izLbOK5ECnLMsuyzNJP6R77fN89jdm21O6+MgFSsuHuWFLT2upP8+rKZG9Rzgfnnv+okoY02Vd/ldaZrzF1qssvaZ5niCx+3fLZ6Yrs9Dd5FavG1Cl4/PUKMQcT5uc7lZ6dMikdRz/mYzx5owSOySX1163f1NcU/5l9rZY0sQRlcW5t6m7lruCyhZrWz+cxaZ1Vaa76VVapzn/1uadVU2nvjkC6UFR2t8o2losX2Tbz25ujW3N71rAEAQjshwCrQAACEIAABCAAAQhAAAIQgAAEIDB+AkQIAQhAoIzA5cuX7X//7/9tt+/cNs/s2aSQ6C0b33XbPrMMyvYkdR0X9g9BYHhnlwRwa9eJTn5rxnpgSJeG1ANXylwI7ltUWWdDW7zr+/z4OyINY7fuln1pawNMhAAEIDA0AvgLAQhAAAIQgAAEIAABCEAAAhCAwPgJECEEzhHQg2UnJxP7r//6T/vkk48896tnbvU0pEozPTFanKSnR6Vi25jqik0aU0z7jEXspH2uOaa1lJlKGlNcB4wlO+DaY1y6gWf6WuiGYQsySvomdZr4XaxIBQIQgAAEIHBEBAgVAhCAAAQgAAEIQAACEIAABCAAgfETWI1QCd7cMs/wfvmzL+wf/vQnm0wyyzIzbcevjt7Hce6LJHl1Ly8Pd7GO4l792uRF5wAquQeTNAB39+SiQ1ms5GdY2Wlp0VZfCRuMrbfU3Fv0VEng5hmMKCEgdEVpSDpWfWhKvqfywP7HO6T7Ep/ynZcLl/wDtqivUYnD3YYlFT8Ca8wvHZL+CymWaaDWSXVKCEAAAhCAAAQgMHIChAcBCEAAAhCAAAQgAAEIQAACR0Yg7Ysr0Rvs0aOH9r/+5/90BrlNp7mpN27x+1a8SiUUvTO+usqFKQ2gdeMiHb8phiTPfce/i6sl5YPijaUaBiSdI6nW5Y46E8tUdrTMBmaV45H8AlZeSSc1zk5nNpWx8dybEr4hyy1Jn5Lcg8u97dzgFhrkaZI8TibVluqUEBgIAX24dCtXORCXcRMCEIAABCAAAQhAAAIjJEBIEIAABCAAAQhAAAIQgMARE/CE1iuvXLf/6//6X3Z64cRBaM9e8uqeX2lV5eqSunRBiTapbI19rF+2bhttyXeVbdgbto3KM+xhpSvOq+dey325J3+VBD43rKsGLe9qOwHclbvY3TeB9OTtvtfVevow+H8ci1+bUVup/AoubV+nUZe+tM7Y1TFKPq+2rR7LtrTazjEEIAABCEAAAhCAAAQgAIFRECAICEAAAhCAAAQgAIEjJ6C//fuXv/zFnj//G7tx48baNPTUrLT2BAYeFQFdG9IQgw7Kb51zfJdc1jlj9Q2+lNLWEhmqelT0bkSgrcF+hUZTqYwHhTddujqclxpWJ5uP0xQEAQhAAAIQgAAEIAABCEAAAhCAwI4EmA4BCEAAAhCAwFETmG+5/+Y3v7HPPv3Url+/bqenegL4eKgoJXE80RLp+gTKroz5B2bJSFnb0oC1DuqsTPQbGnVqWqFu7np9uYVQozxYqFGTf3kIVqfg/dtpaiEUlCuGdBy8b6Ym/0Jd7OqriV1cmuznHl+dQhYFEn4AABAASURBVMjcV2nF3/gErmKatYdQUTb4FxRDjZb8129GaN1CYygyXvhgc599oJ5U1newVyj3+HL/vOU+d1lTvy6mbqciLh8fzknjJc1ROXUHql56Sliq6h9hOyFBAAIQgAAEIAABCEAAAhCAAAQgMH4CRAgBCEAAAkdPQLmJZ8+e2q9//Wt79fbt0uRv8LyAtvx9I/7cPrzvrlvumavge/B1MNVfp7q56qubu06fbJTJ0w4m5R6jNLXcw8w9Ts8JeK7I5lpnjV3GlPlWbNN5qpXz1/r5vEx1HUtFW2X14PHXS7mUatkseePclsdMLZgUCn6V1ct8KrbVxu5rl9mctfnqnpvKPb4o9yaW7o9PS24XlzI9+Rvm+S195XOUj5c9vzzMdMEvyWLcuY+pUpP/esLXP0ZLfuh5SE+JmaT+5U6OIHAwArokVxbX1Zu00hWv4NU2jiEAgYMQYFEIQAACEIAABCAAAQhAAAIQgAAExk+ACCEAAQiIwK1bt+y7776zR48e2eVLl9SERkZAaZmRhdRxOCX5rfmKYlmmefdWhexVTlSniwRwJaENO+Kvsmw456DDdeqlgzpRsXj1B6Viwp6bc19P7CSv8oIABCBw3ASIHgIQgAAEIAABCEAAAhCAAAQgAIHxEyBCCNiPP/ygBwzt7//+j/by5Uu7e+dOfIoxoVGapKjUvu8y+dDVul3b78rvdex63tAmnqJRjNXjNUqqHlHXI9tS3ZjD9ik2aXMv9OTvJGTOMIufFevgR5mpbA27GrfGMIZAAAIQgAAEIAABCEBglQDHEIAABCAAAQhAAAIQgAAEIAABCIyfwCzCy1cu2a9/+429+9479vjJo1ljyfs6yamSaYNqGkOMnufli1Yrr7p+nuFNvCIBXHlyx9ahU13UgePTr3fo+9CLWri0ySW8mNRyRU/5riotIY6pTgkBCEAAAhCAAASOlABhQwACEIAABCAAAQhAAAIQgMDxEPA9/ffff89++tOf2IcffGAnE98n9zbzPf5YKJs4p6HjSeF43txaIdNVu/dau7WF5oZkc0nz9qEW6U/RBk/FJKVYFGeqL8r4LKsPXirPeptqsllU0/j996/GpuNqL4IHE/y6LyqNnghoOmip9E+aJdV7tryg5iy3cASBvRDQLXovC7EIBCAAAQhAAAIQgAAEINAyAcxBAAIQgAAEIAABCEAAAsdF4M6d2/a5J38/++wTU9I3quT50WKCqli3Fn8OkV1QLEkthjIgUyl6lcntYj21DbVULElNMRziCiz4pOWlQlNZta0EcJlt2npNQKde6qmTwX2L6ql/i9+36Kt/+AUBCEAAAhCAAAQgAAEIQKATAhiFAAQgAAEIQAACEDgyAhcvXLAX779vH3/0kV24cGpZNrFsRRM/PvF984kr4ck8STVxpeN9lRNfSPKik5fikjox3rFRPf3btIRik+rHebI0Pu26OWldE1K9/QP2Ki5pSxcyz21JW06vn+afJydvknm9bvDmZ6bOGn1HSoCwIQABCEAAAhCAAAQgAAEIQAACEBg/ASKEAAQgAAEIQOAYCXz08Uf29dc/tydPntjp6YU5gln2KYTcyqRBIczGqI6GTkDnclVDj6n//sdE75ZuNiaA9QHdTeUf/pBuCnmwUKOmuHK/gdQpeP9Oys39q1aTfyHFWVXWxC4uTfbrYldfCJnN5JxDUVNvl4ptJfUG/5ria/I/LPk0X19rztub5ivGOpXan9uu75txq17fLwyTqkccTQ+BQgACEIAABCAAAQhAAAIQgAAEIDB+AkQIAQhAAAJHR2A6/cHee+8d++KLz+1nX31pkxPPldjUJtobz31/3KUnRfU0p8oiIO2/62lTz0J4LmK+97/W3vzZ2KK9srrWKJVyDFLDemU2l9o8PnMFz+/kBU09fik02N+1f8mXkgPlkGo19y/3cmrBz9yMbe51qcRkbPK0kkV5zCHKZ4cSyWJsn9kNvk5R5udAKrap7pY0s/G6iM7UvNXG7mtrrTr5ELnnCq78TO5d7tLVbn6uV6VrXaqyrblRzkPsq9TkvxK45xLA3rBIw7v9OhuaX4OPrhkBJxofqF4tZ728QwACEDhWAsQNAQhAAAIQgAAEIAABCEAAAhCAwPgJECEEIHCcBB48eGAvX76wX/7yV+bZOssyz5F49slfDmT+riRUiXyAT5mNUR1BYHgEenr9+sfQpAagk4b+I+4WGqmMok661Gc88l3qs4/4BgEIQAACAyaA6xCAAAQgAAEIQAACEIAABCAAAQiMnwARHiGBPJ/ajRvX7Sc/+Yn94Q9/Z5cvX3IKwfTUozImkjeYnvyVVB+TYpxhTBGdxaIne7uOr2v7Z9FsW9MVLG07v+/zlBucmN777mmP/NMn3pWuXpU98g5X2iKQu6Ekr/KCAAQgAAEIQGCFAIcQgAAEIAABCEAAAhCAAAQgAAEIjI/AbF/80qUL9sEHL+x3v/ut3bt318P09nk+ZMxpMw908RpDnJ7NMmkRFJUCge3OsBLoSQVjvaySAF6cFqEoatExr/jHRDc4ad7Sr6Lou+oH9k6cMv2nUKEDu1e+vPsav8+9vJdWCEAAAhCAAAQgAAEzAwIEIAABCEAAAhCAAAQgAAEIjJCA9sfNskmwjz5+ab/81df25ltPPYH4g2W+b56FYJn2/e3sR3/jt0xnI7arBZ8mb6rk3a2+FNaSWrW+f2PpnKREpcrkheJM9cZyzQGyWdSa0/Y4TMneVW22vBhKm83a12jlBIuarauWWY33DQgUbzsbTDuqobpFdxhwNK8PbBdrcH67oIpNCEAAAhCAAAQgAIHhEyACCEAAAhCAAAQgAAEIQGDEBLLc7tx51V68eGGff/4TOzmZWAhTD3i+Z659+SRv7eqlJbqyXWVX2YakqjG0D5lAOrsqt48jJddVdnmd7ublLL5dE8AzK2N8D45GGmxs7v9Yv+E7fqoUXxsfgcGeYByHAAQgAAEIQAACEIAABCCwTwKsBQEIQAACEIAABCAwcgLXr1+3p0+f2u9//3u7cOGi6W8BhxA35GPk2pFP0g59bBzhW3qadYShxZC6jm/il4wUF+vjmx7llfrom/ukz5Y+Z17d8iULk7FmCLdkUjnNr9bKvmPuqIt9t8vznGWdgiRr2fa5xWiAAAQgAAEIQAACEIAABCAAAQhA4IwANQhAAAIQgAAExk7g9PTU7t29a//xH/9hV69eten0R9OWfDHuEHJLMt+nD4XksLX4QwagRZiYGhSBNq/9iT6gu+nsAx8KH/5FPQ8WatREPvcbSJ2C9++k3Nw/acXPMLXgsswHnPt1iFn23Dx/HspiLrbVxC4uTfHX9ece+8yHzH11//04LDTz/+x4tX92XGd/pz799kSYmGKs86F0jUytzt1yU4y5M8zd3pls1r6IdRZL2TqyVK/ZOm6xMOzs/BYaqa4S4BgCEIAABCAAAQhAAAIQgAAEIACB8RMgQghAAAIQGD2Bk5MTu3Pnjv2P//zP+ARw5nv0k8nEJr7Hn7mC789LuedEkqZhhqVsX96zEyaV9RXbZhbOv/vyvpJZcewmda0tnbe80pJ7fsAVPKeTFzT13IQUQnXuoY2+FW/OHcb8Su4+VKnCP0+gWNQ5i7MGP50W5TGHGs1Gl78HX1upM62jelFTCzud/7RiU/xpXFkpf8wyuecKrvxM7l3uMvfT/FxXKTLyi1GlzX/0ZLPkxty6z3QOeYXmUxqLYkbKl2scrwFiY/4p8aVLPid+Bjy/Kbsae+TKKuKf38EqemnukIBOidThEpiGAAS2J8BMCEAAAhCAAAQgAAEIQAACEIAABMZPgAghAIHjIHDz5k379ttv7fPPf2JZVr0xr6RaksiorhL1i0D1GeyXn4f3ZvscYKeM5Za0FqBqT444AazQpTI4IiutRZdBByGgcycdZHEWhQAEIHDMBIgdAhCAAAQgAAEIQAACEIAABCAAgfETIMIjIBBCbq/cuGGfffap/bf/9o+mpwqzLItJ4CzLjoDA+EJUZksaX2RHEpGfPH3ypPiA8g5hk0FbgudkRVTPrSct9XOwFoHILrfZ12fbdj/zU1E92e3HR/OrR1T3pLkqq0fRAwEIQAACEIDAKgGOIQABCEAAAhCAAAQgAAEIQAACEBg+AW3Am125ctnefuct+/Of/81OTjxd5FmnWd73cBFq1z7pcF4Mb2Wd0Sg/h/rKYml4URzeY3FL6sybeKJm1v10zSrp3RsW3V5PzduU/oneZtoQ5yjUolZjcKQxcenlahfH6xGI/HRr3pFhnF48V6me3NAaqb5JqXnSJnMYCwEIQAACEIAABCAQCfAGAQhAAAIQgAAEIAABCEAAAqMgoCd/L1++aPfu37P//t//bHfvvmrZRNmmuDl/kBi1Mrv326EXu1aTltu5MehZe+PnJytlvFTqU6fUmp5NFUDvNouNtvOP7O9sZHwGdJtJGl903UUUL003r1L8VPphJy/Zl7Ywnvm8pC2mMwUCEIAABCAAAQhAAALHRoB4IQABCEAAAhCAAAQgAIHxEMg8wXTr1k3713/9Z3v7nTcti5miqQfY5Z6+m695pZVTIk5lzXC6KgiIW+7nV2XFEJprCIhdUs2w9rrShT+3qEPPYKV88Lx1pdCglaayw/ixLutoaKP74AR06qSDO1LiQLr6UlkyhCYIQAACEIAABCAAAQhAAAIQGAIBfIQABCAAAQhAAAIQGA2B3LIs2I1Xrtuvvvml/eqXv/TIMsvCce3lOwKP2UMf4SudyVR2EWL/+Sl3lnnokhcDfFWev9ih+KT6wJpH1M8fQa9oSUMK5dAXbROr5F8qm8Z7v05Bkm0wz6fyggAEIAABCEAAAhCAAAQgAAEIQKALAtiEAAQgAAEIQGBMBLIss9u3X7UPPvjA/vznP89CO7Lk7yxoG0UWYpFSsbOflF1J5VnPsdXWIbDOmP1ySx6lMq6eTrTK2LDe204JYH1PvJYJebAqqX9b5fMbT/ByW52tnXu1KD/UK/2qgkodRwltUmw42JsYzJRZHpLM6858DS5Njledt0V7yC00aupjpOST+XHmalp93h8vWl2KSWI/8RhVypbsFu3L9kxzC5VFCJqXJDuu3OfOVTmRjmoC9EAAAhCAAAQgAAEIQAACEIAABCAwfgJECAEIQAACIyOQ26VLl+zBg/v2v/7rv+zCyYknQYNLeROLT8QW0yTB8w/mPyq3lU+vfQXv1eqSV+NLPkieIIjHdWvHAWu8yd6S1pijdTVMZZXU35WUo5HtqrVzPz+eMrIkjZUU58TBqtTxLkprx3ORu9G51C67qVT9ENL6MymPVJT76g7lntvyovIV/OoPNjEpDZo414nPm3g5s+05pZK6xuferrJKOofn5HOmrsVcT4MFGfAyFcqU6XAx109yWFKc4Tm4Wal5ZZKdsvYjbxPapCNH0Ri+X2CgaqTEAAiMhQBxQAACEIAABCAAAQhAAAJvrIE0AAAQAElEQVQQgAAEIDB+AkQIAQiMk8BrDx/Yf/7nf9prr702Tx75/v4BQ93n6imNofKAIbN0ZwR0ZpN2WWSfV+XcT7k9r7ZZHHECOHeOkheDfPmpC65B+o7TEIAABCAwQAK4DAEIQAACEIAABCAAAQhAAAIQgMD4CRDhCAmcTCZ2//49+7u/+4O9ePmuJ3+nHuVZfkRPjHrD4qWnR6VFw8gqik0aYlhKT0qH9F3Xi3RIH2rXDp5RlWoHVXX6XFPuTWXVmN3ad7cu36R6P7RO/Qh6e0rAb86Z6xDe6c6otaO2dEB3qCQru1AVm7SNfc1L2mY+cyAAAQhAAAIQWCbAEQQgAAEIQAACEIAABCAAAQhAAALDIzDbJ7967bJ9+eUX9t1335lpX750T17Rda+ZR2Yqu19ttkIxA6HwlRuUZr3DeI9+u6vyO8kPD/LKHah0kMVLF3WHFu1OKuawvFy0nVXUmrRoLU5fNHZTWWupcw6u+tI4IE4gARwx9PFNp2ZVyc993hrTml7GD43W1sXlx9u+4vRibLrkdZwMxgHpYINSvkkbTGEoBCAAAQhAAAIQgEA9AXohAAEIQAACEIAABCAAAQhAYGAEtE+e28npid27d9c++fRj+/f/+IvHkHv+N1jwvf6URFRZTOZ5l49r/xXcpLzyovOXYkjSk6qqa1H5oHhjqYaBKPrraRT53qnLc+PiVZQYzrv82km1Q5bKJ0kORU/rLsBEUu5YKr06fy1aNCUG51djfMjRy6VfR9CA+aSWCnma1GhdjiqmJRVnyd/1HNOa641kVM8I6CRL+3QrXnm+oEqtrdIPW3/JruxLWxhPH1qVW0xnCgQgAAEIQAACEIAABCAwI8A7BCAAAQhAAAIQgAAEIDA8Alk2SxhduXLJPvXk73/913/axUsXPBDtvXtxgFdaWbm6pC7dEAGpbI19rF+2bhttyXeVbdjbxobWlraZ2+6cyjPsy6QrzquFl7JOuSeAi7/0UOjeT1WuSWuvthpnjMJn1xvZNAHsBnlBIF1UqeyAyOr13MESmIQABCAAAQhAAAIQgAAEIACBSgJ0QAACEIAABCAAAQgMlkCwbJLZJ598Yn/7/fd29+4dO5msnw7SE59SV+F7/s2kruyP3a7YSWOPs5P41gKnz4rUgQfB4hewxxSY163Dn44i6NBjTB+QwL6W9ku/4wt/X5GwDgQgAAEIQAACEIAABCAAAQhAYHgE8BgCEIAABCAAgSETyLKJffzRR/bVz76yN954Y8ihbOW7Zxi2mtfHSaRKWjwr8cLYL9G45M4hbOfzJIRg9cq9v1zyOeTbLay5Uu7rV0n98k3lttL8OjXZDaE89kW7xy8GVWqyXxV7HqYmBecz09TPQzpXmdd12Uy8rOdf5deivSG+Jv+36pfr8TvVg8eYNC3UzesatEZ8Cz4hsoisCudkK/+YVE6AVghAAAIQgAAEIAABCEAAAhCAAATGT4AIIQABCEBg0AS0s/7s2VN78eKlff31V3Z6clIdj++l+2b82d76fL99asH0Fbnab6+eXN2jrEX6ktpUptHFBzBlv0oarz6VTZLNJD25nOq55z+kqeUeZu5xujf5mWS/SlpTfSqrpP46Vc1L7Ys8jZ+HYn3q50H8p34e9FXLUpqj2FK9qQwef72CMzkvJ+XEztqjH+5TcDlIJXCidFynRv9W4i4yiHVfb2bf3M8kz4/5KfTQ3JV8JpvOSh/vJr1uUUvrR3A+MTbqCg0+JrjdMk29fRr782gzlNajj75gVakncPV5jEumN2+YrW6+RrBzc3294PnBmXKbxZ9KH++TfYi329yn3Mtyaf20LCUENiTgV+qGMxgOAQgMkwBeQwACEIAABCAAAQhAAAIQgAAEIDB+AkQIAQgMn8Crt1+1jz/5xP7uj393sGA8R7X3tZWtkPa+MAvuiYDOrrTtcvu9Kms9Vae0VSiamFRvgARwPZ8D9urUSAd0oXJpXVzyTWXloOqO+DnbYX615UKP7EuFJqoQgAAEILANAeZAAAIQgAAEIAABCEAAAhCAAAQgMH4CRDgCAleuXLHPPvvUvv/+93b92tVzEekhyKLODdhTg3bupT0tN7pl0jnsKrCu7Xfl93p2g01CFrVlhsuafnRt72ZbFqTdrTT5Sj8EdiegpG+S7XbR7u4MFiAAAQhAAAIQWI8AoyAAAQhAAAIQgAAEIAABCEAAAhAYBoHcPvr4pf3mN7+y+/fv23T6o1nM5OXW/NPuiKYMgDyS2lq1uF5MQ3iD5/jaMt87O4pN6p1jnTnkJ3Rh289wvK69XLT1p1L09NBeKYV8aB9YPxLQqSgqNh7uLX6A/BacFbTwZsNLOH4Oi7FtOH+xbrHiftmqUr/WSnVKCEAAAhCAAAQgAIGtCDAJAhCAAAQgAAEIQAACEIAABAZBYHJi9uUXX9jXX39pLz944T7/aJMTbcxLNssDz6qmn4nXJdW7kDIA2qUvKq3TRuIypi88BpWKQ6Xse5PJfizVMFApJklxJaVQFF+qt1VmDiyto7Itu9vbSVfO/EpaBO2OWlHlKwQPInhuq6g0crKwlVp2L5O3KuXx5hY1s6jNLZTNkMWydtqOnoA+REcPAQAQgAAEIAABCEAAAhA4SgIEDQEIQAACEIAABCAAAQgMgcBsH/+Dlx/YV578/eLLz22a/+COq13SQ1QqvWn+2i5BNZ/cUqEcnLSLOcUhldmQbamsb0htik8q+qyzmXvjGOIrxlVe90BLO0RBKu30xro+7+76peWlrtdpsL9uArjBDN3tE9Cpkdq33GgxW+PKDO5bVKO1igE+36SK7p2bZVva2RAGIAABCEAAAhCAAAQgAAEIHBMBYoUABCAAAQhAAAIQGAiBySSzZ8+e2M9/8ZV98eWXduniRcv8ny39nO33T7xa3P7XsbQ0fMcDXyJ+d6fKHU0d5XQld5PqGNb17QpO14S0q53DzG8mk3luS+rEP18+c8OSed2rW7yU25K2mFqYsruFgjGqYyGwelXuEFc0FS/1HYwwFQIQgAAEIAABCEAAAhCAAAQgAIHuCbACBCAAAQhAAAJDInDjxg371Tff2Oeff25XrlyZux435ed1FbP9+dm7jrtVWj2VXa3Wtf2u/N7U7mqc6TymclN74x+/SqzbiPt8HiYh5FarPFioURO6PASrU/D+nZSb+1etJv/CwePPLAQpeFnU1I+lYltJvebcxPPWEN8SH/3qT+ZAY6M+JCXrhdQm36Z27peJrPDjJnKPLY9lWLkOpn489RjDTjpbTX5L+rjxew1nXFqoYQICEIAABCAAAQhAAAIQgAAEIACB8RMgQghAAAIQGAyBEKZ2ejqxb7/91j777DO7/eqr7ntuWXZiWZZZ5kfa7rf4KKlZNtukP7cX7zv0JoXFvv9m+/VW+Alez13F19TtJqU1PDFgSamtqizaKtY97WBS7vkPaWq5m8w9PvcgP1OV3bbaiz6V1WOOxtlXls5HvuReTi2cPxd+IhWnlOzrvOrpXJXB469X/fl0aPFcBF+/qFJfVsZofPKpqqyMOzEpsSm7wa9vKff4opxMLH28T01uryxbvAJVr4vdI/Q1cjeWR5vBbZ5Xk//KRPkpWvbDG2arm1+PwWpt+EBf3mYx+1g/mNXn/qX4K8rZ2OK85br8W3ZukEdOdHZLc++LdT/ktQEBv9rWHZ0wV42PpjSoagDtEIDAEAjgIwQgAAEIQAACEIAABCAAAQhAAALjJ0CEEIDA8Aj8/vff2YcffmiPHz+eOx835b3u+/Kx6qUf7esVl9zXYqwDgXME9nsF1n661Cmd87GsYe2BZZNr2wacAJbrUndwasnt3CnfpZ0NdWBAHxRxlbYwr+nx7/tuOX+LJZkCAQhAAAKtE8AgBCAAAQhAAAIQgAAEIAABCEAAAuMnQIQDIhBCbtKXX35p3333nX300Qc20aOgksehIouPiyr3kJmeFJVsjz9x+Y7XyzwHIXW8zEHMw0/YlVuSVN9UfnEsHhjddO5642efrvXGlo+SBWnbGMutrrZqhdW2gR3rZJZpYGEM3d3iKYgfrqEHhP8QgAAEIACBYyZA7BCAAAQgAAEIQAACEIAABCAAAQj0jUDmWc93333H/vlf/ps9fvLI3dPGvBeWStU30XDHdps62w8XnTVpP6sNbZVuzrB4K8kubZPK6sarbs7NgBLAcrWo3Im4/IZnZerdDa/ou+ru/iFfkZn4FbTwZ8NLWJ8YU0xJG85frFusuF9Wp+JY6hCAAAQgAAEIQAACrRHAEAQgAAEIQAACEIAABCAAAQj0joCSv6/cfMX+5V//ye7fv28T/a1f35LPJmGRIll1Ov4JYN+uXy1Xx216HHzC6u69N8WXUg+x0uKbbC6pRduHMJXOh5KQSckPxZnqbZWyWdTCbm8qfpHGbGyxrHYueDAhy21Z5sdStvg8+LBFXdZ03RaltnXkHzNLytaZcG5Mmp3KcwM6adBqnRjGaN8J6DLvu4/4BwEIQAACEIAABCAAAQjskwBrQQACEIAABCAAAQhAAAL9JHD5ymX7X//zv+zdd9+2W7desZPT7VJRbUR3iOyCok1qIwZs9I1AOrsqm3zb7QrUbKlplcp+TZYqB/SjoykB3A8vS72Q61Jp5wAa5bvUU1eD+xa1rX8+P/5OxLbzmQcBCEAAAhCAAAQgAAEIQAACeyTAUhCAAAQgAAEIQAACvSMwe842y3L7y3//s/3sq6/s5s2blnmOLARloKQzpyd+WNRZT3s1edRkrevsQHqys8mPPvbr6d8mv7qOL10jTX4crH/1seiNHWm4Av3zs7HJNME/Y5oumddT82Zlg3+bGascrVUqO+k4dgJrxB8v8HiprzGYIRCAAAQgAAEIQAACEIAABCAAAQj0jwAeQQACEIAABCDQZwK/+tU39qd//JNdunTJQshdcWN+yWV26ZdwcACBagLnPz6VY4f8uZqEPFidKqOed+QhWJ2C9++k3Nw/KXi5Ku+c+3GumP+KRIg3Q90QK9R5/JmFILnvoaipt0vFtpJ6g39N8Z3jstIQlnyar6815+0rw5cP/UOSe2x5LMPKdTD146nHGLaUmG3y0dLvMkjuzNLfDl52maMNCDAUAhCAAAQgAAEIQAACEIAABCAAgfETIEIIQAACEOgZAd9Tt6n7lNuVq1fsyZPH9v/8P/+3ZVlmE98CzzIvLYt/29Q34U3KZpv0i71435l3C25nvs+fcjhprPICaou5ofkYta3KCj9p511NnhawqIq5U2+XVu2tHstWrXLPAbmC53nygqaeA5CCr9Olan3zzsjP2VeWc/9yL6cWFuck97rkJkpfkW1mfj59lMcdKnV2joOvsSqdb2m1vejLal/xuNS5QmNl3IlJiU9F+z5M7rmCKz+Tk8pdTsBX82vAz7cVNE//OZ9QqtznSroGk3QOtLZPsKQm//3j5p80d6H40nnxY30eZK/Whg9yBL5cWJGfhbJApgAAEABJREFUgTA9i9fPb14iX6bypbXVWbe+/NeYnsuJ9txD3IMABCAwJgLEAgEIQAACEIAABCAAAQhAAAIQgMD4CRAhBCDQRwKZZVlmt27dsvfefdf+3//3/7Or1665o55N8sShVzZ+bT/zbCnZODuiBoF9ENjxqsvcxySvtvbayKYGt7byRoZ6nACWa1IZHJ10aaNYGQwBCEAAAhCAQDMBRkAAAhCAAAQgAAEIQAACEIAABCAwfgJE2GMCF04v2N17d+1//I//sDt3X3VP9RRksEn6lyl3YnZimU32nCrR06npCUzr6Kdr+x25vZbZffBby5GDDsp8dcmLUb70+ZQOG6M8GBBe3clc6dOvckDe4+q6BHIfmORVXhCAAAQgAAEI7IkAy0AAAhCAAAQgAAEIQAACEIAABCBwOAKzffEnbzyyP3z/t/bmm39jJ5PlNE47KaXDRbjuymOI07NZWz6zvS6lIY/b7gwrgZ405Oj34fvynWMfK1auIVeKWh3oHxUlfKXVLo7PExCnzP+zqNL5GT1ocX/j97j3wBVcgAAEIAABCEAAAsdGgHghAAEIQAACEIAABCAAAQhA4IAEtD8e7MMPX9pvf/tb+/bb35ke9M3DNP6937jlv+Jd7jm0Mq0M2/jQszFxp14eJSUj8iPV2yplc0ltGT6QnXROUqJSZXJFcab6wcq9L+wXqq1qMyfEUNps1r5GF3Obqu9r3fp1+uNJvZ8rvemWo1K3opVuDp1Ax1yieX1gfanWXzqvSa0bxyAEIAABCEAAAhCAAAQgsEKAQwhAAAIQgAAEIAABCEDg8AQeP3lkX//8Z/a73/3aYta38PxoV7vxVvITt/9L2rtsUnxJXa6D7UMRSGdX5fY+pOS6yi6v09283D6+NmdWJYDbXGM7W8Fdk7ab3YNZ7r9JPXClbRfip0qxjeEj0DYc7EEAAhCAAAQgAAEIQAACEBgUAZyFAAQgAAEIQAACEDgwgel0anfu3LZf/vKX9vOf/9wuXbpk0+mPFkJw6WGpmYN6ejRp33/7d+bB7F3ZAWl21P57irF9y/2w2HV8XdvfmaIe5ZV2NtSNAV3bu2W/ZEHqxr91rR7eg7U8jRnHtUYyKBHY5fJMNgqlTkFSfFS/0EcVAhCAAAQgAAEIQAACEIAABCAAgQESwGUIQAACEIAABPpA4OqVK/Zvf/6z/frXv7YbN66fcymEPCaCi6UGBU8Qq2xbLWcX2nYPexDojMCYrv3GBHDuN5A66Qazk3Izv3e5wrLC1ILL4t+w9cyjfmVhcUrl9kyztc/f/IIblRZTOqjkzkZmg5chZO5vUR5PaJbmVynkHrd3hnksZaV3l7/cHwsTk41Q40fp5HiF+4nRt/yrHt2Y8bb4VHMWpy3HXx5rHFj7Nl9Hay3GFddaNFLZFwHWgQAEIAABCEAAAhCAAAQgAAEIQGD8BIgQAhCAAAQOTiDY1CaTYP/+H3+xTz75yO7fv+M+Bcs8JyCZcgQuH+Jt3jV/afvfMyjxqG7/v6kvGih5UwZAu/QlXbFJu/pTzzvooG4N9dcqd0uu4PHmBU09XyDVzQ1rrK8xdaqzr76YX3H+laX7UGY/nTfZKJPOn1TWl9qC81A9VKyxaHf/FuvN66lP83dRZdy+jvrqbMsHs2zuWvAyP5Nf97nLs4Nmfq6rJEZJPjC+9FmQ3Jhb95nOJ69QnLDGm671JF37a0yx2bezp1mrM3ILym96c+7nsUreXfsSwyppYtM5kHcad2BVIf3/2XvTN8mJLM33mCIil8gdSCBZiiygWKvYIVmSLdmXgmSvhaUWCuienq6a7p57v935Nn/zTJFudt/X5OYhV0jyTXKXK15Hr5vJlmPn/GTu8Tw6KSds2K8jvDwvCXWEESh0ERABERABERABERABERABERCBdRHQOiIgAiIgAiIgAiJwBAkgBfL22+/Ys88+YxcvXowAAhJGsVJ4C0hwFeVxzm62sZT6RUCplXmvBz4A8w4tjeuUMd2iSmtu22lPEsBlbCRLldu36DwALbVFLi/mKuKLTwMvNmuh0RosAiIgAiIgAiIgAiIgAiIgAiIgAiIwfAKKUAREQAREQASOGIGff/7ZnHP25JNP2nfffWeX7rjDsgwpLR+mnvTlk47UEcOz1eEGeE+h2Njh4AC1MQe2eWGyg//4NI6f8sXJlh7M4vXIdZDlc9PcmUk98m4hV+JPV/uFprQ2OLLD2tGHJa2OLwUvh1nc6jb9gv34aP5063xnaS7L+WZo1NEjoIhFQAREQAREQAREQAREQAREQAREQASGT0ARioAIiMDRIsB74t7OnTtj9//qXvuv//pP2zu2aw739MP4J2M3zSP30Ja++79p/ze1/iSlgnRK+WeLO/OJi1YYX9v6FWuv2pR8Z7mqrdr55EZhAC4X3gsHGthFGeqFnq2oBuQFk3qUAAZOfMlN/fOWXuMkuoKmnvblV+QGnI/8uDZYrrJ8nF6ILe5yniejcUA6WaCkb9QCUzRUBETgKBJQzCIgAiIgAiIgAiIgAiIgAiIgAiIgAsMnoAhF4IgR8PEp391dZ5fuuGj//u//aqfPnLDdXUNaZGQZ7sM7JJycc+ZcLu+QiK2QdfAKsKm794CwxEF2TFhSS0xfeEpMBWFRbA2LQj0ZKVRT01aUZEd17iwAZVgkacIP7Wg+eCaSHWzYEqWkLxkmMcYeus+vmaQx9R562exS8r95VLu9iRVLrs+y3RVya7RL+1TestC7w7ykhSZqsAiIgAiIwPAJKEIREAEREAEREAEREAEREAEREAEREIHhEziaER47vme/euB+++qrr+wXv7gbEHivncI98/jMLeto3sCRVk7JI5YbcGPrlyQ3Ju5ZriuYcq6S15Ja1/ptrkN2SW3arbVVAsVTfhpZzjundtyaO7jnDhLB3nqaAF4zlcEtF8YRpXJ82mZR/kZp07ZsiYAIiIAIiIAIHE0CiloEREAEREAEREAEREAEREAEREAEBkggeG87O5k9/PDD9s4779gzzzxto9HIQvBRKWQmbIpK7V2XTHh1vUbRvgtmfIrVBvhCaDGqVMaTdb9tPH/DXUwnqHUH3856tdcvdjA+qp21urLSEw8jsa5iPIJ204cqlXMg4CVIij8a0DQHdjm2aYj6REAEREAEREAEREAERGABAhoqAiIgAiIgAiIgAiIgAiIgAkMl4LLM7rvvPnv00UfthReeL4SJe+3js4PauGHmffo0bnZJ2xRH8tY+xXqLS0Rzi7wlfxaZ07ex5EgV/UpxpbLY11W97EP+O8ZdrTav3XoC81rYxLjkdSqjDwScFBu2460xAewDIzILKOu0cpj8Zx5JE2N0K2kK82TEvJXggzVplh0yqNYIU/mvc3JGxp80Rkt+JN9Z5i1177N8C2HGv72J7DBman0y49os61YutMcQOD6J8/L6QewjO6gb6vmYgL1RsHSoGsLIDoRrgfHBO0s6NEENIiACIiACIiACIiACIiACR42A4hUBERABERABERABERCBwRJwztldd95pr776qr333nt27Nhxi7f1cV/eBYd6ZlnIYmkoqWCZjdBPKLwHXyf2zyOHQRRNToQG1j36eMAVo1hPqluX7RyTStab5LDQlJoGF/pofxUVTC1cZe6Gk+rW98x1kOFYHEsxzmwcL8+bFAJzTNXivIA1WJbF60Sl9mId7sS8PkvOb1Kav2x5YNuMrh4IAGDUIz4USx8eBg/WGOeXxm00yn6WdeI1PCTMH0GTuQAVvUVJOywyVFhO5gJwmNK0L1U+wgTyaOnTxbPDqpo31bZifpNxHF514y1yYH4CcWvOP1wjRUAEREAEREAEREAEREAEREAERKA3BOSICIiACIiACIiACAyPAJM4KarTp0/Zu0j8Pv/887a/v49E2XRSiImmNDaVnd3152JJWKyzdWC7fKRlWZb7dD4EAryySVsWD93eMpfncXeNCeChESQ6ah7MGrMQAQ0WAREQAREQAREQAREQAREQAREQAREYPgFFKAIiIAIiIAIDJMDkr/fednd3bG9v17799jt7/vkrdvPNN5uhnU+IprDnfVI0jR9KSQbUNsbDpDm1Sd/JjtqkD41rB2eHHidvnLDeTmb24OEKi3I2tYKJNUxlnGtYhkv0Hwa93Arxk82ffKaWdZjfUEnxBwHKhvivkKhy+zznnJc0z3iNEYEDAqqJgAiIgAiIgAiIgAiIgAiIgAiIgAgMn4AiFAEREIGhEnDO2fHjx+zEiRP25Zdf2K8euM9uueUm5H75v5XsR9ST1MCa3Clmh+LaaGCOcE3Lt7JM9BuW6HcSTnVEArigseQbSMUcFkqeziHynGNYK0OKntYapOvU8gNqZ3bREZArrGKYdbFYbpOmi2JrOmd925R8T+UG/I8fGiZWG3febMfi9BQHS255lmlqHJBOFijpG7XAFA0VAREQgQMCqomACIiACIiACIiACIiACIiACIiACAyfgCIUgcESCMFbljk7e/aMXXvjdXv66afs7rvuMgsjQ7MhNwy5ibwzq1LbgAIM8s59EpY1ilkBCt0W0w8cyJMVlWyxLD7lTPNMVMVyxTXWOT36C2D0fZ3rprXIsajUvrmSu4YCFEM5ARNJwa1UolpxpF5OozgkfQ5Yb1vwkF5G0eNG+3QujqybxU9Ro4XOO/OEr7eD0ib14uKMoHiueq8JxJ0HD1lyk7HEaesH7a5g32FuUuu+yaAIiIAIiMAwCSgqERABERABERABERABERABERABERCB4RMYdoTOZXbLLRftySeftLfefNN+cc/d5pi5sxXvua+IjasXTeAOfvSo2NZ2nYk2qsouk35UVV/f2+h3Ut997d6/2iuMpcu7Dk3FozCVyd9iV+d1ukbNvVDB2TiHnyBqISNxZmtvdAnK9yJ9OWxZCeDDTOZsITpqzuGtDkubKpWtGs+NYeNY538C8qX0LgIiIAIiIAIicMQJKHwREAEREAEREAEREAEREAEREAER2HICzjm76abz9sAD99s7775lt9520XZ2nDk+Aju+185qUZsMuZhdWFumY5MBt7g2c/pUiyYXMpX20EKTejI4EBwfILTqpGXnbmLjOyxCjT+WONueI5BddH62z/pcz2Z0BEdg9+BDYIbS9BIBERABERABERABERCB7gjIsgiIgAiIgAiIgAiIgAiIgAgMgcDJkyftkUcesffff9/uuusuO7a3NxXWUbrbPqRYY6pk6krqZFkC+bz1Em1nL67X55xTxfs4GHpDVYyYasp8CFYnjgzoZ1kn9ldrZCEU5H3hPKCeq85uag+B8xrkYadByU5d6RFfk0Jw8JXCOqGoFFuxraLe4Ftg34z46vxO7WHKp8Prp3FTZdwk/NcVoXDtR4W6oe4gQ+xhcTGusabW1YkIiIAIiIAIiIAIiIAIiIAIHBBQTQREQAREQAREQAREQAQGQiDYM888ZdeuXbP77rts+yeOm7Mw+fX2IZMAABAASURBVP/qZqzzicf49B7uueMePX/2tun+PsGwP5Z4C1B8eJIV1Hmwv0kc06QR8gtJyU5MDOD+PsvUVlcm28kvlnw6lSXlkf+gkH2AuTzPY8gVJdXZnaeda3Mcy2UVczSItVySCa/PCNcNKSKj0hqMK9VnlQHxNwt7Adcg1MjgG1Xup19Uub18PtM/2C/HPnVe41cY5/484ouyEdz0UIBsouL6AeAC9z8ayTZqbH8yAf4U64zHY0ydpnzF3PI5n4DFRw0rFg408CMUBdvlOVwzjOMLiC9wzKQMyJfZRB59Hn11yudyTo0qfC76U/Aae9BbwHcI9yI5Un4830YIqkKMv2hjw3UtvxgBXNTFJmi0CIiACIiACIiACIiACIiACIiACPSAgFwQAREQAREQAREQgeEQeOXlV+zKlSv2yCMP296xYwgsppdimd/F5zlO4xGQyImVud84m5p7wgYGMk5qA0trya0gUL+DuW+qtEpYtFc7n51U7YCmDk5MahrXQR+XXcBsiwngGSsju7+AXz0YSjRUD1w55AJZ0zeWhzpnN8TP2QrzZ6+AEbRPoTrvoXEiIAIiIAIiIAIiIAIiIAIiIAIiIALDJ6AIRUAEREAERGDLCfDJPoZw5swZe+655+y5K8/Z008/bceP7Zr5G+jiTXhvmXlzEBp0DIgA011UVyHRNtWV/dXtMjdFLW7JIzA+JU4tZ2H2msxMrWabFqjVrMz2dLERAcP55K8LmVE4bTyyxt6FOvsFYiHXj8LguDMQKEv8yUFNhwj0ioCcEQEREAEREAEREAEREAEREAEREAERGD4BRSgCIiACQyDgkA45f/6c/fKX99grr7xkzzyD5O/xPePLOXSyUqtZ/bUTF+5gOsAvPGvxCcWIuGb+M7WL29mWGUOPb77rULzq881Yx6h+erVi5MWg+AGDuWITTiuPFRLAnFoU7adz1rdNyfdUbth/h6vI30MvauLSPJd2MtgMpsxSXCxdoXPZKv9slJVscY1UVykCIiACMwlogAiIgAiIgAiIgAiIgAiIgAiIgAiIwPAJKEIRGAQBPv176tS+Xbx4i7377rv2m9/8xk6eOBbvwDvc13eO998pPv9bJfZZqy+mAIp365Nxtqd6myXCtKT4JOd4IRYxOYrFWEexlQdjolKMLFMgjC/V2yppv6i27LZnh3u2rHrrAcEE5LaKSqOzDgAyI5VEL9Na85dpdirnn9nFyCK3WOevCCAwHObwTcPS5ngxmjmGacj6CWzz1+P6aWlFERABERCBbSUgv0VABERABERABERABERABERABERABIZPYCgRBtvb27M77rhkH3/8kT3664ftzJlTCM4bk7+obOQoZxM8vKBQdHYwCUVVLcAcH1XVt01tjI8q+kzWHo1DiK8Y1+w6grakWaNJadaYDvu5PNXhEp2bTqhTOV6Qp/Ghzzniay8BPLjdTjTUmOo6CzfHlQvwLWpZxzDfqGXnz5pH29SsceoXAREQAREQARE4sgQUuAiIgAiIgAiIgAiIgAiIgAiIgAhsEYGdnczuuXy3vfveO/boow/b6dOnzbmYkolR7OCee1GxUW9mW8SAyd2kpkzNdN/BHmgj1AzGqTZsdWKD+UBqSeMOuS1qyenN08COV4My1JsH1/Vm6KBQ9O1ATA7fM5TNePU0ghleD74bV7CtGKOpuNXbsig7IiACIiACIiACIiACIrAyARkQAREQAREQAREQAREQAREQgW0jcN9999nLV6/as88+a2fOnrUsy8xl3d9/5wpUn3jF1EOfHOrIl3Kc6TqksqNlB2W2y2CO5HXgpqRmgM34e/XLaWQhQN5b8MFCGJesezOcRs1Y3+I8DK4toz3Yryln2fchWJNCcPCBCiiLQmyMLxTbKuo1fkUm7GuKDX1T/vPJXwd4sZFXr2K9iT+5f9a0u2HCIz4fy1DiMML5qBRzWOCczJoWZxxUDEZvIiACIiACIiACIiACIiACIpAIqBQBERABERABERABERCBrSKws7Nj9933S3vmmWfs449/a2eR/N3d3TXHe/ye99k97rd7G9m0wuR+fljg3vvhsZiMpEvAGrkmdkGx6S78ZNySfsB85YG0g1Ee8VOMm2XAuSFnlBSWXHfeeZXOFRoneRokSSrrY/88ypEFXL8A1AUhBcI4qWSWaZwMDQ5iuLkwBxcCZjDfF4R2NNbFY/CLKvdX+lJhJ/lUV1bGjDUn7RU2i75gKN2DAuQPBFIewqbE0ggc+96mhGYcRVvTdUSI/JvHAmRfp4mfGFdVz7AGLhHeCwcakBLD1TRch2BV8yZtGAgENu0b5sC3AHlc3CYdnse5BdX4ndYveF1ZjXxgY6qEwzPXHY8hn0rDqzWCcGNmsmxd5zkB7La8Mvt9FuJoioNmm9IIERABERABERABERABERABERABEVgPAa0iAiIgAiIgAiIgAttH4PI999grr75iH3z4gZnDfXckWJBeslwo1nVgaaPG68U0wLiuYt0EChciLX3kLsjmAq6gn66Cxc9I4wArvOYeWJizHdUVEsCcSm0rHPpO9fFC8UNDrtQS/nG6MbYl5y+x5EpTNFkEREAEREAEREAEREAEREAEREAERGD4BBShCIiACIiACGwZAf7E8y0332xvvfWWvXz1ZTt54piFMDJzvAlP2ZF8MXxqiMGHpdIqzMfMT4PsqPlnrHskIVDrXne+9Uh7Ne9ogVrNynzebm4UI1xxdX7JVWlFs5q+GIHiJYj/vGGx6YuNLj7Sv9hMjRaBMgGdi4AIiIAIiIAIiIAIiIAIiIAIiIAIDJ+AIhQBERCBbSRw8uRx+8Mff2/PXXnWzp0/Y845Y1LY9LIhpM5SWmW5y8nZaSZzJqgPAQrCyI9ugiE1JtmpZTZRN17lEffivcUAF0gAc2hR3NAQ/5lCleIvbPcC19iJou+sj5s3VURm5FfQxJcFrzA/MfGJX8ZFLTh/su6sCnyNv+M+a5z6RUAERGAuAhokAiIgAiIgAiIgAiIgAiIgAiIgAiIwfAKKUAS2jgCf8t3fP26/+/3v7Mknn0Dy97RlSP463n7fumhWdzimM5CHmJSrm9yoBY8UCsUkZFJyiDGmen0JGMyBOeRMOAH28qfCcV4xKQ7BlFRWDNlwUwwAPhRLnNYcCIXRW2JXLlOcxZKmJvNwwjqKuQ5+7JLo4VyTpgal2amc6lz7ScC+qRVzcMsFeSgORnuoUQ3rILDI9l6HP4uswS+xpEXmaawIiIAIiIAIJAIqRUAEREAEREAEREAEREAEREAEREAEhk9gOyO89bZb7bcffWTvvvO2XbjpPJK/Zkc1+WvjF3NSSeMmFZEAcz3Ml7CMDVv6lq4uy25DIClq6VU4mVraQA8mEnOdWnJvhQQwp1ItebJ2M/SdWvvC8y0Y4FvUfMMPj8J8ow73qEUEREAEREAEREAENkpAi4uACIiACIiACIiACIiACIiACIhADwnwyd+77rpk1669Zp9+et12d3cseG8O/4Xge+jxZlxKT3bOXH1LB3QdX4bkJdVbPOmR3q4cdCsYBjtOpwz15Swxd0YtN7v/sxhbpgzh5i5U3J6rLx83eEu2VvdGFkRABERABERABERABESgkYA6RUAEREAEREAEREAEREAERKCvBO66+y576+237eOPP7b9kycLbsYb8YVzVUVABGYRqO1f4OM02OzXAgxqOc7oyEII1ihvxn/YEjzGHRI66xYY/xOJgMmNOmRzep0686ndw/8mheAsF+yGokZop4ptFfUZ/jXGhtiTn4dK+GUhs8h1yq/kA30bmTXtbmwQDzs+lsGmOYxwPrJQaTvM3W78vfGJbPzK//WA6d8PjHmoEAEREAEREAEREAEREAERmIOAhoiACIiACIiACIiACIhALwn8/PPPdvPNF+ybr7+21159xc7sn7Iw8rgDHnCLPs+DuADXvce99aLmv9e+zL16rNh4LGOzOKfRODsRr0EBuQ5f0Ag5AyqsmH+YNZ8uNCnmV5AgqS0r/POFtmQbaRajeI2jxh0BMTer+fobfKNCYU3WRxaMYr1JYzdqi9q4sW7sK61bXgvD6B4UIH8geOchg5+Ga12WQxtVtpfOPeZRI6yflLjjA2RJ0Uc4UVcyE+XK0aOBH8Uo2K+by3bDJzhX2Qi8C8i/odnjGtcJ3bUHY2Un16kT+6vkkBt08M0j9iZZzcs7b9RBN0kVlfewJa81vrvG3uU7NbOWAJFTtQPUIQIiIAIiIAIiIAIiIAIiIAIiIALbQkB+ioAIiIAIiIAIiEB/CZw+fdr+5V//xR56+GG7cOE8HI3pJXNON+kBY/BHfrXzMHXFcw75O8nktaXeCTNpKQM1k7qwWbNUZ80rop3Hr4YEMLsokiybomdUuV3nIrAAAQ0VAREQAREQAREQAREQAREQAREQAREYPgFFKAIiIAIiIAI9JcCn+G6++Wb7VyR/H3/sMTt37oz5+GQg8x9U7nj5/9canxI96M4HDeh96PEN6FIplG0lUJV6bSsWPs4eFv5/APMbDUqffpZtOXSU7JCb82ZR1sMXfLOkHronlwZBQEGIgAiIgAiIgAiIgAiIgAiIgAiIgAgMn4AiFAEREIE+E3j01w/bZ59dt5dfuWo7O5nxgV/n8swMMiFGWc9e6c49yy5dyyl0uUL3tnn9yup+1WGvEHOL2Bwshx1pN9EF5AWjYg6umzVsnIPMDsyzWtRBT17DxyROQpk36H1RApEfv5b7ypC+UYsGpvEiIAIisBABDRYBERABERABERABERABERABERABERg+AUUoAr0lEMLInnjyMXvxhRfs7bffRvLX2c5uFhPAhpcfJ7iY5KJ4juZ48DZ/rKz5jVmFru7eM6YprTm2tpfj9aJ47arU9npHwV7ieBRi7SLGmPSNyV+z1VlmcLEgGkRLfhx8S3BE3rbQOw0kLTTxiA/mVzQRsCQ/ljxfQnEq/gotMXX2FPqWNHu0RoiACIiACIjA/AQ0UgREQAREQAREQAREQAREQAREQAREYPgE+h3hrx74lb377rv22muvxOSvxafx4k333jqevGOuJ6lNZx2MJaGqQwQqCTCxnpT2ZOXAFRu5F1c00bvp+efWIwGcqz0Hy7Ty/F59Ajigi2rPgzVbgv9GrXnZuZZLH4tUzjXpYFCcxtjKF/VgiGoiIAIiIAIiIAIi0DsCckgEREAEREAEREAEREAEREAEREAENkYg2PETe3bbbbfYd999Y08+8ZidPnPGXObiL6Yu4hb/n8DUInO2aWx6Gnhpn4/4xP7zc7hCFIoeHqtnv2iB6mFwa3CJkfP7ieUcy8WM4xzjNGQ+AumDlco5ZvESJNkC8+YwrSEiIAIiIAIiIAIiIAIi0DUB2RcBERABERABERABERABERCBzRJwdvnyZfvxxx/t3l/+0nZ3d+EOb7qbhRAOCZ1o45N0rElDJsCMC8UYuSMo1oetFHH7Ua5isZ/ujJENAAAQAElEQVRerRIR5nYeVGnHjk+zgO+vXPiC8wWFEb7cRmYOAw79cwV6mytgcpOsw5fHlzLNB5QhOPhbFGIJ4yg5aAkF8OC00BAj+xsV2ZEhNBlIdsy9s5w01ldiGByflM+bjj+PNyDmRWTxpy3oG5VcSOuwTG0qRUAEREAEREAEREAEREAERGApApokAiIgAiIgAiIgAiIgAhslcPz4cXvuyjP2xedf2P3332snT5y0jA9aedwX9yPWLN7Kj/fic1cD8gJsM+QJQum+O7InRpXbFz3PV6p/pzvwMN7FT6PoE0W/2Na0JvsbFeP3yK14mDvQCCtSTXO5LvtZLivOX1YH+ZvDuREEg9QH6c1nnTwppJmsqKbZjJn90Q/skcmaqLOPYn9XiuvCONepE7rHB3NKZY27GooqFvHJUqJFnLTIPFWdGkxPdWU4S6JNnC54pNmpzKfXcWE7R3h8xlnWiePqxDnpGrBepcn/9xefJ37JMDYXMnzX5KqaU2w7WLuY+0Td50pjMwuWrksG+4ZvNyozrhplFS9exYrmON6hg0Kx8HGUJtQxPEoMFKsIiIAIiIAIiIAIiIAIiIAIiMDRJKCoRUAEREAEREAERGDzBJ5//oq99OJL9vDDD9uZs2ctQ2pjZwfpESRO6B0TQQHJoKLYHpD4ZbkpKbuwHHlc3uUmDnoWqSStHigtrW6lxgI3PlXTvVXNBEWNnWY1adzUWcFvuArjJEtVdG1LE7Pc1Lb4u7CfvHTUwhM3P0EeiIAIiIAIiIAIiIAIiIAIiIAIiIAIDJ+AIhQBERABERCBDRFIidudnR27cuU5u3r1ZXvp6kt2+sy+OfPm4q31gxwIn54rusqnQalim+rbQYBXldqkt9w71CZ9aFw7PdrbOGhDnbh4kwQp6st5MbGw3PQ2ZtGFNuwsYYN7j4pfcwfzSRNiT9JB53bV4k9X+834HNlhbfqwrAe4DPEfH7HEn6TDZmAff6gOt8/TkuaynGe8xohAewRkSQREQAREQAREQAREQAREQAREQAREYPgEFKEIiIAIbJKAQ/Ll/Plz9sQTj9lbb71pTz31ONzx5vmTx+zEPfd46x2tfTt41z6pb7712R9ezyhc+03nNze9/uHrBCiTRlCKOSyUk7aDSkBfQG6LOmhtucalKZgteoZTw0ezOTVmeHEuhWr1wU6qurfLVnKLYv7uUHAtrYzrY1SNubT/CglgwMCFNapmUr+a6XpBU0/78utxA96SXYQOlqssH6cXYuOON54no3FAOlmgJBdqgSkaKgIiIALtEZAlERABERABERABERABERABERABERCB4RNQhCKwcQJnzpy2e+75hX388Uf26K8ftd29Hdvd2THHe/jwLiVIUukdGsfHeMj4bH0F7/rr7v1yvMkuXcvlLCw2i3tkIkxlHUU86EusbPSNGzoJuSXCif7Qu6JiY3wLCCK0kd+K1hresDw8ihkvltFLtMWsL6axarERJ1VHHMCZRXFCGryZTxHZ5TIjbip5tHhZjA31KWPe+IsFReHSTZYofpdh5qS9UCGgpELzVlU34X8YE2LJ9VmOm1otaJf2qWUMc17SMvM1RwREQAREQAQWJaDxIiACIiACIiACIiACIiACIiACIiACwyew+QjPnDljjz/xuH3+xef2qwfut2PHduGUt/xnn1Ht6cG7/nSNuZ4knkuLESA7JsFYLjZz+dHF9COt8FpSrG9O9Iqq8oDeUcW+/Nwjm+iRCPYoi72d1fNlJ+Z56nHGEsWcRzlOWqAWszLnYrXDuOfyJLBHEhiqHbloR1181Xa4/6maBHD1JLXOSyBtqlTOO2+BceXrvcBUDRUBERABERABERCBtRLQYiIgAiIgAiIgAiIgAiIgAiIgAiLQMYEsy+zEiWP23HPP2HvvvmP33fdL298/Ybu7B2kQ55w5l4vuuJqscHq6jmOGKOb2qNZj64HBlJVJ5UZcchtZtaVFE7lUtmR2QTObXX1BZ3s6HN98xEj11MOtdCt9ulPZdhCwq0vWNlTZEwEREAEREAEREAER6ICATIqACIiACIiACIiACIiACIhA1wSY/D19+pS98cYb9uKLL9hTTz9l+ydPxmVDCBaCL0k32JFliHy2/a18JVNcqVxHfGUf7FDDOrwor7GsE4lcKst268/b6EmrpjLaZChJsaH8xs5y25DOl4svM/4zj6QJjwy1JFRXOILHl2uDZpn2+HKu1ghT+aU9DtzxcW40xSP5nuFLHevDRqjTDN8C/jBEk3VvkR3WnlqfW5M+uJnrV5rldINNfEscxD6yg7qhTttUc3wYiSVoi0I1HvQtKTboTQREQAREQAREQAREQAREQATaJiB7IiACIiACIiACIiACItA5gZ2dHTt79qy98MLzduXKFXvqqSft55//r/HhXoe8QBTuteNuuk2EdvO4Zw7xFn/ZSf586ghz2B4wtk7sX0XMbsCLmA1IduhPUt26bOf4VLLepGRvUjYNLvTRfp04jH0su1JTfolr8hrlP7vLs1yMkU9ws8xb6t8D8j/Nqs6/IDNlcV3sDVpnnSXF9E5SQH+TOL5Js+Kn7er53FnBPOKLstG4zjZkjdCN1BimohJ3H3chTuNB75k/cpgTanNcHOoRH8s6VfqPOSNoMhfL0Qt8OKMZnMb/PzDLyXwADpVK/uGKhFQ3+JyLa/jEoKIkv0YB0sSHinp0uOGNcz3m1al+7RFiYA50bHxqM2fm8eUWNY4Z0WN8Hj8umiXxKo4trKMY4hpxaw4xMMUkAiIgAiIgAiIgAiIgAiIgAiIgAksS0DQREAEREAEREAER6I4Ak0MUk7/7+/v29NNP2Vtvv2W/+c2vbWfnIO0xSbAg0RuKQuKkO+/mt7zO7AJ5Jc3voUYOm8A6d2ADSW7Mhu7FumgsabGZQxidImd58E24dZHRdWrrHJ/tcPzMMTZeotnDt2aEHBUBERABERABERABERABERABERABERg+AUUoAiIgAiIgAh0TuDEaGZ8YPHv2jD3+2GP25Zdf2uV77jHmfl3wllkuF5+cKz7daHqBALFQqOpYggDZUUtMXdMU5paoNS234DLKfs0CRkJU9Tg+4U7NusL1FqrtqpUE+MnmTz5TPG9DAUaS+JcLp8sf/IOWtLwVzRSBNgnIlgiIgAiIgAiIgAiIgAiIgAiIgAiIwPAJKEIREAER6JZAft97by+zs2dP25tvXrNvv/vG7rzzkh07tjfn0rPSJnOaWXJYHoEhRb2kgSWmFSOOaQg0BGgJUxufwp/nTtq4M712YP4LvM69MJdXcZM2wU2foqYx6+sLyBWuk+G8kW1RApiuFjVviC2OS4lf4+5r0W40V4xtro9AhQP92vQVDqpJBETgaBJQ1CIgAiIgAiIgAiIgAiIgAiIgAiIgAsMnoAhFoGMCvP+NJZBsMdyr/+p3X9q1N163W2+72cLoZzR5c+N79y5kOM/MYlYGpRW17P13rL3CwTSAX2H+IlOBB/FbVHxSkIsbcFAIn6cUTrfm2GTSt8iT9f5Bw0XF7rcpWe2L1z4K0+JHBCO75LvQp4+OTX1eORuOwsf8WNenKF+t6j1P+Hp8vSThs4XvJbZXjZ/dxhiLmp7Bz3BR0731Z7RY36ueEoG489DGkpuMJU57d9C3pN45J4dEQAREQASOFAEFKwIiIAIiIAIiIAIiIAIiIAIiIAIiMHwCa4oQSRYzb//+7//NXnjhil26dJu5mBvivXqq7EfsLDdu5Dx5x4RbUpeOMHKqao11rF+1bhttyXeWbdgbjg1e7aTFomLyd7EZK47mh4Ga2wzjKg5O+a+FjBQNrF6nSxD34fKJ39XdaLKwxQlguk41hddVX9pUqexiHcZGdWFbNkVABERABERABERgDQS0hAiIgAiIgAiIgAiIgAiIgAiIgAi0QAB5FtvZ2bFf/vKy/fTTj3bt2ht28803I/nLnoMFeJbEVj6tySfnWJc6JLBm07yu1JqXnSzHPUVNGvpWybOSlV51mdWqXLDcCAcmn1HUy919P4/JXgbQpaMBuUGqZg3ufaqme9IMK5O6KpsgEDd417tlE4FpTREQAREQAREQAREQgaNMQLGLgAiIgAiIgAiIgAiIgAiIQFsEsp0de+LJJ+zjj6/bhx9+ONOsD/HG+8xxQx4gAkO+ui3E1mJaqsmbdpbpyW4eB0NvqKa4+9A3MwEcgrdG+WChQbOC5Bdxk0JwlgvrhKJGaKeKbRX1Bt+i3zPim+V/mPLp8PqN87FDPOLzsQw2zWGE89E4xuqSP3URwghLpMfdUY0HL2tSbNCbCIiACIiACIiACIiACIiACKyLgNYRAREQAREQAREQAREQgZUJMNdy48bPZs7b44//2j799Lq9+OLzNvI3zHBf3EHmPbrjDXYz3GiP9/xRGl6se8N/NITzqqPp/j7Hs59lndjfpLp5qb1p7jx9yU65RNrBKI/8BzUiB9QDZGCWFGbkN1btL/tVPuc1qtIIfkVZsNFYyRfD9Z3UywZL5wHxNitYwFp14lpUub/sU7k/nZfcOXRaFftUW4NvXAMo6B4UIH8gUPOQgZ3h2lN8cpXCB8Z8hrEOGtvHRAw5+Byl83yNgNNqTfkKZ8rnzFId+vihAStFz2i/PCe24bMdovz4+qQy4Nwm8vDf4xrXKbfFOTWq8LnoT/GCkV0AS36uYp38xvNthKAqNGt9m/y/josroQ7bvE4Ab1TZDmjQE3TBo8iguiR/WOv6GKp9t3xg3OG2wvzlV9ZMERABERABERABERABERABERABEeiIgMyKgAiIgAiIgAiIQDsEeAv94sWb7Te//rX94x//sAcffNCOHz9uMUGDpAdXqbvDzjHspw2WkggcTQLzfQL4OarSKsxor3Y+O6naAU0dnJjUNK6DPi7bgdkmk6ss2eMEMF2jmkLfVB+R0zeWS/gQP3MrzF9iyY1O0eIiIAIiIAIiIAIiIAIiIAIiIAIiIALDJ6AIRUAEREAERKAlAjs7O3bhwgV7dJz83d8/ZbtoM+/jY1WZy+/N8/+DSbW07NrM0GeqqwVpm+rK/qbtMjaqKz9om+rK/up2uf+pxS15TOH/v5hazgIMzDhWz37RAtWVhzMCqOlmao9P/7qQGVUzbI7mDGMoFBUHrw21avT1K1QsqqYVCMSdgfks458o1HWIwBEgoBBFQAREQAREQAREQAREQAREQAREQASGT0ARioAIiEA7BJie8nbq1Am7du1V++brb+ymm26y3V1nwdhnurtu871WTR7Nt8pmRuU/w7uZtfuzaj+vcD+9WvGqFYOKOT7biu+hHiWA6UpRttkX/3lH+p3tVE48Kl7tSWN9JW6IYmzzzefvetMoyzqxXxIBERCBnhKQWyIgAiIgAiIgAiIgAiIgAiIgAiIgAsMnoAhFoCUC3vaO7dmlS7faF198Ym+/84bdetsFMzcyCyNzIZjjfXs7eKVEYLk8GLGZWsCyTFcXZ5cgHgAAEABJREFUhaZ4lEKIbau+0eaUVjW44fl8+pEqxpRc4rVO9bbK4jqst2W3PTvMKZVVb537LwpTyItKo5mpSvW2StpMwpJLmE2zU7mEiRan8CnfKfEfnyAwHOYsg2zBV4bxReG0cHCvF1XoWqnKFVcyMNzJ/HgMNzpFJgIiIAIiIALdEpB1ERABERABERABERABERABERABERCB4RNoN8K77rxk7773jj319FN2660XYZz36Ucox6lUnlJo6fOxCRfz5JQtkZyy3r5STEUHydajo5jULPYPt46g49Vl2fMoeZGonrvZ6B4xFzUezCZjbNS4ra9FjxPAdI3qKboA36KW9Q/zjVp2vuaJgAiIgAiIgAiIQE8JyC0REAEREAEREAEREAEREAEREAERmINACEjuOm/e37Bf//oRu/bGNXv99dft9ttvN/5/gJ1z5lxmLsssYwmbjkLypZ9PahqfFYSHzUeGbgpFJwfZUJ0YLxrtoM7kbhIuc+0K033cFbVDF+5IT2MuPHFdE5j9ppZcj3uDWnJ68zRcGF4NKiZKm0fX9PLTQdV0b7I5xpeZs8yWfsXcYv18XhtqafvjifUrjAeoWJEANoNhK9i8rxAs/dzzvFM0TgREQAREQAREQAREQAT6QkB+iIAIiIAIiIAIiIAIiIAIiMB8BII55+z8ufP21FNP2iuvvGzXrr1hZ8+esb29PdwnP7ASk0kHp4dqAS0UCh0DI1C+rmkvpHJg4W5VOHR2sNehvPEY7JYpC8Hji7RBHgnJBs2K1yOh2aQQHNansE4oaoR2qthWUW/wLbBvRnyz/A9TPo3Xj3bzeuN8bBCP+Hwsg01zGOF8hOnjn67gvwuiryzHCmEEBpiMUTpEQAREQAREQAREQAREQAREoOcE5J4IiIAIiIAIiIAIiIAIzEnAI/kb7Nz5c3bPPffYG29cs5euvmT7+yfQnpnzZnwK0+H+egY574x1Q53K77kb7rHzvrvHHfVc5jERCrzXHhXiPfZQdZ+/hTYrvHgnH6vHlrGbtWuPsDY1y69orOkNsTLmgFh9QSMQoQLW6VJNrrEv5mhwsWrLsX8e5ciCUVP+OrPEkvYoB9BxT6ADIVsuXGfAhxkLaDgQ2tEYamTwjSr30w+q3F4+pz9Nqo0b68a+Gr/SOhhG96AA+QOBlIdAB8sjcFxvK8ihTiU75dJbwAgI65N9naKPcKKuzLA6LhHeCwcacImwguFaBKubG9sxEC5Y2b8Qc2Ojg3hxTX2FDs/DejA4aW/wnesXvJ6qupCZs8w85h8S7I/gHzVZB21VdYONXDb9crhmFOwbVJ479/UBk9CgbHrVts9kbzEC05tzsbkaLQIiIAIiIAIiIAIiIAIiIAIiIAKbIqB1RUAEREAEREAERGBeAsGcMzt95oz98vJl++ST68b/5+8ZnGfZdMrCmYPRJqG7J0foiR9Hxw3ui1K0R+4ibC7gCvoHF4Od1EFLQ23ugQ02OuhaE9ouo5/+Nu2AUb1JLk3Vj1DPlhOQ+yIgAiIgAiIgAiIgAiIgAiIgAiIgAsMnoAhFQAREQAREYAECTPKeOXvWrjz3nP3+91/Zgw8+YKdOnTTvR/Gp36yQeOHTntQC5jc+NCCjQ5+prpyhbaor+5u0S36Lr79YronsqMXXWdcMbKL4jx/Wtd5i65A2PVxsVnE0LVCrWSlabL3eoWv8jqM6XCLiIOFY0dsGCQT8RaM26IKWFoG2CcieCIiACIiACIiACIiACIiACIiACIjA8AkoQhEQARFYhAAf8D19et+uvf6aXbv2uj3wwAPxZ6AXsaGxOYGuk0f5Kt2+IzNi1HKrFGf63MQQoOSR4H25YJhAT4KR1o/lvGrdjc4MBuctysZ7qrOVuje8xgQwlyqq++AaV+A/78CFtDo1Tm6nMyDpS3mUSTwvqp2VZEUEREAE1kpAi4mACIiACIiACIiACIiACIiACIiACAyfgCIUgbkJOOdsZ8fZmbNn7LPPP7WXX3nZHnzoQcvQ9vPP/9d2DP2QlV4pkVUuS8PWfsrUI9NDRSUnmHpI9bZK2pxSW4Y3ZMcji0gVr2tyhXGmen3JKwDF/A5LjIwTeUVQLx3sKqrU3YNTAIn7v1gu5lZiudis+UYXM3v0cL5ZxVFFC6wX+/pRj0lf7KfEkWVbnvFp36LasjvLTj9Jz/K6lX58KbRip8ZINL/cR6HGoppFQAREQAREYAsIyEUREAEREAEREAEREAEREAEREAEREIHhE5gvwhDyhBx/9vny5cv2/vvv2gcfvGf33nuPHT++O5+RHo6Kt//X7BezDUlrXrrny/FqcJ+x7Lmrje6lq8uycWBjJxPrSZ0RoWGq0ZPt62TS9yARzD21fTEUPd5gAphLU0V3BlKPG5+xrfZBHQgNhSECIiACIiACInBUCChOERABERABERABERABERABERABEZgQ4I3yYPzZ58cf/7W98upV++yzz5D4PW67u7vmfTDnXK4sLzOcJznYcY7vqGzZwewA1ZXb6WnWruzPtNvxgK7jS09jdhzG8ubzTOTy87ucGcz4qaQMdVvqxU8HtdTkLZjE2KhqV7ve32nVeg/SiMGWcXu2Fx03elLc/jNMBw6eMUbdIiACIiACIiACIiACIrAlBOSmCIiACIiACIiACIiACIiACCQCed7W2YkTJ+yJJ56w3/3+9/bxxx8j+XvM2Fe8PR5wEpAMjiXrY9EW21hKIiACmyFQlUnbjCcdrjrQILP4xcov1xotitTjy7moEJzlCiiLGuGcKrZV1Gv8mvgdPOzUq9Z/+GUhs2gnVKw7bqucHzeDRxfEeszlMpeemYddj/PEAIMOH7SNVv7xolCdHM45/AE80KRDFREQAREQAREQAREQAREQARHoJwF5JQIiIAIiIAIiIAIiIAJTBPj/9r3llpvs6aeftn/84+/2q/vvi0/9mgXz3hvvpjvcSKf4NKbDbApFPALeeY8dhXnkAOrE++sTwZ7nvfcWxfWbNFm7vCZ8mZV74Nwm27EPrAwKJQYj80aF8rotn0cfGt5ijCnWqrLGH8PYqBrbSLNYFOIODaqZHpsD1nb5RjLWixpZAL9wqL04hvVoqOFt2fhpm0oYuG894pwI3nmInxfDta6TRxxJtEdFrmPDPPfgUKeG0Aym889peRA+qMQaBdtNDCxa4Ke9bAReh1Fs9MW4S/U4oOaNsbGreX2OqNfk557J2JnhMIe8IWUjngEDY6yRTV6Msai8g99tVH528M69DQKxwcN2neKAmrcAVuxqip8ecUzLOgLmeO2pJUMNuKhLTtU0ERABERABERABERABERABERABEegJAbkhAiIgAiIgAiIgAocJnDlzxq5de92+++5bO3/hgu0d24vJNiZ/XUyzHMzhvfJDSYzx/XM/TnIcjFZtCATcEIJYSwxMsy62ENkmLTZzgdGdL7CAL6sOLcVSOl3V+kbnKwHcGX6ipQoL4I8W/5h5lIXW4VUVkQiIgAiIgAiIgAiIgAiIgAiIgAiIwPAJKEIREAEREAERKBE4fvyY3XzzzfYvP/1k77//vt12+63m/Q0bjX6OZXwajk8njufFZMviOa7x7OEWfHKVGmKEvNzUEGNTTIkAc2NUOu9hyS+frtziI75UV/bntNvzKzBnFIsO4zen4883U4tOHo/nN1RS6V8s5SNgm4+N5yeTdyaALbZX908GqiICW0pAbouACIiACIiACIiACIiACIiACIiACAyfgCIUAREQgSoCDzzwK/vhh+/t179+xG66+QKGTG6io65jEQJd5qcW8aOtsWknMC+W1Jbto2QnsWN5lOJuK9byzz63ZXfKTsxBcsdPta795GglgCN0Jl5XBB+nE10Sv4pZT9ePa6T6QRkmid+DNtVEQAREYEAEFIoIiIAIiIAIiIAIiIAIiIAIiIAIiMDwCShCEZgQyLLMdnd3oR17881r9uGHH9jTTz9hZ86eNb4cbp1TfPKXYltRvNXORFZZxTGbqNMv3uWvU9s+xdQFFp2UbS+wYXsIzdI13rArW7t8v/kxP1ZU/zBPEr/4TlqdZTFW1GlwEjK/NSYnG63As42uv+bF+TXDJVnyIrDkeReifQq2Q4j/f4P86V+cTxLB4342SSIgAiIgAiKw1QTkvAiIgAiIgAiIgAiIgAiIgAiIgAiIwPAJMML8fjdrWebs3Llz9u6779orr7yM5O+TtrPLtAPvfVMcVaEub81XLLdo0ybcQ14q/tYoy0X93abxzJV5BMlym/zui69kl9TZPoVhXKK+hNyaH9xzB4lgbwizJdtlWvzuo1oyv6QZfhMvOXXWNJqmZo3bRH+6rKnsxgcmfCk/TgBPr0I21HSrzkRABERABERABERg6wjIYREQAREQAREQAREQAREQAREQgSNCAEmT4C3LmAQe2eXL99hzV56xt9560x559GHb3duz3d2dCQvnnDkHIVHsnLNsLGdmlOlVSSA9CVzZucnGFtYOYxupHJ+2WvSfH3c/1WrY7RjDhWHmajXvaIFqxyVZWY7AEb0Caeumcg542PTxnwOwrPnTxGSvjZO9sT6HWQ0RAREQAREQAREQAREQgW0mIN9FQAREQAREQAREQAREQASOEoFgzjk7eXLf7r33Xnvs8cfss88+szvvujNC4BPBuEUe63zjffIoz4TxtFI/y75pgcxB31zvlT8B3lAoJkdim8pJx5Gr9IgAL9JYTV5t7SXqPCjC6x+dlRPAfLo1lzPP56eNJilDLjQPOn7B41u/quwcSfynHt7MQZZevNr0kWVqayhjGByfxHl5PY89IPbRQX44MsjjD2EEw1ybQjUenBsrehMBERABERABERABERABERCBbSUgv0VABERABERABERABI4UAW8j7+3MmX276+477P3337HPP/vEbrv1Ftvb24F2kRPgE8IBZa4M99aphAmnk/voHjkDtvvgcX+9WuyvE/MN7Iulh2XY87DOO/VJ7GsS51fJoXHWXXzaxbBJrDxPSuuzv0kxfQHXuV5xHFMto/i/kkx5hpxnsp/K4pxynWPYxrJO7F9Wgcwxuc62x/VgHEkYGg/GzD3BMjas8JbWxgayolL7rHKFpWdO5doc5OP+nnIPrgaomDPiyMNK7FimXrKjYMC4bzw41ynNqSt5DSkHG0nY0DhCVN282I59azEXVvVJYWz4NMIuOVSJNjzYsKxT1bzUxjn0nWWdJj/3zM+Ss8jLhcySON9jH1fJ8OJaKCqOPL5Jx9RmztCcy8+MP0LE+OojgE+dOIP+s6wTvajrW6K9j1OaAbbqcelitmpbxkRABERABERABERABERABERABESgNwTkiAiIgAiIgAiIwFEkcP7cObvv/vvt22++sWeffdbOnjtru7u7QFF9H352AoSJFEw/wgfyUkc4eoW+LIFO9w0/ztSyzvVpHkFRY59YTRo3DbboMAEM08ikD5bcyoGBT/zXESsb6o8BeSICIo3r7zwAABAASURBVCACIiACIiACIiACIiACIiACIjB8AopQBERABETgyBHwfmRnz56x5648a99++409/MhDdvMtF8z//LPd+Of/tSyEqCMHRgEfIsC8IXWoY40NfEJ26qHMNa4911LMnVFzDV7zIFy8SYIU9TWv3t5yDKI9ayVLzfk97j+qUxdKHlWd0suq9hbavNnUzy7b+l78ZHNtatlVubGT4oPhZUOIj4+Nsxl/3IxiXRKBI0pAYYuACIiACIiACIiACIiACIiACIiACAyfgCIUARE4agTy++C7uzv20Ue/tQ8+eN8eeOBXduzYnhnunzu36RRH+9cjj9jS3f/2FxioRWwHbgnjzxUnbSpUj21JHza1/vS6cGa6wWLurCZ/FZDfCuijrKtXuliwf8g7NEy6UceQrTrILYqf4C30v03YKySAObWs5Bq/IlN9jSU+GPGDY9yeK6wbpxdj4y7hebLJAd58GCHvO4ol61T+Z2FD8Sf3VIqACIjAegloNREQAREQAREQAREQAREQAREQAREQgeETUIRHigDvcfv488533HHJ/vW//WjX3rhm9977S9wTDxZvxRd48A46T/nUG8ttVIDTjBqFjgUJkB0TrtSCU5caHvcfFk1lcd+ty4dmx5lP4qdirKmnfeF4xeSAYAISv7ZqfqvC9lQTlqd3SdFDtKVlWY3PRLJjamK/T8guFwjC93b3QaKVymkW3H9FTfdu7ozedrQ6vyqpjsxXmo1bEz0sk3Da4pFbxTs2UDQbP5DrjjOurDcREAEREAER6AEBuSACIiACIiACIiACIiACIiACIiACIjBUAq++9rJ99bsv7Z133rKbb75gOztZTAAPMV7c9Y9hMXGUFBv0thABstv0E7j0IV3PhZxvdTCTSFTZKD1jTollsS8/90gEe+SdPMpib2f1fNmJeZ5WeTcZwAoHseyZ4nUHuzwR7FNOu2ders+dDhPA6wuieiV+sKjq3mVaQwjxj1vwwW7cGJn33lhfxpbmiIAIiIAIiIAIiMDWE1AAIiACIiACIiACIiACIiACIiACgyLgkHTa2XV2/vwZ++jjD+369ev2yssvI0ZnGZK/5hyOXMyuZDy3/OXyQu9zEADmQ09RzzFtc0MWWDnlBlO5wNQjNrSOUGpP5Waw1K4eO5hapDbj28ZX5RPdVI0j6fNd07225i2+QtxlVLesPJK+SZMEMP+ydbusrIuACIiACIiACIiACIhArwnIOREQAREQAREQAREQAREQgeERYJL38j2X7Y0337Rvvv7aLl++bMdPHDfeG0/RulRRuRKBoXAsZ2lSXKlcCdJWTy6TScEkMqlM7alM7alM7esp06qp5KoxJcZwqNigt20gMDMBnJKfh8uR+TCKX/wBSdIwVXdo5/aY/XMQfIK2UcHDVoUMbTYyc/5All5cO6/nvo2f3I1+TtfzUaX3ON3H+NiT20CsOMnrcQDOeBAhBT/gkxn7eG6l16z+0nCdioAIiIAIiIAIiIAIiIAIiEA/CcgrERABERABERABERCBgRG48fPPtr9/wh568EH77Ucf2CeffGIn9/dxb35kN278bLzj7XzA7fhgaDTcPDeWHvfcKd7jjyXOYx/GsnQrcsrvx0/f01+kbdbyiCbe1feFgenpPZZNa3EK+1nOEm1NaTzBI/9RJw6ZZZ/9dZpnPsc0ide1TpzHrEn+s7s8y8U4+f9DZZm31L8HxN+s6mvvkZGkAvYbFf0Y17nvKO499tWvPrunLvZJ+3hNrjMt5K7oI+KLqzCPFSt8o2fxE4WTyh2I9rzf19rnPEOYeYkJlcfET3weJ3XYHEG0HSfBnWgFJc9Z5KubHczJc34BFztX9XWZZhDgn29Uefyh86LfFXX62yT67zGvTofWC8GKbRa/+UijtAqvJwXbCHBqDud7XnsK9si5TgH7o1GwzxhqBfuhQRWelwKZ63QTg+KW7HzhMrzOF9QCIiACIiACIiACIiACIiACIiACItBbAnJMBERABERABERgiAQuXrxoDz38kP35z3+x569csfPnz8dHnZyriHbGrXlOSaqY3aumGaG06mtiwrJVwzK2xQTWuQMbMGlTNsBp7uozuhUSwJxKNQe/sV7+/nbUEh7Ezxxjo5aYf9SmKF4REAEREAEREAEREAEREAEREAEREIHhE1CEIiACIiACgyHAB58YzO7ujl24cMGef+F5+/bbb+2uuy/Z/qmT5lywwF/g5KA5FPqcBZnD/3UPAV6j1r3uUNYjO6q/8fADQfXTQ2a+VvOOs6l+xre6VyREVVviE+5U3wnUR1AdV49aZ6Dl49dRc7rMpG+SOfxxw7zABpQ6REAEagmoQwREQAREQAREQAREQAREQAREQAREYPgEFKEIiMCwCPDJ3vPnz9kvfnF3/Mnn69c/srvuvMP29/eNSWHDHfL89rjD3XKbfjn25pru2I4z/txz0ro8BrLJUsw6MGFOTRq3qOIRTNIWub0BVwFqzlXXuRfm8ipu0ibnZw5omtx6X0AucJ0MWw+gI4MLJIA5tKiOPJrXLK9mfMIXPqVyMpebb3IyuxKHw87497z5hy3w/2ls3lgaysOabVYjREAERGDgBBSeCIiACIiACIiACIiACIiACIiACIjA8AkowgESOHXqpN1xxyX7/IvP7cUXXrDbbr/Vjh0/Zjs7Ge6Jh/h0arpjzoRRfNoy5CBiwcb8dGve6TcTv+twmLyS4pOCXBwLs4ipjXEdxdYcm0z6Jpap7B80fiDKqvcy7gN0x73Aaah3yTd9llmOl8OKNQedG+fKbFK6wuB1fYoKS5aqecIX+buY+GVpltpKQ+c8JZmipqfxM1zUdG9/zxhRf71b2jPuUG5ClosZmcyYVBabr9EiIAIiIAIicDQIKEoREAEREAEREAEREAEREAEREAEREIFtJHDm7Cm78vzz9tFHv7Wnn3rC7v7FXZYhu7Gzw2jKN8bRVmriKe++M2GF3q056DedTUk3ljzvSkyZUVX2uTZV1df3Nvqd1Hdf1+sfr3bSYiuv/bPEDwM1t5uMqzg4fgOgYSEjGN/iQZegfC/SnxZtD8TUCglgTqU2QCL+Mw9cUJaNyy+2+fj/PZgo/rDFhuJrjEmdIiACIiACIiACIrBhAlpeBERABERABERABERABERABERgqwg452xnx9m5c2fszTfetDffvGbPP/+c7Z86Zd57cy5/8tf0EoEigZ7WM6R+qJ66x8dRc1U4CNcrWtfYBAeQNzXKUF/jytuz1KFfHZ52nalJarq1f2dbmuFMuzKVZbBx66IxlajWHN4H8yHXQfK3ZrCaRUAEREAEREAEREAEROCIE1D4IiACIiACIiACIiACIiAC20cgyzK7fPmyffDB+/bZZ5/YQw8+aIaksBVeuE1uvF8ecM+c98rZlUrWk2bfdU8jj3ZZl7042lQU/YTAmj5Iqywz8bWPmWJ9wA4uT00tS8nPujIEZ7kCyqJGOKeKbRV1/rFoUvCwU68pv5lSd36qKQT6kJTWN9ik31NDD53wjxkb+Ucs2jH6kWzlJfvnE3PpFHfdtI/5fPZRqZ9jqLxX7yIgAiIgAiIgAiIgAiIgAiLQcwJyTwREQAREQAREQAREYMsIIO9re3s79sKLV+yjjz+yTz+9bmfPnrFdtLHP4f56rmAuhPh//EwJI943Z7gsPfpYMjlsuN/vID6ByTaOqZPH/f8mcf6y4pqcy3JZcf4qqlsXaRWjUuwj5B5YD+Bh3ltSSFw7Kuv8S+28no0a++XHJf1lPSnZqSsD4m1WyulUl4Z9RoXC+qyPLBjFepPq/ErtjbFj7Sbb7MMQugcFyB8I3nnI4Kfh2lOT/0ctclw+w1iW47gwEUPCIeVrBHRXa5b/zEilz3OK2dCAlaJntH/IRvQJdPHdEOL1C3ZQsm44z5XvA8SCcb5CkzXHlRBt08ZYAHho/ULbeNqhwoUMYWTGHB/n2whBVejQeqX1LX7jZYfsG65NFHwxqGzHW8BVhWDPNyiASaNou0mwHRp02PHplorIpgc0n627l9uytKbDeRKqix5leIvO13gREAEREAEREAEREAEREAEREAERGD4BRSgCIiACIiACIrCNBO688057+eWX7c9/+pM9f+WKHTt2zLIdZ3z411UEVLxfzu6YXGFFEoESgar9UxqiUyQK54FAllWaZ27dGNqr6zN2UrUDmjo4MalpXMd9FenCLlZkpF3YXYfNhgQwu6h1uLHoGmu6sou6ddTGK14REAEREAEREAEREAEREAEREAEREIHhE1CEIiACIiACW0MgBA9fef882MMPPxSf+v3bD3+zW2+7zfZPnbQd3PLPn/QNlvEXNzH6KB4MneoqdtqmurK/SbtMiPHp7+b4OIpazlPappabvY5ZjI1afC2PKeRHLWcBBmYc+JjHHO+MYQ3dtEB15WHD0mvpYmxU9WK8NtS2R18fYXXcW98a8Lcv8G3rI1EAIrBZAlpdBERABERABERABERABERABERABERg+AQUoQiIwHYR4JO958+fs8ce+4399NOPdvWlq3b27FkE4ZEQ8ih5pJJ1qSsC2548IhekU+Z8hpWjj5r6eYX76dVR2xv9iLeQAGa1qA07yH/ekX5nO5UTl5bbwkz8RvlgN26MzHtvPJ+YVUUEREAERGAeAhojAiIgAiIgAiIgAiIgAiIgAiIgAiIwfAKKcEsI8B53CN6OH9+zm266yV6/9qr99fvv7O5f3G77p47hXvj/MRdGZvHBqDz5G2+/Dzi7x9AYaVHpcjL2VG+rpM0ptWV4Q3Y8UjBUQJmUXGGcqX5QYqCVddA7q0abRc0av/7+cmw8r/eC+y8Kw8r8mIWrn7lcD20mYckljKTZqVzCRItTAnKCTVp8qRRXKqct8GnfoqZ7+3fGPcXPZ5XYlzxmtKnes5Ifj/Zcin/baA6Vdi3TqCQCIiACIiACR4WA4hQBERABERABERABERABERABERABEegTAeecnThx0i5dut3+9Odv7Z133rK77rrL9vb24GYxBco6mspH5Q3z8qDtOt9ESEy8JW0Xrba8TdGzTDaL9dS2rSVjSep5DPwAUD13s9G9hLpcNk46Gp1Nl7bY15AAZhfVU2ABvkXN9i8w6Uv5MPm5AuecOedmT9YIERABERABERABERCBnIDeRUAEREAEREAEREAEREAEREAEekVgZ8fZ6dP79tRTj9uXX31hj/3mN3b77bfb7u5u/AVMK90CnzxliSjYlTS5cY72bT9q0txTYSG7YNRUY4sniXOLJtdrasZq88WH3RUfR1ycdHoac4Ybm+tmXNSSHszHb0njyACCfP7RR305K7xm1HKzez8r5hbr4+v0+qwRTn2Ea3Siy6U8k74UE8BdLiTbIiACIiACIiACIiACIjBgAgpNBERABERABERABERABESgfwQuXLhg165ds99+9JE9f+WKnb9w3nZ2dsaOIg1UkQBC67jf8iQhHixjAAAQAElEQVSR6SUCbRDgZiurDbuy0USg+HluGrdIXy/GcivVOcKgqbr+gbfPG3oWgrNcAWVRI5xTxbaKOpOrTQoeduo16zpMnt4NhbW53vi8aT6Tv+znPqm0Axvsl0RABERABERABERABERABERABGoJqEMEREAEREAEREAERKBnBJwLduedl+z6J9ftnXfesV//+hHb3duzLENqAPe9d5yzXDsod8yFLMom+YA8LzDCWA/F++e8715W6qspPe7/NynarZnbRp8VXswDpKd/ESZDRW6ikFco+MG4qVk+FMxXVz1WhEKJw8i8UaGwZhf1aqcOWkP5epbPK/zzhbZkKfHEtsM+ssk/HAiIO9cIrCsECiGwPaD/sAz+UKGwJuuYwZmVc9ifZDNey8SfbLMcuwcXA+QPBO88ZJZ2HfYBrrmN5VBStFElj3lRiNs3aJb/GeLHJx7vhQMN9CoKthttYBCGVHDGFcB187i+TaqKrbENQIv+FLyeqjp+X1lmzPEdEhwewTeqcS2MM9jINWXezOF6UfDHoLKdeG0McKz+5aN9AzuMBqdQJdpuUL315h5+DvmUfIAPVcLVw+4MMfpmS5W9/W1EvAAeovCGY1zvr8vyTAREQAREQAREQAREQAREQAREQAR6SkBuiYAIiIAIiIAI9JHAq6++ap999qm99dZbdvnyPfUuModBYYSDhnyMwxxyiBuLjWwpOjD0fcQY51eiMv+MtYzkRaLmWmzugXNZa23QmtD2NPpWMPIfCLRiqA9GJpnulFGHU2xDoaNNArIlAiIgAiIgAiIgAiIgAiIgAiIgAiIwfAKKUAREQAREoDcEmKTY2cnsppsu2Pvvv2effPqJvYIk8MmTx23kb8BPH8Ub/hyLE+MDbKwnxbYj8ManVfmEHNVVuLRNdWV/++1yJ1LbGsnQPzW8NhTj7Ok16rFrPSV2yC1e4UONW90QAv+uRW11HHJeBHpKQG6JgAiIgAiIgAiIgAiIgAiIgAiIgAgMn4AiFAER6AuBcWJ3x9kTTzyOxO91++mnH+z+++6148f3Jj/FS2+b8iV8mK4ojpdWI9DEezXL65td3BOpvvrqINOesdXdWdoC4lhiLv8BQtIS04/8lOC8RRm/+448jkMAuLc8tiZ1qLPUsLkEMP95DC7k5Le2y/WSo3Wn/J3t9Bvg/O1wnvOp36S6eWoXAREQARFYmIAmiIAIiIAIiIAIiIAIiIAIiIAIiIAIDJ+AIuwFASY/KLPbbr/NXn75Rfvr93+2d955y7J4V58ZNjjK++xIlLAJOQE0FA40cFSdCiO3rsqYSKeoFEREkk5aKmlzSi3Z3ZQZJo8oJpOqtLhf2IEhCRtvcQMbnkGfy1rMpcRxsVnrGo1rY0Wta93514lJX+QJE0eW888e/kjyiJ/ZBULlFV9geJtD+RXdkr0AW1RL5mRGBERABERABESgTEDnIiACIiACIiACIiACIiACIiACIiAC6yZw+fIv7M03Xrcff/rBbr/9ou3vH7eAhC9lKKceAaZzuFWOATZROafFc46r1XZ0MMx1e0p0Seteu/fr1V4QEuu992MH6WvSuGmJgkm6pFosS9gtT6Gn5bZtP2eS8yARzH/ese0Rted/2ks5I3zFz7EBNpgAXj3w9LQvy6TVrcqCCIiACIiACIiACIjAFAGdiIAIiIAIiIAIiIAIiIAIiIAIrIWA9zeQux0h2XurPf30k/bTv/xkH/72t3b27Bk7fpzJX7iBG/8Oqkr+puZUwhgmHL2DiQ+qq8jT08Bd2d+Y3bYXjtmqw1ei9/yi3/wUtQ2kHXskupp3tEC140//rDA2qtqzDNlUajWG1bb71FpPoHMvl0PLn3ZWsrfzi6MFREAEREAEREAEREAERCAS0JsIiIAIiIAIiIAIiIAIiED3BNLd8r29PfvF3XfbM888bX/561/snnvusf2TJy3dF0+e8B55rCORkebG8wXeMHWB0f0aumzM/Ypie7whb4oec99QrE+UOicNqnRFoEvUXfk80+4gg5oZdecDMv7haFKTB8HnH/MQPP4AVat2fvwXFFltd1VHCAHrpB6uN8J57kNqVSkCIiACIiACIiACIiACIiACItAKARkRAREQAREQAREQARFYFwHn7MyZU/bggw/YRx/9FvrYbrv1Vjt16qRlOzZ5kJf35Cm6xdLhnrnjCYUK75ZPCf0cNyW0MYFM5ffced+9Wh73/ps0a/6q/QyrSgg1/h9Ny31pvRFipNJ5XVmef+jcezMolDiMzBsVsE6XOuRPqWHquiJfc+i8xj/D2KiSvfJpQNyUgQHlEXdRB+PByU0rgJChLYQRGGJXpjVRhhq/yu0H9qtrh+Kl7YKqZ+WtXMvMGYZDAfIHgu8esvjJQ1yI2yoU01zYjCxt/OKTpRSMwTpmIVZfo/GUmQUzaUlYbuZ4DiAbw6cES8c8GuM90AhtuC4cuKRoi1O5zrzi+KImP/dMts4iLxcyS7K5XxlGFoXTwsHrUVShq7Fad93YHsafjabYG42jM+DiNApM0s+JY3g80tPzLGNDwxuJNHSXu3pwXgDSA2/kggiIgAiIgAiIgAiIgAiIgAiIgAgMkIBCEgEREAEREAERWCeB06dP2bPPPmtfffWVPf3M03bHnZfiTz4jL4xEjVlKMiSfeJ7qUyUSBnkWBa2so9AhAmUC2hplInXnSFzXdc1o75Qx3aJm+JB3d+pJvsQq73SPGttgNWncdGSLuS9xDaHtSwDXBKLmNRDQEiIgAiIgAiIgAiIgAiIgAiIgAiIgAsMnoAhFQAREQATWRCAYf/L54sWL9tlnn9tHH39kTz71hF28eLOF4M3xkTXHVMia3NEyEwJ8uo6aNAyowqQStcmQyJayTTuySQjLrg1m/FagtppfDGBZCDPm8ZHsUJ/+5N6jZljZ+u56Al2GRrLOm1E2+xXGT/3OHqkRIiACXRGQXREQAREQAREQAREQAREQAREQAREQgeETUIQiIAJdE8B9cf7caVSwxx571P785+/s9ddftXvvvXywOJIjyPMcnKs2IVAkOGnsoIJL0IHVzZnkfopCYDE/hnJT3kzW36APy8aefGe5rI2Z8+KFykcdQoSGSTfq+ajteS//7HMnnqccZI1xXjuqpnujzfSr/LPPyzq03gTwBDq352yXmfj1Phh/zmKi2dM0QgREQAREoF0CsiYCIiACIiACIiACIiACIiACIiACIjB8AoqwcwLesszZ3rHMzpw9ZX/5y5/syy8/t5euvmDnL5wdr+6N98XHJ8b74ql+1MsAAEz+omj9iKkLLDApW19hswYRmjGxRK3DkwlHLMwcJc/TumhK1a0qyY7q3GkAYuIuacIP7Vw7FrGRZ9ujSeIXvpMjtbz3ic64nDLmjT+eUFRx/zG5uvy63c1kCPQttLgE6bRobpap5DpLflWzLM1BU4CKrTxNKrarLgIiIAIiIAIi0DUB2RcBERABERABERABERABERABERABEWiLwO7ejj3//BX761//ZG+9/YY99PCDtrPjkBjmHXDeM7e5X8ijzD129sD+jyAheslESRLP2xJ5JrVls492yC4mmhjsmhwsL8VrSa1p+VaXIbuoVq02GCuB4im/KVjWzmrsrJ3VeQf33iQRbN7ac7O8w0iIqg4pXj9MaW/96nUWaU2+5IzMWC4yv2rsmhPAyYVJKKkhlkz8eryF4O3GjZGNRtgAOI+dehMBERABERABERABEVgvAa0mAiIgAiIgAiIgAiIgAiIgAiKwIgEmIbwdO7Zrv7z3Hrt+/bp9+eWX9sabb9rpM6ct28ks4D8zZy47kM148ca+mzFG3csT4BOD1PIW+juzMjuzbnc3vnnTJ2g5R+LTpetmVlovXcdSMzKHbGF8FOv9kwsZvvGo/vk2JI+yzQSTPlSpxJ7EbmXiN3hv/NnnzfilVUVABERABERABERABERABEhAEgEREAEREAEREAEREAERaI/AM888bW8h6fvlF1/Yfffde9jwwa3yw32llgWGlmbq9KgRQNrFqGLcaf+kstjXVb3swyGnulq40e6SBA4F07hI653J61TGBehTUmxY7K3z0UVn6ScWLDbhdMVjbHRFK0ObPjMBHHyI/5+BqpIwmLRlWSv+MxnnzShLL15aLs0yT/7iPXVOlSFg/QZNDdaJCIiACIiACIiACIiACIiACIjAqgQ0XwREQAREQAREQAREYAUCLt729vbPn/+PXf7lZfvwww/sk0+v25tIAB87vhd//XJR87ybnhTNjw1U3befamu4t8577z54a9J4maUK2udElnVif5OY1kF2wag0LqYc0MGybDeNmbekjajSBP78KlVqnjrl2mxgWSf2dyVeZ9quW9vz2mOzMA6KYynGyydYWfJ8FdWujQwv12Q/7bPOkoJLlsTzLsX1cyEDhT0DJJYLJ1jYY/+jOHSwNwqO0ncqDeLnMNVz29U5LI7xXIyVGvEaHhLmjKDJXPrA+ShTQR94OpkLB8OU6D1jzkvOq5JH/E2aFR/Xr7I7+Zln5AVjnZ9gOIwD1z6D8ll8GLRJ9euPcB1HuRG+T23mzLwbK+TXxnM/juv4wrMk2vdor1MAnzpx2br42UcF2G4SxzSpae48fVmT8YO+VWrNGyy3HIwXmbAImo7n7XoXAREQAREQAREQAREQAREQAREQARFYHwGtJAIiIAIiIAIisCoB3PO306dP2YsvvGBXX7pqn3/+hT300EO2f+qUOefMZW7VJQz5jFyrW+q1hXmyC6sG0MLVWNUFzV8LAV7ppLUs2N4idLs9a+uxRJ+LGq/Kpk1+f3H9pLFLgy3WkACuZ8dELxWTv/iryORv/Wj1bIyAFhYBERABERABERABERABERABERABERg+AUUoAiIgAiKwMgHvvd1x6ZI9+eRT9t5779nH139rF2+92XZ2nGXxsUuLr8w5o2yZF7KiDvMoFDpEYIoAtkfMr001rvmED2RSa152/uUCPj1U0wwMqetmbFRd/6rtTNw1LD+Hec6m5hi67iHYoM4yo2zpV4aZFIqKg1+1VE8JVHg83cS9RU23Ln5WT2hxWwcz6JnzNv2zz5a/cHGR683r6R0NTASnU5UiIAL9ISBPREAEREAEREAEREAEREAEREAEREAEhk9AEYqACCxLAPfBjT9FytLbww8/YC9dfcH+8tc/2WOP/cb29/ctICmc7n8z6UststqhJAYacJt940m+RWJYZGxO0ozlIvOO+ti0J5jXTDrqTA7ix4dmcgJSMYeFctJWrKCd+a2GHdgl36KnRa+m6nCx+Qtg5oApc52cJBdSOV4ksgPbAI2bVHREoN0EcPzQ8GuZV/Swx8jzGp/yDcHH/8/BaJSXbDs8Wi0iIAIiIAIbJqDlRUAEREAEREAEREAEREAEREAEREAEhk9AES5FwFsIIyjY7u6u3XTzeXvwofvtp59+sE8+vW63XryI5O9JWMb9ctw3d+OsOkwLJwAAEABJREFUjnPOnMuFTqtLBvPptSgMchRvuVOoxyI24mRAB+MCrQFFtL5QyC4m1rgv1rfsZCVscStq0rGxClNfFIGgJJzoSySFWipRnRxs4w4MU7GkuNIwjkj1tkp4aEn0uNFuYG8ancrirC485Jrzy4UMDAtidPAbhwUkfnk5qPktZhhaFE4LR/yuhPFUFrp6WWXsHpesqOQo91uqr1qS2Ko2CvNBOJ6x5CZjGRsMVxWVEP8gBl9oR6sOERABERABERCBvhGQPyIgAiIgAiIgAiIgAiIgAiIgAiIgAk0EnHNI/mZ28dZb7Pvv/2L/63/9f/bQww/a+XNnDNkPKL9HjmG20qt0O52nueWVrI4n96dgXPSGyZEknkuLEUjsWC42c4ijkWWrDIu7jSp2pnOWDZ8wmEyJO44sWmitTsPU3Abh1NRY+k8tZGTKQqsnRTfganDeqFbX2CJjRRxdut1yAji5mtzPy/Tkr0fiN+DEQ2mkc27yL56cO6infpUiIAIiIAIiIAIiIAJrJqDlREAEREAEREAEREAEREAEREAEKgmEkCdVAu5xX7z1ol29etX+9//+3/bSSy/ZmTOnLbDfGe55Uw5lLuvgld9978BwD0zyKTiqK1doO6qrBTZsN8Y2zwbpyM9teRKzKvwAeEyes6zq77wN181hEcpQR3WrjjBO7rLszPGA1CZVswAuYfw3ODXdG23m3prlQFufH1CatdRq/QF/CAP+6IXx/+cg4Hw1i5otAiIgAiIgAiIgAiIgAiLQFQHZFQEREAEREAEREAEREAERqCfgnLPz58/bQw89aN99+6198+03dvttt9ne3q7t7Owcmsj74XXi4MnDUkz0jMXkBfvqFBND6EwlqjqWIDAUftw2S4SvKT0hMNc+5EVOqvSbnZUdjY2td6Zg6srWF9w+g+u8UlngU7lNYvK2QQlv/CMGO8XzEZK+8alftDMojin283yW0niVIiACIiACIiACIiACIiACIiACnRKQcREQAREQAREQAREQgUMEvJmDzCPBy+TvOXvl1Zft++//ak899aRduv1287gPXnef2xpeKfnLe/QuBEsy1A331KMCDCCZwsJQ4iwWfLJrfMqmStEndnjc368T+5tEG8uKdjmXZVmMJ6dqIJsrjSkmwDl/FRVt0u5E4446Lqm9aW2aYD/LOrG/SXXzUjv3RpVG2CP8GeKRBeMThVSawxhTfVYZsDeaBftYK9Qo7lHs1XI//aLK7eXzmf7RdpNq/Arx/889gns+l6V6wDn2GzYgzE4tT4ZUsdEbxo+VfC8aYJuHD3WqunbFtsrPMT7YcA+rGr4KgsXxcCxUCv2BgqexZJ3zcuV+ebhcLfrfKECK69eURVZ84jfw0wz/YzvKEa7DCOxZ0hfashE7cjWujXiM/+/gqGjx4I3fyRT8QnBWtuNBLwo2uG6dwqz9D/v0uVawHxp04DCuhzPjZ5ZtuJQWVTN3ZMGoJtvso60mcX819C/eBX/hmgE45mKX0gnCZYkWHSIgAiIgAiIgAiIgAiIgAiIgAiIgAr0jIIdEQAREQAREQARqCeA+96lTp+zhhx+yP/3pO3v3nXfs8uXLdv78eTOHu/pW/+K98TpxFhMLLKeE9abOedK8DEdslapC7DoAIkzqei3ZHwIB7pbDcbA16XDv/C20UTuanVTtgKYOTkxqGtdBH5Zd92cbS3YQSPsm182FEXSQAPbGP1oxEYwUthK/xLylktsiIAIiIAIiIAIiIAIiIAIiIAIiIALDJ6AIRUAEREAEKgkwsXD8+HE7e/aMvf/B+/bHP/7RXnjhRbvzzjvtxMkT5sNo/CSU6dUyASYuqJbNTszxKVlq0jCwCmOjugqLtqmu7K9ul59eanFLPv6jDu6+5ebPs2K31ufxoJsxTHLyKWCWq61AQlS1lfT/yO3uClWv20Yr0qbGzw7Vhr0mG/UEm2Y19MXErwVj2TBMXSIgAj0nIPdEQAREQAREQAREQAREQAREQAREQASGT0ARioAIlAmkHybmD3CO7PLle+yHH36wa9desyeffNz294+bG99Vj/fA+TOkVNnMrHNmSCiMO5TEQAO7KEMdQwZ3zAorXYW2Ai+uR65MwlBt2e+bHcZG9c2v9fpTvOrrXblptXa8avsT0uTxHH3tBDXHQhqyCIHxn6pFpozHMj2NP2wh4A8hxH/t5PEXL1DeIQHMJDC/SsfjVYiACIiACGwLAfkpAiIgAiIgAiIgAiIgAiIgAiIgAiIwfAKK8BABj/va3nb3Mts/ddy+/e4P9sevf2evvf6y3XXXHfbzjX8aH91yvDduKyRgcNucN+aTmDuJJtFueMUiNuJkoAfDS/GnMoXaRuKSPJP4tCDrtE+2tB9LNmypGBPFuJJSKIwv1dsq0xqpbMtue3a4o8qqtx4QSGB+q6A0OusAYNrjLOllWmv+Mn3fpHL+mV2MLLML/D5EYDjMWQbZgq8M44vCaeHI8IEtqtDVyyq3ENKkVlRyFFsvVTsvSXTJRUCcM3FFg6GOxC/+OrJFEgEREAEREAER2FoCclwEREAEREAEREAEREAEREAEREAEjg4Bh/vbxWj3ju3aK69ctX/7t3+z9z/4wJ56+gnc9r5hhkRRpayFF26vF63wlGkelsX2duv9tsYECrWKl7y0VJUN2qaq+rapjfFRRZ+5b5h4GkJ8xbhm10kiadZoUpo1psN+Lk8tvQS/IaiVjCy9epyYUKcyNlqe/KVblB3NV19CXyEBzP+9QTDvgwWIT/9SB5eTpqmDFtVEQAREQAREQAREQAR6TECuiYAIiIAIiIAIiIAIiIAIiMARI8AE8O6uM4cE74MP/cp+/PFH++KLL+zVV1+xM6dPG3/xEp0bodKXJELbwTOuDaeu2g5prfaY3E0iy7rFm/qsbtKc7elpzDmHr38Ys9/Ukiu7kBm15PTmabgwDiMoQx3V7TrwXdnoMGJy8SngzJZ+gb9RNQYc14BqunvfvK7Pz0JXIH/IFwlfVAK+oZn8Jckt5kz3JREQAREQAREQAREQARE48gQEQAREQAREQAREQAREQASOIoEsy+z8+fN2/ZNP7Ksvv7TXX3vN7rjjEhK/LdPgTfSxYuKnwXzqT2XD0K3sIgY6nkrWu1DX9rvweRmb5TjTvknlMjY1pz0CfbwOK0c3KyhuSmrlhbbTwCw864pqkgAOyOhSaWHWc40Tvkj6muV1PunrcfFCcPhDmLcdzEvnyBAblXpUioAIiIAIiIAIiIAIiIAIiIAI9JCAXBIBERABERABERCBI0dgdzcz6rHHH7OvvvqdvfvO2/bkU0/Zyf0TaN+dPPSbuR1rUn6vPFhdyV/PpFwIloSb6oYJuYKZIVvAgqXhhVPLxiXnNgp2Q41gAss036Ovm9tWO31IYoxlb0bwPSmtCadzNkhCpLa6Mtkul0hdGOWR96BGyFWwDDg3Dy/GCli/S5X9Kp83XttC/B5+jiwYNeUvNgvjpJJtPh3JJwxZBsTbrIDtWC+DD1TA+kXRD6rYVlVPPtWV88ZfZZttY/fgYoD8gUDKQwZmhmt/WLlHtFEtRBdGxocgyb5Os/xPn+N8tfE7rxmq/DzEtRFErR0MAnpcI6tU7lchblxvX1C0DwO1ZdPa6IObBwef/KViCz5D4Br5YNxUyfXAPlCsN8jiNx0pRaMHb1yHgm2Dyv57XNco2PYNCmDRKNpuEmyHBh04PF3jZ4+fwbq5I/hP1fWn9mmrh89q9804pgqyNDKttNgEJL4cPZTap0frTAREQAREQAREQAREQAREQAREQAREYDsIyEsREAEREAEROJoE7rr7Lnv33XeR+H3XXn/9Nbvp5ptsb28v5WC7hYKkDhdwfEuaOkmNwyrHYQ8rKEXTcwKb23WNH2l2UnPR48A6zWVgqwcx8q0OYIPOZ2GSAQ8WYiYbefPYFmyEJC+Tvnl76p8uN+i7lu6KgOyKgAiIgAiIgAiIgAiIgAiIgAiIgAgMn4AiFAEREIEjRIAPNJkF293dsatXX7LXXn3VvvzyC3vmmafs2LFdO3HimBmfWMMYVNZybC41tZbwahcpPq1aO2jFDj6BR61oppfTxY+XhWlBivX+iU9eruYdLVCrWemGDJ/+pW/UsitwLrXsfM2bh8AhwsgBIxGMP4Ws0AJK/iEK5tE+ijLUD8RBkgiIwFAIKA4REAEREAEREAEREAEREAEREAEREIHhE1CEInB0CDBZ4S3Lgl2+/At799237bvvvrHPPvvELtx03nb3dm1nZ8cc8iyhIygwPW0ZDVyLMtSnO3XWFoEhoOUeodpiMiw73Vxh8maSnVrm89mNVz27chFSvU/5t259/5B7uG88NgG16TgrEsBM9CaNzIdRTPoGJILprHPOnDsQ2yQREAEREIFBEFAQIiACIiACIiACIiACIiACIiACIiACwydwJCIMuK9tztuNGz/bbbfdau+//5797W/f248//WC3X7rNcJPb+ELu18wFnDrLcN/b2ngFM+Sbc8Geo9CWHi5m1WIjOgZ6MMaUBEplChW4U7W1kjan1JrlzRhi8ohiMikpecI4U72tkjaLastue3bSB6ZY1lvn/ovC8MSvWBZjTXVai3NQSSWqcx1MtCVhybnmTA9Ks1M53bvus4DvzkOCEzmXbPL1laEtCdV4kHOsTL2lUamc6hzECeOOn9keRUPaU+7kF9Dwt4i1Ylf6mi6XxTGqi4AIiIAIiIAIbCcBeS0CIiACIiACIiACIiACIiACIiACQyHgzTln58+ds7feesM+vv6R/eWvf7LHHn8UAfqScIq74XzvTKVb7TylFyw7W7PW8Ho6NhEbE29J64lSq6yXQLq6LLtdmfuXWnoVTqaWNtCDicRcpTlcYzKUmmPoYIaky824kzYdXMYneykfglGsh8CnfoOxvmkHtb4IiIAIiIAIiIAIiEDHBGReBERABERABERABERABERABAZBwNvubmbHju3Zw488aK+99qr9/g9/sA8//NBOnjxhWZZBbkq2wVdKGGzQhU6WZnJ7lmE+mUbNGrdsf/GpzmVt9Hne0vHNGVR6gn3O4esf1nWGza0QEj7YnE4t/29L+OmgVvCjy6kBvlHLrsG5VM38tP8iw5oxap5NIPNTiV/szNlzNEIEREAEREAEREAEREAERGAgBBSGCIiACIiACIiACIiACGw3gel72rfeetFefuWqffLJJ/b1N1/b7bffbjsZkhU9CjIlNVLZI9fkigiIAAlMf62wpVbb9DmuDaKqo4nBYIOuArG9bZMngPMQvIXx079m/Hc6VN5jxj+SVUr9KkVABERABERABERABERABERABLaIgFwVAREQAREQAREQgS0nwF+x5D1sb+fOnbEnn3rSXn31Zfv222/tmWeetNOnT9oubmk73OtOT0wuWnof4i9n+vGDVOUyoP+QMHYEcWwE7Cx/EBAlz1nALWN5aG7ZHuzwlzrr5IOHf0STMsEAABAASURBVPWqm9dWO+NJYr6IV4Pn6QHNunXIh6rrT+201SiPFaFQ4jDCNafCDH6r9jf6hs5lrq8v+AwT8Ug8J/s3tmJfIe7QqICcT72weYwKhTVZH2HHUqw3aexGbbFM/MX18HGge1CACvvcRvEKG/w01MqKn3m0F20V6x7zKO7BpMQdwCxplv/pczwFAB9sfhaiyBVB1NrBIAzBcqGkEc5H0zHjOvuSptYtnTBeNtWuDb/YXyUXMnw/ZRa//zBuqoTDI+QRR/EaGCjnSnYmexSx2SSvmHrHpcPnFqKPlGGNothGjUdXFh5+sCOASa1gd5n4aXce8XPJ/+8vlcan+GM8aAzws07oXvpgXJwcGuKfJIBDdCJeEc6RREAEREAEREAEREAEREAEREAEREAEBktAgYmACIiACIjAEAg4c87Z5cv32EsvvWR//vOf7fMvvrBbbrnJ9vf3zSMx2JsoXW886cwRZRc6Q2tkS3GFI7CVGOacSlTmHF4eRphJ5b5VzheyycGrLNbR3BXRLuoVKSQtOndT49eMaOEws+oZyL7XZearJ6h1CAQUgwiIgAiIgAiIgAiIgAiIgAiIgAiIwPAJKEIREAER2GICfJApJgnwdscdl+zKlSv23Xff2R/+8Hu7797Ltn/iWLyzbX6EMsQE8SbCzbAoXMT70Tv4VNzkKbiOwu/afkduy+zcBPjpoeaesGUD+Q1B9TjGDbqmz3c72xk7jMleKrRjUVZEQAS2koCcFgEREAEREAEREAEREAEREAEREAERGD4BRSgC200gmMuCnTt/1h577Dd2/fpH9j/+xz/s6aeftgs3nUdovM+NwjDOnDFZzLNFxQRmEswsOn2ZKQuvoQk2CM7BDLt1WmjSEQksl4FMn12W0YzeFiIQ+NPMVPxx54WmLj24eKXjZwINfb1+9Is/+UwtHfCaJiIBnFYi1lQvNKcmlSIgAiIgAkMloLhEQAREQAREQAREQAREQAREQAREQASGT2CrI2Qy9+T+CXv0kUft/Q/etf/6n/+w995/286eO2W7e2YZkhWZc+b46BhSag7RLnqXmzf2ozCXd8spVOc6uFYS155r0hYPIhum24tK4cRLkE5aKmlzSi3Z3ZQZJo+ouN+wYcrlpvza3LqAYGUt5k1iuNisdY1O3w6pXNe6868zSfziMnTNMsMXCMXPdCrpKZrx7X3wDyLY1heRSfzM9sWhOfzAbktf0XOM1hAREAEREAEREIGBEVA4IiACIiACIiACIiACIiACIiACItA/As4hC1Fw64EHHrBXXnnF/vDH39kXX3xmFy6ctyzD7W0bYVS6x+3jU7/FmcU6Bs48WktAJEMzV1zXgHbXYXjtWpxtjdcyafZojdg+Aunqslzeeybpkrrcp6t5uXx8Xc5kkvMgEczv1S5Xs5jyt/ILYHM/8kRwuXtT52kvTXyDn5vyZd51+ReyZiy7qJpuNYuACIiACIiACIiACGw3AXkvAiIgAiIgAiIgAiIgAiIgAj0k4JxDcpfK7JZbbrKXXnre3nnnTfv97760Rx95xE6cOI7+HcMwK794R7t4Xz49YVYe1+k5MgX0gYqPs3W6WD+N8zpQXXnH60p1ZX9wdksBkR1Vau7Pacqy9cejKU+4t+Pne6p1kRNaoBaZs01jGRu1TT4Px1fuTUpXYDjXVJGIgAiIgAiIgAiIgAiIwNwENFAEREAEREAEREAEREAE+kUAWdOxQ/y55+PHj9u9995rb775pv3x66/ttddeszvvusv2T51C4jeDeHvb8EolqoUjBD69Vt1XGDZfla7VCRZaWgWWtuc4ijFv8uqQN0Uf0lZkXVo/gXQd1r/y8ivOnDnIoGZGPfgBmRmOqHKs/ANJldt1LgIiIAIiIAIiIAIiIAIiIAIisMUE5LoIiIAIiIAIiIAI9IgA70Hzp5vz8tixHfvFPXfZE0/+xv6f//c/7JNPP7H777vf9vdP2s///KfduPHP+DPPITANhjDiNIe2XKPgjPK45z0KZiMLxp+DxcjKw8POaCzWo12cw6BRzgdzOK8T7667smU0BLRFYW6AjVqxv0Eeiewm0d8uhTAqD4QIwpVdsZGXhVx50uQf+xvlYQkKJQ4j87i26GuYHMCV3SyXFecvK15zzq1a27AnojhgDvFpXQrb25I8GHBqlf2ptrRWoUz9nL+KGGOTmmzTBzMXMXhcK1+8xvHq8ufd+Snida5WYsHSxi/+P2UpGuY+9dF2wOlhjafMLPg5T6LNmRM4gK7HTwlnsqEoj68Xxmfwy9eqOKOqToZ14nheG5Z1mvzcM/cSAsOB77tsorp5qf1gbYd4igo4jwDiUF6PoriXqdiJt3T98vUN6+ei/brrZ3gF7BkUSx8Be6NRcIh/P6i0CP1OaprL8exnuax4/epEm2EcP9zEJ8kmsvEry0u9i4AIiIAIiIAIiIAIiIAIiIAIiIAIDJ+AIhQBERABERCBfhLgzzlfvnyPXXn+efuP//gP+/vf/2533nGHXTh/YZxISMmElFhI59XxBNzYr+6Zbo1WHNooFK0dtEe1ZlCGhkRAW2Peqxk/ofMOnhrXKWO6RU2tuKUnBEWN3Wc1ady01iKtzXKtC1cstrWXmI5DSgBXXNQj16SARUAEREAEREAEREAEREAEREAEREAEhk9AEYqACIhAjwjs7GS2u7tjWebszjvvsGeffc5++OEH+5ef/sUeeOABO3fuHPp2zI/+af7GP81ZgPgUoOEVIB0isJ0EuHupTXqfnmDcpA9buzYuHpOTFL6WtjYMfKF25zsf6aW6W0GW6whgf2boS0JVhwiIwFEloLhFQAREQAREQAREQAREQAREQAREQASGT0ARikB/CDCJ680hA3Xu/Fl77LHH7KOPPrIffvzeHnzwV3b+wtnYF/3FGGOGxXmc4q423ts4mJdIspjFacPq0bHBq5F0dKJePVLu4Cjsucn+W91sswUuWDFibetXrL1qU/Kd5aq2aueTG4UBuFx4LxxoYBe1jd8f5Z99LkTWXpXf3VSNRV47qqZ7o830iz/5TG3UkWUXx/5M389MAi9rRvNEQAREQAS2m4C8FwEREAEREAEREAEREAEREAEREAERGD6BHkXoLdvJ7NSpE3bX3Zfs9ddftp9++t6uvfGq3XHHbXbi5DH4OrIQbpj5G+aCR523ss2ygC4cDTkF9DYfvLEfhWE0R6GqY04C5JVfjTknaNiEANnFvecmTZ1W+DmJwipcknVU40FfYmXL3tbGD4CYOEua8EM7kcUiNvJsezRJ/ML31VkmOuOSBicofPy+5nd2UnH/9TWxyhDoW5jE0d8KLmH8twepJOfEOPo/7uDV6W8U8kwEREAEREAERKAjAjIrAiIgAiIgAiIgAiIgAiIgAiIgAusncOnSbfbMs0/Zjz/+YF988bnd/Ys77dTpk8b/BzCfCkbmF04hzYi72fzZZ5yY4xuUSlSXPnhzvKilDW3NxPYcJTdaY6IkiefSYgTILiaa2tjQcy5dXorXkppzeq+GkV3SWhwrgeIpvqH42wT1y3NQfe/Gerj3DhLBvjmGhbws7zASoqqNpOvXJ0zJl5yRGctq73vWmhwvuMUmSgngAhRVRUAEREAEREAEROBIEFCQIiACIiACIiACIiACIiACIrAWAsH2ju1gJW+X7rjNnrvyjP3tb3+1//7f/82eeupJO3/hnO3s7lrG7O84zetcZg7CpHgUn2xCTji26W34BHitqSFGysQM40ol652pznA5X1c3rrP2DJbpBIXqFh611y92MD5qCwOTy4MhoB04mEupQERABERABERABERABERgNgGNEAEREAEREAEREAEREIH1EXB2yy232AsvPG9/+/57+8ff/24vvvSinTp9ygL+8yNvKOCOM+co3a4GDB1jAm5cbnsR84GFIFJcqSx0dVYt+5B/7jpbbk7D6yQwp0tzDEtepzJOIeCk2NCPN3lxtAnoL+rRvv6KXgREQAREQAREQAREQARE4OgQUKQiIAIiIAIiIAIi0AEBJHHtQPwZ52zH7NKlW+3ZZ5+2zz79zP7rv/4nksAv2E033WTBYywSJQGFGVIoLCEXnE1kxh7zGMSfCh0hWxVCsFSiwyay5hfMWhJHOrwlGWzi1IJHOrpG7G9S01z2Nc4drx/jZKwVmmc+2SyrJvvsw6WaXF2eUw6NSU3rciz7Wc5SsjcpZ00Y99P+KhqbWbrgNa4TjcY9iw3HPchzijEWn2xnW50C9kSdOCeM9xDrRXE9KrUV63Anfr5Ycn6T0vxlywPbZnT1QNhEMMq9j2Lpw8PgwRr4HBfOaZT9LOtUee1gYwRN5gJU9BYl7bBgYo3lZD4AhylN+1LlI215XF+WdaqaN9VW872V/Kqzm9o5zsNGnabWCsWYsLPDKJkxc/gSt/TKzLuxxnO8HcydfHdjXdr3GFOnAD6Noo0mwXZoUPK4rmyaO09fnd3UTv6Nqonfo52KcxFf2q88L/A17tO0lkoREAEREAEREAEREAEREAEREAEREIFBElBQIiACIiACIrAeAhdvvWiP/eYxe+211+y77761119/zY6fOG4ZssIUEw0HnjCF4pCMouygZLaFQouNX/F0XF+1cDBAodAxg0Cb3GcsFa82rws1a6z6t5EAr2zSlvlPt7fM5b66S5RJffVxKH5lQwlEcSxBQFNEQAREQAREQAREQAREQAREQAREQASGT0ARioAIiEBnBPKnuswCErzOHnn0EXvpxRft66//aB99/LHdc/mynTq9b7u7GUaMzIcbtuMC5GwH6T6KiQCLr4NaPEW/RVl8hXJ3bNXbUAlgmxg11Pi6jovsqK7XWdo+P9DU0ga6ncjE2WpfOZxNdevn5qyTEFXtAZ9wp7aVAD87VHV0m28lV2qWJ/VXaNZM9YuACGw1ATkvAiIgAiIgAiIgAiIgAiIgAiIgAiIwfAKKUARaJxB/6tPDLBXM4S70ZSR6X3zpJfvu22/ts88/tYceesBuvfUW29vbsRACxlL5eJyUDvaVmlY8ZV4paUVTR3I6r1TSugBgG02W4o7Y5uvHny1PmgR15CulK8zsGjUnF+6HOYeuPKzoaa2xuElre9ExcwDGrO8I+N5eJ8P1RaaVmggoAdxER30iIAIiMEwCikoEREAEREAEREAEREAEREAEREAERGD4BNqPEEkEZ852dp2d3D9u99532d54403797//3f7t3/7NHnv8N3bx4i22d2zXboz+jzk3sizz5qAdZ0Y5l5lzzjKWZobCzDzEhAkKc3hLQnWBgwmOKMyhNQpVHXMSIC9eiTmHrzSMub+k+KQgF4dFFsVriKatOTaZ9E0sU7l5aBlcoPhZRsmLihazeIVRSyWqFUfq5TSKQ7rkCw8tiR5zvVrRucnoqlnr+hTVemh5wtcXSpDH9zfb62c19aQ4Uzk9lp/hoqZ7+3fGPZX2UyqTl/wMpXpfSu7Joub1i1dr3rHQRzIHAAAIvklEQVQaJwIiIAIiIAIisPUEFIAIiIAIiIAIiIAIiIAIiIAIiIAILEkAiY9sx+zy5V/Y1atX7dtvvrG//+O/2yMPP2jnzp09eNoXiQbjK96xZjKEwmS28c47S2rcxCrSE3kR3zkxVhZ+o8myFjYynrC8F2MDGy0WX5zcOIuXKInnXYl8qSr761i/at022pLvLNuwt902aq8wwko7DtWqozCVSbqqIZ210TVq7gUKzsY5/M6jFjISZ7b2Rpcg7sPlE7+tedMrQxu8Ku1wYADUDGtKAM8ApG4REAEREAEREAERGAwBBSICIiACIiACIiACIiACIiACCxIIYWSGhO6xYzt2332/tFdffdWuX79u33//vT3/wgt28uRJy3Z2LMuc7exkdvjFNirvQT7CXCic+wznsTUfMHlnWzY5W3eFK9ODda/bl/X4FBzVF3/kx2IEMiSH+ETmYrP6MTpw4+E7x+IvA2zAJ7DjZ58y1DfgwUpLBrKLzq9kpnkyv8OpmlHxEvaUHRPiNW5PmvnZoSYNfaqAK/8+UbPcmmfMLBvqFwEREAEREAEREAEREAER6DkBuScCIiACIiACIiACIiAC8xDg/7OXSmOdc3b+3Hl76aWX7M233rSvvvrK3njjmp07d84y9HEslY8/nHUIPlhUQJk0buOcfO7heezblPrlzaYodL8u8hjdL6IVtpDAendGO5/39fpce1HHwdAbqnbcEe44SlyUAD7CG12hi4AIiIAIiIAIiIAIiIAIHAkCClIEREAEREAEREAE5iaAnK5RGe4cnzhxLCZ+P//8M/v2u2/s3XfftXvuudt2dnYxBgld8+bCyLKAEkld50fmWI6cuZFFwYxRxseuQma8+R6rjs/3wQbKEex42JgWDKA9TxDb0i/O90g8V4lGmZxmSR+T4BKbWhHXrxMX8IibZZ3q5rKdc1LJ+iLidfCYUBRO48Gn92IFb7S/imCi8pjsAcRPBmkPBJybh1djBVy7ZcWFOZflsuL+aNTYPz8uuR7rSbPWDYi3WfiMFGyHUt3weaPK7SN80qhye/l8pn+wP0/8ZbsB3wuUR3xRNoKbHgoQPvvYgDA9tXzAxgt8ehWt/MnnqHG8U5M4cSyu6zGmTo2+wwY/84c+72iAeyBoRvuHbGC9MI4vIL4Qz30+NtY5L5fHuceYOuVzQ2FuqQ4fD61faAOqyUF2gd+Z9B8cee7HYw3fyVWatb7Fb29SmiyTV2AfX/aWrkvZDmjQE3TDo8igugxg06ix/7UMYDs0KHc2f+d3DvcUz1iPqpk7wtWnmmyzj7YW0aE4ZsQPgJHx1Dz4PBqrZu1Jc8WVm/SpIgIiIAIiIAIiIAIiIAIiIAIiIAIisNUE5LwIiIAIiIAINBMo3sTOkPXd2ztmJ46fsKtXX7I//PEP9sOPf7OPP75ul26/3U6ePHHYGDIluQ1UpnodzpxNblzjhjXHFYUBuL+NZB8rfRPDofrmV0v+DDi0lgitboafgNWtHCUL9buSLKu0Ch3aq53PTqp2QFMHJyY1jeugj8t2YLbJ5AaWbHKntq9+d9VO2fqObOsjUACLE9AMERABERABERABERABERABERABERCB4RNQhCIgAiIwgwCTsd6PbHd3x06cOG6nT5+2V195xX788Uf713/9b/blF1/YbbfdanvHdsxcMLMQCz7ly/8/IkUb6MARoKrDoTEJ1TUdK62IUCbzUV+Ty71ahokDqiunuJ2oruxv0i73Dj8bXcZH29Qm42xemxSo5lFVvR6BkR+1nIUqq9Nt3Nur2aYFajUr016tfsavKz7560KG7+psBYOcS1Wb4LWh+hV9ta/lVj75iy0GPuWe/pyTK7WqR/VXcFXLmi8CItBLAnJKBERABERABERABERABERABERABERg+AQUoQjMQ8A5Z8ePH0Py95hdvfqi/eGPv4N+b+9/8J6dO38m/sxz2c7iN6U5gypb6v68cdWYKcl9ODQODZNu1PNRw3qfFRafy6a6jHqWD12u3ZbtyT5py+Cg7PTzCvfTqxUvfDEobkqYKzbhVMcRJJAdwZgVsgiIgAgcVQKKWwREQAREQAREQAREQAREQAREQAREYPgEGiPkE7vU3t6OnTx53J599hn7+ptv7MPffmDvvfeO3X7pVnNZMP4cNDLAOELUjnO2Y86cG8vMnG3uxae4yqI39CmJ53XijfGkOD5gJJWK2IiTgR4ML8WfyhQquaZ6W2V64m5StmV4Q3Y8AFJklZRcYYyp3lZJm0W1Zbc9OwASvxGKZb31gGCC81ZUGp0RaDppqUx7nCU9XNwsZxa1uIU2ZxS5xbp5I37G5ixj1RZ7ZRheFE4LR4bvxqIKXb2scgvx81lUchRbL1V7U+bXzeJ1Y91aevGKtmRKZkRABERABERABPpLQJ6JgAiIgAiIgAiIgAiIgAiIgAiIgNnJEyeinnvuOfv9739nn3563T7++Lf2yCMPxSeBd3achTACKiQUmFRALR5IAMRyC94WvoFeio2njJ7lFoRbcrGdUyZQqHas5VZ4XZLyFr0Pi0C6uixnRbbhTxeXp2a52ed+Yi5q7CubjLFR47ajVmx96AyAWvHCKQG8IkBNFwEREAEREAEREIHeE5CDIiACIiACIiACIiACIiACR5ZA8B4J3WB7e3t28uRJu3r1qv3jf/zDvv76j/bpZ5/ZY48/Hp/29eNxs0A5DKBQxINPUxXPY2MP3qJfvIFOLenPClOXXPHoTJtcn4GG3HV86WnMQ/j60sB/PUAt6Y8LmVFLTm+ehg82v7MoQ715cF1vhg4KRd8OxOTiU8Ar+Af+Rln1y3ENqLq3/629/vyAK68ctSrJNmys6oPmi4AIiIAIiIAIiIAIiIAIdERAZkVABERABERABERABI42gZP7+3bp9tvt+eev2H/+53/aZ59/bq+/fs3uv/9+2z+5H39ycmVCuGG9sg0ZEAEREAERWInAZDK/k6lJgypHkcD/DwAA///U38NzAAAABklEQVQDAOCxNZ9mAPISAAAAAElFTkSuQmC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063240" y="1188720"/>
            <a:ext cx="11439144" cy="2761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6800" dirty="0">
                <a:solidFill>
                  <a:srgbClr val="FFFFFF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SDLC: жизненный цикл разработки ПО — от идеи до продукта</a:t>
            </a:r>
            <a:endParaRPr lang="en-US" sz="6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5399762" y="7686873"/>
            <a:ext cx="7050024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000" dirty="0">
                <a:solidFill>
                  <a:srgbClr val="A7A8B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Полный цикл создания и поддержки</a:t>
            </a:r>
            <a:endParaRPr lang="en-US" sz="3000" dirty="0"/>
          </a:p>
        </p:txBody>
      </p:sp>
      <p:pic>
        <p:nvPicPr>
          <p:cNvPr id="6" name="Image 2" descr="data:image/png;base64,iVBORw0KGgoAAAANSUhEUgAAAuMAAAFJCAYAAAAxEiOxAAAQAElEQVR4Aex9B4BVRZb2d+re915ncs5JEJWMEUVRUUEdc86T4+6kndnZ2X9nZ3ZyTo5hzDmNOYsZMYCC5NxkaOicXri36v9OvW5oURAdGGe0b9/zKqdzqk59dep1t3F79FgXu8hlXdrlXIb+nHPWOkY5Ru6gyOXjnOVPzKRMO5Ff2d1QzkaOryNjnedn7ByZ5/Sx1pLXESlHypKU9xkmR26fPzFbaEvWOWtjZ9lZS6lazoXYNbNPSk1MbHYuJkXt5HbJg7RzUYaUcy6OXGxjitx60WedI1cd/Zbx1llrnYtjR4/blw9bcA3sRQ1brqebdrGLLGMj9jFLyrSQ+nM5Z0kuipyLNE877ZYPyqtMxrksKUcJRznnKHdrY2cp1Hgn0jjn5U5fvBMxyOxOnbblNO4DkRZmNxxFSFG7ts1p3b4ubTtiKMfMSurXuHZybhc8iCnTjI1cWsnF1PgxV5Qlmy1Dzmkx5bUnstUpWbdvH21DZa3k5a0f1EGuke3Wk+qc5eq3rolumpQhNbNrTe1EnsS7Icu9z7m0czZDypIiEhnOl8xz7yLr2p92DuyWAwZ7/DjmVKIDAVq9Gmz1t7oaRwrQ/vN+HDBCXvJVlm4n8i7/akLeB5+Y/5QWP/blIyrMVrIUt23TmqFfKaCbJ0dZQ+g37YTd8eA9ZNfK5bwrcCLkq750NVK9+4jYAiUnCGE8BeyfCGOF8jV0lQL2KQAso/KkYQNnPgx9gsqQbzYU2MBsJ+WZJX8tABVtKzG4Paz+96PWclrP++XdXXprPY6ibvW/K3+btNY87e675celAxGBkIHiP+mhq7xSX1t6r7i26XvFL1oLWxISOFOEpFGeNJELmuse1ACt5KgFWv3tLpVeG968ix+ubXorLz1z+aE835kY3f62c2AXHNAZtIukttHCgFCtGJK6DLZ9hYHtxAnolADDyWpsgHbaHQ8MyFRYOk5JqOSVkH+Eu6RhQp4CCHkKLYB9+VB+EgMm8uQM/dKqyLWTAWATgGulJJwkELfTbnlgJQT0wOLlJ4B3858aAh9yHnkSuiRpTWHiPni19oQVpEhJUuAEhuTYriXYjgkmcxR3jqA8S8oZICsOGcTIcI600675kCZzm41Fs3FIc/1kCIgylCpXFX1cPnj3QxEgJo9VH7Qlx7p0XmgJev3MUZdZNWrPqbUQXW3L10l5OvZreyVMa+vXfG370u4HduaB43oJnCF0E8JZ411DKSkruYrh6PF8VNfky2vcdj7vC4/KNcjBmSwcXYjqcHaAPXSOOtulACXV5Za6iXu10BWbZNaPEe2D8YA8cy6E437sKHdHYepacsKVRD47Y6H7puMe6vkv3EP3hYzb6/zYcIBqYc/GIqpYOOG8Sz88Ad4RIO9yOoqD5WSEPjr/2gnELbsm6kfll+VijZnRwoIcJPfyvBRlLPkOpdYdQOOYY9+9Do59yRM7yBC1Nptjn/jpg3QpaiptehhtSe2i3rWYlTetIAwt8hPA+3Z2wYfshG7e9O7zN2Dnwhx49nLgNITKMqKQcxSwgsc8WeSg5BAxTccSsfftJOTHe5PyK0vpkbXkneYBOZgnx/jWV+hRokPO5tN11bUlza+keZQ0/x4rby3QhhzlaknqemqTtrNX21Rq25d2/7tlpHxTeQRkjiHD1K+kctI0ULKqVZVsG38+bd98OtXhQiBOAmcpu8WGAhKNKATkIJgEgSS4jtHmEWZsJ+D9eID3fJR5nATkPTxFzKVhxtPX/rZzYFccUH2xq7Sd4oWT05CEesXsSGPQ33QZTjaCcEty3HIsJ6Iq+nwas2uRdsLO/LA8QUfcqnPIUl3mSBE5F5OD8XaVTe7xlR1EVjOw87sXw9rWDmEJFbYntiBwVN1KoEtiVr70a1w77eDPu3lhyDt9uYD8qx/vzg//OP+pOVo8+8rRhlqJUtRmNKgHAcvOOpL2MaBLOxASnJl5Av2unciXxC6IdkcUkKfq5kmQJINpk6Tl1G1XBbp+lOetxCysMS/71jjLyFY/vaxVPz84qU7O046y2r6SxnhXD/4aYCtCv9A17UR5ya5J+aS4KxYgpqRigEuF+yV40wTvgg9T+AnKt9Xng/vsw7ETzrcm/FRSLSRsT4kOXxEH4SncE3cf0N9OFOAu+cDVSJyD7cS8tIBDDz2iR2+Gydf8a+joAUhdetvfdg7sggN7PEO4XiH6Q2DmVQkjHCejMwSNJMuJGytxMUceUhJY8mos107YHQ8iozA8QyhOchnC8oznXkw+WpKjCrXkdav8XKtnn7pCEeu1JS0ovLYEr+LAzcY36aiI2EMgwzwkukIKOILQZdFOu+ZB4HLczLljWyprF1OXRxC6hnLOk2V4h4R3+Dzn980HRQ1escOIF7FevvglDuEPEDiHBDuSJBXEFgWRRSpHymSRaqfd8iCZjZDK5lCQzXpK0h/mcgiiGAF5aazNy5s85mKifJ3nOT3+tfxUcnTbEoP5VyPzvj3+1CL5Oh1vQBhi20JHSe0pxG75rvA0xqkJJYkcTO69qD2ulS9C/lB5A61uRJHELUTdqbxVHoO8dvrhien79BXWrkAwYGvqtt3u2RHu13kA2QxII6keMA3t9L48qIczJGmA83wj70Aech/kBACoz/OLSOiQ7/7rnG15zyz/JK/j+m8nrsgPwYe9LcIPMEM4saigwe3CUWNbF3HK5RBLRGiWQ8al0Rw3oSFbj7rmWlQ2VWJr4xZUNG1qp93yYAuqyKvqxm2obNiGKlI1w7XkYWO2EemYAF157Q88tFUKub/TxLHc1LE3H+ppRJS3t/K0uPrdhZi7i83Axg2IszWkbbDZrbC5rXCZKkimpp3ehwc2U48404g4nXctZYy4GUK+GpuD8ECjAJ1c35sS3W1dNnCIefaK6EZc25xhtNzGCOMIyYjUnEZQ2wC7rQa5zZXIbaxAbkM7vR8PovUViNdWICrfjGz5JuTWkTZtQ1xRBVtZAzQ0ce/OUuYxDA9oQjJc2x64UWL5OUDZ8ABs4fwPd/e8y3zqZ7YP9GqdQh1OOwpsNqYB1JFYRdbBpmPkGnNormlC/bY61FZUo2ZzFeo3VqOhnXbLg/pN1WjcUoWGLXS31qKpqh7p2iZkG9KwmdjjM0PHUI9Kq+WcMnRtiFLYy6+hpPVuRomGFX/KprwRsZ00icAb1bCWetxuRWy30L+pnez78yCym5GLN0HdiLyzrhLO1cKhkTzPkGISV5p+FUhxkxI5vvOr8t85bm+EtV7FBeq21qfhmHt4RJ2ey+WQpZFA/f9SxL7/o/urvGpLbdtXnrblcSuv27rvl96a17R69sRVA5rjxuCoQCy1uaV2ySCN+lwtKgkmN1ZtwLqta7BmSznWbC5H+dbV7fQ+PFjD9PUVa7ChYp2n9epuWYf1FWuxTv2VG7CtbivqecjJ8hpMeQ7drSkwlQMdiAgVgfOk4b1BxPygiD0RfcPlMtxUGpFtrEaWB4YM5Z1p3IoMD1y5pi2IGisQNWxFVN9Ou+JBjrzJKf+aa5BRaqpG1FTjyTbXkceNMNwoA1qshK5wne0NWe6uDsfELAF4jsJWqzjATSTOIaDSC9NZoLoOzes3on5VOepXrEL1oiWoWrAI9ctWoqGddsuDRvKneflqNK4oRxOpcdlqNCxZgbplKzw/G9auQ2ZLBWwdLZKZNIQ8V7BmCNYMLecB5a8K2nB9C+WkslLijs8QXw1Yuh/gdQSD4O2GITgIOdsMD91RYw71FbWo4KFhw/K1KF+8GquXrMLaFWuxcdV6bFyxDhsZv3H5Grrt9F582EQebVq9ERtXrsO6peWeNpB/m1ZtQOXGrWisbqD+jBGQ7wEXmlG5UX4i4vW3ilD1uZL69waxZoC3mi42cDEgXOdC661z7IutRhxvQy5XQdqMTHYTwRkpt9mHc+3ubvmQVX6RR1lSJrcFmUhJeVmFXFRL3pLHcRpQPS4OFPO79ue9KWs25F+tU0mE0iepX8GjgkkF3+l0Gk1NTWhubvak4XZK48PwIJPJQEl5uzMo13ArecHswYfq+j3I1prFAZxYjhQTMDTSEl7VWIkNVeuxoXI9NtduQhVBWj2BY7OjwEFSt53g+fEefEgzLmvTyNksl20GOZfxNwzKw+qmKlTUbsFGHnLWb1uHLQ1b0BA3EC55zcoFLtBHJO+qf++R7hYRaMKFjRoRU6ZRphY21wgXNcPYPAU8jAU2A8ObEYmbIYxvp/fmg/JMVEGThDI35JfhGpKoATZbhzhTR0DeANg0YVIEwzVmuNb2nkx3URO1QMwbLmtztIhbD8Tjqlo0rt2A2pWrUbdqDTKbtsDU1SFFZZ6ipTxFhZ5sJ7wfDxLc9ArTGRTqV3qaM0g0NMDU1MFWVaJx3XpsW7YclSuWI7N1K4TKHTnLNeS4ngRGgRuEMqGAsHcecQLxN14gMDRoIkjcsmYTKtZsRsXazailhTdbk4ZrsnDNIDnYxhi2ScnSbSdL3rybyJ+0Ay+2uJadv2ForGxADS3lCtLX8iC2pXwjMnXN5D95Tyu1oSxapSoi3qvgyXv2xocDhAQa0HzHHHW3rUUUbUUmvQnZzCbEua1wcQ3nWCNCk/YuwMMh6oB22gUP6mGE69jUQ0SplgulhmyuIQivQpSrRC5biTjSOOpzZAHqV5WtEloekbzMW4J73dG2FCgq8G5sbPSAU8Mar42JCFoBY7tLvWbfm5RfbamVV3rLkOXtggJyJeWtxmneVv6KCOeIaPB9aY+1PNUMz9UWHogTNjZmG7CVQHFz1SYoaGyM6pCRNOJEDJuMYIOYBpgcItdOu+UBAVBEIB6TT+QY+ZVFloA8y50wMhlEQRaNBOAV9RU89GzAlvotaM41w9FqpqQSVldJ/XuHYlZDxR3XULFUIZeupFtLpd1EgECFzT6HNkaCuRK08oTcVIwlgOAMMe2EXfGAqo9pOYRUziFlnEAGAQ8xhqAcBOU2V4dsUw3idD2Ve4aLOCKHY5Ij7avXccO2lGuMkBZxQ6AdV9agkVbb5nUb4CqrkSSgTBIoCq23JiaglJj9ziIk8min9+ZDQN4I1wm4th0Pqy7KwMRZJOIICSrwsLEZBdkMko1NyG3ZisY1a5FRftc1AtkIoHVcuMbFAqrKlbAXHmFthkDQNlvUbqnxILx64zakqxshBJNJl0ChSSHlUgiyAtfsiCMMTBS00254gBzvtMjTWPlFv4kMhBZpiQQmJ8jWZ1BFPleUb0JTRR0ceU1VCX9TgR2P6nGlHTF/j4+yQw5BkIVII0F4Ja3fm2HjCsbVIjANpGYE1EfGRTC8jQFN6NJO1InxbiiiHo/JtxiGetxQhwuNauLqyec6liM4t1Xksx50KgCr1AiVq9LfI9H3Kysi7INQ1hEUICpYtNb6uNay2od2ctvl8WF50cpXBeDKa6VWQC6Sl4OIeLZrG5rfB3bxYXYRv4toBwWMDZkGVNZuQ2XNNuj3w9O0huYkr4JcmQAAEABJREFUBxdaT2pliwguxQiMUJG30y75IMZAAgosAMgmcIVDQgciNkQmgg1jcGdEHEZoyNWjorYC28j7hsYG6CRAyyMi71hwLdEf0mG7URViWlCi3Da61YCl4qYV3LgIhkDcsIsBN3UhGAc3HWeFkxvtRL4QQ70nHzTSSIyAayUkGW6CQgu5klrNicIR85CbTdchSjfA0YIOrrgPKcQ9L0YQnoRDGMfIbKtEXTmB4eatMPUNKKBFt4Rzq4AmNrFZQOVvLAxRomhcO3HduXeRIV8QWMSkSGI4kso+wfgUHFLcIIt5gC0h6C5M50BliqaNW9C8dRviVkBuAWEeOAsBPIEPz778bHlNi7unjgVsxqKOB651K9egbmsNkjb0lIgD8PwPEChK1iFJYJ4iMA8kSXm3k9kNH0KTRCooQMg8onykTkwo/xgOqSMLhFLPWmzbUIHNazaguaqOaz2CpWx1o1bxiQhE8qThv5u4RiEZzjbqEldLgEajSrSN4WoYWnWDgMYVGgSE4NvEgPDGRPW5qF53AaSddsMDyomK3sDBICblYCQLvV0wYQPlSEDuuIfaCthoM+K4Fo58VlkrYR89WndMPZ7lgV/BoX5FpbUpTduZWtPa3d1zQITyJrXNJSJcRwb6KNBWXisp/1v5rGl7Svma3ie3Y7rjwrbchJtzTaiqq+TesQ1pWvQkwU62gElnmJObjTH5ON8hbiZ6+v/7CXD2vcgxfs/p7+/H3m2L2hjKJ8uFGhPkxnQtOFDy0pCvMW8hcmplSwBCStOCWlG5GVW1lcjSSgnymz2iSsh/4u962C4VCwgSs5lqRNlqONtAJaPWE1pqaWVRxRPoJERAYYSAJcUkcCrJnpNj3g9DYLk9pQ9T/4cps6f90XyqkKEWU4Ja8MDqbARLOdooi4BrLMX15GhFbWqoppW8nvzNUaIqFzp8ucIoa3q2v3sSsz2z92gJ7+GHsLZQhNa7GHFNHRo2bUGagDxF62yhE1pyLS1m3Gy4+IwAKuaYcy7iPI04hnaKeJu1C+JaiijTOHCwXM+6rnWNC/mXDAwkFyEkFTmggKDc8fBTt3kLgVoVwBsKoidwAfK1ZDwz8bP1fWeoNfZ9XBZykUX91lpUrNsMl44R8n7LRQ4Bf1JBEgkJERCMGQJIsUL1IqqiaKh37UTwFe+KLEXlACMBQkMe0lU1HucsLPlrc47ryJC3AbL1aVTSSt5UQ9DGNM3HZeiFJ8Z4d+98RKymge1XIZerBKQeYZiG4Q02aFhR/SNsXFsUGP6EEM4IaQfhnPfBLgnkD7g+wAOX0BXqSdWNRmLyLwvhAUiCZuhfpnGuluumimuIFnPun0KdwAUNcK6Aj4jwc++8nJrIRRFVRxrZXA6OESKUMA/+lqRhbUlE22wljWmn3XLA84siIz/b5lN+Kl+FmCQIAhiuXcs8ah3Xg5C6mq5lRAQiot5dknEEe4AFJQd1lFgfg9xAOGNy3HSzBA1pLt4aW4VNjRuwrbmC5+lmWGE55jFcxgEnaECLAHgtJ7FQ6Riqd5LsOelgdlCAQEhUDgGJ6s1/hrQ2qMUh4ZJQN2Ss5tojYn35+gXG7CFpGQlh9pAC5g/kA4yZeY2nAOJdA/0RgMqAK9ZaCAkE6sYDIotm04DN6fXY3LgedXEN9OtBkUSUhOZHXo4xXU8alyfH8o7KIPZEH6Mj5mHVLEMPD1f6V1HixgoEUQ4hN2Paw8hnctcJLeICAUgsyNZYCJ44DzSegQ/4spRO0D0htioksB97TOQkELBPe0aO+R1lAO0PhOWU6Gx/NZwn15JHQ9uT98BjmEe0DbYFzl1wvgitZ4FJwCgI4lVxkiA3aTMw6WrYBgIzAnUQtMe0eCg0z3KBZrguLZU7uDbBwxrU5TyxrF/z6DasfugHRcsFDZVaxM+IkUqWdTiWCbI5SFUlshs3ArW1SLKdQOOZ1whH6ATOCudhkCeucwP2t50oxV3zIXQhrcsB10/IWRgAlLUzhqsPiMhbshQwwlc4E8TzPayvQa5iE9KVmwCuR0u5qp5V2SkBAlAe6joRShLc7Bmlia2yVgMIgAw35IhzJSIAj2mVdRmHhs312FZeQet7hKRNUoIhZWooXyDHuZfvlwMVODgh2ZSFiGun9+EBmUg5xJRH7HlGhlGuhnJXCpDfEwMkkYLkQjRWNqF6zTZktxK0ZSg/LthID2QA67AA16aueVAXOM4YS3KUJROZZuH8DIoYdAR6AJdra3awIwD1t8vV0VkPG2+CoIb9aaZLZeCEbghQ+o5z0hqWNzFik83XS32uxrd2sngvHqislbj8yEMhkYFc6yA2cSQQCwk5zKUO4e02CM6d5e1yvBEGtRBiKUcdS9FCxQzHKvyrHsqHsqZEfMz7fSjY8/OCGdXNcUPP8DbTWgcThKADdoJvwDDnoe+UMK6F2BsGgHYX2CUPkBeRkGcteVyLq/x10CefpnyPuRhjylet5CoTTVVXRPNo6L3JcCkzhdXxpQe63kX9LMipyGlhEUtMW2kONdkqbCNQS7tGIGEhLO0cXQsYK5yf8g6XyfggJNBHPwXaByE4oY/DFiaId9/5CcYpvTN21yHw0cHR+UCvMPeek7BXH2jcqhxJxpdjaXaR+hC6krbXQ6kLhSzkN0Kefl29l0VNpgo53bAZrxOBHQVY3rutHxpWYoLz6tvRB60e3qP5WB600CJXz128HgFlGtgAhprag0SVBetQuWj2fMGWCEYKKzKcPHtKwkq0jJ9wLPd+rs/P5gzL7Qn5/OQnPgAJ83IofmgCMORIoAJ1nrS/Avg4obzAR8N7OmbNJyydJ0MflaOHYSH9JF1DBEQBZZGinELKQ7JNQC4N+BMTHbbJbEwFOa5yVOVtGSAxRvmoPiUNemIZZXF+PTvELB1zF7Bsx9ebTiOmNTxTWQmTySDJzMJ0XduupSxU/gj4E8JwAxcY9rmddscHv250/VBg4ucLZ5AILAE47RXeZRKloXJ0CAUo4qELjbVorqxARFdvUVgEbR9m2x6M6dOqKTLOAQZaXwrOUvhUG4wxMMyUa8j6XyiMGrNc34EHiGBHhLJ0bMSxYicOVgmWP7HWANAH+tqJTN0dH8QyNaZezZOuHzIPyj4hc8VyvXgioym4THUaDRV1sI1E4lywwhXlWIMvA0Yo6Rql6zyxfb75LI6O5tEI0M9S6vXEeD2gW+oOR/AnDTAmzdrZjk4UF8BRtzuuaedlD1iCcSVHF2LRTrvngYhDnsgq8hDkqSfKF0o+LMg/jg5lYXk7YWsB/Y455Ska3UrMkX81gm17iao/H9v206kMGWGt5qOHr8blCABjgnGAEWLADkIUfEP7ocQ4tJKGST4f49pd8msXfNjOsx3p0sovkIck10KsBM5Rx1sHBeQqI5UN9uDR2t+ZzbntYa3EeWUgrDhCXWMdmtJNbMxBRLwLaGfgnx0+H/zQH8LBgPXqxgBx9ObJioUqjJgKw/KAoGHXJr1t3vfyq/rCB338oNj+9sXxfv4P2sCHyM8xO7FozjShtq4WOVpOdWwKrrR3ZN0uKvWpLWl5P8UIJT88LmZLi4qNI+iw21JLob3mcPawLsd29oxA5cUCe/xq3zlBWb/9ANTaF23G6QfL5l0NtPa51e/b0MDfRVpLK+Uryocc2wYcZWEzzfREMCYfB6aIaC7woevXC5cy4zUHY+hj0k6vKgaN0rni1zXXuqhCb2xCU2U10vW8NmdYa1Lead7tpJVuD7R79pQDyjalPclvKDUeySDcUFUWKhOatwmkwZQ8gY9rQ/T6patuW1IZ69VpzGtrowmcIzVVNaitrtGQr8972j8+Gg5QiLlshOrKGp69GoDI+S3LC5Prcs875XZk9RNNwxH1RZZLWE3uMau0DNu8zFVv+Hz6obSjODO1DbT7PzAHlJ+t9M7Cwv3LIQMbKyinXIyFx3jvzMaQtBCdvMTU876k1thcLkucFnOfCEhaD+gaiMj7lm/PsDc54GBtTLJoax1/vxbMrjM4LmZLQQKWVrJMrhnpdDPD4kk3dgV/hlYeRuy6mg+Swg2DOLNNCfaBqkQ/bYurIFTJcjKr61hgTwkCfT8YUbcJ295TAvPmCfvssTx16ddtLBe4/smipuZGtur8wvODe1fLfhDvim2NIFtALUHgl6MTwRKQgTW2pu8b17GrSpbunhF4AHM8hLTS+7lC/ggPk3tMmn87ad+cHzqnWH6jZEjIF9mexzImn4eeffA6WN56xPrnJGklB9vNkyPPVGo70y6Ws2bT3tHl68sa7gQBfcjFyNbU8UKkESGHk2R86EALuNAnmgP6MApcnlBXw+20DzhAECZU4iGrDiiXdE09ooZmGN6WtEpW+a9yYBYvG6FHic6OlxGqmyEGIkI97hBlIjTVNyLKRTvytfs+Mg5QRGzbId3UjAYegnOUC8WPd+pezdWGWgUPjWPx1pdBihkaLSZHN8N12gxLC6xDDE4AtD7Mymz62RrT7v5DOKB7F8F4RDBubZpNqpyocFUUSozJvxow9CrReZ9XpGV989AdUWeICBQbgI/OJaeTiv729x/HAeW5JUazxFEKxpU07v16QImr8FtINb16WUoLOy5p4dKNaS1taGpETItNIuRWQYFbClnEQNOZfa+8+bqkpS62Tq8jEsqThQJwtYbnKUZMQJ73M03en5yCGVVoH4TIA2oz9kmZ8/7EpcG8+/Z1FLKIQBedWsX1j/irwCkMbH/IO48gyb8d8T7ynVk0RFk6SyDOk7WLczBaRuP3IeV7Ytm1PSOVgaMsHOW8R8S8On6Vxx6TAnfOESFpe/nhM0ReWxLYW/jH0dfSb+cj9t0H+2RtBjZq5nBybJcNUl55/gnDhm23Er27ekUT/IcfWtAynjidQaauAQExWqFJQIE4DfAIjfGAXEu10z+IA5QrCLxVBikxiBubkWug1ZRAWqjctReWH5wB/ATnAwnY7nIyoPXRqoQRxlBfs5AC8TTr018uBOPR/nwYDuzFMoKAMjZch00NjchlslyX1HAqZ92fvIwE8C74qJ/O9lfDShqRnxHCG2O0fEfZopkaME0czjo1SwuJCESkJdTu/KM4INy3YDJwQplAwTit4xJRFnnZ7eiHykb1ubo7YnfnU6ym2IwTCGAxlbjGKVnqk51bQPuzzzkgRiBC7ECs5rEZW1R50NnlS6kLE5Xo+FegwtTf+geBgBCYRVEWzc1NPGlTrGxAvwujJUICc9+Aan5fdm9/sD1Wqf3x+kl7xv44koJwxwnu6PeTkGnv5/o6tOOsc89f9kHb2FPy/djz2j9MTke0ZAkYLduKKaN0LoMsgbSlfwevdq5ZB660I357iOV4nwLLQ5fQMpcHajvy7Rsf+cr+v5/M3pG+vcN70CPKi+8eZNwpS5u5vL2HnPMOui7yvcmXcC0BuvmIffKpByND67iNqMR5YDKUe74nIAgjQ3RStxLAXu4gtHm0lzo3dL5Yy01Acxd8OT8AABAASURBVHLjzzanEaezUPCXYD0uG8MwLeBnm+Lt3n8ABwznmV972Qhh5Lh3RwTk3Lg9ULOUSqsUVZJ5/7vmOCM0RXiYUt3MGcJ5KmhubESGVljDWnzcP2A87U3sngMGhofekHtrGlmuQVD3qCoWyghci2h5HMNO/aIfbak1gqncCyG0ghPg+V8YJOizLsPMjNN66Wt/P0oORIDQmCJZijkDu906rrIDH7r8BGUNfVqD6t8Dcpw4TuVMUous+kU4P5TwASvbg/bas+yaAyICI1zdLTpYZQE+rS697/kS1nFrb5WVyk6zMUwvdF44bv45XoE0+++KW06imJNJMzAHBU8f/iEPgYNOspjWecfThs4vxzih0tKBCzurFJgAIgKjLtM0DnT1hOitQhYw/NE4pdayGqfk64R4Jcmh0yd5CwbLaFtgm5Z9sBEr4hsw3jCXhoXMEBGGsG8ftkFJAFyAxhji6BwiWrRVVtsb1s6AHfK0PfZdHlbFepiPdWl9wnLiYo6Bce/KvfcinLYghr0zgARktdAoyBFQVo7xsYOPsy1hJwJrHSQIIEwXEQAkB3Aa+jSQF/6gKKyTaY7JaH2Yn1mZl5/M56PVJbUuEnWZCktrgrYVswLtC1r6ZylrbSufTyt3vpp9+SHcZMVfNefYdypzckzYtHB8YH/gXQHoam+U0Prko8EkgOVa03TOg7wEZW6zOdhMDgHD+gumnnMcZH6MjqVYUuthDS0OfR/vV4QjJbOEjFNq1Qkisk8HziYB34aDxDESlIklgHaUEVQmlIaue4eWh3GM8kV8sZZogP1khOajD47APt2YgcdprFNli/bnI+YApUP5CeUB7iXZ5izlJAhUd1HvQGX4XqQChT7bPRogsT5qTPi/ssI1bdUynkO+CvEO+GguJXrb338gB5zqcGShizCmccXRIAKVF/db6CJGm2cPBOQ4d5S0lCUe0n1P/a1ViVDmnjRW9OOTRxy2stKSVzp4MQIRUe8/gLRl+PZUPkp4n4d7r3ZOqSWnnxwWRjtOyTrdsDlxIv+dNm7OVB5GB8QB+gbotpTcd44DPNi1BgWJAogNVOcgKUn6QUhiIKrACI5hhUqN+XMx+yME1QkkggTdEBE3Ncf+6ubKEhD+cHgAy1o/LkNlGEDjNA/Yrvq1Tu+PNUIQBkmkkilfDixrECAgYNN8WQIbMBsb33evsGqSNmMCgaU120EHzy4xyWkHmE6mQMmHsfOjpUEOgA/9HKiKlaPn+HmK1zqYsq9eR74R8yJ2BjnylecbOF6pO8MeSIiYcoSG6VdRWuYzvIlRoJwjUNE0GI5dR2AMhJROZ5BjRTFlqQvQMS2iolLXMd2JwIkeAECXDGLYajpdsG6wPs2rnHRsT0n7F9FvtR+WqZxLLALngDi23t1XPNJ6hQ0JFbmofLwfCGA4Mk1VEn4o0eHrdnjBLjIG3rUt8X6oJoToWGLmIBBwPGw7DTMYGOML6Jxh0Jf1legHI7QaoavBvUn/THXpgT/WNUV+K6P1wAtl3D7upPI81sMXmRywrQT57IG4znf2xXKN0xRCmTCBfrQQszM3XxUMqXUOaLx223HCxpkoP29aJoLXg6yzrcsa2t9/GAcEFBVF6PxqjnI56pIYfq5BABWi0vb+MK7VTy9f5pIWYnbKEi3zwRHsWf1rKnr6YhkhbX81n9L2iHbPP4IDjrJxKg/eXqh8HHV6fgLoWm7TAw0qtYnanVfXr9/DWmQqIjBi/LwA65G8D5/Ex+qeJkBgDEC+KK+263Xs20fbUtJWLPVvq1/DuyLt5a7SWuIpUZWqknpbYveF47SN7QTOVfEUcBtJEHjr3xUPohBBLkAYJxAyLiRIionWDAyEG40juEiGCZYIYFrCOYK0hH4flkAvEMZTOMoc3aQEAlWAgTHQR+P1lCkivifCelVdxpEO3jB3CEsQ46z6CewI1CKmWSrOgCBd84O58I94vDaH76f2zvNPLPLNt8S05hHmU0L+odePzIcI9IjoIS0WcU3zlfrEffNh2cmcI/AOUrCUI8JCOJNCLjbIKW8ThfQH3o9kEbKxIJezAOUn5HmrDECZavcVr/hDUqoIMeeAVdmLQRAmWQfgKB8lig6OdcQMW9YDysySE1o+iqkiCeaFc8UFIWKWtyYJT5xnJixgHxlWQM406JzxzMI+fBzlAk/g8KGPA7lHosuRwZNYjoveXb7CMsKR6rwFi7CwVWKldBjjX/WSNfCuxgiztrje0QT1fFypZXyBCTwPLA9cOlRVqK1+De8LUr5b4So25Dn7Ic5Bf3kTOsHZICXMPumnZYgv8zArPXxZjp8tLxPo00+N5vUn549A/9QixcnK0f58xBxQOYiuSArdUe84nWcUqxEwFm0eRjBGZcms74oH095J4KO56bS/u+PAR5zWKiOVb2tX2vpb49rdD8sBxXKeqDVBXar+IAi4bZsPW+U+LffuXrXOEd+sBtqSj9xnH46AwraQKh6hovEbSMxuRoKtG7ZiwZsLsW1jFRIxQVGafWN8U10zNqzZiExTFkkFd1mLkCAKBHVEVN6fS+e4GQUeqCUSSaSStLATmliiMEsAppZ/BXEhgXySBHZA23cELI5A0LEurTOgVRFWEBEYxgThK5evwiMPP4oH738IS5csh5Fwn/FnR8XcsLGDQD/Ef6qP2cgX+jgE73e6I9P3ni8nKXSzV7LcDUjCsu+Zdy9GGvLRENyCchK6a9dvweuz38baDRWwLonmjEPkQtTUp7FixVo0NfPKFQGEQNnCgN2kn7wmoBblOesLEimAQFvzGAJm9cdiEFDeFgEy3PCc5iXFZE5G5Q4gZh0g+DacE+BizbbmC5JYtW4D7rn/Qfzkl7/Bn6/+K+YvWgywLWYBdJ4Ywxr27SusXlsRClnYb3UZteOltQVKiJnDkeBpZzGKCMAU/6lyjx1gOY+UQC8TOLXzy4YNcsrrVAebZCpYksQiCu7wMX5EBKq4Y+oGtaTowMkacOj7dNTK54h8j9iYE0sAzRZVTiofupQUJQz2ozXesj+O3XPeZQF4wjsfP2dYeav7ztT20EfFAaHklDjZWgw8KsfW3gg9JMqNHr7085NF9LOFNK4tcfJQN8JTS5Z255+EA8KFS/l4edLvZaRua/fa+lvj2t2/hwOJRMIXVyOK6nF1ldquMp/hn+TDULPv1JXWSdGmy61Rre5OJfZm0Anb9e3Q1YlLoFRf04CH738YP/3Rz/H7X/4BP/yvH+L6v9yImi01yKVjvPLyq7j26uvwxquzuRcZiA2QaUwj5I/+05qEpKCAuoAW1tLiUuhfFchmCNyTSSQJ4FIEYcVFJX4YwjYVl8a8uk8GSSgADwnslBQA5rIEPBKiMFUIsG9LlyzDvXfcj1uuuQOzX5sDvFNbYu8/5IsKTdTN1+55pnGe2K0WV33IZ2nz6ZnbJsx6dKN3MbNbxpMYZoD+ffc6VUaSREVFDW686Q58+zv/he/+5//gC1/8d/zox7/A5i1VyOYcHnn0KXz96/+BjVtrENBabtlNsKxTcJ2NuI9xChtKmnLMpLNIZ3IwyRQyTKOBnJwwaGhsRsC4ZFEpHMF5hjcpzgRIUO6GsgwLaPGWAM3NGaaHAOuLyJZVa9fhrzfchF//4c+4+fb7cc31N+H/fvpzLFu+Epb5m5hfF/e+45LWLBRFG4JARa8E+pmIPFnkATldsPOATwWffEhzqc/l411LggI9VmYFHBOg5964xd9ak2Zl7ny76lFqjVT/x4kMkEgkYIzxlORBTsgxocnSkPblUJWlCsZjnnYUeEMVkSdNsbCUa96nvaBP1ynlB8ZrTKurZZnaNoqGCJDknTLM52j//Kg4oEJSGdKVFpdCfo/eyE5xLLBTDKgT30nyrhztER8lB1Qehh1oJQ0rMar93UcccBAR7vMJJLn/qw7HPzHLdWa8mxHaYW7QXnN7Re/wjxkE20HrlqKdALsgeHPOW3jwbw+jiVbSCaMn8uo2wAvPvIBXZ74O/cWXzRu2YNH8pViyaCmqtlYjNAkEpK1btmHduo1YvbKcoD3CgrcXYuWKVQjVoglgPcHWiuUrsGrlamxYv4H5VmPb1q1+qAqy6urqsXHDZpSvWoP1a9ZDwV6KQtX9sZZp6h588KE4+NCJtK7GqK2thW7irHofv8obJTajcqLjKKdWYrDlbcnTEoIfGVqendJ0M/A7gUKwliz70IloWk5nIqwsX4sbbroTldX1GE9edujUBQ8/+gReeHkWtlCWK1avx7z5yzDnjbdQzrzgpqMgfdPmrVi7dhNWrVqLLZu2Yt7chajnwayZFvSm+mZU8QC3as0mlK/diG1VNcy7wcsxdoKwsAi1dU1YznmxbHk5li9fjaoqyo7WcUtwI2IoT4dFPGjNnb8Ahx52BO6+906cfsaZmL9wOZ56egYXeBJFBYXY5/LmkpDtcqCP4e1Byjy/WjRS5WYZY8FcnjSfgmx1lTSXYw4lOhq1PR/ZAk+MzedjzaxI4xjFAHxenW6M9n58iEfr0z7pmUppe1usS/2WrpL66fWv+pV8YKcP7Y9GabqS+ltJ09pSa7y6O+f1cRyY/q5BUyaN2sYG5Hj6ljBETFf1AZM12z4j7ZMl4G/lkYb9soT6tFl1W7lDv0+k69PV1TzvQUzSvisv3iN1r0ftXCGb9z3cOf4THVamKFfoCnVanlRKePfDPDsiVf47Qtt9mofGIbAueFeYpETnH/JqW21JG/WdUg9J0+jomNXxpOne8wE/dlWutY2dq9s5vjW8q3p2Lr8XwioTpe2aU/vQlvZCGx9hFXqTuJ3eIWNuHdRTmvaP7l5Eg6ql7la3oaEe9fX1iHgbrlz/R/dlT9oztCsyny5wJU5OcXDcDZx+n5fWR8eThZ8/jGfGffyKb8o4ur4rwvYE69auR211HQ495FBcetnl+PJXvoqTTz6V1ukirFy+CjOfm4WaTbV49slnceNfb0L5inLMemEWvvuN7+Gzl34B3/zKt/CL//slvvfN/4dbb7gdTXVpzH19Hn70/R/jq5/7d3z989/Aj//f/+F/v/dD3HL9bajcXEWqwe9/9Ud89Yqv4t+v+Hd8/1vfw+033IJNGzaCRlUUFqWQLEygW/euGDBwAMFZiIQkkDRJ32d+7KNXeRJwhhuIUHp6IhCFNUpkGpjuF71h+/QzLH5xOB5swJDGKzGNr480DpbyjZnPUuZgvZoT+/DRJqI4g+UrlqOuvg5jxkzAt7/9n7SO/xcuvPgidO3WDa++MRsPPPQwMry3/+Wv/oQ77noAW7bVMe4JnHfBZThx2nm44JLP4X9+9Auce+Hn8MADTyLnUli6ehO+9u/fx5Qpn8Ipp5yF//r+/+Df/v0b+MUvf4MNm7ZhxYo1+PXv/4wzz70U0z51MU498yL88ndXorq+CUEoiHJpsiVGT8p2+okn4KwzTsewwYPRrUtXpAjODDe8ZoJ5S9O7c/uQSVq1qPSlT6KDAAAQAElEQVTyxE6BAgSXB3yzlJmGPbFPoOyErmlZyh70CqBBwwDF7Nd2BCAO+KHlqaxMvgJGoI0v72dx+IeefJvIt+0j9+xDmzFsBwSajQxsINidt3E9Zq9aieWbNqKBt1QRGZk1wNqaSizesgm1TU1+uNohGwhybF+/UqONW2oty4TAGgRpy04YRAzHnFSWPIDjuuCtSkAdFtDMr396WfMKeeDIvJg8tRKwqoBtBByQIGb9jbwdmrNuFW576Vnc+vLzuO/Vl7GQ/Uw7B8P6xbGpffwaJwiU2FfQteSZCwzAMQfsRdKTsN8CjedQkX8EsAbwEXQZKcIOM5omca3KEzgO7OOHHEXCBCCbfZdi9kNvXHz34Hy8CPtPv3bX+v4YjiyAUH5CHzh2oR/kg7+VjB1jA0+apiQMeWJeDRvK1GgZhtWNdX1aIJDQ16txhg0GrDNwYGkHMdR9xrKfDswEMhAMIsgHGN43L7uImG1YEYDkoO37T2ia3naqy06COcBukpgHSmA3NVbzxwyQhAPVnC5k2AAaliyYkbQPX3ZDRGB5pePiJHtAckk2yzXoshATw1J2ghII5QOGHSxiFwESw7GfSlCm+0GyqEhLfD499nuc4fLnmmUZBDn6LRyZo2SZ7ngLLpJknCNZCH+ACKwKQJL5DZwYtsv6kWB8AsojYfv0YN8/lIsrYLs5wDRB//wkVJScjyA/wNmQJ/wdj/wdZfesqHbZUh8q5f0W2WwW5eXlePPNN/H2/Ldp2KpCjkBYAXg9QfCKlStQWVUJBcaWsgK7qa6hXoviCFEcA3lBQR8RZlAPSb9eoqTpWl6MkG1smVm0DpW2c445+bbE0efzBEGAXC6H2bPn4L577/P01JNPYv2G9T6dtcByLD5/i6v+vUPsTJuKlBdtgu/p5dB0wuYAk2WGiJu1pcvFTHUEXTzqMpcIo/fxK+APJ6dQCwldMKw0dL9h6NarG2a/OQc33nIzqmprMHXaSZhy7LHo17sf9h+xH4pLCjFx7ESccuLJqNtWj3vvuA+6g59/xjm49IJLUbO5DrUVtYiaLNMb8Lc7HqBbjzOmnYqLzz0fRVKEyvU1KLAFiJsdnnj4Kbzx8hwcc/jR+OJln8H4kWPx4jPPYdbLLyOXaYZQeVj/W+sRUskkhLtNwM0/VMXvsE8fQ8XjbEDuCOUVAch5lyFA2yb/HIncZB5ARMnSFeR/VL4+NxNYgDuTJAQIAzgTAIaKQwth3z1CBZRMCgYO7Ic+vXvirTffwu9/93usXLkKp5x6CiYfMxljxo7BYYdPgnAeXnzpZ3D0sSfRkr4Jt9/9AJJFnfCZL36eIPwyrF6/lUC6GS5Bi3ezxU8I3OctXoELLjob//71ryFVUELr+hKkCdDqm9J44KHH8dQzL2HKCSfh69/5JsYdOgn3PvIkbr39TsRRhvI0nPUxxo4aic9/5gpMHDcGddXVWLJgIQoSSQwfsh9CCeEiB3H7jkdas1ZvxcAJkPdzE9INhGHfuHcNQB4BIQznIKcmMzvOCnhyLKhxgTWMFx8X8dDBrBAqzUDTmcl4F6xjB+n4BPlH+2DpZTaon949egUOASuKKPPlWzbjLw/+Df/vr1fjR3+9Br+89lo8MuNpVNRWo97GuO+lF/Cb22/BgvKVyNoIOfazORWgRiI0s6/NVNxNVOjNgXATiGE5phznbHNo0Mh2MqrgjUHOOuhf6XGWrVOXZBhuyEXQw0C95uNcz3EQTpgOIGbf5i5fgl/deD1+97e7cesrL+LHt92CP9x5O7bU1XF9OejvjzDrPnuVz8YCIfucIBkFG9xQXCoBCUJCigSKCLaScQjh/IsTISx1M0UHMD8ca/Au+FBK5PkOYVqfrFmYwvR99GpneOslju0pBZyDnGAxSZIBLH/Aburc1fnnKF+hLMBOxSynrnDclvJSfmt1Sd5GKqDTON08NU79YEWcMpwDgMYJ14nhXIgJ/sJEAgH1mFGSAALDORgisAaGdYcksRYx5xiLIGuz0P6QnZwMFo590W5iHz6WjTltnK4lr9hJsJuIjUVEslyQKi8hbwLOC/GDZIAZHcmSlw5pfhLcEXhCMyPJHock7guSpcuC/NxnLw+wccT9xyaoO0m5AI7zU4ejfYOkKRvHYZUxXnuRIc+F5LjmHByjHMeSYx25KEbMfVQIqk2QgHAdU0wsD1KASAG/5BC7Ro45RhAkfXxMvjiOPcf0mP3RcuA6UF0exzFECIJ5Uw4DaH3GMCysX3tAORvqB4GwJ/vwdWyPYBwmAwQNgEmDnYfnk1M+kIfan+1dcNt9O3ss523bOAV6IgK+baP3iV/bcOy05cIzDDQ3N9MI9gD++//9N773X9/Dd77zXfz85z8nMJ+D5nQz5s+fj5/85Cd4/LHHGU5D5aH9VzedTkPJUkbNzU3QOeBHLUAURx5Ix1GMXDZHXZ/xcVrOUogx5WbJBwXbEfMqOfIxCELE7Bsg0LILFixkf36G666/3vfzZz/7GW6++WZUVGwFmN9xLI6zUISNYu89rdU5tmE4j9UV2X0bnJ46fCV2RFc982tICRwQ/uEPO7BTu6NHj8LlV1yGPv37EpDPxl+v/yt+/oufYSUtax07dvSW6c6dO2LosKEYNnQYtm3bik0bN+PoyUfh0ksuxcnTp+P0M05Dhw4dvGC3ba3Exo0bMX7ceJx37vk484yzcM5Z56BXr+5IZzKIczFeePYFFBcUo7S4GLU1NbSW5tDIq+slixahqroKOhlhBKpEdVL4zYWM10nxj2GZ8mlHS6ITirQjpq3PMdBK9G5/dRq2BFhdPke+JuwkA+zlx8Y8AFJxHnTgSHzlK1/CfvvthxdeeAF/+MPv8cP//QHB+Rz06tkDQ4cMRkEqiYkTJuKgg0ajfM1a6FePzjjzDFx08cXein7W2WejQ6eOurawcdNmzH1rLsaMHU3r+NeZ5zJcdvkVrH84Ii7iTZsrMOeteWhsakYyTKKxoRGdWDbK5DBr1izU19WynpijdXBc1EpNlPsjjzyEeXPfwpFHTsL48eOQSOqmx2z7/KVg2IbKBnRbXw0r4T1lnk9pm1ez5WsSWCbkc+ine5ekNZ8Ss7371QSld6fsPoZro5ZWkldnv4HnX3kFnbr3wCFHHYWGbAbPUO7rK7agnFbyNxfMx+xFC/Hq4oVYXLEBW3h7sqR6M15aMh8z5s3BnLUrMW/LOry0bCFWN1QjU5zEukwDZq1eiifefBXPLZiD18qX4eUVC7GgcgO2piw2J2LM3rQGzyyZi6cXvoUXVi5EBbLIERzGXMO6dgMq9y3l61BGIHDFORfhO1/7JiaMHo+3uJlU1FTDJQlwgg8z8N2zZedUw4i8Gm5tSyi6Vj8gBBmMgD4quR2y1BiSI21/NZAn/dwevQ89IgLhILh64DiQLNe5SRgQ7zBskWMYTNebOHXTuQwPTtQFASAE5vl/aBYjTDCCYBR0mmn8SBWmYMVyDUesx0HjLfjTAlpbw5G3uLp8Oyyb5eE6wzlk4airWU6AkOBfVJYGyBEE6mFAb0bAOMPN3PBgJ9xA8Q94VJzvbIZ9ZF81ztHVkPrp9c4717umKuksUFI/B6iOL8A4BlsK7hPH8jATOQJLWrwTKUMeR0DgQJwMw3XXnK1BkACBUQ4xLeWqbAIpRSgdEUgxjBSyX0kkwjIkgs5wuRJkmgoQZRjvihEYBc6GYCyLZEJ1ruRlJoKYhy4dqjECYwzzGpjAQAjMBQkkkgXME6OWh+nGpnrU1lchGzWjoaEOzQSRxgRsPwFjUoAY7NtHWL2S9lj3F8tw66txLaROa/Q/oWupJx11ecgbYkt3xYqVHuguW7YM5593PkYddBBmvjwTjz76KAFvBffMeQTmb+LFF19k/MtQ8F1TU+vjHnvsMcyYMQOLlyzG3LlzsXTpUkRcj02NTTTKrcSMZ5/FE08+gWXLl2PBggV4/fXXoV810bYrK7f5/frJJ57EzJkzsZa4QMF3K8uU0xnuLU8//ZQv841vfB0/+r8fYeoJJ2Dt2rWora0BRGA4byxBfcy9Hh/xs69n4IccXpsZKQ4ZXmt369YNF1x4Pr797W9iv+HDMG/eXNx5950wVPRhIvRK2uophwo8nU1TKViUdSwDOMLi0mJ06dYZqaIkQlqZ9OpEBVHWoQwFhYUIg4R3gyBAIpHgYo+QyWW9tWQ9rzTWb9oAFdao0aPRr39/pAgOdUISrcEExhME0M3CUbAfctCfqGJiDNkXI93UhG5duuALn/ssfvqTH+Pwww7F23MXYMYzz3AxbyZbHWJaRAPKNco286CUQRxnkeCGWVZShJKiAnTv3pWAPcE44VxpguGcKSstQWFRMWIq5sKiUnTs3JXxAbKZHCwXfMiFuGH9OqxZtQKZhgYcMmEcRh8wEjHbMuxbqBs2W9+yeTPuuetO3H3HHRjCg8EF552D4qJCsDgsf+A3vU+U6D7wYHU1x1TcDoLKymqWNxgwaDAOmzQJF192OaaffhpKOnXCOlrNN1RUoDGdxZtvz8fKtRuwZuMm3HrXPfjj1dfg5rvuwlU33Ihrb74V19xyK9Zs3YraTBaPvfgCfvyb3+LWO27FrXffgRvuuA1/ufUmzFq8AJszzXhu3pv4/U3X4/p778H199yNP157PW6//35avKvRRLDGiYEUdcDxh07Cf33x33D82ENQlLYI2I+ygmKoxbQuSiM27Hr7u1sOOKZaccgSANcS9CxbuQyzXp+FOXNnY82GtXAEagiBLZVb8MZbs9GQbgQC0K4b+bRYImRdDpHEUAuxo0lYwXRMsOdY1iQNLAF4xIN8Tv8jbUJgSAriY4kR8ceGFs25ZvoiaP6YFke1mEbccLVvjuAtq9Y07hdJruX5SxbhjTlvYAEPgHVNDdQZMYjo2lc2ALzPIwSy2XQSq1dtw9NPvopnn30Dc+Ysx5bNTYjjIiTCzli0aB3eeGMx6uocuFy5VzcDJoIavrK5NBzlYCmbXNQESVC3p3JwJoccD2oRD29iQiiwztJIZp1BMllI2XDPp5jAySMScr8X7sMh6xJkcxF0G45oKd+6JY0nHnkDN1//FG64+kn89cpHce1fHsRbs8uZR/V4ArYFYKL92T0HJJ8sIuSzozYHNhAfKbDt3r07Dj74YFxxxRU0rn0FR08+GmrRVoBdQ2OGgunnX3gemzdvgQLk73//+/jjH/+I6667Dj/60Y/w61/9GvfcfQ+qKqs4f+bgpz/9KX72s5/iqquuwg9+8D/4v//7P+/ftnUbgfca/P73f8APf/hDXHPtNfjxj3+CX/zyF5g9ZzbSPGSlkinf0SZiiyVLlqJz586cizHWr1+PEcOH4/LLL0fv3n2Yx23fvo356JX7R98DsuSdLxnEpabKMM8phwULF+AWXhnPevUVAuxSjBpzIJIE1g087ToFRFTmqmSraqpQ31iPzt26MF8JXp/zGt7kRrxy1Qq89sZrqKupZ82OJ49xAgAAEABJREFUwLwLunTtgsWLl+BtbvqrVpfj7fkLUM0Tm3WOeYAR+49AaVkZpkw9DhdcfCGOPGYy9idYO+SQg1HGeO2b5rS8YskRuLMYlYFAAnnncNpD78mB0ARczA7Lli7GLTfdiOdmPI3OnTrgQPK4IBUi09yIZGAQkp/CbbViyyZk0g3o07s7OpYV4bVZr9B6PhvLeKqe+dLzaKBFW63tfXr1QLeuHbFuTTlefOElrFq9BjNnvYblK1ZBxKBrl67o3aMnOnUoxcknnoCvfekLOG7yJBw6fiyOOvww6KEvpkxVrlu3bMHdd96BG2+4EYUFSZx04vHI8kBQUbGZc8QiyYMb0C5vvN8jVN5UdiZMYNh+I1BcWIQ3Z7+JJ598ChsJqAfo19D69UHPfv3QrWdPlPKQPI5W6RGDR2DxvMVYMHs+Rg4didOmnYaDCZS3VVSitrqesoixYlU5Hnr4cZQVFeHUqdNw7BGTYXm1ubFiG5q582+kBeVxWl/qmtM4+NAjcPzxJ6Fzx254+qkZWLpiOZzOL/Yvx/QybvK9SjugfO5CPHTrnVj81lwcNHIE+g7sD5cMaMGN32+k7enKAS6J6rpqzHjhGVx/8/X401V/wpXXXOl1+Kq1q5GNstTHs3DDLTdg3sJ5qGuq4wqPPAhv4vpS8K1gWkF5I8M55JCxGVgCcwXp6TgNpYiALktA3phtYpqDT+OhSUF6joC+mVZQBegg+JeEISS3yIP4mH7N77C8fCX+euP1+Omvf45777+Pc6YZQSKEGl90KO20ew5k0gH35wr85cr78X8/uhb/+4Or8IP/dyXuvON5VG4N0NRYgr9e/RD+8Ls7sXB+BZqbAsqpBllbiwwPTM3pJjQ21+f92UrkXAWQ2AYrdcjGjWhONyOdzpEsmpopNwJsa0OIpJDLGTQ25tDQmKUBTagPLEEXYAz3FuqbUIqwdUsWd9zyHK750xN46N4FeOi++Xj84flYuqgSzY1CPR4C4l+0P7vngCPIESMw5K1akx25N2TIEIwceQANZxW46uqrMfOVmRgwcAD2H7m//72v8ePHo2OHThg1ehSmT5+Omppq3H77bdDnU5/6FPSbCwqWlyxdAv3dseqaGjz2+GNQS/uUY6bgc5/7HI1gQzB37lwC9UpEcYRXeIP9OK3qg2nQOeuss6CYbPHixd4a39jYyLkQ+cNCLpfDFu7h5eVrcNNNN+F3v/0drrzyz3jiiSdoGa/lYcx6Uku76CTQTn2EZD7Ctt/dtEMeg0MfBtShwDt26oimTBNmPP8M/nL1lXjqmafQvXc3HD1lMpVqjK49uqC4rATzlyzAiy+/QDDeCYdOOhQbN2/ErbffiquvuxpLly9BsjBEsiBE7z69MfGQiajmVcWtnBjX3XA9J9Er0JN67CxKaFU95tijkWDe+x66D1ex/B1330HrzlvIcCOhsRVBGPpJ6WBhuKGnWHeoCp/Xdm0GgfbnvTngyOdQCI5pEW2qr8fjjz2K3//m13jkofvRsUMRT9nj0KljKfr06obePbvhjttuwoynn8TgQQNwxGGHYNnShdwA/oBrrv4zli9dhMAAKW6i3bt0xPnnnk2lX4+rqRx++avf4rnnnkdEgKYLriut8MceczR68DB2P29Wfv+rX+KGa6/GC7zOClmJWkkCE8DRtLKUQP8lXq/FXNSFBQk8/9wMXPfXazBjxlOwtNhYWufQ/uwRB3TNJFIpjB83DmedeRZ6EXQvWLAQ9z3wN9z7wP1YsWYNuvTogS7duvOQk8LQQUNRWliCtavWorigCCccNxUnTT0Jp558KkaOOIAbcUzABCxcvBSN6QyOPOIonH3KaZh+/Ak44uBDUZRMUkYWFVsrsW79RogEaKhvRM3WGhRKErY5wqqly5kn9gDNFDKOVteYa7kD51Cv3r3QrVMXNNTWY2vFFgTchMRwku3RaD/JmRz5mcOK8hV44pknIAnBqaefiv0PGsm45Vi8bDE2b9uEN+bOxqq1q/DqG7Pw9uK3gVCwtXorXn/zDcx4YQZenPUi5i54y/vXblxH8JZDE8Hb7LlMf/FZPD/zebz19lzMfH0m5sybg8ZMIxTEr9u8HjOY/uhTj+G5l5/HstXLCfAiCOVqqat1HkbcNYKCBLbReHMP559aw1MFhUwF1KiT44Zvue98kqW4p2NXgPzM06/jhRfexBGTTsK5534OiUQXzJy5kFbTelo5l2POm8sxd94qPDPjDawu34p0k8OalQRdD8zFvXfMwozHl+DVl9fgqcdnY215BWIC7rXltXjqsXm489YX8dCDL+K11+bj4QeexqqVm5legOptGbz0whzce9fj3BsexLPPvIKKLXUwUoAgKIAJAmRpac9ENYhlG8Yd0h+f/uJ0fPZLp+KrX78Ak6eMRUGRUIfkCMhcu7T3QOAiQl5xZRCUK4DVIvr10i984Qs47bTTsHnTJuj3sX/9619zj3yWcjDo0bMHCgsLMXjwEBxwwAGoIdheuXIVDVsn4eKLLsb0k6fjzDPPRE/uB1rf5s2bPBDv3bs3zjn3HA/gP/OZz2L4fsMp05CHrya8/NJLHqspMN9CsJ2h/o9pQJs3bx6qqqvhiC1UolEU+T5EvAk/dsqx+NrXvobhI0Z4I9CCBfOhZSBgfkBEOAccPsrHfJSN79w2+fLOKFGWOgwbNgT6FZXJRx9F4N0VB44+AOdfdD4OO/IwBCmDg2gpP+vc0zF23GiEtKp26dYZ006dhumnnoz+g/qh34B+9E/H6ed+CuMPHofC4gIcTDB+/AlTMXjoEPTo3ROHHHYouvXoRrCeREAr2ISDx+PSKy7GfiOHobC0EGMmjuGV+oUYNGSQ76OeDDkzEQYBBjPu+JOmYP8DRsBwU/loReq798//oQvaCIaR/1/64udx+qmnEHj3xJhRB+IrX/ocJvMwVVKUwmGHTsCXGR590P4oLS1Ct66dcOnF5+OC887GkEH9MXTwAFx4/rn49OUXYsR+AxFwzhx37GScf95ZOOigA9C3bx8cddRk7DdsKLjsEPDzqCOPwBc//1mMHzuaFtUUjp18BP7jm1/FoQdP8AteIHQN+vXrjXPPPgNf+PxlmHbC8RjH/OPHjUH//n0hBjDsP7Oi/dk9B3QV6zckhdlqqSy70VJy5imfwmcuuxyDBwzEzFdfw6ryNVScAQoSSQivjREYNPNgq5RhuSwLZylbp18RSyaQDQ2iZIhKHtKzPAhnKI8s55RlubCoEC4MoHGNPDwrSSrBTRnIEmh1p+IfP3Yc+nXviZRhPWynjkBvwZoVmEkA2GVgX5x2zpkEF0dg+YqlWLGIB3ke0BIkdmXvvB/jWiwsGpoaUNNQS11biCHDBmPaySfhkssuwZD9BiFN6/XmbVugXydcv3E9NmzegNrGWjxDY8tdf7sLz770HP0zcMc9d+Luv92NxcsXIZ1LE3y/hdtpFHnsycfwymuv4MHHHsRtd9+Gl159iW3VEOyvwJ333omHH38Yi5YtxBNPP8E67sBCHty1TxCB4byI2b9a3qDOZB2LaaSZcNjB6NazO3KcB1a3ZM61kMYWtD/vy4GIRolt1ZXIRBbdenTGlOMn41v/8XVc/ukLaRTriLUby3nzUYPahmqsWL0UNbV1BNxV+NMf7sBf/nwPnnx8Fm696RH88XcM/+kBLF60GRvXN+GGax/E7351K5547BU8+tDztKz/FX/6E2U5fy3SjQEeuH8GfvfrazHjmVfxystzcdWVN+Ouux5GdVWa27KQspQ1ECYCD7Zq6uqxdOlKHgzmYe26DVAglosyzJdD7LIcp2ooOu3vrjlAYGOMgfBH+eeob7dt2+Z5efTRx+B/fvA/+MxnPoN169ZBv4pSWVnp6wq45gz3Smcdmpub0dzUjCT1eCFBuuKo0tJSHuASnrLZLA1nEf1JJGlQCYiviouLoPmds5Sl9e1xKSNF444xAfTrxhMnTqSF/BDGJbkv6y4PFBQUoE/vPhg4cCCmEusdf/zxUEt9YAy0b5lMxvfPj4XrXsflIz6iD/MRtbuLZiltMmVHIsNikSpM4cADD8CZZ52BSy6/mED8PBx+BK1fpdx0uUGXdijFUUcfibMIwCYRWJV1KkPvvr0w/ZST8OnPXoFzLzwXRxx1OE478zQcesQhXjHMfnM2tlZVYPKUo3E2T2BdunelQsmgqKQIhoC6pEMxDjn8YFx02YX4wlc+j3MvOBcjCLYLuNGbwICzIk/s72CC8bO5eY8aexBsu7V0h/h249PFFPCjgNbsMQTgl150Af79a1/Cl7/wGZxw/BR07lhKPBajN289zjz9FHzly5/HlKMnoYiHrf2GDcLFlMc3/u2rBOGX4KQTjsWnL7sIw7npg4p1xjNPonz1Skw9bgo+8+krMKBfH2zZtBFlJYU8PFkU0wo6iRvwFz/3aXz3P76BL3KOHMbDV4o3G6J9Zr8MaciggTj9tFOglvZzCMovPP8cXEDgf8Skw9k3gXDuQbRAO+2OAyICBTdpKuI5s17FPbfchoVvzkXCCuVZgIBKPSAfYyrHgiBAxHzrKzahVrLoPKg3NjVV49nZr+CNZQsw442X8frS+aihnBtCiyETDoS6z8+bDaWZ8+dixuuzsE2vvxGhpHsXlPXsiqxxGDJyBIYfuD+CIgJ+LuHh/QayD+AKBpokh5cXvYUr774Vj896AWurtmArLadxbGFyMZL6G368XdndONvT8hwIqB8H8JCsV9VLli7GrbydfPa5Zwl6YvTs1QvdaS3bn7JQw8nEQybQiDIG+t3yma/NRBF1+onTTsBJJ5/oDS8V1VtQ11iH6vpqPPjIA7zNrMIk6viTT52OQUMHMlyN+qZ6xJT1S6+8iGU8PB3Nw/jJNMQcOXkSVq1ZhZdnvYQqytKwX45APBtFzLccL7z8EobzOn0CDTMIDVMc54KD3my2btRof3bLgeLSEBMPG4yyzjncff91+MOVP+StxzPo3MMQnCdw5NEH8RY7hW69kpg67RAMGNwLr7++jNbNxTjwwPG49Irzcea5p6ChIY2NGxpQsy3E66+uwuOPvobevQfhsssvwulnnItUsgsqtzYil01izZoq3HvPU+jRYyguuugL+Oxn/w0DBhyAB+5/GkuXrOEeTDmaNEQEcZSCzXXGonn12LAmia2bSnD1nx/GDdfdjzgOOG8ykCAHUP/gY/78vcNT4Kx1iBHCH/KYenv16tX+qx833HA99Jczu3TuAmMC6FdEUsnU9nwbNmzAFt4w9uL670Wr95NPPokZz87A3Llz8cADD2D9+vwBqWfPXjR2DaCMy/H444/7X/T829/uh1rTgyDgzYfxgDqRSKBLl67Qm9auXbshk8lyDgyEAnvnQbtDkmB+1OhR0D/WoX+c4dXXXsXbb7+NJA8CXbp0QYpgnkOAUPbq6tg+SjIfZePv1Tb5AqFKxHZiLoKegECpiGCqjMC7uLQIIS3ijkDdEzfaBE3eezEAABAASURBVK8dixifKiqABCwTOBTQAl7aqRQlZUXIpxeirGMRCooSSPMK67XXX8VV11yF3/7+t7j3/nuQKkhi4KABSBGsORNzoeZQUJxCaZcyFBGcC0947BxEhA3seBMElCVlJUiyD5YqfUdKu29XHFAOCjlsyK8EF3dZSRE6dShDx7JSFBBwa3wgMQJjPXju1KEEaik3jAsp79KSAnSmbDuWFfv8pSyvYLqIsksEBs8/+zx+/7vf4He/+SWuu/YvsHEaY0aNZP3FSHBupJIGHTsWo2vnDuhA2YY8gFFzsLtCAvQzDAO2nUJpUYptJ1HCuVDMdgsoZz/voI/Tj3baDQccNV3Mq8KCRIgBVMSFYjDz6Wdw7y23YPHcuRh9wP7Yf/Bggt4cJo48EMXk/pyXXsbqhYsweth+GLf//lg8503cf/OteOnxJ1BMlncrLECKVu4xvL6cdswxqNlagVtvvgX33HU3tm3egpIwicIIOGjAYJx1zPEI65vw0kMP47Hb78TS195Aj8IidC8tQxA7zjGDkAf+gcOHoKRrGZ6Y8TRuufVWKu65GD/yAIzcbxiEbQnan/flAHWjkQBdOnfF2WefA/1OZ2lJGWbxEHbLLbdiDuWoqr1r166UsqBbtx7oQv9GHpYzaa7RMWP890vHjx+PiQdPRHFRiW8yl8tCvxc6YOAAHHrYYTiAxpkjjjgCPXv1hK7bmtoarFy1EnUNdViwYAEeeewRvDX3LYKCLDZv3oyG+noY6hmdi3X1tXju+WeRzjZj9NjR3hKX4w2K4yZeX1+HZJhAyI3fN9z+sVsOpAhsjp1yDL7//e/g2CmTUc4brptvopX7yquwYuVydCVgKkwVoLSkGP369kUQJLBi2Sbq1WKccOJROHzyQEw/bRxGjR0EBU8FqS5Ysmgj0s0GZ549HVNOGIXJRx+GSUdMQUFBCTJpoHz1ZqxZvQVryrfgwQeewE033kGwthrZTIylS1chk4lgaYV1kkXXHgU47sTR+PxXp+ELXzsJ//btT6Hf4AK88MpTWL9hOYJACMot1Gq724G2J0K4fkQMRPKaUJ3+/fujT58+mDd3Hn7+81/gmmuvRVFhIY477jgoMFbwPWDAAA+qb6G+79y5M84552ysX78ev/vd7/CbX/+GMluKTp06IZFIoht1wUknnuh/6fK22273fxbxWYL2Es4fx32kgHr/uOOPw+GHHY4XXngef/zTH/G3v92HqqpK9OHeUlJSQtlbrt8QRUVFOProo9GX8+7OO+/Cr9mWgvGDJx6MIUOGIsF1HhAr5EXLw0Xe85F9mo+s5fdoWBi3g7jjqtbeThZqsQABOAjOPRii36mfgM55PxcVwVveT+YSuDlNV2rJkyUoKyxO4Ljjj8GJ049HIhXwxF2J7j2645zzzsbhkw5FiunZqBmGljeEgGWdVlg364F2EG0f9tPHt/aPYd/ntnna/TtzQCgPIZ+2ExeaAnANG4J0eQdFZHvsydAC1prW6g8IzombuQCBRMLglOlT8dWvXIEiXlOtWr4cHUqLcPmlF+Dk6SeghFZRZ3OsK18nJGLXYk+cMXRbBeyY572Icma/sZ1YpP19Hw6QszZCitbHw8aNx+XnnYfpBNDj9x+Js6afjMsY7t+9B7oWlmDi8JH4zue+hKMOGoV+BMsThw7HZ047E+cdezwOHjwU506Zis+fcRYuO/lTGNmtJzrkLKaMHovzpp+KCaPGYcqkozFt8nHolipGF5NEpyxw8oTD8K0LL8WkYftjTO9+uOKUU3Eh2+1WVsaDWQBHEGa4s4w+aBQuOe98nHr8VIzebwTOPPEUfOnTn8OQAYPQ3NQIy3xof96HA458AhQMhUGI0aPG4LLLrsDpp5/u/8TYc8+9gFw2QjJM0coVwBiDmMAJfKgCIGJQVFxMmTiIj7OsyyIIAk+aP8lNu5AbfsxbC0syJoCCKcuDlQQG+pcd+vcbiL79+vHq+lCMnzABhalCX1+O1+BLFy+B/sKYfkXmxptvxM9/+QuCuRVYtHgR9E+tbeVhLhlS8bP99nf3HMhlLZoacujVvT+uuPTz+PlPfokxB43FqzMXYfHClcg0W3Ts0A1xLkAqUQLjCuHiJIAEKGoEyTQkaESyIIAxSQKkMuRyScqTxAlh0cx0R9knWIZ5JKQcQ+8vK+uMAQMGYujQ/TBu3ARMnToV/Qf0g+F8iKnSdV0XlwYYM2E/TJ4yGvsf1JO3KR3Rd2AxcnEGzZkGsAkI62SF7e/7cCAgX62NeXiJ/ZoUMehLoPuVr3wF3/nOdzBhwngcd9yx+O///m986lOfQoeOHTCcxpJvf/vbuPjiizFq1CiUlpTikosv4eHt+15eRxMsf/WrX8WXv/xlTOGhTn8/cOzYsbzt+CzrOBWHHHwIrrj8CowYMQLGGCQSCfTs2RPf/NY3cckll/jvoZ95xpm+/YMPOcT3K+TajWg8UR00YvgIfP+/vo8zzjgdp556CrQvX/zSF9G/f7/8Du7Aw3jMeeCg+gYf4WM+wrbft+ntQJpgN++38C6BnAN/fHxL3HZ/a9jC+riWfARsluBc6ILgukfPLjjzrNPw45/+EL/43c/wn9/7LqaemAfn1mahQNy6HCFhBNcCxN32+sC4lu5rHCzYCinvfuRSbenaP7Xj2DvVhErkHDlKtjmS5Vmr1aWfvBUlF8NQGsK8omFSvgwXUkx5+TSLKNOM7t264PTTPoU///kXuPnGP+Mvf/41zjv7dFrei9loxDYiutTWvg4LNgh4v6O746VomeSY37YhxwwtpBkYan93zwEFuslEgMBaFFOZTjjgQA/CLzrrLJx6wgnYr19/FHAeFEQxutNifcy4ibhg2imYOHQ/dGLVo/r0w3nHTcUVJ5+GE8dPwJSDRuOMSUdhaMcucBWVePOpGWjaVoXDD5+EUQeOQvWWbbBNzeiRLCZYB3rSnTh4P3z6U6fh3y+9BMdPnICeBOIwVL9KBHRJTofS2GDiwOG44Nhp+OypZ+Oi6aehd6eufvMJaZHx+dmf9nc3HODSyOUiLF2yFL/61W9w5533+O+Q1tUR+EDQhdfDXMIIgwRCCbFxwybUVNVgQP8BtHwW4o03ZuPlF2fSnYOZM2cRmMUIwyRSyULoX21YtnwFnuatyitMe/HFl7COFjb9zmeHDp0weNAQpMICn3f4fvshlUihpqYW2WwOHQkMHBFaKpFAb16VH0br+jHHTsFEAvWDDjqAm3iMkuIidKGFrqys1Msce/p8gvM11DXj5hvuxle//C08+LcnsWVTHTJNFgU8MCVMCYpSnYEohbqqNBbNX4U4Jxi63xA0NEZ46IGXMeOpufjbvS/h5RcWIp12qG+sx9jxBF5BErff/hief3Yennn6eTzx1KPQP7gQ8Eaz/8C+6Nu/F1KFIYaP2A/D9x+GpnQ9ahu2od+AnvB7POdWHIcoX1WFq668Ez/8wbX42z0v4T7SW7M3QL9O0bPnIOZNEYiZT7AE93zous40txHDw1EAEYF+B1zBsf6jPgXV+qcNJx89mbfWnQlyI6RSKYwePRoXXXQRwfCp6NylMzp26ojpNIZ8/vOfhwLjSZMm4ZRTTsbkoybD8WCuX2l7/rnnPZA/+5xzUFhUhEWLFkEP4MVFxdQHIdf6YA/Gv/vd7+LSyy71QL+AbQVB6PulfTXU7WpAGT5iOC6/7HJceMGFOIZGoB49eiARJqDpUZTz+Y0x3tXxfVRkPqqG97RdR83dlhRgWwJq/buyRErQ347fAZLzOX0eAqV8vIVVMA0HzW9pWc1GzYyL/ddXSkuLUVJSQGtMEoF+VYGAPQgBBeIK2sGylnVZ71qtxRPe8Ti0tgXmZegdqe2BXXGAMtEkAjGAfrqiBAtDEpJhvLpKYBgedMcQ+g2JqxdqATE0jWcJxFMFyXwa50inshJehybQsWMp9KslhrIPKF/ROtQlgfWDYVC+oOy0OzvI+bqEFlFP2t52cjuytft2ywFHEG6p9LiPIqCFPCQoKjIhSrlhFwchglyMFBV7irJPEMgV0V9UlEKYMnCUkUkASd5gFRSFCBOGCj6EUF5FRUkkWWkyGeBvTz6Fn1x1JX553dV46rWZ6NSnF/oNGYRkcQHAuZAqTCBRnIJh+VDrKUlCj9pZ3y+DEjZSmLYoaojQMS0oIzAoc4H/Tjkbg6VVP97tKNsTPQcou2Qigf79BmDk/vvjrTffwp+u/DMeevhhlBaX4fhjp/LGqhi9e/ZBl67d8NSTT+Opp57GgP6DcMRhk7B+7Xr89a9/xXXXX4c15Ws9YA+DBIFyCc7gDUmH0g4Eb/czz3W8Gn8bBakCaLpuridzgz9g5AF49LFH8Zdrr8KDjzwEtY6NHTPWL+1EEEBlOXTYUFx04YX44ue+iMsuuwz6Vx2KCoswZNBgHHH4YeAejpgHQ0H7834c0L1z4oSDUFQY4MYbb8R/fe9/8dZbcwh6DsfEiQeRjw0YP+5AgrY6guub8Nobz+CIo/vRUn0QZjz7Ir73n9fQWHIvAspYgmYkSzbikCO74ZLLT8KChQvx3//1W/zud39FQ1MNSkoTiOJmAu7euODCs7Bq1VL85Kc/Jf0aCuD69u+Jsg6FiFWPhMWAJDBkyBCcQCPb2rXl+J///Q1+9H9/gO7/n/3sFSjmfLRxgCAogBjODbQ/u+OA4pqAa8iRv3DcOekmk0lfpJi3WcmE6uMkwjCBmBZ0zWcC49eggnL92orGWQLuoqIi6FdWFDQXF5dw/hRxjy5gtQ5lZR3w5ltvUa4/xX/+53fx4x//GFVVVZg8eTL06216GND6E4kEZVjsQbpjnbq2k+wPu0WdEEIfbbegIF9vqiDl82qctqvp2qdUKskDe5Y4goPSyI+IzAdo9wNmVVX2bsqDZwqSSe/ye14IBcJ0bY15oORjNEJJM7Uh9fpMmjFfVnN5YpROIK3Ng2VGxmoFowLXSZLJZQnDIiQKEn6TjgjWrIIto/XkiUX4aiPOt+IYan19/32ADflUdfM5fBqDrS6E9TEM6MfOhE/wYwECKxB05V3lXyt/sOPxQJk81ORWYqqIQWACWlxySCZ4tUmgF/CaqogLLGSZgmQIF2VpMW+CMKxypyhYUmeFklbGICO1VY1hNghXtIbfQczq0zQ7/e+Yloxrf9+bA8oq4nE4K15Ohoo65DoL1CVDQ663QJUpM6nC5A6ObC6HDNP19yaNMTCUqfCgFXOuhIkEUskE6hob0KFLJ5zB68fPXHAeenXpgGLGH3fMZHzuissxeMhAWBdzY4hY3nAjj/0Kd4FBY7qRAJvSDYTzwiBO51AAgyIIQrZdwD4hm0bA8gljGAsYzrX3HuHHOVY4uF0Q14zbmZibYkPPbr1w4bkX4b+/81/47IVX4MtXfBHf++Z/Yr+BQ8nTAAeOOBDf+fp/4ItXfB6HjzsMZQVlmD51Gr77ze/iigsuwxcu/Ry+9dVv4Ftf+wbGHzQWCR60ZE4JAAAQAElEQVSWhg0eiksuvBiXE0CfdeaZOO/cczGw/0AuQ4eAEurdoxeuuORyfPfr38HJU6bj27TWartD+wxh+RC6AVvq/5iHv2RA4CAhOhaWoVNRB3zrK9/AqSeejC4du8IEIRJJ6hKOpf3dPQeSyQCTjhyP3/7uf/C/P/oyvv/fl+GPf/pvfP0bl6FPn44oKQlw4YXTcdOtv8K//fslGDtmCAYNKcJ/fPdi5vs+vsG4n/7ke/jNb/8ffvmbf6dVvA9Ky7I4/oSx+L8ffRv/9rUv4z+/+w2cdcapKCSo0t8XKitN4owzjseVf/kx/u3rF+LTnz4Ff/jDD3DppWegU6ciJEMDR/0dSIBOnYtx+hnH4Pobf4rf/vZr+PVvvopbbv01phx7COtLQoRz23GMzM/P9nc3HAi5Lvwaop5OUM/meOMURRHBd4hsNst1Y6iXU8gRV4VhApb5NH8iEXrdGfGACwgM9anm0Ru0VCrF/DkwGmrFVpB+1FFH4Xvf+08ceeQkyhEYMXy4/275uVzvSeZXIJ7U9UmZWd03WFjjwyDwdekvX5vAICAu0H5Z5lOremsZKgxou+DT1NTk2zDMC50LjPuoXrNvGxZWv4McvdvnPf0xNzqiHm7LFhEtZhGFR0lRKPAMcixgJKAStawn/3Lv1iItJBAY+tsQw2Cskm9LAGIAT47MNkGKSSnEtHohDBCxwozLImciuJB5A0HkWMgk2ZUUazJqWPPErAz7WlWeyD9CvwGcUsB+G2hxBfVK2h3r2H+2DS3NqtXdQeDjI+l+cl5yBJb8UHAV00bpAnKLgFx556B8TJCXSRL52sIWGyTAfZSyUygX0mWaBBAufCMGuqBcTPnw1akkxrAF1mYEeYVAWTEhJukats7BimGdjjILoAvbMC5P4LxiRXyZiFYSJzCcUIbxSkIX7c9uOSDksXDdWboB11xgLAzXnNGvgxG5KQ8d14cEAQFzDroOA4LvhKSQckmksgHJILYGRhIwGV6DRwZFCVq0YDCotDs+PfkE/OlL38CfvvpNfOuM83Bw30HoxDVZyPmQtEBIVJ8kFQnry7EsXTYJxzliwfUXcD4xIk5wjhQAcSIHGxLEG4uABzwGwSmKT+ZD/pBHKqO2pHxzGt+GLGUMCSnfEN1Lu2HC8DE48dApOOGQYzCCoLiUFsuEDVGaKMHIAfth8rgjMJ55CmwKnQs6YcL+4zD96GmYPP5IHDhwOA4fcwiG9BoINEd47uln8eTjT6K0tATDhg9FbUMNKrZuQVGqAAHbTBFg9+3SC4eOmoizTjwdWne/Dr1RGCUoO8M1DKieCE0IyQkSuRDJ5gCdUYpjJ0zG+JHjkKTeBzgX3CdT0h901IEBykoLMGJEL0ybPgEnnzIRRx0zAr37FnFWEGRxnXfqEuDgQ/ti2kmTMGTQUBQGZejVs4gW62G45OLjcNSRwzBqVCcce8xYDOk7HMvnb8M1V16FpQvnYjRvV3p27oqVi5eiMJlDWTH3BN5sFxU1Y8LEnjj33MNw2aUn4PDDhqBbF6AgtAhNzLbT0F/2F9eEjh1yGHVAb5x84sE4ddrBvLHpgpJi9o36J2BeY7IcdrvAyYTdvpb7pq6fgHpab44SNIoEJvDrSshxJQXf+TiHBPdljUMra7m3JqjXQVfrEbamFm0j9DGPtNRRWlKCY6ccix/98Ee4jrdk+nfLp02bhs6dOsOxD3oo0EO11pEv62Cpo/UApuF8G4CIwPeFm732V0nDmk/7qf3SOvJ16jjYCXx0j/lHN62MsApOITAqSDFQITsyzBhuuP70BLSerDRN4/F3P3lGi4RIp7NIJFPI8DSnB4IYFly58NZz8XOLrZk8OUbQl3+1jh3U6sun7fgUERiOzXJMIgbqjwk6ND/e9bSt/12JH+MI8teEMEGCFMBxTiiPLBeq8slB+dJKjumO1m2VWyEMFznEME4QRRaWCN2wLp1DAUEVURvEEVDRwgnQQxLRunaw03JRsynWFTKVuZgecUHnc+TL5P3tn38vBxxl6UB5kUA/uc3PfKzKSQlcZw6aQllrBOUBzU9ALTz8gGRZyjLOMa+G4cNAwHAJ5d8lWYDOpFLOj6QDjK4/55gLLY/Qz3nH/MJ6xLvgIyTtn8DSp1+DswThjqQ9EgfWJUz5pL5kwB4OXbkk5LKQt4YUIkCSB6gk9W5AWZrtJEwJkGC8Umt8AiEUVLfm1/IJ6tLiwkJ07tgJW7dshf7FnJtvvAmPPPQwCpJJjBszliCtBFE6A6EAAwlYRwoJ/vg2bQDtD1of9kvnm+GcCkgh+6TtaT+Efsf+u9a87e77cMCRWzGMySGRiEgxwjAHIxHjLclB6A+CDNMEKhvhadvQAJNINCPFhar5gyCNZMIClE3Xzr2gv3z/xBOP4Rc//yl+/cuf49VXX8XBE0di+PBBKEjoGm6m/m9CMhkhlQKCQNvLQVewIAZIAsdwTMqwP+xf6JAgGbZtpDUv2/SrnkX0bac95oCI7HHenTOK7LqsiHAOhSgqKuLBuxT6FZhQQfzOlewiLCLbU0Tyfsd9YHtkG49IPr1N1Efm5az+B7btABHhwmCz9DtarbheEJiQiyRBN/DpevJR5gVUwkYYB3nPH2gsF68q2j0i5jfCTZeCyRGoJcIktA3w0fbeqw6wzHu3/t6xYH+IK6F1qeIxMBC2aQxd8GE6Pz/xr4jyjyDcGh7GlB0BDOeBocwBATwB3hFOFkYZAm09EecyOQAGIgHL5AkQWPKWoqULgEUCgjIwfmfSPEGCFhZ6Yl61QYxmR8ATP/wj/NwTYrb2dw858N78FMrM7ERCmVlxUEC8p+RvWIxFvIekB282AUMwpqSgrLUfYH/APig5EQbzhE/k48gJJQtDxdZK0sbfGuddHnKF6+qDscqBChP6qFycWPLc+fWo1jfV1bon6F9WOO+cczFx/MHo3qUbDhk/ERece753E9QNKR7EVL/n66EKkBYyrF8j22kfcMACBNuQGFBQS9nRw7cNz9t4mcBXI0i6AJVay6mf5fv07YHPfPYSXH7FORg2rB8GD+2LCy8+HZ//wmXo378Xc0dIpEJwabIufVmXOp4odO+2f7Rz4F+LA+Yf2V0BfxyJLnT9WBBSEa4yLspyMdO1lgmMV6CuwEvXZ0CQJkx7T9K69pRYh2HeJEFaTGuqKni1pgqbZC/ICnkXCct8IGL9vi7WqWOMchHibMRxBkwREpv46N+PvgdqgXIBYnVpDRNupo7ciWNuxHTJdniCy/8IIGIQMd2EoQYYD//4cpw3mkYsgICHLGcCqNXckfM7k2XFOs+EFjtWh0QiBZ0PYP1O2BA+CPkutH+8Dwcc01uJ3ne87+K2ZqR0nVD2+4pYv7arOE1J/UrasVZX/a3ku9Qa+AS5rbxQty0Z8qBtuK2fSR/upawVlCuvKXnk4gi5iBbNZAL61bICgu3DDjkM5599Lq64+HKcd9a5BOKHoENJBwRc55a3qpZydeyMEs9Z8Ic61qv+D9ep9lK754BlcpwnAmmQ/3li1PaXAvE6tTWCEqZM8vnoh9ZhIQT0vOigxTuNIcP64pJLz8G3vvtVfPNbX6H/PIzYfwgSSR6MHY0xLV9xzdfRWq+20+pvd9s58K/FAbMvu7t9M/ULNN+SgD9cf0ZBGN2IoDiOLAICbkOFaqhFAwVSjEeLBhXGgeV2JtbEtchPpmuePSFLa7y2lwgSqK+rR2N9E/Lrehf14AM+vi8GwvHp2HRMCvrjKGJfd9Slm00rf3bEfnJ8lkNVUOwo4xzln83w0KKRBOUQA0d5tyUwLJwX4LYrEhJoM9Uk0Mxym3l1rf9mOUMrd8XWSkSUsUjAIlrPuwmsZ8OGzdDfujdsL7Ksi66wPgfNL+9qnzneM46NoP15Pw4IM7wHca0A7+S1hpXE8fODEMCaPggJLb3CMnlCS180BMb6cEuc0/B2wifqcS2jVVepJegd4acnJrxDXox/97ubGK0ErISkn8pqdUWYQDJcr6qvmQz9vncBD88dinl9nSxEgutc95JkIgk1rLQa5bW8io/qxW8j6t9ND9qTPiwHvOAJxj0Qt6xFOU/Hv5SfZzxdH36vD+bXOmBhbY66OwNuzQj0u99Jiw4dUujajbIuTlD8WdCOxjxZWBchMGZHhawmH9hdW/kc7Z/tHPhn5ECb2bx3u6dAU9FnK+hsW7tQ2+pvua4rX4e5b87F3LfmYtWKVajcVkkQK9hasQ1vvP4Gtm6pQABaQbnQhItala5Qu6qfaxdKwro8MZ2r1Ye8y7DGGzHviNMyqUQBGuob8fyM5zHrlVmwBINCEKb5W0nLaT1eubN9+FoErY9Ii9+nASIaJjHc2NCIxYsW47VZr2HJoiXIZnJQQI62j2H3HRUQKc+rtomfBH9A9gaorqnDvHkLMOu11/HmW/OwYsVqVDFOATokoNIln0DARjlaylTjxHBOmABp8lX/FvGNN96C2bPfwquvzcYdd92FpuYMLWoWQcANmuWcJ61DKH5B+Zp1uO/+B7Bq9RoCciDHg5/WqVZ5cB6wpO+bQ5B3JWQ/jCcfx7B32R/3SRDVXhmjsJY8OcoTLWQdyGPGU0YWoHwAEYYZb7j4eKSiFEASgmdHAslBeAWi6cYxDDCcTxNLP+NEiZULiYLz6Zqm+TVOXeYEIPn2mZ/NAT4MxgFgnxzD9CCfho/9IyKw5G3bgap+Uguz89Jx8Cwhh5gVnlPUYcKwEUDJxzGl7ZvPm48REYhIPuA/HflrWYO6JE0iSWAgBFwRLd6AIJDAU8j1F3JfCBGgIEhBv2YUURcExkD1NnsIGMAKCQCXqX6S8q8IE/Le7Z8iAhFhWIlOm1dEWtLaRO7CK5LPKyK7yPHxjHZcIHwpR/K7VQAgD7iG8iOmn2FKF558nnwKI8AkhGFAXZwBEEEkhyCIYYIIjn6lIHQQY2G4eK3+DhbnHZCvN++CjyPlX03J+/Kf2se875P7uTMP3i+snFKOqszU/y4Scplvaz3qijCCr5ZRai0jwsiWgMgOfz5KW9nZlw/rp9bbti6N89RSTz7dx+z4oK+1zI7aGdnytqbpFNLyPrqlPo3z4TYfPg/Tvcv47eXp3xsvVdbeqGbP69BNUnOn0xk8+cSTeG7Gc3jlpVl45KFHce9d9/q/LVtbXYu5c+Z6UA5ykSoWCsTBjVZJqF09UeM6AmlNB7mnVu+AilrDwrDQOq35VIm7yEH9IgYaVn9pSRkKCwohrAfctDUOMahNpMVaTvZQo3vmO0BYVutUHaBfowH7ocpf+2QkQECAGGUjvDV7Lh598FHMf2s+Hn7oEcybOw9ONzhqK1+XaF0CqwqF7eIT+CgfsuTVkmXLccNNN+PxJ57Co489gVtvvxO333E3li5bSaAsBNWAdQEgCVIAQwu2FQXGIJCvwauvv46ikhIMGbofOnTsiNLSjggSzBsEsMYAlK0xIZxjGc4f5wQmSDBvZwhd/ZqKSw0wvwAAEABJREFUhdDaAorRUKRKgtg6tgs4poH1RAy3xuXiGFYEORZ2zIH25wNzwLGEAryIi4nbLSIBslwj6saGAWbgvgvoLQd574G3uiSna14CCPlvmG7ogmUNZaX5hH6nAE7TWI/QBctZys1w/miaAk6rzVCOekOifqGcLfulcnYsB6ZpPvVqP3UeMPlj++qaDIIAEW/x1NWBcrnAExwULluja8LBkTciZCAzMQTQazSsjCPDRIRrDvmn1d/qMlbEMJ0lmV9EwJfEMqKFAcsIK2A7gFG5UMYqd6GAAhgIEwPqBcu5IE4QZWM4xhkx0EJahrWxTkCMoPUREeiPjlVJhCGSz0+Xb2tWukLSVyDC2lr6quX0u+wi+TFojp1J69N8O8d/HMNkC2KuMS475En5FcLGBiK0aFM+cRxx6JxBTknlbpmm+ZSHQpkZRJRxQJ2s9Vmu15iWcmsj1pkjZeFoDdewiCAwAVgBX5ULy0MJfBwsK+As4jSQ7X4msLzGqu+TRfl56ND2x6ocGKOuJb8sw2IM+UX5MF7ZqXHKKcc0S8G2ltc058soPxnr/ZQn1xlDELo+P+O1vNaj1FpO41pKqjefn3ktSet1bE/rcQxrGRFhj9gvhlvr9em+tPqA1nhtW2O0fi3bWodPZ/7tYbahcTpmRiMmFmv1a3loYcDPGS3j4zjFTMvYNJlB5th7r9l7Vb27Jq5BaKex/RGICBdSArlMhG1bK/13/s4753ycedqZqGJ4zuuzkUvnoL+kp9/jVWW7fOlyPPzgw7j37nvx4gsv4vlnnsOsl18BuGD1H0O89MLL/k9e3XPnPXjw/gexauVqxDmL6qpqPP3UM5g181X87b77cQ/Lvz33bWRoOTViUFJUgo4Eb1EuwoK3F/j//PYALaZ33XEXnnryKVRXViGVTPm61q1Zi/vv/Rtuv/U2vPLyTG9Rf4PW3OamNABBSOUgnAG6SaxZtQZlxWWYPu1kHDLxEKYKYh4G9LAQKyAwVDxsMyAwEAoXn8BHxy2hoRW7GYVFRTj/wotwyWWX49RTT0NVdS3uuvs+bN5ciZggeuXKNQTpd+HKq67BLbfdjsVLlqKmrgHPv/gywfhsrN2wERWVlUikClDWsRMXrsHGjVvwxBNP496/PYCrrv0r7rj7HixZvhLcu5EqKEJZWScU8ap7W2UNDwJP49nnXmD9V+Pa627ArFdfQ5aABJRNXX0Dnnvuedx488248aabaH1/HY8++jj0PwGaRAgR+ail98/fvq4LEloUgoN4sOXEQHmoAFwpKEwh7WI0RjlIGFIRCnMKx2cgnAdAwDjAct0HQYJpBrqeRAJkCcb0hiNLEL5w4WIsWLgIOW4gGjasyzB/OpOF6DoNKDe6OTjEgeFBwCFHRR8b+ulaEYB+0M2xvoAAVfWFI1hgZz62r/JSx5rgvDZBQD7bPCmfSELLpYow5kam1vIcgZIYQch4yzj9fre6OxhESQtlB/H1eOExMSYfLTc/bcuQz8I6TGCYHDNVtz3HdR8hpvy0PkuZiBgEJoAe0FTHBhIgMCEBX74NTYMFHOcGWsiyvGO/wPLqighEhPXGjHIIggChzg0xfh5F1M2OedkJ/xojPr/TOhgj0hrWNtUPXweT+ArrBLRN/YVTdUXEp4sIPq6PMSHAQ5FA3ZDrNIEwKOD+bSkbQDQdyhvKlXxUThhjIJ7njnxnHmE5ktZTQN2co5FGTABnhen5OREmmYflrJ87Fk7lpJMRwh/wcdspCLR+tkn5iwgM5Qg+Jgj4+cl7dS7qGlIdFlD3Kes0TkT8fFWOGBMgot6Nqe+MMdvjlbkaNkynCoCIeN4rt+mlHz5vQN5qvVqX1iEi0DiVjpLKq1V2JjAs1yJDAf3O10sftJ9aj6591UdaRssG7LeIMN0CLBPquqVcI/bXOQuh35enzOGffJ3CzCLCGA3ToVdEIJKnbDYDw/FqX2MeGB3LO3Ygpi5QHnl/S5zmyRG3hQnqHcaZYO/OJ8Pu7cOXC1Al2KYFxwWkwgrEIJAAnTt1QY+u3TGgb39aqYtQV1MHSwbHHLRaw1cuW+FB8MrlKwiei7FowSLce8+93qIeE3AvWbQUtxEgry1fC/3vTOWryvHs0896IL5l02Za3B/GzJkzUVpSSgWRwx233oE5s+cgTRC9csVKLCPQV0v8czOeZ95HkElnUZgqxKuvvIonHn8STQ2NWFtejptuvAnr169HMYHj0sVLcOsttxK8v4ymxkYqIBCwR2hubPZC7tGtu2/fEvkdOekojB41BroQlBJqtUV+IqhQHfnj2vDnk+K1XEAxgVfEq4gwlUS/Af0xYNAgjBozFqeedjo2bd6Kt+cvwpYtVfjL1ddjzbpN6NajF9ZTpmpJn79oMTKcI0KQZUg5WmY2bq7AXB6qGnnYWrhkKa4mCF/K+dOpc1es4Ly4nYes1evWobq2Di8TcDcTnJWvXc98N+HZ519Epy5deU2aw9133U2Q/wYqq2rw8KOP4sGHH0FBYRFgAtx86624hvUu5hyIcjEVySdFYn/vOEVnPfWlcMbnqY5r54bbbsPPfvNr/ORXv8Sf/3otnnrpRdRl04ioIDMEVVkujhgGCpSVDOXgqJib02m4MAnCa4DhgtJSWCroet64LVi2DIu5ttPUI4Y3X810tWyKOiBmL1yYQMZx5VGpNuSyLBfAFKQQcU4K65AgQMx0Ng8Rgeop5mgBBvhYPiICYwLoBgQIolyOc9shID90fcZikYlzSEfkl3HQcEz0GxGQRwTWalmKETN/4Al8dCNzylMBdPMMyFfVeSHBu6F8g4AAi+1mMxkCgSyCkHuCUiKgP4RhPhHDtIg3ldbrWXD/UHk4ukAADQOCRCKJkHIFhSaOk4Yvu4mQ5QOSME/A9o0JYIzxpGPN8dAd+z4KAsN4n8dAH8d6+CJgnJL6LT+SSc67bA4Z9lvr0nwxN3IOpSUv+866wIiYm7qma30fH9oxkrwODBEGhTCS5JDJm4xjuIA8TiLDfVbE0ABSABHABEKZOeYlryWgS17Rem7jAIIEMmmLwKQQceGHiQJAmG5C7t1ZRNT3QSIFYxKwBOrWApx6MAHrIekEsS7Oz1vlPwBtk59wYF4tQPeT9gZcRzpPI87RWOc7XUAgYpBMJCEiADmU5LwOE+QtDzyGcRpmAnltYYwgoC4QYV4Hhg0C8twwrJgmMAHzxdAyjnpBD6RKzAptP8G1qa4JDPNZbQ4h6zPGeL2qa1H9QRCwXtbN+CRxgQmYn+vTcd0ZYXwQ+LIKwkWE7SVgmFfLqStiWF7nDMtRF0Cw/dHyYISuSc3rmK5fHxYR9sn5eSMiLB9A00WEXAECY6BPlms+kWDdYmj84c7DdI3fW5RvZW/Vtof1GBgurBhZAt8li5YQ+L6O+2m53rRhEwYNGoKCVCGZnEJjYxNeoCVcT8tnn30ujj56Cs6lW1RYDP1etjJSGdqze0+ccvIpmDxpMiZPPhrV1TVYQRCWbsoQPJdg8pGTcfyxx+Pk6SfTIlqGN157A8Wsw3OaSj0ZJJGkBXzE8P0x9dipmHbiNBwzeQremjOPAHwDnnv+BehkOufsczB16omYzDZ6EhjGnLSWAhUKx5gQpaVlHpAvW7wcK5ev8tb6GgK6gOnrCfpWry4n2IsoyPxpLOLCSHLyi8gecu7jk80YgQkFMTdzpTQBmH79I+KiGzHyIKQKS7BsRTlmPPcSiJlx3HEn4YgjjsQkyjJBWZWXr8GI/Q/AwEGDcfQxUzB23HhElEdNHQ9zrCMME+jQsROmnngijjt+Kk771Bn+ayXz5y9EAw9N9Q0NyBJMB+R/jhaB6Sefik996jQv35KyDnj77fneAv/GG3Nw6KGH46Rp03H6GWfizLPOQX1jGmGCc4ZAD8ag/dk9B3R2t5LPyQD3UgK7HFavW4NOPbphwhGHYugB+2Pe0kX4y43XY8XG9QjLShEnk6hqbsLG6mpsqqnBZt52NVG+AcF3La0aTVzEqyu2YP22bWimP9WpI8YccQTGHnE4LAG2xuXzbEZlUyM2VlVic10t6gjCGwkss0RstekmbKrcio3btqKmIT9/wDWpwMuYABHBvGE4r8z9CD6mH476Kbd9U0pwjqczaWys2IQsN/CIQEcBsguowbnBJ5JJxJRFzM0y5CYVcKP0wJwAFBAujfzaiBm2BEKe6I+JoNTClM1muQlarqUQiWSIiGBfuJ62Ug5bKU9dlzHrhxiIEgRCfas3FJYujEDTVA9nuVFathEEIUJu8oEwjWEwn6P8HP0KvLNsM6Le1Wrz5FgrYNiuA7gv5diPGCLCEGDZV61XAyLi0/MgPJ+udSlI0XT1qwsmWbab9zOgET7wcfwIaYgyqKluQk1NM2pr0jRQ5VBT24gocggTKVjqZT3cRZxDCqpEDBlhOM8M+UueR0DMqzGqYYRBARKJYu/mCOrTTTlUVdbgzTnzsX7dRm9EU8t5YBK+vOONGUWE1jlmOCdUZiojS5lHlD3FhiAwzK8SZtOfsFf5rbyw1lFDglgn6flRWbkNlbxRrq2tQT1vgJubm6FrR8grCDEa14nyVWWmB6H8oZnCEs5pLh4F21nq0Yj5tGZLfme5DrW9NI0l+t8tNavWofLQ/BQCHPuh5TSsftYGVgcR4ZIWP1+0roiy07Lq1z6IiM+jejmOI6+rNA/4aJ6YukVdywkRaZ+ol0TE123ZptbhGGfZT21bjKHeSaCBBldmYz4H69Md5xPHCSBBvQYBmpvTxJXV2Lp1G9LUiUVqFGKdzLLXXrPXatrTivx6EA4ygSKCmZdefBn33/MgFtPCffL0U3DE4Udw7AZGAjTUNVD5xRg2dBh69+qNFBd29+490Lt3H3Ts2BkB8yj17NHTg+vS4lL06dkHnZnGwxmStJypdb1Ht55IcmMpKS7BYYcczsVdjTSZm8tw46H12nEmpMIU+vbpixJaz7SdIYMHowPBQG1NrZ+oI0cegLIOHVHaoQMOPPAgDKIVVyeuoRSNCah4ItTU1uLBBx9ELd2vfuVrVEpNuOO227GQ1vxHHnkEK1asgE4U8NENqZGWQW2bsmbMJ+vVa+7Ib76ABPlpGIYJCJWAbtQR5VJdU0/LOEHYpm144IFH8Nvf/cF/ZWQhreKrCcY1fyEXhX7tJGBZrjEE3IyLOA+aaSHt228AunXv6eXWo1dPdO7chXKKoXn1gBdyTuiBr2u3rhg0eDAKi0rQtVs3DBk6lJ0SVBEAJgsLMPKAkejYqRNKKPuBlPuQIQNR39CIZioc7OUFiY/pI7rulTi+Fod2VPoSIUaOOggHTRiHCUcejk+dcxYyTHlt3lvYQtC8avNGPPrcDFx1y034w1+vwZ0P3Y9lBPB1BNKrNm/C76+5GtfwtuK6O27DS3NmYxsB95uLF2Hh6pWIkiHKKzbj1vvvY55b8LM//A73PvYobrj7Trz69lxsrq7CA48+jGsI/u+87x5ce8P1uIYAJ/4AABAASURBVP6WmzF/yWKqD8eNi/2jblBQaKi4A4JNdv9j+aoe0oFxxNCxariJvFywaCHup0678uqrcP1NN+LRJx9H+do1aGxqQpboSddxmEogkUpyHQeg4oaIwAQGQRgiTCQQBAF0AxQxfsNzXDMB05kNIsxLyhIkC3mc4+b+5FNP4ZVZs3hYjlg2RGFhITTNspxhHoGAEWAQAdd9MlXg8wUm1BQYfkoLJdh2SAqMgT5iBCH7JQLuQSES6mdCTMBoSVq/5jdB4PMl2H/lhW70QWCQSqWYW2CpbEK2HTBfM3mxcOEir/eZyJaBmEYGxzyGDfHV6I8lGQmxtaIGt912N37xs9/ipz/+HX75i9/iz3+8ijfQb8HS2BWQx8r+gPxDy8pS/Q4IRELABUgkC1FQUApOA86tCDNmvIANG7agqLAMdXWN+NvfnsBrr8+lnFMwJkE3iQTxQJhM0R9AwGrIb0cwpe0kkkxPJjzw5BLmWqa82Q9m++S9ZIDO7QR1LblEoBlj3br1uJV687e/+y2uvPJK3HXXnXjllVewjYdgITd1fiuADji/C7n+Qq4DMQJDQSqpdjRiPH/B/OATETwb5tmwfgOuuuoqPMV1HBEUiwhCtq11mSCAME+C9bEI5eK4pnT9BpR9DgrSNV3TIuoXsO7WvNon8EmwroKCAt+2iBCUR560PwxyfBYJrk1ds86yp5wTwnIh5a+k/Uiw/QTrqaPxbv36dZg161Wvm5KcN2EYeL/OJXYQOp6bb74ZP/jB/+D666/D2jVrOa8tjYQZ1rr3XrP3qtqzmlR5W1pYRISWyghf+vIX8ds//gr/+6P/xVFHHQUF1DlekeZ4wtLTRyABFBDraVgVoU4qZVBjfSOyzKMTo6BFGSvzdTI4LkrL05HWoZOgE4GUo1BCCqi5qRmJBBcqgXpgODHEUNzcJFhG8yQpDM5daHuG6UkudhHxJyNtR39rv6qymkC7GQGBn8Ag5iR0LKSnf/36wkEHjsLYMWNx3rnnQ5X89dddx+u3DPbbbz9OoBQCltOJoBMqZj+1LP7pHt2W902ntGYbx+RNDpbjz8stYDjmIgD060P6X1JHHzQaZbSAFvLQ1qd3X4wYPgIDBgzA5KMm+0NbEeMTusB0gVNGxhgokM/y+jig7BxlmqQ8VS4qoxRlqfNHF7nmaeYmmuCcKKQFVQFXhideMZQn50qWSiRFoN9MUF9L4J3WgxtYP/tdoX/1R9tkWU4etD8fjgOOMlP5JFIJHnLLCMEtOvNgdNC4MZi/fCnKt2zEszNfxqLVq3DYMUdj6iknYyMB9OPPP4uNVdvw0FNPwBQV4rhTpqHX4EF4Y+F8rCH4rqirweYaWjHq6/D4szOwbstmHHncFJxKoN9EMDBr7hxU1FVDfxmxivkquAGNPPBAnPypUxFxzsyY8QyqamtgggAB55fOq4hyt1zjH26ke1zqI82o49RNq1UfqR4u523epk0bMWz4fujdtw820H/TzTdh7tvzkLU54iiDxnQzynlAWs4DUAVvGNI8KDU01WPL1i2ora/1ckUgaMo0YWv1NqRzGQTJEA3NjVizYS3WkhrpVz2g+dK88bCUU46H9Zil6xvrsWZtOcpJNZRtLA5KNTysVdVWU1bVWL9pPVavXY065o1cxINCBlqusroSFdsqmL4BWysrENGilmW9GzZvwMryVahhfVkC55h7EgL4vm3gvFvJsWzmjYvmtWJ9vq0c2zbOOy27hXX6/rGctv34k49h9pw52Ej+KN9EDMD53cpLfEyfmEaTIEhgyOChKCoqxquvvQ1IiGH7jeDNZFdkMzHBdRZbKmpojFqDjRu3obkppq4ns10S9XUZrF69AcuWruI+3wy4BLbQ+HLddXfj1VffxIaNFTSQdcJFF52LyZOPoXEOBIy1NNJUYSnLrFi2Ctsq67iPhFyrhTwEBaihhb68fCNWrVyPii2cG+u2+AMDJAFQh/Pjk/UK2UrdZUzg91fH/W3b1q1YsmQJ8UgS/fv3R4Z75h133IFbaIyo4u2hMYKQuk8Ni5pv+fJl/tsIyjjdT6t5Q1lFXazgffWqVVi+bLk2wvodjVpFdIEm7q/67QXdcyu2VGDF8hVYvWo11ACmGEzddevWoY56moV1udBK3UBZbfVla3gTunVrhQe/y5cvh/Yl4r5cUVFB2S9FeXk5MWCGeC7BcST82t6yZQtWrVrJebOBc8KyTmGeLLSf6wi6V7Gvq1ev9uFmYkGt79lnn8Xdd9+FZRzDVlq+tb/JRBJiDA1uzXjiyScxd+5bOPjgg7Fp0ybMXzCfY2hkm3owV47sHaLG2DsVvbsWnQEG4gyTDJwGqURVscWBRQ5ZuCTdIIeGuAFZycCkDFQphokQAU8nqcIUuvfo7ifNW3Pf5ELeiJe5OS9ZugQxQVyYDJCzGW4KGdYfwYUWGZtGJDnof+6LTQQrEZpzjdB1mGVeaxxMwiCiEs1QKTsjVOwWCNlHA8SwEPqVLPubSCYxeNAQzHvrbbw+8w1UV9TirdfmYen8ZXA8GBkXwkjAUoSYgaBT5y7+Om1bRTUSQQpdu3Znv7dA/9xeECQ8L3LcEHLc3CUwyHFyObAsU/55Xu0PSSwowB2E1ofCBJnVhiw3H6WY7vuR5jMm5G1FAZwVZNM5VG6tohKu4HXkW/77+IMGDsDEiWOx3wharAuBgw4aipNOOBZDGB9l0+jauSPLG1hu/LwnRUgJqJugzCKC6lQoMJRxSIkGjEsGgBA8hBJDNXpAtygVAnEGLs7CcC4UF6TArFAlJBKiZ+9+SNIyM+P5V1BOhb581To8/tRz2LK1hvOzEIY/5BIr5qcW3BPSfnpiGS/3Vhc7PcrjVtop6V81qMNp03fhBqG/H5IwAcWQg8QO6i+kxStDE9nGbVuxYt1adOjWGS4RIEP+9uzfF+WbNmBrbQ0SpUWo51yopQV3/KGH4ripJ6Jj565UwoKQay2bznJebcWUo4/GqIMOwgEHjsTUk45H3wF9ESFmPouCVArjx43DwRMn4oCRI73bwBsrBVS6LoV6yBlDPcP8nE9tuv8x9YrfwHRwiUQSgREM6NcHxx59JE468Tice95ZGDZiCF6c9SIqarahsrGatw3348Z7b8O9jz+Iq2+7Ds++/gLWV27EY88/jtfnv4G0ySBLPT9n0Zu466G70Yw03l4+HzfedSNuvucW3Pa3O3HL3bdjyeplyLgsXOAQBxFiE2NZ+VLceOcNuPneW/Dw84/iuntuxMK1i9DsGlnHPNz5wO24lWm3/e02XHfH9bj2tr9ixabVaGQbs5e8hT/ffDVuuO9m3PbAHbj+jhvw2AuP4/EXnsAt993O8PW44a6bsHLTKrhCxz6vx92P3IMb7rwRdzxwJ65nuzPfegWNrgmvzX8ddz58N+NuxK333Ya/3Hg17n3sPlSna7B8/UoeHhfg8acfx4znnkUtDwmWc4XTBsI17hz1KF31Kxn1c+5DSRn9L0xBaNCjZ3dMPXEqpk2fht79OuKEE0/E6Weei2HDRxHQlPK2+AX88Ed/xp/+fDd+8pO/4vbbnyIYcti0OYsbbnwQ11x7N/70p1vw05/9CZsrGvDyK29h0eJNuPW2+3HLrfdh8dJ1ePX1BVi1ugLbqjL4y9W34Je/+gv+fOXNvC29AT/64ZV48821XM9dsWJZPf7853vxs5/egF/84hb85c/349e/ug2zX19Jtc/9Bklym3uX0BHHD301oO7HkxRcGk5GS8xkuJ5NYKDUsWNHnHjCiTzoXISvfvVr+NKXvoTZs2fzVmIGjVo5KAD+1a9+hd///vfe0q1W9PnzF0D146OPPoprr70Wv/zlL3HNNdfgZz/7mc+noFvb0La03fqGejz19NOUxS/y+X7+M5a7BmqNVnD9l7/8hUB3HmLeSokYvPTSS7jvvvsw/+35uPmmmzlffoLf/f53+OMf/4g//umPePnll/GnP/6J8+VP+OlPfwr9gxuNjQ3+KyT33nMvfvmLX+LKP1+JH/zgBwTYd6O+ocED56uuvhq/+fVvfNk//uGP3r9AjTdr1uCFF14g7niTffw53p43D5brVUlnQ5L4LyC/unTpgsMPPxzf+MY3MW7sON7iFLDPEee3QC32SsZwZXNNO5KW/aDEWflBi+x5foEwsxKofvIEEUggfjPs0KUDJCkICgLEQcztMSJIjhBw4+3esxs6dO6ASZOPwMDBA/HYE4/hr9dfi7fnz0O/gf0weNggZHJpdOzaET16d4cLHXIEVomCEJ0ZV1hagJIOxVQOveGM5WaaBdEZOjGttEMp4xy69+qOLj06+/Y6deuEYuZ34sBbMyQKEujRqwcKaHnTr84ceMBBeOyxx3H9dddDvxNeXFBC4GYoEAsIkCos8OP61Omf4gSo54S7FnfceQe28BR39jnnoEvXrlQwi2kVaEbAE2cqVeDLJhIJiLAC/LM9jh1qSwzu9iXftku5bbld+DnkwAToWNqBPGmiwvw1leqPcOftt2NAv7648ILz0LlzGSaMG4UjJx2Ce+7iBvjnP+CeO29D57IS9O/TCwXJAN27dkKKG4Jw8+tUVoyBBGucTbxhKcSgAX0QGkex52AkRm/OKc1fyDnSr09PBJwXpcWFGDZ4AIoLk8gR2OmC6MA+9ezZE/369sdpp5/BDaAa1/z1ek8V26rQrXsPGN5uWFoY4BfeLsb4nvxoZWLbMq1x7+VqvveK/9eKc5S3Hwnd1p4LI4Q8NBCEXAMuFyGEQYYWi5QqQW4cW2ldXbhoEZ588glPatnQtBQPTtOmTcMgHs5mzXoF99xzD9aUr+F5jHUEAuI5HrAsFNgX8EaktKiIaVm2ZFFUUoQwMAjYpv6CXwnTkmEChuGy0lIEQQBjjLeo5HhVKgHro7w1Dh/jx0/llvH5DYWy4gvDOKXACDqQP+PHj0N9Yx3W0aL98qsvY+XaVTjq2KNx6tmnYcwh4/Ham6+jqqEKYWGIBUsXoKquCs1xM96Y9wZM0qC2qRbPvvQsIoLtcy48B9M+NR1FXNMvvPKyt2xLCCjf6xtroBZny3V61gVnYerJU1HWrQMefOIhrN2yFjUN1Xh7ydso61yCU886FaeccTLqmuvwIA8FhP/YWreN+dZhDA/1p5xxCvoO6ofHnnoMG7duwrRTTsIJJ5/IW5N1WLxiMaobavASx7KKY5k6bSrOOv8s9BnYB2/MfQMV1RWoZl9WrlmJiUdMxHmXnIdxh4zFrDmv8kCyFb0G9MKw/ffD8Sccj+OOPw5lHTtAyCtLhqrRCF4PgHMvT+CjfFWi91/6dTQseKLhRgIdqQU4duF6oQczX3kD9z/4JI6aPA1f/vJ3MeXY0zDr1YWYOXMeFi5cjTVrtuL440/FRZd8Bpmsw7y3FxH0HIWhw/rjwosuxjnnXoDOXXpi3foK6PfQ0+kIS2gRLy7phCuu+AI+85kvc64EuPfex7FhfR3uvutxWsPreWjO9OQNAAAQAElEQVS8BJ/73Ndore+C2W8s8nGZDBUON3d+kuf85Kt9hJcMPraPrmVDfaauDlJd4ZhVz9GBguZMJo3999/fk35dpaqqCn8hUC4gTvnMZz6LSy+9lFkFTzzxOIFvFW85VmDu3LmU1eH44he/SH6fS3yzCPp13EYaMxTEOs77ZcuW4cknnsD48ePxuc9/zgP/VStXQcF8ITGTGj1efPEFbqMWGzZs4KHqLVrWC6F905umwYMH47Of/awvt4yW679c+RfOpaPY5pcwccJE/9Wa8vJyD+LVUHvUUUfhK1/5Ck4//XQ88MADeP3116BtlJev9vV++jOf9nU18zbvzTffQufOnTHlmCmYSGPMN77+DYwbPw4iQmwW+z4omC8sLITuO3pQKGSf+w/oj5qaGt7ObPF7hI5TyXoQr5NKCR/4UR37gQv9PQV0Iih1794dp5x6qr8iMVy8RLaIeF2oirh3/16YcvwU9Cfo7tK9C86lwr70ikswnUr7zHPPxGe/8FlMnXYCCkoKMJLWrsOOOAzF3GADWtTLCLSPOmYyF/NQ9O3fB9NPnc4r8BIEtIbrKX7kAfvjjLNPJ8hO4vAjDsXosaOYXoyjaPk54KCRCLhZxDaHHgTq06afhN4EfRBgwsQJOPucs3HW2WfhlNNORv9B/ZEgYA/Zpgoiy6vVgqIC7Dd8KD7z+csxdfqxmHLCMbj805filE9NY7kzcCD7Ciotzjykm5sR0yrO+QpP+Nd/hAPZY+JGFRAojxlzEL71ja/j85/7DL7x71/Fd779LVxyyUUYMnQghAC7S6dSnHPOGTyR/htOOukE/Me3v4HzzjsbZaWF6NqlE84+6wyM3H84FUrO8/fMM09DcXEBRgwfhmnMX1pSpHsDOncswzGU8bixozF8v8E456wz0b1bF4wYMQznncv6CORTiQAFlOmkSYfhqCMnIcFwt66dcfGF5+PMM07FZz9zGaZPPxFFBO6JUKD957rF3/9wgr2rEl3QSu9K+JeL0FEotXa8dbQigiAMUV9b738/ROOXLV6MRQsXYtjAwejboyfdQThi4sH4wqc/ja9+/vM4bfp0nHTccejRqRM2ri7H2AMOwIU87I4cOgRzZ7+Bmm0VHojHuZwH21rnurVroFebjieC2po6/zsjUS6GWItQAk8GgOVhgFOS8Q4Jk48PYKAExxHwZbZP3Kv6jaIiJwTqlpaUIEkjgl79LqAFqyBVgLraWpTz+re5sRnZTBYbN2xENxogamtqsHnzJt56bUYNr7ZHjx6NZl5fL126lAfgIqxbuxYb1m8gex2qKyuh19+OB7TCggJs3rSZc6MWk4+aDP29oH59+/mr4jQ30jVr1kJvN3vw0DyeunnI4CHUA/vj2GOPRcXmLajYtAXZ5jR68eA8bvRYDBwwAPvtNwxlZWXo26c3Bg8ZjDGjR/PWczC28Wpaf5Ft5coV6NChjH2owlpazHSs2p9y/edgnBtDWGZAv/7oxTYnT56MgPvWmjXl6ME2SoqL0ZPxnTkv/X4GeP2uoMQYw9A7X3ln8F87xD1NqPu5glrG4WB50xhzP3/p5ReRzWVgyKuly5ZCf7HP0UK7cuVyFBYWIkmDSnn5KjTRunkaDVnjxo3h7XIHFBWH6Mk9WIFPwMNwMpmAdRFbsZRRKcHdOMpzPwwaPNDvCxV6s7plE1ZQhlOOOwqHHHoghu/fn/v/8dxL+rBshmUj9i8m6asSULkoBYzQMJ1P0JujjrTUgSYIEFIPq2FQ56vqSv39tjUEuZ27dKYVez3Xdjn3xgKUM24t116C8lAL8eGHHU4ZDMKkSZNw2mmn4w3qYP0edi6bQzPXn9bTqXMnHHnUkVxrg3AobzCPmHQEXpn5igfJkycfjZUE5wp2lfRQoDqimDqmf/9+UP/w/YZjzJgxGDXqIChu1EPDMOr7Qw87FGUdOkDbe/vtt6Ft6tdOVq5axVuQCAEPhC+9+JKXqM61Qw85FEOGDMUBBx7AukZh69at0PwdO3VEaVmpj1cLuPJEeaGHitdmver/AWX//v0xb97bmPHMDGzcuNH/6eunnnra163tCARq3bec21RfPv6DfuhM/KBl9ji/4/THTuR4ko64UB0X8MBBA1FYXICYJ4qYgzAKhCWCobVcLdbJ4iSyLgO1sPQf3A8jR+2Prr260qLdFT379oCltbOsYxm69ejKxWZZT4wgGaJHzx4UUikKeIrpTTBdVFyENK2eMW3vXbp1glIiFaIjLa/dundGkBCov7RDEYRWGJAStNb3YhthaLCtchtemTWT1zP1rD/w33FszjVh0NCBKChOsR8WQoVhSFmXRqdeHTD+8DE4YOxwdOhagsKSFLp078jDQW8UFhVQUUUITYCCRBLuw0puj6Xwj8kobOaDEGD5xigk+FVwPGHcaG6m+6EXZVlSXABHeYXUkY5zJUVQPJAHq4MnjEW//r1RQNklGWc4h3pTYRcXpchPeGt4v769fJ2dOhSjN69PwxAgq9k7i+482HXqVEYwncJgHqaKKYuCVAJ9OUdSBUku5jTgcujCPD17dKElNY235rzBxTjLt8kmUc5NpDNvbAbS6m44Br8JKUjbU+KixbsIn7jHW8U56lwmg6UE4M8+/QxmPPk0Zr08E51KyjDpkIPRt2sXHDB0KCrVYvLqq3hz1iw8TytLJZWhpaJftWQxXpoxAysI3hurq9CNCrWYIDEpgqJkAh1pxR06aDCvrpfj2RnP4eWXZuJFKufa6lrOl5DL3CBpjAfvCQk8AA8omwJa5V1kmcd4Ajcs7S8+oU/ITU3VuJ5HqEJRX9fAA0qADpRTQL5VVVRi1fJVWDhvPjft1SgqKETHso4YMmgoOnfsjNUry/21c8cOndC3dx+EQQKO19Jrytdi4fxF0L+opYC4U8dOMMItiTpR05U0b8C4osIiryvLikt9+SYaMwz7VcJNO8X2ojimmBwKeDDIpbPIpdOULXV8SQeUFRVTxgahCX16sYZZJ3g4Ky0uQTadodQFNnLYvHEL9Puveh2/Yd0GP45O7LcwR8CxFiQLeGizSIZJ9OjeE/o/K+KIbceOQDPDPlgEAWeRiHcznN+6ueNj/TiOjvqci0TgINTLPNHC8GTb1FSP2tpKvPbaK3jt9ZmYP/8tpKi/VRf369cLRxx+MLZt24znnnsKL734LA9u65FMGCSo/BXQax30IpNuhLphIEwz6NCxGDnuwQWsq2ePbkwT8j7r2ywpTkDCDIJEDqkCBxPm4CQLIAftF/Rx+sG5Rks5HF0NfsIoQfyRpK6L44hAMoaCz2auq348cOpaT3Pu6qF5NgH2LOrezVu2QA+cRcVci+SfAvUwDGG5lo0xSFD3KsBXcqyAaphgN0YRbx41H4sAEOj6U8t0lof2kSP3RyeC4RdffJE3JQvQnQfbwYMHs1yO8yTFtE4QEWj5QuqARDJJP+VrAhRz7aZSSej6U1CtOG3Om3MI9Gfi9Tfe8Fbv7jT6ar9SqRQ68MYqDAOvA7rSUCAinEM5X7+IsM0I2iddr9r/hvoGqLVdvyr99a9/HVOnTsXsObP9118e5w1Br169ON907jioVTwwxvMg5PoHBB/00Zo+aJk9zE/Wi+MieCeJEQQUoCrPiJNA+yzaC8bH1PT6lRK9lrS8wlRCCCjojgm8ETrmyCEdNUMSDulc2gNw4QKVUOs1sAT1Wp/Gtf6CjTIKbCPgIs/p94N5hx3pdxPZBndk9tGSYpKltYUL10S8+sowHPv6e9OS0rFzR7w+53U88tjDmPnaTPQd0Bejxh7kwXhES7q2qVerQSpATjJIuyYg6SBJC2socLbp2HvtX0ihsaNg5RxeAOGmgH/xRxw4jj0ncPMUKmtVto4y4Q4Hq9//JhgGw0J5hzwUWatKNAJoFdG8mkfIR1X4gfJU4wMLx3KG+Tm1EEdphiM4RJxe7BgsHK00RtcHD36OcwSMU4qiHMIEZcC+OFBOWjfLBXSLeFAYNmQAmnkl/+gjD+LO22/FmvIVOHHqMRg6dCBiyh0EDhw1wJb2lLg9sG8GjpNG/TvK4WP+qCxIqqjhUEgFOX7MWJRSWScCgxTB1bhRozGNSq9Pt24oSaZwxPjxOJwkBExRQyMOHj0Kk2ld6UOgPvWoo7D/oEGop2WzE61skw89BAN79cQBw4Zg6KABBIUpjKdFZezoMQjI6+amZh7Q+mJA/0EIhcqcwG3ksBEY3Lc/DPtkKMuuBITjmV/7xFkBx3lqaRUN2T/5mEvnvYbnKKcMwW1DfSNqa2qxbt06bnavQIHzIPKxZ7ce6EE64tDDcOIJJ2H86PEYQH727tmbh9rO/i9hrVi6HPMJ1Idwk1VgW0C5du3cDUN4+3HslGNx/LHHYcSw4QTq/dCxrAPYJHR5lhLsx7zBWEPQXrWtygNftVJbAt/uPXpw48xhLQHz6lXl0P4prWRbHXkQ6Nm1J7cLSpB5hSBbD1eGm0CcoU6wggQPBDonshybAvjSolLf3149e+HwQw7HicefiDEHjcHgAYPQtXMXCHW0QQDtWzKRgtZn2TfLugPWG5qAgDENBTAKDESEqoGrmxuzyMd55nA9q7BIHDHyj6UTkywGD+4PNYBMnTqFN5pn4djjJmPEiKEYNKgf6uurAOr503nTrOnl1K1z5ryGSPU362torEVjQzVUt1M1wNIwA+pmJS5HpJIhwNtT3U5zlEWKwLwzDWxz571JgL8VTU0NWLJkEbZsroQ+VAF0tL9KKhN1GfUJfSNaxmtqaiiHevJrG/RrGOt5S3Ucbx71VqtTp07+ayv6lY/zzj8Po0aNglqpFcjmclnMnTsPq8tXQw+c69etx9y33sKggYNQSiMIOOcDzn29iaqo2IoV+n8feEDetm0r3p7/NoYNG4YC6uyOHTv6Ol95ZRYWLFhIS/goqBU7MEFeKtTLMffrMEwgoNBZLWXuCKKzUGAdsI0gDNCzR08o8D7yyCNx8cUX4wTuIb179+INynjOHwfhT47jjanPtT71Wx4itHwRD+c6hurqai5vB2MMLA0wWebPUfeLGH+gmESLvrZz//33sy8B9CAhwpqZDn0EEP4okHesCR/wMR8w/7uzf6gYx8EYKGOEA9HTiOPghQMwBNW5KAOhLCwXXkQwJgRdINCyBEhOLMIkE5nXiQP5hoigPibY0vSYi9MxTV0IIEZ4TZZFQAt3ltdlMQGUYRsKBB2BmYJzrduxbsNq1XVUBNquJdBTgRcXF+G4qcfhjLPOwJFHT8K0k0/CcSceh260ymbZPxOwDQLJRDL0fXFBDEtAH9Gqn2O6E4uI7cbspzLcsGPsOsFIARUMlZbDJ+8hA4T857SHoR/kPxRQk1dxnEZAeTnKVInsJccsDOeBHqhUdsJ8jrJWV1jeUlYB5RoRyMOQnZSF8ls4B6JsljPCebJc2IZzQuPB9kNWnuQNiuPCS3Bhaz+E5Q3BueGcGzPmIFxw/jk47dSTcfxx+78YzAAAEABJREFUx+Dii87HsVOO8dabfL/ZAHuHPSTOWDg24IllnO+I1oH3fHad8p7Z/4kjHYhoQE0KdQUOxQTjR/P68uQTT8L0E07AUYcfjgkEz/0JiFJUwinKp2tJMQ5l3LQpU3DSMUdjMq8a+3btCqHVZhAtE0cfdhimHXssTjx6MkH4UAL4BA4cPhz70SIe0cqzhpuFfuVhEq9TJ086CqMOPAgKyLp37oaOtKqOHM6rbl6HhmwvQVl0J8g/dOIEFHOj0LkZcK7oPBGmW+oofMKemFbfZUuX4YH7H8Tf7r0fTzz2JECAe8Shh6Nb566YdNgR0L8w9drM1/DGK69hATdoLk3o74IUhAXo36c/9CYi3diMvj37ImES6NqpC4464khUE2C/8errvA2ZhZXLVkKt3sWpYqpjwyki6N2jFw6ZcDAt7gvwANt+9EEaQl58mTIchcG0ugdB6KfT7Ndn40H2787b7sAiWtoPP/gwdCrtiJCKILSGasUiISG0XwmWESu0nOeYHngKaBktLSrhWCYhSufw2iuv4rWZs2i1X4hAAt5gFoCYEQHrC/TTCfSQkAyS3vquYyotLsWrvL15ZeZMf20ec9MPqU8c57Dj3Pn4ThunWoxk8ySAiEVAnawg+pRTTuKN51A8+eQjeOLxh3nN/zjq6ivRpUsZAU/GW8vvue92zHzlBcQ2gz59uiOkEWvgwJ54/PEHcc99d6Bi60YY7qcBjXFKQiOaozFNWuJA4Vjq/7IOxTj++GOgf43rT3+4Blf/5Qa88MKraGzKIOKhSSQBQDsI+MlAHaRl83584p7169fjzjvv9L94ed1113kwfvjhh2HChAm8ge6Hk08+2f/Vkscff5yye4IHmyU8WHXKg2XO7bq6WjzwwP246uqr/C9Xan0K5MtKyygvA7VIT5gwHn1698ZDDz3of+nyD7//g//b5idS5ysQ78DD94EHHoimxkZQ/fqvHokIxJAgAMl6veug4lJwnEjm5RgTTIsIcaTFUTTM9O/fH6+88goee+wx/510b+WnbtfDseMaVBIRhLTYCevVV9dpDx7s9St3+ouqb/FA4WiUETEca0cccvDB3gBx9VVX46abbsLKVSsZdwjnrsXTTz0NvU1wXONan5az9Du2Jfjgj/ngRfa0hOgeBlBxRTy16p8KZD+9ErNU5oaKDRy0uiFPPToQZQDHQWYlYEyAwIQQMb5BywS+iKjkNE1dr1iZ7igsI4FvL8G6VHj6W72NDQ2MczCGrTDdiPETRMF/wMmkTHPsAyhnLScQxNx8NJ9SwPbBR0T8yahnrx7Y/4D9MXjoIP91kyCR75sJDIKA1zVc8IaTiNVBh6fxloNWGGhYR2ACKAnboQ/Z5iwCzcgOWA5OhCnGQPsvdJXY/D/V69hH5Zt2yrGP+icArRHkuDAylHOWRPHyOGPgxPAQoqMnX534uAxBr0ukYGiZIrNhWJGON+JhxvOLYDn0i8WSDzH0MORaeKiyspQ/yL80T9lVVdVoorUTfEQMhP0hBzlHLOAAo2ERuoKQ8skRlFv2Uxe0I7/BtCAIqIstYsZrecM4YXtaNmAZS7/+ksfIkSMxbtw4f02nv+Sn+QJjACGZEEAAnrV4YreccwYuFji9AuUGYOmPSZks+6V5JSAvBFrWQWAdYPWDfkZix8MEHYinHbH/sj4dDjvPfZqfgPKwmAch/TpJMa//y3gNWUD+JAmOUiYBXngQRAUopiW1jNaLDgRMxakCJMingPzi2QyFYRJdO3REaUERCikv7tcoTCShQD+ZCKEHrDmvv45nnnoST/Nq8fGHHkZXWmOG0oKTpOwLWL6Ac5HnLkoQSLKOEl5/Unh5mXCe6FwA54Fhu77jH9MPEUAJLU+C63DsmLGYevwJGDxwCIYOHoqxo8dh2oknY+TwA1BSUIKBfQfi1JNOwcB+A9G5rBNGjRyFoycdjY4EwwJB7x69cdopp+HsM87hbcVQgt8QKYL0QyYegilHH4vunbqjV7eeHgirJbq4oBgKpr2fwPxwWqmPnzIV/Wlt79KxK44kiD/y8CNRRkt2YbIQfQjwx4wai66dumLowKE4dfqpBPCHUJYBxjL+6COPhuF8ElIv9uVk9nXwgMFMN1x0goMnHIJDJxwGPTiMGDoC00+c7tvqyLEcwrSDxx8MPViMHzsBh048FIWcpy5nkeD8PO6Y43Dg/gehpLAEx0w+BofxdqAnD4gFBQTvZKTqDrTM+RaWfuwc8YuZBiUC8L79euOKK87z1nBjHA0WQotlV1x62UU4/PCJ6NylFOMnjMbpp0/H8OEDma8vAd9UDKH1vE+fbjj//DNxxBEHoyBl6D8DJ5xwDAYP6oO+BOgnnXQ8Dhg5DB07FuPcc07HkKEDEKiCQBb9+nXDpZecii6dWf/4UTiDc23EfuPRr+/+OPzQYzlH+qMgWcolHACqk70UKBiCeNDgBzUEfYwFJUbApQjwQ0QgIujTtw/U2n3M0cdg/xH7YzRvJM855xz/zxM7lJWhuLgY006ahrPOOgu9OKd79uyJ6dOmYezYsR6Mq44cM2YMDj74UJQSfB/K28rPfu5zGM24ElrGjz/+OMryCF/29DNOpwHrWAwYMABjx43FJZdcQsA/Ho46VbiHlnUoQ0+2ob+HoXttYAx60SBz6qmnom+/vpSzyg2YdOQknH32WSgqLEKSgLwT9fjU46dyjgzC0GFDcf5552P8uPHo0KED65+ASy+9FNr3It68nnnWmRgxYgSMCdguoH0/8cQTOT978gAwDBdccIHf39WSH3Bf0EzajoL8s1i2W/du23nypS9/GZ///OcxcNBA3zdL/Cmex3neigg+zGM+TKE9KSOc647gtKG2kdaKxd768cpLr/jvDzY1NBGsAAWJQr8OLJVbYaoIlI2PB4GbWh4SYXK7IlWFmggYphq1RHsFqUJaldmIFQQSwvDHRpafBlVbq/AkLTjz5r6NKBtDvyuo681wITrqDY2DNQj0R/IgOmYfNFzEfoTcnC37HjJNrWghFW+SfQnDBJQsN+gwGUIFYDhxLIGBAvwEywnrNRDft5j90bp0XCAO07a9n30wrLu2ug5pAvKQmx74xBSqY93/n73/ALSjuNLE8e9Ud9/wclR6yjkjQCAJlBA55wwGp7E9s/vfnd2d3d+GmZ2ZnbAz6xmHMTYGbEyOImdEloQkBBJCEZBQzuHpxRu6u/7fqfueEJIAYQs/AbfVpyufqjqnwlen+11BWL7Tz/ij6u5ol7ZTRKD919/efHHWS3hx1st4hZarFas+RHNrBqEEEOosjDk42d+YG6KfKEEcxgXATNlZMQhoIfUpXwXJYDiiflX/nufD8wKA+YzxAFAu5CHiYcuW7Typ3om3Fr5N0CQs5tEFswZIcMMU8hDWKdSd/p1snnWKoa51hJCnJR9Q/yAv9ccW7rU3WKc1HkIeyjzPwDDdsP6Y/dbvzvS0r3m1LRaGhw1BmBdadah1PwnjJTl8fUQca7up363bdqKVOgbHus+xRcyPLF99hWxPxHGu48GKsIyBheDgyx4c9RWO0XVBe7nPjcHDkHXki4FnAUNZCwXFGUa/dWka71E+6ipwTlCXnhUkjOfy+PT75BWQh2FZoWBTnFfHjB6FaXy9WMUNxvIgOHRAf1x2/gWoq6piOegIIFdw7YkRaznwshYdayt0nBvVjwXECL7ul/a3s48eN6UBfMNwyrQZOGX6DEydMh36CwY9+Eo44Hw1MFzDUxg2aCimT56GU6eeSiB9kgPgAeedT+it4Ho8gexxBPEKWrUMeDBVC/jYUWMd3xnTTsXx446HAnhwbRxCfv0a+iHhJVDGA9iYkWMwY+oM6nEaTjiWoK6yGobzV2JBTUUVxowYjTNPPRMKjseOGccy5dC1u2+f/hgxfCTzegDz1lbVQtuhBwRf1ybGDRk4FEMGD4Xo+OG6MHzIcB4STsPpM07HCceNR/e6buQVQA8bwwYPIxgvYa891zZtf68evRCwr/369sfkyVOgr/J1ExeOKkdcOyCCr+/FiaFKo2W6tqYKM06Zgu7d6gAJEfNNJwiWhxA4n3023yxfcj7OP/8sgp/+SPh8M1Ya8DA0DpdeegEuufh8TJ92EiorUvBo+R42tD8uOP8MjrmJ6NOnJ44bNwa9enVDeVnSAftudVUUa8j5mUN5eYr5JrjwonfmY/vWHThtxgU4/dTzUV/bG75Xgu7deyPBfQEQFK6YDgcb2wkHyhn8mt7CPhcI+3z66dXZtE4rAFfArb9MpYC8pqYGeoXcNKuqqqAg+/LLr4CC2ZNOPhmarmtEJptxfv2D6auuuoo6vBTHKVDnQTTF/fzYccdyXg1RVtRfH5zBN58XXHAhLiTpHEkkEkin0sjRQKb4IeBaffzxxyPwAxjj8WBVAw3X1tTCiKGeLQ9jo3DySSdTj4W/tSsrK3OHg+49usPjWjVo0CCce965uOTSS3DRxRdh+LDhrr/lZeWuXPdu3clLQGZwBwO2UXnowUL/SPyySy/jwXCQa7MI89FXXV3NsTUVBTldjjPPOhN9+/bBhAkTMGXKVHcw0PYpuRI6HVju97nN71PocMoIxZAgMNm+eTueefwZvsJciEULFuPJmU/iuSeeR9OuZkSZCCY2KE9XcD4YeLEHn/+E4MazAfgmCgGSIKpDIEnE2RhJk0TAf3EmRspLQxdklkSSdUlEpYVARVkl1PrRvbaH2yyEi38cWggX3IjWyYqSSkgoAOsTkkd+wnaEOcvXlzHTDNKJUsTk5ZsEEAF6sLDcrHXDNrrAWkqBm3ZIc6jy9dhubYdwgffIz7MJJP00++dB2C6xPhK0CPkScEAE5G3x6MzHMI+vdjPtWTeYyBH62qTA33LMaCUae3SQtkbJeIVhE3PCCmWxYulyPPjwTLw+Zx5e5YHrrnsewEOPPIadu3YjT3mEBKYZgs9sxD6ZhIuLxUfIDTWvlvQQiJnPc2A2QVkkCWZZB/NouscyIdOzzCe0qsfGR2lFFUZzA+/Zqy9iE8Ayb47p6ubzFlnqGxwT+UjgJ0vhBTwEIAEhL0M9hNR7SL3kONYyHFfGo66CFGUu1AF7yTpitk+c6wHk7yzb1B9xOvkEANMsfPJmewnrcsxvyUP7BrZzEzeFX93yG+zYs5eAPYLjRxDjM81LJCGej5gLjR7CYoJHKwBrRuFZ8DHw1b/Zr4/7ZLkydJC1MJ3Ennv0FwguXiw4Z78ICcsJ+QMmhnNLkikCvXHQz2AuPOdcnHXqqejXswdKfY8as8zzSdq/nfv8HQ2x+Npen9oxEYFnKCspkKHUhONcOFgt5xhjqSODpJdAZWk50pzDwrkKpneSwFDOhk8S+UAFSfI5f0poVEmRNA86yqi/k1iC5QRJAqnSdCnUKALOcyH5XFdirucSAWqxTlHXPvlr2/BxjYD6yVu03Y6boWrFkbAdHuN8zkXDPJyGSHMO6x+ZCfsKlgHjhXmU1JmAfl8AABAASURBVN9JGlbSsNE6DJ+UF75Rl2XP4wJJDP2UUAimQSWJEuNsnEMiYVBWmkIQAAGBuHgRDJVo6AaBpX4FnhdDy4HxYkLyUn4RxIXVjVy64eSWjjo8Y6H1gIMgnfLJW6B/JHr7736Du+++Ew8//CAGDx6EIbSccnFneb0tHyQhoZMY9U26OU4Nx+v+JMI50SEDEYHnexSZRUClqXXZZ9jzPIiIi0tyvoVhHmm+3dT5I/LJ8iLC8nCXz3JJgnQF4SKGe2yMPMs2Nzdh/foN0F/Nqa+rR5DgANESLCsiEBENORIRaHux3yVG0BkXxRHHWQIKsD3jYf9L84h8kpfIx2FNVxL5OK6zvIggyb6Wl5fB56FB49X1PKPeI0ZHltv+zbJARKt0vj2P8pIKXHrhpfjRn/wpXwOehw0fbcCHtJ7msxG2b96JO2+/Cz/553/Fr35+M2a/PAcm8gnUY+xk2tOPPYObf34Lbv/17zDnlbl46O6HsXHNJmzbSMvob+7A5g1bmN8g25bD0iVL8fILL6FxZyNC1p0g8FHL/MuzXsVrL72G3912B5YuXoGWvW1YMPdt3PLLW3HTT3+JRx58DFvJz4sDLFn0Hh5/5Cncd+f9+Nm//Bvz3IYtG7big5Uf4I7b73Q/Pv/kE09gN4Gm4WLtkRa/vRh3/PYO/Pif/gX33HEfNqzeAi/0sfb9DXj4vkcd/1+wnl/+4mYsWbwM2Uwea9esx4I57+CJx552Ft4PP/wQCQ56j4NWT6UqyoOHhcZ2LempWD8XEbaTKobhBA2JTrv1aMCN3/k+/uzf/0eceNJkrPrgI2ziQSyTj7B67XrcfMtt+D//8H/xd6TFS5ZxCfQITj2s27DZ/X73X//t3+Nff/oLPPb407j/oZnYsHErZr38Gh557ElakiOI8dHSlsVDDz2Kt95aBEtQnONGnI/BerYy39N4aOZj+PFPfoa2bEjLfBaPP/EM/uqv/w5//bf/wIX5Aeza3QSYJJ5/4RU88dRz+PG//hx/+b//D371699g89admL9gEf7xH3+Mf/y/P8aTTG9pyyHDcdRCK//zL76Mv//Hf8b//Mu/xv0PPITNm7eDhla8u3QFbuE4vPveB/CXTLvppl9B3wzo75G/NvtN9uEN/POPf4qbb/0NDxiC+W+9jX/4p3/G3/39P2DmzEfQuHcv2DkYz8cnL5Wu0idjv5oh9kM3vk6CxT4QTgCufo+vG/YR4wTCrn4RMhACp04CDOBAFJDgGC1NJVFG8qMISfI3eogG2/UpZBmv/+nX/sQK2KZv2i2Uo2HXPyajcibgVsOEbzwE4kFUf5S5UZlTrB7zaL4DyWNen3NZ4xFRliSJwfFgDiLP8TOIw5hpAo//hHx1GCXIY+SQYZh0wgSUpkq4B5AH2yRKLKf5GANLv7pKh2qTsL2IAZ+Hbd0vPOaPuJ7p21pt4+GScLwKvomXhQJhJSEgFgpTqFglYyylEhF4ZQFayYUAO4oyBGh5RxFBehxlnR8SQhzlIfqH9M6/X5wLRxBXB10C/Xyu3YVT6SQM4znNaTU/EddccylGju6H7j3LMWXaeFx97cXo07cbxwLbwXJsDNyluueYAseUCxcfTgL6FlhEnNVajYOeMZQz52HMt4cEvEkakmbMmIFjx41zoNwVOsTgV6wQcZ1VN5fPUc8sz9OuJR8REDgnkUqloD9fqJZ5BfyW64jjd7gPC7ZN4BGPaLsjru9anwJ9JuFIXLoXGCMwpiADEWGdBT+O4GWOIK9PsGJzkeZr+aSXgkQCj4tdWboMtVV1SCXSyLRkkWnO4I7b78Dubbv5CnI6+vXq76zmb74+DyZv8Ozjz2Hhm29jcL8hTOuHZ554Fs89+Tx2bN6FpKTxwhOvYO+uvc5qHRGVKTBfMG8hmvY0YdmS5dhCQKeL86KFizDzgZlc1IF0ooRpK/HMU8+jD+sbPeoYrPlgLZ564jns3tGIdWs24pGHHkeOlveTJkzGnh178I9/+48E6E+gX5/+6E965dVX8Pprr6OtrQ1vvDbb/WFTDV+B6veJ7ezTzPsfwZ7te2n9b8EzT76Ixh1NOPG4iUAouPvO+7Bp3WZQIkiVlKBnrwb07t3gBnUmq4sFnF8Vj6PsErZH26VrmA70mBMzbM/A4yromQCl5ZVIUseV1bUQL4ChBXg1D1433Xwr2ngAOeXUM1BSVol/+vFNWE/drFu/Eb9i2nsEtMcefyJqarvh7nvvx5NPPYttO3Zh0bvLMHvuQp6gLUKOoR0792DBwsVYuuJ9NLe0YzF1vJ6Hsb2U+R133YfX35hHHt0hHGtPPf0snn72BZw8+RSMPeY4guBFePgRHqIaW1y53915L+q69cJJJ0/DkqUr8b/+6m8xk+mjOB7K2MaHHn4UL7/yOsIQUCD+7AuzMGTYCEyYOBlz31zEds7E3qZWLF/5Pu594EE0EbDPOO1M16/b77wbO3Y1kn8PyqQCQ4ePwqjR47Bk2QrcfsedGDZ8BMaMOQazXnoJL744C5lsjhsF9u0R9HXcKuUO79fQ0fHUSdy30Uniui2UyeEToJwMZUiCkrgYAXhQb4d++lJWXoqSwAeP+oj5mtVyU2Ay3HhmxoNcJu4fx+A3+qaI4HRD/QilKxSOUVJ5R0Cci2AjCyG4FQuYA0hBruXhvBAvANOVDpW3M48hb+VpoxhOX3Q9eO4A0Kt7T/eJSnVFFdQyZwnawYOW8lNFdbDXKlxdGl/gi31t88Rzbc5nCRBZXjr6o/UemPezwlpO6/ymkc5QFW6nq/4CUV+Wi6cCcw4IQ+GpFdvQqm2h8SFEIu4TFp4HErXFMMECwPwgqAfLOteFI7jwfnmChIcwyjmwb8gjIrhPJH0MH9UP5190Ei66dCrOOe8k9B9YCy/IkmMG4IHA8YSQnwH4xhocT3BhFC9KQERgxLhvpFOpNEQEITdCBbucXtSVh/HHj+c+NsyBaU8VSPXhgEtEoBZkpSSt4iLicoiI408HlZVVGDt2DIYOHYqS0hJ80UuBtyWAFxEYw7nc0Q6PbSrUhj/4Ur7KT+tSZiLCZSaGrmcaPlLE0XikWH2Sj8okS6BmuTjrnNq1fRcW0aL5yMOPQK3l/fv2x7y589C8pxn6Bzl9evXF+OPGo3ev3tBvy9+a95azel920WU4+/SzMO3k6TjvrPNpBSnjQszX+7SK6uLvvi02Pq1fCSccrc8zHvT7bV1oM20ZWqJzOP30M3DdNdehW113vPbKG6ynD0aPHIvhQ0bg5JOmOOC+jhZctaj3aeiL8887H8cfOx4/+JMfwuOriT69+2LK5Ck4dcZpmHjCJFrG92A98y9ZvAT6LaH+pFffhn4YN+ZYbNu0AxsI6ttbMhjQZwBOmjQF+odC55x1Lg8iKaxftxH9+w1w3y317dMH06ZNd37PM9ABL+BFhfN59N3GgLOTslYLhkBPoplMFs08mCwlMH1z/lt49vkXIQTjJaXleGP2XAc2TzntDPQbMBAXXHQxysrTuOe++7CC+bO5EH/ygx/hrLPPwznnnI9TZpyOdEk55SDcRA3a+GbFeAlY8ZBIlaK9PQffTwHiE6TH4N6ODIF+t249cMUVV+HSy67CLh7GXnjhZYw/YSKGEkAPHTaSIHoSPly9BjsI8ls5Jo499njWeQ5OP/MsWlKux4YNmzB58lSce8HFuOLq6zBy5Gh8tG4Dtu3chZdffR16aJs0aTJGjRqNadOnYt78edi4eRuEh5BRBNYXX3oZxp84AedfeJED6Y1NLRgwcDD6DRiEyVOnYcwx4xDwVbtHC7guQMccOw7XX/8tDBo8mP3x8emXzqRPT/2qpFhoPw5NwhVetb2PGC70S2fC4ZHFfvkIqDQExnnGcwt/tr0d7Y2NsHGIkEA8XZKCeKxRLLBf27SdnQSmdfrVZcZv3E0RUIpwBF4qV6MuxaavnnVD0jXA8zxuhuLyFZ7MdIibxZy4nct0YwTGM/i0SzdAEYFnPOilYWUQcd2w+ZAGlpBvYPPIZ3LwPM/p2uXTh/CxPzF46Jut0THHekDX0FVeh877GbFk8xmpn0j6Alk/Ue5oDHAWuWapqFU3jjhwLOGvJSA3Os8IAnTuedS1MQIlMYAQaMfME8V5gPnh5mK8n18l1UHMW0jXcAw/4JhgPVGYc/l9NQr5AjEZwGuECZogpNA2knMLPD8EpLMeISsPUCBu1aW3eDsJiAj1Iu4/+9H/GCfHV8CWFm1jDJRiGjF27tzJvbide2+Gb4hDpzVXeP+HAI1cc/XXWPT3yo3xHF+PeMoPfJcWhqoPkEfehTsNkvuz+Sy/CCvhrW0yRrgGGE5hu28dwBG4tO95rjW6zolwtHONULbaB3WPFHE6HClWB/PRxhrPYMOmDXjo4Yfw05//FGvXrcWZZ5+B/gP6o7WtBU3Ne/Hsc8/gvgfuxX3334ut27YgF2bRzg2zuqYatXV1SPC1SHl5hfsdSf1LWUOl5vJZpMqCQqWW84oCCikwHRUxDwBZWpmNMUin06goL0ffPn2R5utMBevtre3uP5p4dOYjeOCB+zFn9hscDBm0tDYhk20laGzgKS1AssSnZbMElhO+sqqS5cmLVtNutd1pbcvpmze07G3B0veW4YnHn8S9996H1159jYMhQuPePQSUEU+XaehP7qRpBe9D4F1RWQ7DxamtrRURB3V5RRm0nZbt9wjUPGMcwFXFs1uF/v3Rn8IalUyHq/7CILR8DcQOgiF4CR+Bvvqnu3z5Mtx5x+/wD//4D9i2bSuuve5q9OzVA9t3bMWOndvx4IMP4JZbfk1L+C/RTJ1v3boV7W1ZdKd1q7q6jjLwaNWuQ7/+AyDG4+LJGgiqkknVsWG6gu88YhsRgOc5RnLUC+BzAda4Xg090dCnAQnmb8+2E5DvwtvvvIVbb7sZ93NcvTH7NYLkRjRTx2SPQUMGorSMuuUiU11TCc8P0KdfX9ZtqLMy1NTX0xqQR8TFor2tGQsXzsevfvkL3HLrrzGb40XHXzaXgU9dVpBPX9ZdVVGGHt3qUF6WRsTxqWXBTaa8NI2qynL06tHd/Q6r/k7pzJkzeTDYiV49e8F4Hg66uk75BzXlS4kQztkOxlQz9Q1H2m0NO5fph+2SX8zN2pJA4uiBgnzw7U0qCFBVUeEqSCXTnMclcGCO849VfPrNysnWpXe6LlB8gAsARAQR52NMzQk3QutxIzRATGE5HR7gah4llwbr/sXuCbi4A/K7NM5PLQPlj0I+4RoZcM0xdNWapmuAzvuIr8Qj5ldeUF6av4PoHLoO5gf74QU+jGfYdss+xVxn4kPmV96HIuUv4D+OGfUfijRpH8mhchyRuD86E8t+F+iAqq2GOzrK/S3mWw3L/SMm6fe9lhZNRsNQ/kZ0DdS8ncSBBCUNK5/9SeMEYT6CEQPFGZZ6zBOUh6SYa66WhI5NWs49E3GdtqB6oUoVaGqBByMArhcoXvskICLI5rLERg8KZu2pAAAQAElEQVTgmWeeJjbKIZVKcdu3ECPYtXsX7rn3Hsx7cx4M56DvU3dUZMj5p2TJSfURUc/6i2cLFryF1atXOz4ap8C5pbkFFVyTPc+jXrjfcy1evnw55tPIpXXH1KcIV3HyVZyk4YhrufLlcHPzU13LdOWnYJle6JjSsObvTHflYKGuxrF5AHlrOE+Lv7rouAqrknX8Nd5RyHHGfgPi/mk9MceyiOBIXuZIMvskL3aIp+FYQvTp14A/+dH3cN311xDkVEHfEUbII1GSgJ/yMXTkUIwaMwJjjh2FISMHY9z4sSipLEELgXETgVBIxSjAamzai+aWZrjJYywsJ5GCWuMZKjqPLAF8zAlIicHjAMnncwRUIUTEgTc68H0fiURAEFiPcceOxbHHHoNhI4Zg3PHHoG//BsALYYKYLc8hb9tggwgmYZDjpFYlgyPNhhYJw7ZLAgk/hbraOowaPQrjxo3DMeQ5ZtwYB/ZS6QS0r2GcJYDMOD6Wr9lyUQZeIPB8gzDKc0CLa6Ollsleq3BhQVderP0Tuw4KbaIQDckzHgc+5UTdeMkEThh/HP73//6f+M6N16GqsoyLnyDwhMC0BNVV5TiWMjn5pImYTJpw4vF8U3EafIKkvY3NaG1thceDSC6Xw57djcjn8lD+lRWVyNLipX/gKiLI5zPU/16WE7YlpguoPFmUjYso4yzEUIKUcWV1OXr0qMeJrOu448bgxAnH4+STJ6BH91ryjhFFWXiehedbsBmcfGThAWCbY1jWlYNP/RiOhJJUgH59euLkSSdgIvkcRx2feebp6En+Ns5BqMOYwJwID0laZgIe3sC4FP18hwPLw2WUb4dl3Cm0qt9www2oq6vHq6+9ipdfeZl9bGdHWPfX+BYIe/cxWYatCGK6jtRPijrIUgdunnOOH45rqaeYeldSP8jZKOmc4qYQckwlEwnqNUReQYBQ2WI+0SawLXIgWeEUZixdfCMvaopzXDpI5WopV6WQFk393FaJx1bkGQ41jTrT9MMi8o25Zn9qXp1LpCgmZ+ZDhz+kXw2a+j8rqz/HuaXt0PROXtrWTuqMO5SrZbQNIXnAjTvmUv7al8MkLSccH6Ljh2NFSNifGE9J4hPEsc4iX+m70B/ziX6BfQX7bji/lDgcCH8NdE1X+Rhj4OLZfw1b5lWCKvCQJHAX8+2fR6B8PO5DbAWz+FxvdU0PTBJenELSlCChfrYjJqACjXSyP39YoOOTGdUfA8WbErCckyKC+fPmOwPjunXroNhHqNcs34K//PIrePaZZ7HmozXIZDLu2/J169fRYLUQS5Yswbp1a/HBhx/S2LSD+1wtzj77LL5RHoX29gxWrFhBYP4h34qvcPy3bN5CDBRi167deOGFFzDz4Zl4e+Hb0P8oSIGyWuCXL1vm4rRsS0srFB/s3bsXK1esxPvvv4/Fixfjgw/eh/6HQjliPhFBS0sL61mNt956y7VJ/1OiVStXobFxL2Jrmd7syurvir/zzjvYtn2ba4cOiYxr50pXdtnSZTQQb0WWxt2Qhrk83xIYI+QRU1JH9tbd6Mhy7OQmgLDRERdozhn4CR9jCWJq62ow76152Ll7J0aPGYWaumpEPMk29O2NqppKbNu5FZV0+w/sT6Bk8NLLs7Do3UVYtGQR3pjzBppb9yJLUFbXrRZ9+jZg3oI3sZhpc9+cjWXLl7p6hCALXAFiLqTQb9S4SYN+4wPJdIDjjh9HYUYoLS9B957d0Z5pRybXhrKKUtbpIeTCL56wA0CWIEsI2JSnkv61uPLmcu0+txg2fDD8wENFVRl69KpHS3sLWlqbkSCA08VdVMIdlGe7Idbx9wKDZEmA1R+txspVq7C3ka/SePLTk6OIQBcsEUHXXZ9RNwdzxLaKMQh8H+DpUsVVlk5hwoknIJ0I8OpLs9C8txFjR41EbVUVUszXp6EXux9j6+ZNGNivH4YMGogcrdhPPfkEFnFCzHtzLubS6pzhW4OE7xPAH4PmpkbMmvUCFr29EK+/+io2rl/r6rMEWBEnhmXdMU/kMSdKKvB5ADCor63BhBPGEw/noNbo7t3q0bRnD8B8SeZRYOFx1mmbDReePA9xST+C8gT7ZpkvwXyaXltdhTEjRyLgWK6qrEDvnj3ZJh4I2PeSVIr9sfCYUTi+POYB+Ql1nOCYKC1No4WHx5UrluHD91dh08Z1ePTRR7B16xYMGTyYh5RKNDc3c6LnoHrH/tdniH//bF95v/bz0+iLdO5AHp9XVvN/Xp5ielECX0QCiu2UvkiZYt5DSEAn5/50iCwEhoeK7YwTGOYQEvYR9l2yz1f0HCyBmMYKOKmB21mM2W/MdqBbuL9t374dS997zyUb40HE4JVXXsW//uu/4rHHHqMl/Rncdutt+OlPfurAbCNxzaJFi7Fp0yYsI6j+6U9/hjvuuAPPPfccHp75MH72859hJUGy8tVPWZbROv70009jPcG9Auzf3v5b91WFAvVbb70VTzGtrb0dCqx//vOfQ9M1/+2/+53ju3PHTihgfvnll/EvP/4XPEFs8dhjj+POu+9y/zGRvsFvolH38ccfx+9Y5kUeAO655x7c/KubsWP7DrQSezz+xOO4+eZfQT+vuf322/HgAw9Af34xmUzCcN/XzsdfJcu4JdjJ0fpYVVOF/oP6OaBbWVOBEyacgBKC4LZMK3rR2nj6madhx+4deOa5pzBn/hwXN2zkcJRVluL0s06H4Wn3tdmvYv7CBSitSCNdliaIpVBoWb7y6isR0YLx6uuvYNWHq9C7X28MHDyAQDiBPv36orK6ApyTGEjQV1VbRctpjnWnMfa40Rg9bqQD8s+9+Cz2Nu/hwWA0yirK0ZOAsW/fvhCPcM0YhDxMjBozHN161rKuPPJxFpW1FWjo1xNptmfytJMxcEh/zH/rTcx65UWs37gWxxw3FrXd6lBVV4W+A/oAHlg2gpfwMGjYYHcAEVpdT5h4PCwPDbPnzHaDVQd2EATQy/K1jSUwVP/RRCICywaJEgG5JSjuVl+HY8aOhs/JOpCHqtNmTEfCN8gTaJ80aQJOO3U6li59F4898jAW8vB0/HHjMGhAXwwc2A8XXnQe9jbtxhNPPIq3334LVdUVSJekENHiPHz4EJxzzplYtGghJ8ZT2LVjK6ZNOZnW7Xropx+DBvRDdx7KaqsrMXTIICQJgInAUVlWivPPPRs1VRV49qkn8PwzTxFo53DsMWPQmbdXj24AD11qrdbPTE6iLspKkhD2Sfn01XHQ0BOadjbHYVV5GebPnY2nHn8UufY2TD15ovuprm71NRhGnepBK2abE9Sxhit4sOvFg960qSdjLsu9zENlb/IcMWyIO1g88/STSCVTmDRhAvmUIiD4B2ULwX6XBpT2iyp6u0wCxYqLEihKoCiBr7sERIT2tTwSyQSOPe5YvLf0Pff9eExMon7Fdv379+f+lcTmzZtx3333ok+fvvjTP/0z6H+eo58gr6HVfNeuXQ4Y79m9G3toDMvS6KWge8yYMbjxhhvx3e9+lxbw7dwfift69YL+Uei0qVPxgx/+AMp/1qxZaNzTiPPPPx/XXHstpk+bjscffwwfrf2IRq4W7GncgxNOOAHf+973cN655zqwr5Z5tXQ//PDDmHTSSfjhD3+I6667DjFxyrp16125pUuXYjGt6ZMnTybfa3D99dfT6Jp1lv7ly1dg5syZtOafje985zvEJxdi85YtmDdvHtRi7tFISPFAiHUKwBxH7DJHjNMhGIln0L1Xd0w5ZQqq66phAoNho4fhTAU3tZVIphO0lo/BVddehfMuPA/nXnAOLr78YuatImguwdARQ3DplZfiwksuwAUXn48JBHalBDkhXy2JD/d5yw3fuREXX3YJLr3iMlx+1RUE8Gewzh6YMn0KRoweiXICsklTTsKAQQMgBPDWi1DXvRpn6H9CcPlFuJB8r77uaowhUEumkjhx0kTSJAQ8BcEI25Fm287FqLEjgcAiNhFGjBqGyVNPcpbxWvI685zTWf/FOOW0afjO97+NiZMnsq+CfgSbM06fQZBfCuvFsLTSTyY4G87DBmhtP/GkE3H1dVfhwgsvQP8BA6CDPaKl1xgDfZWidAixdl2UCNybQh4SDAelJXI0jBs8dChOmTYVNdXlSPGNwIQTjsM51HElD05l1PEpBNA/+v53cPUVl+JHnGgXnHc2EgStqaSPSZNOxPe//z1cc+2VuOaaKzDhxOOQTBoYY1FSmsQFF5yLH/zgu7jhW9fgT3/4ffzg+9/F8ceOQQ3fRJx39hkYzsNXr+51OJ+gvVtdNYx+rhBm0a93T3zvO9/CtVdfgRu/dS2+++1v0Uo/HAHfmpzKsTFpwvEo4dsan+HBA/riumuuxID+fVg+RJrtGn/8MZhCwB2wHQP79cYNN1yLyy+7GNdzrP4Z2zGU9SZ5UBx//Dicftp0+B6chVwPB+ede6bjVVKSwNVXX4Z/9+9+iIs5zmoonwvOP5dtuRHXXnM1vnPjDRgzejQCFo5o2Qfswbo9RNTBmYoxRQkUJVCUQFECXzMJdEl3PM+D7/sQERrMBqKurg7z5y/A5k2bsZyW68F8q9u7obfDKGvXrnWfqVx22aXo2bMHBhDHTJs2zZXRxhMqIEMQrvyUb3V1FcaPH4+evXpC/15K/xMx5VtGA1q6JE1MVYbu3bs7EK8/96xl36MlXr8l109J2mkVX8E2qPW7L42mo0aNcvn15xEbGhqwm8B/8eJ3UV1VTUPeOejLQ8IgGmPPPPNMlJaWQMtv2LDRpR977LGuf2PGjIUeDgaw7e++uxhNe5v49norDwlzof1rbm7BunXr0NTcxC4VNmSH1QjwGXHEbnPEOB2KkcSAD1TVViGWCApIEwRrCswTBGmWQChguKyylNblAehLUOTRompYJiLg1vTq2mrG90PPhp5wZQhoc7RARjYmWEs7K3N993qoBV7zVlZXEkgHBMBlMARLPi2O5RVlrqxa0Wn6hH5nnEz76NXQzX3bXU5gZ3hQyEU5HhCSqCAPy4HowLABKmnRTxJYRXGeZVlvWRrlFQTYbEvIMiVlKdR3q8FwgvQSplkCOLBvHgFnTX01PIJLMC6klb2qrhLp8pSz0udZtra+Fj04iNPpNAd/AY7pKU5BrhKOwkuMuFZZnpRBfynbXldThSRlLQSV+rlKN+otlQhAdSJFi3UDLdFDeSDq09ADZakEDK3SQnlQROhB2Q0bPAg9qcdkwkeC4FSYHniCUo4TtWL3of5rKsvRva4GtVUVSLOumopyAucEQXXAOMqVZQ3flCRZqQ+L8nQKQ2g9HzKgP2orK+CLhUQhairKnPXcY16wvYZ5+6gOyBNM9zi2urE/dVWV0DQfMapY58B+fTCY/KrKS5Fg2wzzlZWmUVNTDR0H+Vw7OUWoZd+THNcex18i6aMvy/Vg/zWcZpv6MTx82FDU1dYQiBtQhPCMAZtXGABQ+XaQOiheRQkUJJVaBQAAEABJREFUJVCUQFECRQl8+RLQN/JKCjjrCMQVtL63ZAleefVV91nlSP1sk3u74hTLPVBEIGJcw6yibwv4HWDe87iDMk6EhrzYIggCpNNp6E8lJmn8LCsrc34trGUi/bafgSiKuSd6zhq9Y8cObNu2zQHtwYOHoGfPnlCrfRAkHD9md3lLS0sBAeN8UgBWiVw+z/3V0MCXdHG+HyDiHm88j3EpWsxZD9tYxUNCKpWCu1hQv2HftnWbs9zX19ejd+/erryIkK9BQD704Uhe5kgy25+XJbJwRCAT6g/+E7xAgJgAXcGql/CQJ7jVMDwgIjALEn4hTkESy6t+Y7r6DbeWSZWkMHT4MIKdGmhaNp8l+LHwCN4MBQqGhHVoPYU4D3mCLct4HSQ+81mC/JhAj9gHwjL5fA75XBYxB5WfCKADUJiYzeWgbkTAmUgG7FqsXCDkb0E/2+WxvBBJhVSu9pXFYNgXTVfgbfUAoiCc9YUkITiLWTZmvFAeMWUhzC/kwQpgxMAoE1ZiWZvGHVXESQVOKIqAorZOFgBDPCHySaAbsQ+Aof4UqHrCVE2jDIX98dlPBeteh1/TPcalAh/6qyOgDvR775HDh6KqsgL6iyQ+MxnKjA58yibwKCOWF+Y1dBNMMC7dkkdMQBvT+m2YV2CYHnBRgOonyoNZ2Tbm0zaxPAswrpDPtY3tVlfbLzEPjyxjqGedJMLx4NrN+i35ufqZwCZBmMcnc7Xmq5+NALNBx5nH/oG6Vz4a77OMlldehvrXNlBMEPcPfKLjErqdRG/xLkqgKIGiBIoSKErgS5aAYiVunfA8glqCTgXAikeefeYZ9OrVy1FEsKybVY/uPRxmefHFF9ynKPo5yoK3FjjwLMJdn5hB+ShPxVaxlmP7E4kEslnFXRaR7rXEFYym9bnZWaUDYoL6bvVQIHzK9FNwxRVXYOTIUVDLuoJxw43Xuj1cSxVI2CARccB50+ZNmD17NvT/glG/fkOezeaQ4gFADxj6x576B6FZYj/9fOXOO++CWuLVOl5KC/qoUSNx0cUXYdKkSWxDHfr07oOKigqICPf1GBDAsm84gpc5grwOZkXuMYGSiMASsKhCtRMap64QqGhcgYCIIMmnEqDxzF/IQ7bsuJ7CGvr0xtnnnE0wXutORj5PWR7BliqZkkGepyAdJGE+pMEz1OIsbOEzj4h0pFskEkl3YiLbQp1M9zwPnacyrSuZTJIlW0aFx5GlAmxh8BBYaju1TtEaiO1YieOZyWShfRL2W4TKgi0MNLoKxBTwW+dnIvNocdG+qlJJTrl0mcokfSrno4tcq7TPrp0MUR4iAt7scEzVWRj2yZHqkPpXPyhHj5l4u7zMAhWBUszJaJjgCTBs6BBccP756E1LuGcElmPCMI0+CoL8KT+PYU1zRL+wLVQQPKYZ5qIiydtC07Wc1s9srl5hBs/jg+0xrE9J22YYpa4jxmt+o4muf5ZcY+hhQOtSwK1JhvUJ+6fshH7DQhqnpGFhHdC20fUMmbKfLl5dxnWmuTjygSOti9Xtu1kOSvsiip6iBIoS+AMlUCxelEBRAoeWgOIQh1O4pwn3Lf38Y8iQoSgtK4VaycvLymlVTsIYg97EZFdecSVefull/P3f/z3+4R/+AfoLJT5BvN+Bq9QKLtzDRARq0Vb85GrmVpfmm2JLIK7xgwcPxmaCaP3DTP0pxLPOOgseedx3//342c9+jmefLRwGampqEBD7sXmuDeoXtsV4HmGAxbHjjsVpp52Gu+++G3/7N3+Dm35xE/lucRZ4xW3HHXcchg4d5v4w82//9m/xk5/8BDmC8p49ehLwj8R5552Hxx9/HDfffDMeeOBBB+gbaBnX/ii27Gy/8YzrxpF6HFluB7bKOhWoGhxp8idj9gtRUdQNDHOqkJVEaAUVD+rXARJQwfX13VBRWUnh5ZDnSUeNix5hWEzA7BkfySCBBCmgEhVc09gJTTPkjFjgSQAbsV7roamxBQk/CcQGmdYMcwhKUiUMg1bZ0IVTQYqvSrJIJ0tQWlKGZCKNwEtg5/bd0P9ARnmLNRDyMPBZ1rj6fC+AiGHYMn/gcBfYQdaM/QmUEb7Kl4LNfe1nB/f59/NIh7/TZbDgtZQFIORBSVHeQAVfW/VuaEAqmXKyEyioZqpF4WJeLdtJhUg+Gc8n786M9LqbYWYW4cOF+djPC/IvEOPdzfzO7XzsF3bl9gt3ZvlMd7/8bKMgZp/3J8uw/UwOxcSiBIoSKEqgKIGiBP4YEhARJLn//of/8B+cZVi/5z733HPx53/+5xgxYiRKaDlWwHrKKTOg///L1GnT8F//23/F5ZdfjksuuQTf+tYNBOV/j2lTp9GSXYPrrrsWI0aOcD+S8cMf/hD1dfUOGCufiRMn4oYbb3DdGkXL93/8j/8R1193HYYPH866RuC73/0Orr3mGpx80knuDyoVoCsYHzlyJG688UZ069bNGVkV1F988cXQ79XVon7ppZfhf/yP/4Fzzj0H519wAX74wx/g7/7u/2D8+BOcMfdcxn/7O9/GlClTHX/9I8+e+h07Lf/n0xj4/e99H2eccQZuuOFbbP91GDpkCDHcx/u04lFu567dh/n43Gzmc3P8ARmEMEMINg+PCJeZF6T98zMWoAxWLF+JRW8vciDZJ0C3ERxwNgS8+VwOJck0AoLxXCaHKBfChkDST0HBuSHMCwigFXhHeQsF361N7XjhuVlY8+FagHWmWd6Dh/bWNvcpg37vnOdrlDx5pQnAc5kQviSQa8uhcU8zZj3/El6Z9SpBfI7cfShfLS8Mab9jvo5Rv2cCeGzX/n36hF9lhG/mpXJyPaf8ncuHkMCTsnXyE8rOI1gHdUS96c0Mmv1wiKWOuls4gwWWWiepn8TOsZ2WdPB96NiD8xVjihIoSqAogaIEihL4QyUgIuDtwHBFeYUDoQ0NvaAAuLKyAslkEkOGDIbGGVrOKyrKnTVafw1FwbV+4jF8+Aj06NmDYLyaeYdAP2/pRkPq6NFj4HlESsaDWrR79OiBUaNGO39VdZWrY/SYMSgtLYNaorXMqFGj3K+bTDhxAvQPMn0/QFVVFYYTsJfReGeMcTwHDhyAQpsMtE2jR4924Pzkk09yf6g5bNhwVy4mvtA/Ej1m7DE4/fTTcBLTNax89LfQq6urMXHSRAL1KdBfa9HvxfU3z7ltI0VLvueZwpb9hwr6gPLkekDMEQoq4NTG43BQ0355BPrPEIDRZbylxXvHtp245657cOvNv8HaNWuhgJs5kG3PQoG3Amn1x2FMIE3FGA+pRJI8KLMYEJLmBy3jJYkyQu4Emve0ktcGgu8MFLhrPbBAMpEARx9bYWkNT8Jnbol98vCQa88zFKAiXYkTx0/EsWOOp2U9hTgH+CaBwEsBtLr7JoDQWm7ZHuUb5kNCdEOehrzlAEIhTOebdRfkoOOEPsoGlBmJPsOVwOeE9T0f+jWHO9hwwoHx+AIXh88XyP37Z93XfrL4TD/HF5XNXOrZnxj1dbmL/ShKoCiBogSKEvjKSiCOYygZ7rme70ENnvqf/ejnJPopcGfHRIRbsoHakzzfh35qEhPoxizveYZpgiikVZRbnX4+HDFeAbjyzGQzyGSy0K8YMvr/vNBvWF9AoK1uioBfrc9B4CNdkobxDMgQbe1taG1tQRAE7usIrcuwnH4KA9ajfhFtl8AY1k+jnuIHxRK+b1yczz55ngdhusZruisHgVrYwSuXzSFBDNnJP2D/tI9ZxutnKsbzKBdhziN3myPH6mBOhp0zBKWHR+wYwbK4zz0MO+pBgViYj7DsvWXu049EIqAl+yOA+Qxh8ZbNW3Hf3Q/gt7fcjp/8y09x089vwmuvvu6s1WEuRuPuvXj6iafxU6b97V//A1576TXcduvtePXlN2gxTyPKx2jZ24o3XnsDc2bPgf6OpFigcc8e3PrrW1jvUmzcuBm333YHfvLjn+JXv9C4lazfYPuWndi6ZTsMAqxc9j7Tfo1//Pt/xq9uuhkracX3jAejJAbuMKB+5j5IFozD1+Ki/lxfDHtzOCQcHSDRJWoWJZZnyOk6CiO6EcCZLow3Pg9JzB3Tf7gEjj0w/5dJwjoOm9h+dgiHJkZ/4haGOone4l2UQFECRQkUJXCQBIoRR14CCp4VfCsg9gPfAVfhduQTlCoZY6CkNVsFarDI0+joE+jGBOQaL9zvNE9nfhHhdh6TLMrKyl15BfciQuAbaBFkCNJjgnb9+zqPgDeMInjGc4eDOI4cCC8pKXVA3CcgV/4KxNVar9+5q19E67HQT109Y8BmuL/dM+RjiSdCtlPJY9hjHWr1NoaHCvZBRFy7MpmMO0iICPSyfFj2M4pC1wZtSy6fY+yRu9nSI8fs0JxcN5j0+a52VgXKzJQfhUClhtk81n+0Dn1794F+eL9x0yZs3b4NlJj7y1v9YXh9tTBtyjTU13fHa6+8hveWvOes5s88/SzeXvgORo7g64qpU7FgwVsOnG8mwLYEf4GXoPU7jabGZrw17y3s2r4T+UwOq99fTYC9AuWl5XjysSewc8cunHiC/icv5Zg7Zy4a9+zFurXrsY1gfCsPBM8++xwt6imcdsqpoL7wxhtvQP/nRbD9ws7oiTDmoII9WAad/WW2r8F9cP8ODTwPyCcMKyGmDCzEKAHCk6wEPj0WcZiH8uI049hguk6czyHNf3QRu8DW6xPO1dGhhM+47GekFZOKEihKoCiBogSKEjhyEhARqCVYOcbEMAqYnZ/4JSKOiWgoU9Cr8cwKEeOAeKIDHCcSARSAixEo7lGArdinc6cTESgfBbSaz5Kv8tI6FFRrnGEe5asW8NbWVmg8IDDGc9+ba3wul0VM4C6MVx4e36T7JOWtboZWbI+HA00jVHBtUSt4wPYlaHlXMJ0lD/2FFfDSfFpW+ZWWlcJ4BiLS8cMdahgEtF2WMtF8Wh+LHbHbHDFOh2BkKQFLs/DhkUXMvCoA7SjYYYkstm7aTCv0NoweMQrHjBkL/WvbxqZGhELhUNA9ezVg+rTpmDBxovs+qFdDA4HyOrz//iqsWrESM2bMIJ2CSUz/1vXfQkVlOZS/KiXmSUtEMGzYMOgA27JpC/LZEO+8tQhjRoxFfXU9En5AkF+H6poqTJhwIo477li+NklSSVSMEQ5CPR1ZJJIBautrccqM6Rg1eiSg4LITVNLV8KHkAMqoQPic62hPtr9nAxWAU5cIASHgJhkTQUniEMKTKMUMwwkrAL4I4ai8tAc67dTdnw5srMpT6cD4YrgogaIEihIoSqAogS9PAgpyDa3F+rmocNf1CIL1cxUlEYHneQ6YujDg/CICq7iN+RVfOWjDOOUjwjS3h9NlHgXpAbEVixL4B1AArvm1vLoiBqKJ3AKTBM6Kz4zyIPjWNil/Bdxav/IvlGNmltE4Bdaa3/EqcIIxHsk4uGXJR+vXfikeVFdJy4oU2qhllbRtGu94koe6Gufax/qO1GYDaf0AABAASURBVM2WHSlWB/JRwXwx8jpONcYIYgJlfVWxatUqNDXthYi4VxNNzc1Y/dFHiGiCFk9QVl6CVGkKxjP0l0E/3LcEwq1trfAJkLt174bS8jKEcR613WpRW1cHjyA+H+WhQtVTUgMBfXV1DQH8+1i9eo37ofcJEyYgnS5x/6Vqe6YNr7z6Cha+/RYMy6oiFFwrj6rqKkyYNAH6v0M98+zTWLLkXZZLEbCnXT25fBag1oR9gmr2kISvyfXF9H1oeSg4V1Je6iqp31LkX5AOKWtLWXclsfriXZTAV0ECxTYWJVCUQFECh5CAKKhxdIjEA6IKeQ+IZFBE+Czc8hm8RKSQ6YCnyKHjD8j2qUERgYgUYMin5gKE/3DAdai4A7J84eCXCMa/cFsIjmOC8JhdtxARNDU34YMP30eWgPbdJUsIhhfCGIMFC+ZDv+v2PM/BLc83BOcRjC/wAo+uQTKdZFyITZs3orWtxZXbsmUz9jY3On5BwkPM0nm+dikpTWPkqJHYvGULnnv+OehP4wwcNBD6GgMCzDhtBk46eRKyYQ6vz34Ne/buYVmWJuhXkK/lz7/gPPcXuE0tzdAfmNf/ljXM5yHGQIRMWBeKV1ECRQkUJVCUQFECRQkUJVCUwEES+CZHmKOq83yNEQQ+9BvrKA6xcdNG6CcpZ51zFs49/2ycf8H5uOqqq7B79x5s37Yd+le4NJcCxLr5ME/wTPBLa7nGNfRpwAAC6lkvz8JzLz6Pl197BU/Tct1GYB51WMV9gngQVqulW38WR0SwePFijBgxAul0Gvr6Ysl7S/DUM0+hpZWAnrzVWm8JrMWj6AjGW9tbof/j1Jvz56GlvYUW+BDaFvBSviK08hPwx3w1w6jiXZRAUQJFCRQlUJRAUQJFCRQlUJTAPgkQUe7zd7mHWJy42tBCzqYQYKdLUjhu/LE45tixGDp8KMF1f4w9ZgymTJ7sMlRUVGLsuGNQUlZCi7hBkPSZZwD69u+LsooynH7GaRh33LHYuHEDNm7egD79+kCB/fBRw5AqTWLE6BGorauBCQTlVeWorK7AoMGDMGjIEOjnKEnWf8KEE1BXX4f3aaG3BO5Tpk1BVU0l+vXvg/4D+jOtFpMmT0JIgL9y5UqC+BTOPPNMlJeVQS/9FMbSY8xRJWq2qHh3nQSKNRclUJRAUQJFCRQlUJRAUQIFCRxlCFGgf6UrIjCeQe++vXHKqac4wBwTCIOtTaaS7r8r1f86tVu3ekw9ZSpKy0pRSEtgxKgRGDV6FDSf/kHl2bSqX3DxBTjv/PNw6mkzcM4FZ2P02FGoIPA+ecpJ6N6rO0IbQi3czbSajyP413KZfA5q/e4/cAAuvvQinH/h+aQL3GEgkUrg2ON5SBg3lgeBUowdOwaXX3kZzj73bFx00YU45phjoH+tq33xPA8i4AFDITmKV1ECRQkUJVCUQFECf1wJFGsrSqAogaNaAoS3R0/7PGNgiFyNESh0TaQTKClPAQEQETCr9dkypay8HOlUCvoZSBmBuK/ff9sI+gedak1P0aItHgjoBal00v1PUGoBV8t5RWUZSsvTTLOooDXcCwz0k5j1G9cjjENaxQfRwh7A833oJynGN1Cw3617PRSk+4EPCFBaXoZ0aRpiCLRJmqdnQ0/oH3QK288sEOGT5n4jBvSheBUlUJRAUQJFCRQlUJRAUQJFCRQlsL8EzP6BLvcrAidstST97tvSGh4i4jOG9Sz0V1IsUW0Ux2yqaC4HmMFexMxlxfIZM5+ShcaDoNxKDP3ZRGuUB8uSl4ZjIW+mKc/SshJMnDQJffr2gRewEHm6H4MnGLdiQQ6sKyLvj/0ujikaE/EwoG2OwXr1JggXEWcRFxG2t3gXJVCUQFECRQkUJVCUQFECRQkUJfBJCRByfjKiS0OKih3EprWZDYkJgi3BrXWAOUZnmEm8CXSZ13bm0XyHQx28bKeLGOIJ9Fvxk06eBLW6O7BP/JxMp8AqYLWOwyQF5K4bKF5FCRQl8PWXQLGHRQkUJVCUQFECRQn8YRI4usC49oVWZXUKcJxQ3IHmgqtAtzOe2JjZNLOmHR5peQXWIE8QhDsiI6EU9HMUtYjrZyjZfA4wBs2tzQij8AuBcW0RUHiygcW7KIGiBIoSKEqgKIGiBIoSODISKHL5WkqAMPTo6pe45hBcE9C6J8GyAmiFty7s0vWhMZ2u+j+ftDwIwtW1BORWeXeElVMY5mBoJTcE4plMBvX19fB8j0mfzxts78fEIsW7KIGiBIoSKEqgKIGiBIoSKEqgKIHPkQDBuMJfOvo9hiOW0Kh9QJVh3gpH6XyJNyvlXahH2JICYb9vPlwM26Wg1+Vzfm2Shg6XhAU0Lx29NQiF5zGi2CKfD+ETgCvp//wZ0TKu2Y4WssIG84YeItRVYuMsJaZEh6HOWxP3p0K8xhR8+rR8dBK9R89dbMk+CViIG+sxDMfqvmioJnXuFkgYFpdYeKpXfTpkmNRR0pIHYGxHKhNj6fCrU6QulIB+egdY6iOivjs/yyvExq5dVlXNdBfgw1Cbosp15CL4gAtpvECvwtNS17bg1cgiHQUSoJqpcDh9qWrxaZfTmz40l7qWZazLLW4MdMRbjYv3pYG+Iqm8uppULxH0Ev1DNqcXjQMvbVuH/tQLjVdiUvH+xkjAQDx2NiAlAPFhRRBLiBh5RKQYISJnReaawTQrhANfCmm9QGzg2mB1gbEevNiHiXy6HoQ7kQ5Ra2LEJoJ1K5lhvKYdHoE8YQNW4pO8ArnJ4cGwX/pzhG6ecFKohVxgyP/wCcyvbf+y5AReMSJE7L9u1jHbHKOgN5UNqDkx1nWBAmKQfYxIsdDPwraD1BEGJAaUYFkmJlnopU/HW/kXCV0lC9UDqCexqpuI3jw8G1JP4CgwJB+Rpf45NzrUiNhQ15yrAQsraTDyLJQMxwZnOgLLPBwTMXVrDXlw7kdFQlfKwFIXOvfyXN8yfowsSee5RHlIHAHUe8SxEFGhliPAjwQm4toUG+hlqduYZSERUyM4b8g05rMcH3TYP+H4sEVysjpQDn/EMKef6sxYgZCMBV1LvVm3g1BLAGKuyjFiAZgFmhrHHmL6LPdo4f5suHeZOAUTBpBQM3KsIEs+OfIDhGNDuD4UyUeXykBysKaJivQgqi/FIRJCdK6qjmKuysQliml0zseMZ2Z8kUs4LgQxitTVMrBfRG378nKl5k31QWe7upzPoEItIhTI0gU0ORaLWOI/ClnWpXUqabPUtaxbybXBgdGY7bKkQvsKeb6oX8srnxhc10A8AnBljBGyn5RBR51a7xch10aWPfKuhXW7LF1Q6dxk2WD6PCpVVFR0Gc8nI/cThkZ8FmkZ2ZdBGBRrUaSulYEqxOpDifoAOE6dYjlmGdcZcnncA9B5oANBZ7bHONWlxtHLEoBPD4em81tjnGvIu6hr27XjncpUfXH5oU44vzkdVSeImBCxbbBuVQ6pUAXWzMT26rOTLD1cs5iLRdGpY1D5loiOXJgOCMNFkq6VAyeo6gC8hORuVZ/OQ1imWkbtT5zX+2I0PmIodn2AAjvqlMWYSeMJ8pjq+IrmjRkqEtza2TVysMQTluDb8mAEB7x1v+7UjWqqk7R9qsPYqZOKK95fZwns17fCTrxfhHqFS4G6SupXcsOGpzU9tRUpQlfKwOmFi6/QhqK6ca4L4+BLGKVE59NvzSCc/IKYFlXr9M+njbnYF0m6Ug5UmqWelZxaGN7/Lmhu/xj6GWnp6E3vQcU4VPBxpKWlPUIQh0gUqYtlECFB62aS1uwELd4JIu6A+7LE1KIFOEF5W8T0MgnMxjAD+27NtC/wSY+yUKLiDcGb0TeORULXyUHBGBATLFsl1Rb1o06nUoW6cuH9HkK/Eh3eH/sY4K36VxJY6tjqWi4hrFGrbJG6VA5iqVa+weRbbKjVj/qhwnirvpTo7bjlALcjWHS+5hL4JBjnmOCYcV0WLgRCEKAurD4FxevokIBQH4YWcS82BMuGKzroqn46CQdfmnRgLPVdiOLiTV1bLhIWAdQtxGuGIoES6TpS3fjctA1bQV1zXhZ0c4gndcyhgZhJnVqj96B7XxrzK87TvhmWUuv4l0Qo8rWfKwOPivE4rw3ntUcwrvPbMAxVqlKHJpmN2gJUd/tFM5UK5fgQEgMf30IgILS0OWJpFtI8Reo6CYA6UiCunxVFwrcZJmYUdYNPueRQ8RpJ4u1SqWcQgIPrOHQdpxXWKm8F5EXiNOLBpKvkAAFsx6co1A243xZIAOrsk5oXCIrXN00C5uAO6zAokHQs2oYbgnDlV9fEHorUtTIQ6sCLCm3w6DdcfDt1pZpzOlWPEgNqeaHTcRemvUK8jmTGa8jAkk+BFJD7sOIVqYtlEFMnSqoXuAVcnL4KT3r3uy39SnQKt2Yq+A5+Mo3TGzFTYm4GkRhERorUhTIIqYc89ZA3PvLGQ0S/ddsylbXPpcJg9VEgTSr4Op7CnCRVbkeMzv9YIihZiREbS3+RYulCGZgYEfUQmgj6txzaloJWBeA44AP7LkY5v7pK+wIG6Aw7t8ABtL5aJGkdJxH4xQx/88jH0dRnawPEcZJtSlIvAWewB+xbz+ntvDtVuE+xnQlF9+suAXNgB4WLuHBAiHPFWVwVhHt8pemHCQRRkbpaBn4cwPA1l5KoFU0BOcPUFtUp4Eynq46FFSoTJEa7SH24OLjpLvqkrtEB+nQBiyRASIokQUBQpK6UQ0g9xHogoH5UR+ACLjjgYgQ1DFUlPufSfEqd2RSAZ3wPrb5PCorkd6EMEgFaEj7Jc9QWeFDdWI8K5iHBOgWLe+rCLZ1K3OfpjCi4ndFcBWBFQTiBnwmR9/JF6moZmDxCLyQQj6FA3BHBOTqAuKDzn+rS8qFEx93WpYJPR1zPLYmbNYMCq+Dbpgj6SgkAK0jlRYq7VgbWllIfJSTqhQck1RG4ljsVUmPouKTDLTrfPAnwfB5zgFi48UBHRSAcJIbk00IjtM4k/CS6V/dA94qe6F7Wq0hdKoOeqCutR205qbIO3Wt6oL6mG9LJNAG64Xos0H/WFpSpGzE6FngIICIo/EPh0mwk4yUQJErhB6UwQQkkXQmkq4rUxTLwqIdESQX8ZAlAa6mbp06DDFKDhiRK7qGewlSmj7n0CY4JcGzQReGymmJYkmMhUVaKkp69kOjTB0HvInWlDPw+vWH69oJHCvr0QrpvT5Q29IBNJWEVjFNnQhV61J/PgeBzjlOLYNCRiIF0/KMDYRi81KnuVo36HnWo6lmJyt6VqOhTUaQulEFln0rUNNSgtkct6nrWo6K2Ckbnt1BhlgT1dBLntHoZzSkLEUHhn9EYEtMRISbZ2HJkJOD75fD9WnimHkZ6FKmLZeB59dRHFTyPegnKICYBy9eSnMKAUJviHHoF+o8hfNpljOodEOHBiww0HAQBlHwaVYrkU9ZdS57nuTYkEgkoqU5EBJ918SzuZv7HeRiUmIVq3txzAAAQAElEQVRIhtY4n5ROpFBf1Q39avuhf23/InWhDPrW9UNDbW/0quuFnjU90Y1AvLaqFiWpEnjiQfivU5m6LCsSs8IYHQhK6u0gOm5BAAw8HrgS6TIEBH5KfmktvNK6InWxDPzSKgLxMniJNIQLOOCBHqdlAQ5ysf/Fucyd2cUU8upTN27uAkZgEj7KampQ0b8fSgYNQsngInWlDEop/7KhA1E2bAAqhvRDxYC+KCco9ypo1fM8gi0BOFdFn9QtF2/6Om6NpFdcuoGNgFh3e7Hwkj7qetSjoX8DGgY1oNfQXqSevy8Vyw39w2XXQB00DO6NngMa0KNvT1TVVrv5aOMY4IJNteGTFxXOSMIvN+fhngZQV+M5GLj8Qw9txiTheRUEZ7VIBr2QSjQUqUtl0AuJoDv1UU23En5QDuOnIV4AEdUhgI75C17i5vB+EfjkJfJxmohQ1x6SySRSqRTS6XSRjhIZqD6UEgTknufh866OkdCRjfNdfcKRYXRAcFEw3PyTXgqltJimTAlSki5SF8ogjRKUeKVIk1JeCRJeEr4JaPn0qDpqjjqjB/uAOH1c3RnVodx9YVDLADiZISxrfMBLFMhPIybfqEh8jZzsUoo59+CnqJckiToy1BU6L9WpUiGsvv2pEPvxU5zXEtQVCMbwDQj5lpYgLitSV8sgoh5yJWmoG5fxtXYJdcKFPPY8RCLUW0GDqkbpVLQL6GN/Erh/LOPmvgK1QGBSHry0T52jSOmulQE4pZES6kN14hGIexAekKEEvYQPJTpuzQZ1SqDe4dfQx0SfURLyUD4JummIlAGoKFKXy6CSuqigasvolkKgyg9grYHbroUqcrdOaufhgwrl81B351tvEYGIwHAdVxL52K/hrw+ZfX38qvTJ45qtpO0VEejVqTf1H4o+1vgB40AgXMcFzrhCvyEoN+A/KZLpQhl4CpxVVyRRvVgPPolaISAvqFMYrzezOJ2rq+QC7qEhJTCbAHxCFwauDDF5KVnqG0XCUSEDPSgZD3C6F85L1Z2l1pTAyzoqPJnM0EG3JjJSWAqk2CogjxHHkdsQYs/wAFakrpRDyE01DxB4G+qExDC41jiizpgEVaPl030jTJDNJVmjP6ZCBohQ0ySIjoeYJWJwgQA8V5rhotulEhDWrh+JUoeqSyXVkqoPqjeIvtSk8qRDt9QfOklz6VrfmaZZyI/pmhJxUMQ2gdgmqWeCPriPmugvurbLZEF9EITHSCKyAaLYkCziSHWqWtufVJ+fTyICkU/S55cq5viyJaCgWynmWy51O+nz6tUZfXAeHRfC6NgSjFsOGBJReRiFKFLXy0Ag8MVHIAECWsU9+Fx+qUrVG9XGVVefJEtvZySDB96aRB2DIBzc9IWgT/TVGcmwDsIB8rVFwh9HBoeSt1Bnlvqx7rDEgN7Um05w9XK3pqYYwTbqsxB3wLMjwXIOa4qhRiHCm+QJS0ac4/kiRV0rAyqAW7XnKOBB2LMeNeXRpxqjrqDaLlCkYE6JAIzRn38brgUkCLNyPIHjqUiGwuwq4rxTXXiABAbikYxAuA4zBoWL4YJnv2fHZHYxxj3ZCc5hhfJK1DP1G3PsKNGLIlFC0sUEKhoJ6iuAcO8WGlaEuhZhwxjL1rln4aE6ViqEis+vngSstRCRg+izetI5mz/OY+mNSXQNLTMiwgBvzenT9ZlQJNAc3TUUUP5UiSqb+i4clgiyopALcYfeqCV3MycKxAXaxez30ATVLXUMbgLgwgAI//FJfohDWmbyRbJdKwNLXaienSKhSzYVZwAR8KKfT70tXIR6XVbrfJ2Pj0Pq40hxCeoXEXjkFxCoFcnycNt1lKDm/DxgMhbSboEMJ3Q2AvIRTMwwCpf6lJjCEgR1hehPPDXdkTBaLNRKE0cRbGR5dA+KhK6XASIgok70LVVhnltYneyqOKqtcKsCCz6d/QXqDKsrHAOdscJVoJM0TfmxEhsywyGpGP/Hko07NHOhpYagJHxy7YUSOi9VvFJn+LNdN1YOyKJxRdJx33WkKhERqlbUu49UL/sCh/AoDIO+IrPcjLFfWS2o/xlBVjJoN61oiZvR5v5l+CxSG7pIBjYDaoM6aEG7bWYrWpDjM/ZCWMOFt3O+U5nC07ghqQuGufJiH1HXlgNGf8tYyQo3fpvjxt9M2guJW0mZIsVdKwMTtcOE1EXUQl20kdoJqLKw+nkJdWphuMwbWOe3Tr96VtZhEDsdc0wwhxDMGVpDYytgaYT6F375DNDSBGTbAPXns3S/miS5DCTTfviUZd6jrM+Sb4eXaYVpawGU2EZkM7A56oT6stRjRIqpZVDfhroXugK9qHve6mMUYh7iIgI71bcNPZgcwWcuSaDvg0tIkTJcCbuY/IyHRJZ6yRjqwyLKULuhhe696LyccoUqNSS1hnn75jpzdvg9dsbnaFCyXPEz8KSpQJztBnmmFenT5ZCjfLJfkLTMF5CpbYexjaxjJ/W4nbQLYBwVSFdIqvCYDx6aOMfpOaxbx0ocx5zvHA1Wi5AXuaNIQBfKQFWhelH9KHX68RmXARtMNSImGLNCFtQln4hji2yUxc7WHdjYvB4f7VmDTY2bsWnPV5C+Tm1u3IRNuzdg85511Md659/RvBVtYQsigvFOHQr1WiDjfHAXNctNHdyodfbr1M8zPs8VwemfwDPO7eHGsAtR226ERepyGcStXLRJtmUH4radiNp3I9++FyHBp+Uc5Q1H1KPOY9WrR8VyOlOrjDEMqM7VAse3J3laRlXnmi9qaUbbR+uQWbcB7es3oX3Dxq8urde2sx8bDpOYv+1o6zPb1L5xLTKbqBO6uU0b0LZhPVq3bUWs+qYplRp1mjY8VBmetoQh1SUIvJ1LrcekyIDrgYF+ktq0uxU7PtqBPR+QVu/ArrU7sXNdkbpSBqqDXWt2Ydf71Mca6mXjLmSaMgRsAhEBHwWCEMAZCA/SIFnrOVVbdPzjOEBsgJhAnemIQsRhI2x+M+L8RkT5rQjz24v0eTIItyEMKavDIub9PH4HpEe5bdTJNupmI40pGxDH9NtWqDJ1O+bOTI1GJF2ddc3GZ14K8DSDvlnJ5XLIZbPI0s0UCV0tA9WD6iRLnaibz+c5tkKqWrWsWjs0cRZ/nKDTO+YpS1hGaDOP4hDNtJzt2rMTuxt3YGfjVuzcW6QulQF1sKtxO3bv3Y09pB27dmDn7p1oz2Q4kam4jieXcy7i4FIOd2mK87iHhpQY6Fz4uZnHUR4RB1BIC2M+00bQV6R8e9fKIKLV2ubaqZc2Uis3VbpRjorjgs3noW/qlgPAzWcdD/SDI0EdpYAjwzBLrq0de7dsRWblemD5OmDZV5fClRuQ/WATMh8eHmXf3wj7Jfb595FlnnpoWr8ZTZu2oIXUvG4T9tJt3bUbkgvhx4APwKMujQNhDDCOz46bSqW+NaCbtdCjB7bmphZs2bwFW8lr55Yd2L5xC3ZsKFJXykB1sI36UJ1soT62b9mG1uYWxDw065JM1R3e7TZrQL82BHgM49vNKGxHPteCfLgdefs+Qiwr0mfKYDnfFK4krTpMYl6wzGfyPEDm8Qbks03USxOy+Wbqpo3gLIQIJ7B0qlrnb6f/010RYTlheYuI40UBnwK/DPdudYuURVfKwOmBeCxDam9vh7ph+AXB+D71c0yICINCZYcIqXCqHfm4jf6WIkVdKYNWxELFctONYmoljqiPmCEqjRorPOk54FZtHhDlgh/nFxgxMB6JBzGfi3yRLLpaBgaq25D6DWlNiUiFBVw3X7eQgxeVy5se1SaJgYOwGuNEBAaFRVx4+DI0m0o+gp/LI9H+1aZkew4p9iF9uJTJIZE5yvqs7cmESOZjJHIR/GweAfWTpDL1bYdngQCAAnJD/XFogAODMYe6hZpmPMuA6wTUyELX8M2Il7UoUhfLgOdpLwLnIxwAD/Oc33xzpWr9dJ1Sn+4WPpVUufTy1oM3OUEkghiuER7J5BhugaBIny2DVsqoDWLbD4/AvNAyX0Su7YBRq3cOsDnWF8IYCxEqz93WPT9+aILSxzH7+9xhm4VFhDwEEAGfDqBrWpE4IziZukIOVALvg+sXUQ3hUy9zYIoCMrdC6IrAzkTcsLVD4jEnJ7j1QxSpa2UQc8HN0YodxnkIUZkheNZvRGPqqzClC09qzE3Qzx4CmgvMx1xCYlFLgC/c6Q3tKUXiotmFchDWbW0eQEQKEduQEz2kX8MxhIcmBnhbCHUmOm+pRoXwEf3q2s48VrNZGLoO3JGFR4DGHQjWMOdXmAwtTAmO2wQNB4dDvoJTljma+g22J0F9JEOLBClJ4BwoxdQb12HDNENgrsQYcCCQnO+gh9G5zFjL8sJyQp3HlE1MkK+YwOOQKhLQVTIweW7WPGhZ6pWTGno4VpWpnqgqau6L3m6QcMZTsdAPD7McGzlAP2WKDaRIny6DiPKJfKYfJmneyGN+ljtcuQpgePoyxFDgYQk0qBVI9aa6Vq0rCQOdRO8hbst9fv9oDVuuZ+ruH1/0d50ERAQi4hqgby+UPk8/xuU+4KGFLBdxkJcxho7b4sF5TZIiUchxF5J4HoxPoiu+gYItQilweacmdULTOcybKnb6ddk5yWMbI+bENgQ2xrkxjir3m9Ym6sOAOjAWhmBZHCgninaupdos9UeH2kcHEa+xBEiWuSxdpnO8arxHVwkK0AgEfGMQBQZtSfuVpkzCIheQ/MMk5j3a+pxjH6gNeATNHse5WsIN56QNVd+WSgQ1XFh/QT06Mi76oIeu4RpJ9XLcCDwxMBBHHi0rRnwUqQtlAK3bo1486kGg/zzVERUm+Lzr4Bw6HIgOWTDkfM9xemd4Vou5dpeRKosUf4YMbCl0dhiehA6PNHf6C8lU4oD6yHH+5iEOiEf067yOAdYLp1J9kPTb/0IEPu/Sea77tZL6Py9/Mf2PJwHFzp2ktYpQt+r5FDIHxTO/iD4Aw8XBcshYAgL9JMJykMRF4kJHeNSFctBzUswlN+Ykjgi3IvpBsCYM63Z9kE4PI0IBPVTv1lLvLECdi424ThSpK+UAHoqgelAdO4pg45BqjkFYRv1YEugvEPa7LP1KLpEz3RgBVMfgRSCuw8UQoXsMkil0nn9VKeQ8yNOynOGbg9AHQiLZPA8veS/GoShkmqU8j6b+gnOOiuXNOce2wbVRWxmrhhBTffr74hFDEf2WinP6ZRgMq6OkXhEBVU6wZ+gyJrbwmElIrjxAiR1FxPbG2jauPxHdmGF1o6OgnV9GG2L2i1srewrqh1pkv4UER3Dx6LiYik9EQC/hQzVMRxk5IlfOAfBtmpgIjshP+RbJcp08NOl/vKOk0y+XzSPKx+CSS70YlpFDkPIB49U9PLKcbVbfWEieBSNSjMJ+HYMTntR5Cz1KdA7jFhEo4BNjgMMvhs7LcnwU/MKhZ+G+beZaIUKMQ4OA0f9sjhn0C4kwHyJycYU0HXJ5xjEZihU1j0ihEeoHwJ0j/QAAEABJREFUCjyFrvIFr5jltZxHvpb1dFqM1W8M+XJfYjbXls68H7cR2Je/o92apvmUNM3xYB0aVhIRZQePhksNRzRsxKxXRCAihXpYZycfzaft68wTk5emKRPlr36WdO3QsMYfSM6gyfZpXiUROTDLIcPU4CHjIdy4jSgTcR0RMWw4dzme6FEkdK0MgJgjJuLqYdkSGD6oqoixMUm3bzCdse7WAeE8Bzxc2Y64Tn/MQaRRHKZ0NLZIBVl2jRwsdwWnTyJn1YkIFU3NiOlw6ddbCKoFhX+dqhcmKIHxjjTAsaKgzBiPUQb6h4EJYvuSUFD6FaZU7Ll1KpFMQGUT8RCjG4eIdvpg0kNI6ijrbyq03OA5i3mgiAmq9IAccROPjAWRNPhGXLfzAglcmDYBHHgxCZ6YwrLAorrRWW44XocsIroRMx0tFIolfIzBN/8kvhswgItj/NHSxi+jHVQD9SQkD57OUeqKyzfcpX7n+ZwH573m+Di7+hTgxTAKyL1WwLQU6TNkYLwcQWiE1qZ2+F4SxieJTzuIAO7E6x3sSg5fRK7GMD/3a4Io3jFirk9kyqXaqvp+L9p/XxdyEI6hL0SimM5CRGAJOg3DqVQKECCfz0EYzmWzlE3ItdXAD3wwiW3X8QWA5TzPQK+WlhYkgsClKYBNch02RnOTV5iH7wcOwCaCBBKJBMCkmPIwxpC358IhgbLHN/4K+vVwJCLwfZ98E9A/hMznlI+PZJJtJAP9w1VhGz3PRxAEjjRO5RKGoWuL8lfQrPGe8WA8A22b5tF26qFBy2qa1tXa2gafvDRdSfmLiOMVBAlonpgYSV0NCz7tH/ZdIuL8ys95PuVhPo7/DB+ZiavUcLMoknAH7Eqy1IelumKx0H/07nPVr5P8Y9dSc4XQYT3tYeUqZvojS0CoYa1S+FAqBNUnTr/i4oXzE46MpZ8p+oS7OhXb4YpGisvrM8r9UgfX2K+qq99WS3sOPq1avv4RJIF2igjKy0RI8rBxICUiICAdTf2lMZ9qtSjMa27YomShoFyRtcZHsAhJMdUXS2GmU30MffJm0r4IsnF65nLBkizDRAX2Rw3petZB4GapfdT+qf+oaaMBjmRbOD2pH1G1FnQD7HPxaRf1xlYA4qQDFJgAnOcFv2ZQgrss81nhINdvlIsE9632IeQgjPMI+oJkksAzpmWcMvMTCClm62RM5TtNdboCfFG5IoYlj31z1fElH+jV6ar/j0lskRgoSIwJjGMafvSXP15++WXMnj0br776Cj5cvRqtra3IZLI8nMQQ0bYWQLLveTDGuAaXV5Q7sK0AV0ScHxAHvH0CcUahra0dv/rVr7B02TLor52k0yUA8yhYFhF4Hg/iUeRAdYKA3adOsrkc8gTz6XTaxStQz2TaweyOdxSFrCtk+zIEzJZ9AXyC8yR1qYcLw/YJuHtaiyARsA4PuVyWh42QwFrDBplshhb/CHolWa8eRPRwogeAtrZWjXak8XkeCLQSj3VkMhkXf6Qe5vAZaZcE0EFUpC6UA6um0mLdWUkFVVjG7E8MYv+w+jWuSF81CXDGcSkptNr5nSp12pJ4KIQbAEx3rmFeA0OUZpjPY0hJy4Fh3sx4wM1ELUrcij86se4jVaf2L8k3diYXwxCQB+xU0ksgZWg1iYHgAPIYZpajrs/gnHYzfJ/LhmrnKCveTnkHutbFHvxQFkqGSR+X0dxKjDxKbt1YlbTfMTdX22E1NIzsbPdR0tQj2AzL2Ul2FgUX2OfiUy5CDaawgI4HRwzqrVEEeqB9Hc7t0LiuDwzbIlFaBJ2fIoeIQM34EZIlgiAVweNJPZdrhK+vDP08rJc9mERHq/eZfO0n6vOoKdUL3Q69wGncMVJmgAvjj3ax2wDnmLpBkIARDxs3bsT/+38/xr/8y7/gpptuwl//9f/GX/3VX2Hp0qUICZSNYfsB5LI5tLW3QS3Q+umHglQF9AL+E0NgHENBc3t7BiKCHEFsS0sz3lv6HtMKwFet7paHALVM5/OUMxuSYDv0rWbWAWZawj0PhoCaSQ6UixFoWPODV+AHUNAuIgxZJBIBQG9MS3+OQF7Bu/E8eKSmvU1Qi7sxHlIE68rDkLfWr66GQT5GDJpp6X/wwQfx9NNPo6W5hbIR6FuDRDJBnVvXh/LyMhzJyxw+M53xMYQnvCJ1oRxo7QB1YMVyUFB7zqWfA1A1xBjeH/sY+L3uP5zD71VtsdCnSUCRoxJnINRVgk5fKeA3V45hjafy1MoqLq7wYBQ6KS5EuafG5Vks6wm+ypRjHyIu1DSII+ZiqqQbRcyFV/0x5bY/RVx0j7b+hmy/KkWoKeHuY+jqoUpdRBbq99mPgOQzox4oOP0ZYuCAe5/uVcEkLVsgC4+8jx6KoX8gru0JqJOA/Uhy40xwk+ROD/0DVk37OpLqWPVU0As7/hm3dWl8qsI5LuDIRRYe1nFiNMFS56cVPJxam6QhL10kW5CBPYQrkkCMdoS2pYOa4SVyiKUV1ii10d2PJEPpc5ba1BeQa+Jj3eihyXLB6iQ3g1V/BVX+sZ5q/VXQqjUbzj0x2ieL0pISB8Qffvhh3HbbbRgzZgzdW/Huu4uRz+ewefNmWs1fxWOPPubo3XffpXU6ctbuN+e9iYULF+Kpp57Co48+imcIZteu/QgKeNVa3drSCiVhn9dvWO/y/fa3v8WTTz6Jtxe+jabmJnzwwQeYN28+2traoCC5mWB48eLFWL58ObZv344nHn8Cs9+YjXvuuRcPPPAA2/Uu1q/fgKeefAr33nsv2/Qo9hJ4l5SWOlGuWLECjz32GJ5gHY89/pg7WKi1ffPmTXjppZfYl9dw1113YebDMzF37hzoQWDr1q1swzzMmvUSnnv+Oaxbvx7Nzc2uj9qmNlr5dX9xFRyhB0fE4XESxBRfCCP5InWhDIQvqSFclLkcFAA5/aI6pMs4fII0/vclZarDo0hAV8lAqDytW116eatPCZyN0A1Y1Q5e+1ymxnBDxGMeQ0LHpVmUOoLQpEKYZbqsjwY4AnXHnocsN5PQNwhTPna0taA5ziNDpJPxBZnAfIJyzGePQL1Hou0f86DPAeUYephSsO1rOKKIohgmBhJUWkDST4v0TTks0zpv6fR80tXofcT8Xmzhk9/RQRYB25QQjoN8iHZapCSMkKI+PVq3vKOmnfERlZlHHehBg8PzY2VRDh1L+8dxB/k4CPYpnQV478ui4O6AMW05ViwzFAlOaoeSQ2w9JlYhMN2Qz5ahtTmBMFcBxNWwUdXBFDPOJj6V36HqAPUAV4/WxbGu4X0EXjpD6ezjqv4vl0QEnjEQEeTyOQc0BQIFm2pVVqBeXl6Os88+G0OHDsOCBQuwdu1aAt578OKLL6K1rRVr163Fzb++GYsWL8aOHTscOP7lL2/C6tWr0ULg/cqrr+A3v/kNAfb7zpquVmyPc1vz3vSLmzBnzlzoZzAKwG//3e3QT2S2bN6CRx6Zifff/4DAOIccreQ333wzlix5z/HVT11efe1VB9bVYv9v//Zv+C3r0LZt374DD8+ciQcffIDguQnLli/DnXfegffeW4pMezt5LGEbH8SKFSvx4Qcf4pZbbnEHArXub9i4AT//+b8RkM+lLDK0BYTk0cx+7WQ45w4UIgK9gkDNIeo7cmRA5dOuymcM6uETZKGXpsZM19CXS5ZWXysWsY1IrNOyPm0WHTZAG8OTaAxhq2PuRDEiWJZR5GG1nIZ5aFC/Uuz8fDJPTLIMxyznyrMODSsVyhf4WuZz9Ssv+jVNOH80Dlw59+UnL82r6XFHXqtxncTXLxb6D50xiKlHjVEC0wSsk6T+L0JCECZcdAuuZROUD13oxUrABjNdQ44vo3g7L6tltAvRhVO5JojK+uNoFC5L58sioS59kkcy1DerEsaxgZYy6ZStpb6c7Nk2bUlsQ+hvQ8fi81hiEDE+VGJ/Q25GMXUWIU9+MSgmkiW3Tr/QwGihfKzWRQpVT2Kh5WLEsPRToCA7+nV8RQB5WiWXDvIGLCXH/ZQueNkviViPkDXrAkm9nc1TSYEBy0g3rug6HYIX/cxOT6FdzMasllGkT6R18LfQof2l0r5vs11dwrYJVG+72luwdO1qLF7zPukDfLh1E3bQOpLneDScqLZDyMLWi4gr5+LJR0Qgmof+mP4c18d26un9Devw0BOPYPlHq5Fj59Xyr5bzDLWV5dqRJxAPmR9geZZlNL3iyDLeMp4BkJWjAigWqMsl4EuUE9sAvTpcC4jt8FMOql8NKWk7XLuZh7kAbbPzW0ZzHPMJvZhZWah8dJUA8wkJ+1/CAKmQD5xTMdqjLNZsWoflq1dhxZpV+GD9h9i2ZzsycRYx5ay/RqO/7MIpB+sJYpYHD0PKwwobouEO14LtYViYHnPdNcxvnXAtWxmDnUTEfzt278CKVcuxZetmZLgBxywH6gvMr/MTXNbU1W+39Y9aXb3kqa5SzPq0HZZxoZZ15Sw5WxTSAc0Tse5YiUIM2R5Lvpo/FouYcUouD+uOeSraF2a6ZZztcLVMJsxhZ+Nu5OIQ2j8IOwpezumUQ0dY4/YjC5WbUAZsF/0F2THvJ277iRDYAGFedJJgv0vzKoGpHQlC+VIC2EcathAxyGbyWLNmAy2LKwlS3qd1cQfyPAhZtsgCEN34KHTLhmlY49HBlqm8C+t3zMi2bAbbCITa2vNgdifnmG11ftYdA4wXrr8xCn7AyZuMLWVmyVcJ9Gt6DNamcXQj5Jg3D43bvGUXlry7GoveWU0L7Ad4550PsGLlWrSyXi2nunF8WZ+GY5aKWb+lHKzuJfvIsi2Wltg2bN/RROCVJngE5s9fhrvufBLbtrYzjpbvuIJW33LuUaWII3WrEMcliDloYg7O2AasgQ3lbfkmAsKjMuUWczxoX8BOCesG6xVH2irL1gEsAr00dCBp/JdNYgSW//TzEt8PoN9lW2vZ7xBGuCdzzVFgXllZibq6WmzdshWvv/46Vq5ciclTpuC0007D+eefz3IlmDnzYaRTaVdu5MiRuPrqq3HdddfiO9/+DuXagmXLliGMQsoygrDeF2e9iI2bNuH73/sevv3tb+PGG2/E0CFD8ebcN1FRUYGqqioC6CVooTV61apVDnhPmDDBfZJSUVmBiy66CN/61rdw1dVXQT9FKSsvw5VXXokf/vAHOOvMs7Bg/gKoBX7JkiXYuXMnzjj9dEw/5RRMYbubmpo4ft6BfiteUlKKSy+5BNeyrd///p+gvr6eY+odNDQ0YMzoMZgx4xRcdtllGDRwYAcY5wJAxfi+Dz2s0HvEbi49Th1UibocEqJE/gJY+mMOtUKKDiJGQhvzZZCwJkAX2ZADwrIesT43PqUETBxAOAHC0CLmMI7YxBwXUgVjebqc9wBPXJaKjrXdAuiibXnyi8gvjCNo3ph+ME+ek0Xzcq4ggkUYx3ALuQhyUeQ2A1cOrI18I3XJK1TwxvIxy1jm1Xh1KTXyYFFEhaIAABAASURBVKvEcOKybiuILeVkPFjxECuBaXRBF1qAJFYAJY07DBLm8WIPfmSg1jHDfgkBqmG7DOUCLp5gunU8wcsylmSdl3XRjQskjBN6BfSwvLrsGmtgpMZ9iWTZzpg6zYeUDRe0MARiVhvzGdk8aw5hTYhYYroRyUJlnwfjGB8iQFseaMpn0UYLaDv115qFGz/ZqJ3lyE8swzFCidxmGXsGeWvRzsqyXBjICW5ceBYxZ0LIkaDjI9LxROSVj3KMycOyvpgAP6KcwbEQcpHK5y2s6pdtBlv7ZZGqMeaYArUoMTgPSIgZimHZL50vHAqMpA4ZhlCQ7EsklrmYh08B00gmtiwHXpYUuzIx82nbOTKpd/ulkH5ioGA84PSgWGGsIObcaUWMN1cuw4/vvh23Pv0ofvfck7j/pRdw/3PPEPyto85iR6qzTD6PlvYM2jKZQhznqM7tLHXZyrgmvtLMRhwQtIIHyQCVNdVIl6TYa3aVvW7P5rhht6NZ83GstOWY14IbrEWOvNuY3pzNoDWXo6YtlLeOBcM2m5x1883QSvtlyglsbUxdRySVj6WMIpK64NqjbYqYR8kK+2VIerMfFCWLd3piBiO4McA8Oj5ilo/FIKIsOvlrHUoReYWkvLEIA6CNSlpH4H3bw/fi1ofvxn3PPowHX3gMM2c9iQUrF6MxbEWGebJUahvHW2O2DS2chxkOUD3sZDh/MpzDOY7HPIlTHDmGs5Rsji0IWU+Gutrb3orWPPVpYmjdu1ub8NaSxdi6dycy5JtjfFucQ3PYjr2sI0/QnGWcprVwzreQXzMPB4156pWHh3bWn+OiqNRCvi2so4VgWctrmYwXocVm0RRmHCl/jYuTHtrJq0V5ZVvRonWS2tm/LNeGVra9leHWKINm1tXGcIYDI2tCrN66AU+8/Bw27t7Ogwo1QzlHXEQj6i2kX+UeqdwZ1rgDKXT6EESUv+oCLMsoOKKu4Shm0JKE5JEMjD4F+Dh7zDKOG1NiEvNzrSvsCzEMR4QhLwEv64GGUFo6l+Kmf7sDd97xOG7+5f30343VH25AJpNFe3vEqpOwcYpzJKBVMWaZGLr/ZtpDgqMYba2W4QQpwOo16/Hgw0/gvaVr0Z4Nua6CwD6B1rYsmlvb0NYeI8s1Mx9ZgmCPfqA9E6GlLURzS45hyxb6yIaC5tY8WlpzyIVARIAbUmd5Sw2xSfPnr8Rttz6N//2Xt+HP/38/xi9+/gAefeQV7N7dzvqE+3aIVm4ELa0h14oQeZaxFFLMsdGWa0MLD/8tbczL+EzW4u1Fy/HIo09jE4FmnjpOl6dRXVuPIBUgkpzj1871pSXThL18axOr+MjL7QEc2O3tAa2nObRybcpx8Le2WIBW84jrk+clKD+/oAuOL8NDhdAVjm1hb8lqv1voL5DlWCEXhr/km5WIkraQY0XBpdUxQnmJEpsTsx/al4hrn8a1cf1UcPvm3Lm44447MPPhmex/E3bt3IU819FUOoWJEyeie7fu0O+567vVQz9PUSCvfJSHutu2bSP4HoJu3bpBvxOvq6vDkCFDsKdxDyKuz8OGDcPatWuhn4u8/vobGDduHPr36wc9JJSUlLi8+n24Wu7TJWl0q++GWh4Y9Lvuht4NMNzrFWxv27oN27dtx6yXZrn2quV9b2Mjx3gG2t8a7hO9GnohkUignIB+zJjRULAeBIH7g091S9JpeATflvunR74UESzlpW3BEby4LFIb+zH8OKQ+JbDuguuyqfdLIUGU51DnqtTWzMW1sRl7djaiaU8LoizjYwP96aG1a9Zh754m6FgOTALC+IibZcyJ7puAyvJBnA3uB/A4kcVy4SL5zGvogvlD1pPwUuBsY/6AeYUAwYPy8AjyWva2YPZrc7Fh7UZYLg4ZLgwJP4WIBwGPJ1/lDXI3jr/n2gAucMI4T3wYdY3HIS6AGEfCMD1Q0cFdUkjv8LsETTwccmUMxOXlgwNDGKcEK2AMQ533J0NgrdjvKpTpiHBZ3aMj4stzOK656LZh245d2M6JvKep2YV1sbbGR0hd5cIYMV2h7NUfxQIvlUSOC0QbrTor3l+NZ55/ASv5umnZivfx+pw30dTaCgXM1guQo5VHF03jJRCxW2THRTOHN2a/iXeXLHcLrZ9MUV5mH0WUnxLPOIhBGWtbOPwikoajyDKeMqY+Y8rS4su9HH9hHc5DV+8Of8GxbDscFZ6x5iAV4unhXcip6TpmlB0jwebDagQ0/csk1sxKKVp6gI6BS3/MTb4d/fr2wQ3XXo8ffPt7mDx+Atoam/DCrFnYsnsXosDDhu3bMPedtzHrjdfx8ptzsGz1h2jn4bGN42D5mg8x9+2FmPXaK3h78SI08dVogotnvwEDUFpe4cbAxi1bMG/+fMyZNx9vvrUQi/jK8o15b2JXSxM27tyG+Sw3f9FCvDJ3Nl59czY+XP8R2nkQiz3O4YQP67GpnPSu/V+qrFgPOkncOGPQ1ai6Ur+SZYxqS/2fJMbyjpneyYVBaFl1dWSoC72oD413pGFTKBFSrl7gExTlkORh5sxzzsK1N1yPc88/F4l0Am/MeQOrVr9PSBGihQB50dJ38fIbr+CN+bMx7+0FaGzZi607tmERQXUzX2Pn2Qs9FKxc/QGWrVwB8K3E2k0bsPDdRXhl9muYt3ABPqA+M/ks5Sxo44EotJbz1WL7rh3U2Vy8NvsNzJ43F8tWrUCeE7OlvQ3LP1iJd95dTJ2/g9fmvI5XZ7+ONdQblwjs5LhZsnwpgdZCzJ0/F2/On4fF7y3Bpm1bsIju3AXzMPet+Vi3ZRP7lEKWG8bOxt1sy1t4jWPgNcdrLdppnd+1txHvLnuPvBaR13y89vprWLL0PY6zZsQieOudhVjI8TP7zbl4/4MPCP5C+NzIwXXf83xAKGjeKvcDKWY8MyCGXhoQpzmoV6M+QVq6M+IQGUTTO6jDKWi0M9Dh0hFW0MT19oXnX0GPHv3xX/7z/4c//dF/QF1tT2zauA1rVq/DW/Pfxs4de7nngbkTtBYuwbuLl6FpbxvmzH0LTzz+LJ58/HmsXPERFEyvXLEar7/+Fp595hValxejrSXExg078dxzr+Lpp17CS7PexKK3VyKXM7TIx1j41nt44/WFeO212Xj88WcwZ84iAq+9eGvBu3jm6Rfw5BOzsOy91QRNEXw/gFCe2pJp02fgz//8P2PqtOkYPnwkvv/9Hzmqqe5OEJWhtXwp63wNTz35El57ZT5BIvcDHii2bm3EKy+/iacZ/+wzr2Ll8nVo3hvhnYUr8PJLb+KJJ56G/nJIbU0N+vTtj3S6FB98+CFB3CtY8NY7bM+TmDXrZSxduhxZHuS59GDD+i0sO5t9fhEvPP8S+zAPLzz3Eg8GjVBwJ7pgcP9S0AenZdW0kgWcptWlt4vumHNdmygiiDmv8uyXAkzDQ2TEDc/n+I05F7dw/dywfj3BcH9U0WJdWlqGnr16YRgBc/8B/amH4TiNludY+TH/hg0bKKMsjOfxYNTqgGtJaQkUhCtv8CorK8PuPbvRyjUiYt0K8nfv3o1SWqpra2swdOhQNO7Zw7E2BytWLMc555yDRDIBrUPlqWBYeSl53It9rllkC03rFK36a6jPZCqF/v37Y+TIEa7N444d5/gnggQSBOGG5bWs+tUVEXhsu4ggzIdkZ+EZ49rv+uAZd/CwTMERvMwR5PUHszIEsa2NbXhs5hP43W134P577scD9z6IN16djV3bdmGdnr7ve5ggfS98nj69yNANkPbToGkFEU/fyAlSXpqvlH14kQ+f1lfD96qBTRbiGA6EfiQIpROQyEMgCdacQMIj4M7FaNzV7MD4Jk62dFDCNB88NHfkNzDkYfPCsvTTqiu0RHu04vvkabhzs1XuQCAK5iBwFwepcz/x0DSlT0R+IwIhLdNzCIh+9ouf499+eRNuu/13eOChmZj/1ttobs2Ac4CTuQR56idP+caULSRAjlYZz0tg0+ZtuPOue/HKq2+gkYenFSs/4EY5Bzt37YWm64HLDzguqJeYB7AgkeaiIGjkIW8eN5rlzJ/NRYi4I8bUmfgJhMxnhWOC4ydW16QQU7+W9cYMW+M7cMeGQXhSjvRE8Y3Q1h/WSd1yFJCpRTRyK451eNznTpA2Hqp42OpVUYNB9T1wwpCRuOCU02ltacEHGzdgzeZNeO71V7Fo1XK0EDRt2LkDjz3/LJavXYPVBFNPv/wS1mzdjNYwjzl8NblsxUrs3NPIcbQQW2gR2bpjJw9sL2LF+x86y9b23Xvw/KyX8MSzz2JPeytWks+jzz6JFR+tRhutqCvWrMYTzz+LjVu3Qtvcmssg4kIck9A5l/H1unQFMrpWcfNRS5jHjUitWsL+VlfXoEe3HhgycAimnDwFuhHrd6J7uJHOJgiew8OLfja2p2k35i98Ey+9Ngtbd20jeJ6DtRvXIxYLBcdvEORu3bkdG7dsxtPPPo0lBLiGB611BObPvvgcli5bSgtrHhEPPRlatXcTHL9K4Lvy/ZUufv2G9VDr1tuL3qaVtRUL334Lz73wLD4iANdfdfiQYP+pp5/E2g1rsadpD56iTt9Z/A4tbbuxnfW++NKLeP7FF7Bm3UfYvXcP3mN9r3BcaZu2bN+KZ154Dss5xmJusBs5nma9PAsrCP53Edi/8MLzmL/gTcdrb/NePPPsM/joozVobmlGe7YdrRxH6tc3LAoAlKwlJ8vtuoO6ZsRYVttJ9FKfcKRPBRdCsJtHc1MLGhr64oYbvo1x447DXq6nzz33AlaufB++l8ROGsUefvAJbNm8A0uXfIAH7nsGLU05bN6wHY899jQ2rt/OQ3WMTJtF4+42NDdmsWHddtx910ys/mALchkPaz7chscfnYVlS1Zj144mvPDsbO7zs7B50zbsbWzBQ/c/ibtufwhz57yFTHsOq1aux713P44PVn0EER9GDNd1g+qqcgLBOlRWppEu8dCjZy1qaN2MIsG8uYvw1OOzsHVzE1qbY7zx2kI898xr2LKpEc89/TpmPT8XLc0Wy5d+xD48wX6HzGeRbbdoYhuam1qxevVHWDDvLaa1sq/L8Nvb7sWSJUuRzeaxYvkK3HP3vVi3dgMPDjvw9NPPE4DPx969rZTNdjz44GO4h5hFv1tW/YdcT9xCJ3Dtx1F4WR2fHPM639UKrGBXf3ZwKQ+tevB85ZVX8OSTT0KMQD8TGT16NAYQ2CpwHThgIHr06IEWvjHo07s3fO6JrTSGzZs3D88/9zwW0AAyi0YVtZgPHjwYQZCAzg3DtXT88eP59qUdz3Idfvvtt6H1vLPoHYwaPcrx1DoaGnq79N7k3YvgX38JRURYT8C9HA4c5wkUFCALxPEWESdlXcNK0iUYQQDem5Zv/fSlHy3rCYJvEUE1QbpPAK9lLS3xWiii8U5dbZ+S9mcdDyHvvLMI22gQMp5hvZzT3Pc1Tfui+Y8UmSPF6EjwSQdpNBMIL5q3CFvckDOWAAAQAElEQVTWb0VFSRUt08BLL76Mt958C3u272H8FjRxMvtRAPCUvXX9NrwzbzHW8/Xa7q17sHntFmT2ZtGyuxUbVm+kla0dH61ci3cXvouWPe0E0B5AgLdt0w4uGJuxddN2LF28Aqs56duas/AJ1CtLq3Hs2PEY0Gcw2pqy2LRuK3Zu3c3DwEYsfXcltm7cDgX/EvsOmDc3tmPF0g+wZNEyrF+7iYvBNloVdsJSaZaKjqnkiK/TGcG5qYvjkZDWV5tHnjJZvmIV3lm0BAlOmmSqBGvWrscdDmDPAdc+RJRvc0seixev4gn5bXy4ZgMtYx4tVhYLWe6dxUvQrXsv9OrVF71698OJE09GRUUtdu5qobV8LdZt2IJF7y3DW4vexa49zYjhI1VSjiHDRmLYiNGASeL9D9dys97D16wb8Nbb72L1Rxu5uUYIeZCLCcBb+Sp1xcqPsPCd97Dmo03kudm1M8v3nxHAZezL1icr+Yrfan2P+Q5OgZmVWIUGQ8l5nBseX1f4pLQ1SOrbrUyI/t16OdC3ct0arFy/Fh8SlPcaNBCjxh+LYyediDaC8tlvL8R2AqO127aggq9Cx08+GSdNnoxUaSkPVaBll+CAOlrFtyY79+zBSdOmYdppp+PUs85Ct4YGWkMjRLTStoZZJPh68pgTj8eUU0/BtBnTsYuvSrfs2IaQIyYSIM82hyR4DHzFdfFpzdd1ClyvqBaEtJB5xsD3PBhuXIYHVo2vrqpGdWUVdmzfjo3UyfwF89HQpydGjR2JY8aPRa9+PWklXoBM2A4/HWDpyqVoz7cTnG9FU1szquur+dZhNdZsXItRx4zG8DEjcPzE8YBn8dY7C9Dc1gQ/YTjvQ3xA6/vGTetx0smTMPWUqTj73DNdXXPmvkH97OJbrXYkS5KYdPJEnHLadJx1zhmIbMj1ZCHnbg7tmVaMHD0c02dMw+SpJyNdlsb23dtx/AnH4ZRTp+PYE4/Fzj07sYPW9/dXr6LlfBFGjxvDdo3CccyjB4wFC+ejqXUvxBcMHzkcU6ZOxulnnIZuPeqwbMVSgGN62PChGDioP06efBKtbkMRJBIIudYryFGLnwUgIjgqLm0MtC0G5eWVOOOM07GD4/yhh2birrvuIdhchUQijQEDBjl3xYoPCJhCxn/APgH9+w+l3rcTqGYxfNgYnH3WRThm9PFIJ8sxZNAIjBoxGmedcR5OmjCdIHwjNq7dgQnjp2Ha5LMwftxkxPkUFry5BO1tWQJ0gwG9R+P8c8/HFZdehf59RuCNV9/DjOmn4+KLLsYVl9yAKJfAe0uWcdr5AA/uIHCMwgzBWARjcmxTMzwTwUYRWpraMfeNt9Gtpj8mTzoDk086FUMHj8U7by3H2jXbuS/vBOI0Thg3BReedzVGDj0e5SXdMHbUCRgz8njWeRlGjxwLrSfD9vmGBrgoRsA5cMmFl+Ji0oUXXIzWlja88/YiLHtvBQ8S23HeuRfh8kuvxAUXXILBg4agubmNskvC83zELG+oe+GB1HItOSrGwH6NMJzjIoZ9BtQ4puNVLdYKnPVNogLptwmU9Tvqiy++GEOHDcWIESNxOsdNO99OvfDCCzyMzEGfPn0weMhgRNzTU7RCN/RqwEdrP8ILPPxu51oxjWuvfoKS5hvL4447jgepCiiov/ba67Br1y688PwLWLZ0GY499liceupp0DZUVlVh2PBhaGtrx5TJU1wcKMtSWuX1m/SAQDoIApSUpDFy1Eg0cE0XiOtLbW0txowZwz2kFAMHDsTpp5/Bg+VK90ena9asQb9+/dnm3tBPW4YPH44ELe6Wa18cR9C+axntx9ixY5FKJvEO38rq5y4R9ckhCK1GgbgCfhzBi5o4gtz+IFaCMBuhJCiFRwvlsIHDOCGvwOWXXIaayhp3Sm3a3QybAy3fKeTacpg/dwFuv+V2PHDPg7jvrvtw269uxaMPPYptPG2v+3A97rnjXtz8i1/jQVrX77/rfvz6pl9jEwFaltbV2a/Nwa03/wZ3/e4e3HfPA7jzd3fh1VmvobWpDbt3NhJcr8SunXuwfdtOntDvx9133oc7fnuXs9Y/eN9D+PCDNQB36rVr1uHhB2Yy7U6oFf+O2+/C7357J94g/zZO3DhfmNCB70EnJdE4pcRVkQPLQqDEiG/crQuB4YSqrK3GRZdcihu/811868bvom//wXjqmRexkVaY9Two3XvfTPzyl7fhzjsfxM9vugUPzXwca9dv5iIwn69Ut2MRQfmq9z/AqlUfYNmyVWhqbqfVbSV+8rNf4t9uuhm33Ho7bv71b3DHnfdi85ad2EMLyPsffMRNZStfkzXhoYcfxU9/dhN+8tN/44Z0P91f4uVX5qA9a5m3DQ/PfBL/8tOb8PN/uxn/8pOf04J/J26/4240t2cQOf1941T3e3XYaimulQXHumnAPYquhW88xGHITTWGWhxy+RzgGSRSSTQ27aX1cx3mEfg98tjjeOKZZwii9mArLRV9+/fHpJNPZvpaPPvMs9i+Yxdq67pxYyHg5ybTlsnRStqEnn36oq57d1TX1ZFnCv1ppQE3y/ZsBiku5vXd61HLV6PlZaXo0b0baquqkWltg+XinOCCr4tkxPaJiDb/q03sgj1ED2LuMh5lrgBcf/83zOepGyBh/AIYigFfPG64eWge/Q3h7Tu3YfnK5Xj0iUfw2FOP4d2liwnEMzAJD8NGjIBawdcStK/dsA613erQ0LcPdtDSrFamOfPm4tHHH+Nbi+ewmW8h9Hd91cJN9M/WWc7jJpRVlKOe+igtK0ENN9h+1HdTS7OzxAVcO/r178PDeD3KK8rQr38/VFSWY926tcjQWl1dVYW+/fqgsqoSFUwvIY9S6reaeq6sqXL8dBOGAd+gbOXY2cED/xw8/sTjeO55tomv5vU//NB+6oZfX1/neJVrm3j427u3ESov/c5UjKCkNE3LXwB9s2AIcpIEJYbjRcMKzNmpo+r2uB8df/wx+Pf//kfQb3zVQvjgQw/itVdfR0V5FUaNHINlS1dg5Yr3CYiXY/SoMQQ8/aAWzVGjhrlPS55/4WWkkqUENXUoKSmBZzxUVdUgRdCl++a6dRsxk+vrr351Cx579El8xL1y5/ZdfMWfRSJIEigNR323GlopK9CblnnfC1jvSKTTPnr17IOGXn3QwgO3zj3lbTh2Y+QgJgdIO6K4DYmk0GrdRtDWxr26EQvfWsb9+iHc8uvb8Dr34B3bdyNLg8qMaachlSjDww8/Dv2UpGePBqRTZfC8BNI0BpWXVUABmGcIognMdI5YjvmG3j3Rt29flJWVsY292dfu2LVrN5poRa+k4adfv4EcX9VcP+oxZMhQ8kpDeag8xbCZbLOQwJ0eR+FltZNsn7ZXm9ejew/86Ed/iu9+97u45pprcM3V1+CSSy7BSILwRCKJJIHriSdOcGkXXnSR+0PNK6+4Ej1oIVeZgXvihIkTXPxFTL/++usxjWBcPxeprKiAgvpu3XogQZB7/PHH8W3MDY6X/iHmRRdeRBk3QNsS01DT2NhI0D7KAWQRgSENHToEl19+GduRREjwX1NTi0svvRTHkZfHMS1GMIR5LmFcgm2toQV8ytQpuOKKK1zd1193vTuEVlVWYcDAATjzjDPdH22CvKl2Nxf0D1M9HsLGjhmLb3/7265c33594ZO/YT43v9n+XC6PI3mZI8nsD+MlMLSOKdHAgZa9rWjkK+UtW7Zy4DdB/1I3SauDJ2xyBGwnUPvNzb9FYBK44tIreBo/mZNxJxa/sxR6sm3c1YhVtLxmWjM46/SzcOr007Bs8Uq+tnoBES1m69du5KuzjzCg/0BccP6FqKmqxZzZb/KV22bs2d2INavXoonWVOW1avn72LZ1O04/7QycylfoGzZsxLw587F541a88eob7qAw4YSJuOrKa9C9rjsWLngbmwgYDTwI/+nAshxc+8/HzoELpuMbeMUURsiFIOCgrqyuRiknap9+A3DixJOc9XkZZf7ssy/h2edexokTpuKKq65Ddy7QD818DGu5yI8bdzwaGnrhZIKx/lwQd+7cjQ8/XIscDz9b+QbljTnvcJOu4aJwHU/c4/EaF+YF1MteHrZWrvqQ1vNGburteJ+HqvnzF+KUU07DZVdcxUWiBI8+9hRfQ+7GbOp45iNPoD8PCN/9/g8xavQ4zGNetaY3N7dAJ6zq9xuovi/cZc5azm84EurekJSJJQjkNAGRHtptni+7YqzdsgGNBOED+vVHKkiiF4H0hPEnYMpJJ2E6rSSnz5iBM049FUkC6rEjR+GUqdPcgr2C833R4ne5mOvoAkQEfpCAfpcY0qqR5StNy/Vjz94m5KOQm3OC4CmEJdA2XImF60KC6T4EUTYLcLEH8/nk45GgbcVX+3LrjhzcB8Moj/1WSgaBkzsNv8hnczAEJRILdvGw00TZ9eSGnUwkkUqmMHbsGEyaNAlTp07F1OlTcda5Z6Ff//7oN6A/0gRoy1eu4HzewEN2P6RLS6gPH6XlZZgwaSImnjSJc3sCZlCXM06dgYrKKogIuOsSaEVQcC5GoNYxfaWcoU50zgWJAPo7wblcDjEPTHke3lpaWzj3cygrLwUEtEOy0dCLLsNBQJDFMRdzzQlpSVW+SrkwjyCRQB3BtrbnhBNPwLTp0x2AmEYQUVlRCcuxEVAmPjdocAz4HHcazrN+3ZhdLczjeQa+H7g26WEGvDwto32i/49/s+OuUnU7SSNitLe3Qz+1CXwfU6ZMxpVXXeFA54K3FqK9LYPjjx8PYzyum69j7dp1BJrDUFVZTdBdinPOORcXX3QJ0ulSZ/1ctWoZxZJn31mHbt6kZNJD7969cO55ZzP/WTjzzNMI7K7Geeefg9IyWo6ZNc0DixiWCyzLh6zPIrZZ+EGMmHpV/UIibTAizt9QdRUYxLTI+QnGS5bjoJVrtlGVs20lOHH8JJw64zRaqs/DpZdeRKB3NQYNGoCG3g246qqrMINrR4Lj56GHZxJUb0fgG/KPWbeQDPSPV3VN0gMAeAUEYPqTeKp71a3qPeabPBHf7R85vsmDeMxpaBVv4XoSsS/sB8eY5gXHnPKjwzxdc2v9IsImWIjQ5RjWlohQCfSICHzfd/0PoxBDaKwYMniIW1P1IFJZWQnhPFSdAEK9pxyAHTZ0KPTb7jLO5zzXVpWrYb4U9VrNPX0ED+T9uRboQSbPw70xBgraS3hYE1ZdVVWFGoLpQYMHubGnfMAExUt64Fm1ahXGjRuH7j26w/MM5RpD5562yZAXI1y8/hGofoYiEBU325dmPd2RTCQRcQ2vKK+AWu+HDx+Bnr16unRLaWi7unFvEWE5hlVOeqjs2bMn9FvxdDqFPn37oF/ffijVN67cJ8C8EXWbIxBXmWkbwEv50VEu6vxeZH6vUl9SIUu+AgM98SygJexnP/8Z7rr7Ti6WPqafOp0LbRkHe0x5GJ7Wl6J1b4YA+XRM4ElNX2VMW7jYCAAAEABJREFUmzINPgeDjawTZuAFmD5tOtMnOrdf/z585bYcmi4i6NWzF6ZPnY5JEybh5JMmY2/jXlpbN7l0ruZOser6XMiPG3ccJp44EZMmTsLggUOwkYB808aNbMd7fGU3HKfzFfj448bzNd3ZGDZoOPGFDxtaCP9ZLtTgRT3yeahbDhX59Y7jghBzUBspDMGQA11EoN95qbx0A375lVfcAqcAQL/la+Gbht27G7F69WrU19WjkgB+OK0RvXgqN5Szzk8xnpsfNTwR6yuvKVOmusVZJ9iqVe+jjRZPnUyx6sSCY81iAvU/ffopmHDiJJxEcK9Ae81Ha7B8+Uokk2U4++zzOD6m4OKLL8WxPAQYHWNsvy4IIt9A3X3BkakSMiovJS5XahGnA2d69QWbd+/A8rUf4q0VS/Dq4vl48c03aIGqx4j+gzC0Tz90r6hG3JJBfVkVfB62PliyHIZv0TbwIPXkgw+jedsuNNT3QFkqhebGJnC3dqxLCQb79evHg/Q2vPHGGzxgr6a1bykWvfMOYi7SAV99+7kYyQhIEWwmSB4BecDN1ucakmS4hGuI5AjcCcCUL74mF4f+J3oiDBmOZZ2TgfaVczOXyWLdmrWU2TK89+4SvPzSy1BQPmzIMOhBSWkXLZ1lJaWoLKvA+nXrsHnDJs7htNNfD2508+bMxd49e6CvrpXvMM5X3Rx379yFSm6SOhY+4LxsbmqG73HDJejyOIf7cwPM883G/HnzoX88tuidRZg7ew7X3kGoreF4IFhbuXwF5s6Zg4/46vnNuXOp563OspogINY1RPujrs53z/gw1LfWZ9h5PWBY6thw3dA1pJyWzz20eFYSfEcEFmu4xrRzrdA2BwRkTvcda4YuMLrJazt1HGdaCWyZf/v2HTxEhJpMsvuIou3CWzXbSYVmKOjI57OYPft13HrbLVjy3iIC7tU0eu1G9+51zkLcq1cvWq4HYNasF2GMYBitjVGUw7x5b+L+++9HKh2gO9925HOtaG3djQTBcTa3F0uXLcSGjR9ixMiBBMcGmWwTamvL4PsR19N30Nq2m2uqhfHyiGnZ9uh6BORCYM3BBdgMDC3fInS9LMdECA4L6D4Rc0xy4jIcUWshO5NjvZa8Y4K6cu7Dg7F9+xakUx6qq5J8+/khtmxZ7Xg+8fhDmP3GS4wvweBBvbF71xZkMo3sB9DYuA2LFy/E1i2b4Buy5WFC6/QotogHAMuxZjhw8rkMNC6dTmDIkEHsdwuefOpJLHn3XehvcM+ePZv9a4OwcKhtFeHw4GAjS6EM6XTJrfrW+mMaBDkqERJw6ycpbByM4ZzjuNY86tcGaovV7w4TlIHOIREDEaHOIuherfkZ4ca4MM3ykJsg+FXQW1ZaBmFcECSUHTweSFOpFIxnYLQ+7gNat6VLlswjLl7TIrZN8+thUUH3MWOPQSqVhgjbCdbPekQEIuq3znWgGBqOydZS3xbi8gM+sZtQ9sZ4YBEY1q8EXhHXGl/nttUilu007B95UB7G8xCzffqpEbOyrNAR11+PaSxBoM8xqEyZpH1R2TqX5Zj5C9/mC5f4EgsYdow3DEf8iNEjcOmVl+LKa67Et7//bYwaOxKJkgSyURbgxFBLSIqvsSsqK+AnfCRTCVTVVKGyiqc4lo+pNMt8+tM6oLDSJSmUlpcil+ME54wT9ry0rISvqZNQf0VlGRUZO4UE5KeWF0skHgQ+fN9HVXUlgkRAv0FpWSliTtAsLTX6vzUl2Y4y8g7jEOVl5SgvraRFKeQC4oEsePr2IWyDC2gE2wVeFlQuid5v3M19EZwXCKM8stkM/QYigqbmJsaFUN22qrWL+mriq0r9RjXPiTpt+jQ0cKPwqUOP+Tl94FFzQn1HPH2Drk62dEkaesoNuZim00mUUWe6sIa0okUE/rrxG491UvINPC0nqUPLRbiyshyeDy60zWxXFhXl5aiurmHbDBf8GlTqeONmLyJuDFjWTRbF+zMkIFyclAqAHBAnM8v5IdBPEdoy7Xjh1Zfw0pzXsGLNB2gY3B/nnX0WqpJpDOrVG6dOOhl7Nm/BK888i8Vz52HUwEEYM2gwhvTug+NoGV9MwKZpaVovjx87FnVcA/o29CbYK8dQ5p02ZQq2bNqE5559Fu8sXIia6ipUV5TDEJD3pGVmCAF/CoZAP0Sp8TG4d1/0qKqBz5Z6XJjB9kMvji11fn86OkrajmZ0uk4djHPdZGRMuaQSKVQSoC5ftowg/CW8TYtpDeeBGi16Uyd1VXU4fcbpKEmW4IVnXsCs5wjaIg8Tx09AabIUCRNgQJ/+6N2zN0YOHYVuNXVIegn0beiLC8+9EFs3bcXzzzyPBW/Oh/IbNngYyksq0Jeyr66oxpBBQ3Dqqadhy8bNePXl1/D6q69j0IBBfCNyJkpS5E9e2p6tW7Zh1vMv4n2+FZlwwgSMHjUa5eUV6N+3PwIvgBGDZJBAt9p69OnZ4NrlU7PlJWXo3aMBlSXl6Mc2XXzexdjGN52znn0BCzjG+rDd2qbK8kpom1OJNGIeBFN+Et1qukH7pkt5r249MZjtWrFsJT784AO00WCQSCTg+wGHDYUJcBShiy5hvaaD6GhQYghPI+UVJZg85STKKoWnnn4Uz7/wJN8OVOL002cgXZJk+w3Gjz+WFsEUhg0f5D4lYZdw3PFj6C/DzEfuw/wFr2PUmCEYPnwAGhrqMJb+Dz94j4D9VVoTu+G8807luHkdjz56N2bPeQG9e9dg2LA+SAQWffvVo6rap2zybE8OvXpV45hxA1gvAY5avoM831p3Y5luiLnue9RjKpmAjWOCoBy6d6vFGGIEbsnI51u5RpfitNOmkE8N36bOxMMz7+QblR0YN24YunUrx7RpE9DUtB2PPHIP5s1/FZddfgZ69KxA/351GDCgO4H6KzysryLfGra9F9/6eKirq8TgwRxHAXdu4g6fJ7gB/Rtc+vDhQ6BW/+07tuC++++FHmzKaD1V3SsgC7gW5Wk91SXDcKNTIIwuusQIDx4ZyimEMR7JOLKc+DrntW1KCrKFGvGJdzRNxECU2H7PYxn6PW6OaVq2YwJZtXYroDVMV4u1vum49JJLMXDgQOo4KOyPrEB5dnZd69GDgO63mUwGWk5cosDVL9wdWKZbt2741re+hVGjR3FMeBwDEZhEvw/hP21jEPiupPIE+6K8NEKt9KoDq8JnhKYbyoBsoW3VsGXAMl3EIKCulKeIuPY4XCBwVxRFiJlPA5pP3RzfiCWTSVdO5aSyMMaDJU9N17aBvNT/Rch8kcxfbl6LBGeW/iV9gqC776C+mDh5AsZy8tdzovtpD+1hO5JcKPJ8nT1s1FDsbduDxfqdYr4du/fuhv5vS420nGZyPJ0GgJ8wBO8ZxCZCnhO8nad4KzFiknhwQDwkGISGDZifkb5FLswgwdN1kqf/kOUi1hfSKpBj/dl8BhrOc3ImUj5q66v5GvYjbN22GcLJ+gEX5OVLV8ITH0LE6VFJ+srDUqmflF9hof5k3DcnpIuqCHXOCZUgZTKttIB9hOefewZ9+zagb59eXCT7Orr44vPxp3/6A1x4/nk8TGXQr18fWkG5MIc5GESUdYiAOkwG1B/DYZhFMhEgnU5wQwbTKWselIRpXGe4UBjYOI9MWwt1FHNxzyPKtbsFOIra4XkWtbWV6MM2bN60EatWrEBrSyvW8XXt0qXL0d6aQ6a9DcLNAcZ8c5T2+/ZUWFCJCyZI6qUG4FN2o0eOxJ/96Ee46vLLcdkll0C/KZw+bSr6NTQgwcWtloeoiccdhysvvggXnnkmLjv/fJw+dSp61FSjtqwMp06ejO9cew2uufwyXMnyo4cPQ6/6bpg6cQIG9O4NjzwG9euLK5h2xaWX4CKWH8bXsDEPbgreR9J/0vgTUEeLaMD5mjI+Jk+ciJH6hz0cQzHnrbDBwsX891lg2fOj7uZsoBY+2SyKCbrx+J4HD4Ju9fW4gjr51rXX4corr3T/uYd+X3nsMeNQkipBRMA+nG8AT5t+Gq674lpcev6luOTcSzCs/3DE7TGSJolRw0bh29fdiFOnzUBtRQ3073xqyqsxbvQxuOT8i3HZhZfiuquuxYwpp6BHXQ/0qO+JyZOmOPCb9FPMNw5XXHolLjzvQnzrmm/h3DPPRa8evZCQBIF7OYYPHc5D27m48vKrcPmlVxConw79+6LuNfU464wz0b2+O/tikArSmDR+Ik6behoqSyrhRYKetT0wY/J01JbXsG21OHbUMezDxbjsgktx/RXXYcaUGaivrkM3Au9pJ03DYL6lSRDccwmBtl/bWcM+VZZW4IJzLsBlfGum/0lIKcdrjiBMDQyWQvUoT3TZxYFLXRaUrf5OzcfwA8HoscPxvT+5Ad/7/g347veuww03XoXBQ/oj5N4GidC4dxf3typMnDQe5ZVJBEmLhj61+LN/fyOuu/5S/OjPbuTYuBDdu9cgmTQcI2fhz//8z3DOOaeivnslzjhzGr7/J9fhqqsuwvfI/+prL0KvhlpUV5U7oD7+hJFsneVb7CyOP34k/uzPricG4OgzoMFLcNbZ0zB9+hT4vgcjBtqPiMaVBA87J/EN5lVXXo6SEu4DNkug2YSBg7rjOz+4Gv/+z7+H73//atz47Stw3PiRKK9KYczYIezjNQR4VzDterb1dNR2K0Wf/nW44srz8cMffpuHj2MwaFBvnHvuGSivSOP48WNx5RUXs/4Y4kWorC5ln2bgxBOPRUQZ9eH+8L3vfQc/+tGf4Prrr8Gkkyaivr6Whris07hK3PMDFICai/rjP1ijyi6dLqGsSqBj0nDdVcCYzeZcOOA6JyLUYRIKiGMaGlmMfQyhfqU83xYpiNZx3dzc7PKW8vARBL4rozwUoOpnIEkatkTXSw43Hf9anwJ33/O5x6ao44QrE9PQ4VG3EQ9YqlwRcYeGtrY2tjXtwG7IdSYgWNa6tc3CEZOlEVTboO0Hr5DGNU415Dk2Yh4SgkQCIgLNr32PyV9EOEZyUIu7tieVSnGf95gPiAm2RQSaDwJijBz7Hrl2Jgi6dbyJMIGVaFkRcXn0MKHYTst7noEI87A92j7LOun9Qrf5Qrm/5Mxt2XZYAqEg7cP6MbKcZKGXR6I0QMzXXAhiIGEhAdB/YH+cc8E5mPnYI/ib//PX+Nef/xgLFs2DX2aQKAkgBNXWE3gJgQlYjMC6tDyNJNMs8ogIxvIEbRwfAPPm4yw85otiKoJphq/PI4JwzaNWhBQnvR8Y+Fx0AoL8VGkCPXt3xznnnontO7bir//2r/B//+kf8Ls7bkeOr1dtaBHRkmLEIPA8Kgq87H5Er7vFPb9pD98IPAmwfNkK/MV/+U/4L//pz/Hf/utfoHH3HnznxutxzDGj8e0br0VMwP3j//dP+M1tv8IvfvEzWp6aUF6aojwjlHKc+Agh1JNnYqSTHmWeAWjhTnKcZNqaQQaw1GmCugs8celJ+kuSAcsXqPUR2kEAABAASURBVISHqsADhONCePhKBhatzY2YNGE8hg8bjF/828/xV//rf+D//M3fYM2HH4LzDhW0vmb4aj3mQoDi9ZkS0FGvPxOoP2toxVJfJJbwuLiljY/6skoMoJWyD0FUXaoUZeKDqx0MkQ+nIYQHqeryMgzhnB80eADSqiwuvIb69H0PtdRFt+oqVJWWwnKhLuGJq55xac67nVs247EHH8LSxYt5YAM3ygy2bd6EoYMGEaQFSPoJ1FbXIMFNM2D+ZBDQIlbLg3qKa0SEkAggZiMsxwwbxFZ/PW9OR4AbiMf1yjOGAClP0FSNXnwL1aN7d9TX1SPwfeS4gYe5CCWJEuI1QW15LXp368PDUU/UlNXA5A1K/BQkBNJ0e9R0R0W6HJIHAlqkw7a8i68hKO/Xsw/qK2p5sC6Dx39pWp/rKuuok5ROYQRcH0pTZWjo3oD66npougJ6rT/MhjDWUHd16FbbDfUcO7qeSGzgmwC9e/TmuBFoXp+8tb76ylr4HISGYDxJQF9TVo2KVDkitknbXMs29e3RB3WVNaiklT5gnqSXRC3LqSssa/MW5exPJUG48okZLk2V8iDRA/oGzeMYMkbgU1bq1wOO5ThHV108YIIrG4cxCpelE1PVISnDNpegrlsFevaqQU1dKXK0MoNAvK29GfMXzEWfvj1Q362K8S3Qz1GSaRCoehg+qj96NlSiojIFY4Ag8FFSkkKv3r3QjVZrVWDMPbVnzzoMHcY3JH27QQwHAWeUyqWmroJzDLw8yiqByqo06usr6feA2EeCh4WqqhIaVErYTksK4bOOZJL1cSKWlZSy7gok+EbcJy5IJJmeyCLwW9GtvgS9+3RnO5PwCKJz2b1IpT307FmPoSMGoW+/nuRl0dK0E7HNoK6+An379kRJWcAyacqhAtr2mpoKvgUoh+Hcz2abAWRRWZlmvSVo3LsTDzx4F1599UWuE1m0tjXhvaVLMWzYUNTW1bBeA8ONQgFeJpPlHqRyJ4suuBXI5rguWs5vBbo6HNva2lFaUsJ2em5Oa7N0bgvHrjEGOVp/NU51pePXM4ayDaA/W3jPPfdg48aNlFHM8j4MyzQ27sUzfPOovzriGc+B7UQygZAgftX772Mx19+9TXv5dqIJWr9hHq0/056hrgPkeYBVOT3wwAO45ZZb0cnH9z0H0H2vwDNDa3q6JI1kIsk3H200imWgc82R57M9mi/P9meZ3u4AeiJIQNvkkUdAf0SAr8Y1BfEK3rWNCuR1jmgezR/4Acu38e14xsnHiKGeY2jjtS6VSUlpKcdnGlqmtbXVAXhNU8LvcZnfo8yXVMTCT/ooryyDfh8+5rgxMAkBEkBrngsBF4kefXrgTJ5a6zjBy6vLce23rsYN370WqbIExowbgxu+cz1OPesUpMvT6N2vgXlPQ1llGXJcFDK0no87/hhMnzEFZRWlOGnKBJw8dRJSpUkqLIv67nU4ja/oBg8ZiH4D++Csc05Hn369Ud+jFlOnT0ZD314ICeo832DE6OGYOGkC0iUJjB47Ct/+3rdwwsTxSJPX2WefDf1ZnUSQhCowzIUwxiCmhc3yBKbCs/r4hlMQBBhPfVxy0Xk4/thxGDigH60LV+Ov/+a/48QTjoNnIhw7bpQLjz9+FFpaGnEG9fPf/7+/wNDBA9G3d0/MoNWkd6/u8CTG+OOOwWmnTkNdbRVGDBuCSy65CLU1VbA8WFVXV+KUaZMxZfIkV8+555yJkSOHobKiDGeecQomTTyekyxCltb5YcMG4IwzZnBRHYSBA/u6Np111hnkVU2Lydk456wzubXF7g/8EpzcRjhGv+G6/LzuKx4g/oFSTHHp+DdckX2CqTI/iVLxUOVxvjRnUW2SqA7SBEjtPDjlqJM2JAMPKW66Ob69aOOCHjCcSHiIGU75QhCQRDqZIHgTpDmuPM4zw41H+Hq7X0MvnHD8cVi0cAFuu/lm3Hrzr7Br+zaOnekoLyvjppHfRzEtQmIEEcuHOl8NANYT8gCR4Ru0PHky5ut1UxnCHhnPg24qEWVmqRsjjKXlStetRCKAMZQtgVCKlqLAeDzU5DnvPFQQlGb5pijBhTqI+bQJYjmjIcTZCJmWdmclFwJZBecJEyDKREhR38IBkQ5K4FkP4MCwHQYMRKDYEzAE70k/xUNzGccCN0LmV6CdYNlaWq2ryqtAbAfNX1leiSTHkpBPTCNITJCsYF7rsQxHmdC1Rw8JSUnAI2g3zJs0bDNBv6anTJJWc8PDBNvEdOWrJPRrW5OsV3nm2X71a3xlaRVb6cOyzQooIlrmErTMgZeTozEQEYa66ta6O4i6dq3geI6iLIRrrJ8AjBeC2xViAtNEwiCVSmIv3zRXVJRgxoypqKktY94cwWoS2VwT8lErIFlYybBMzvXP5/hJcGxE+RxBTCvHkiCZCmB8YVkQlGXhEWB7vgHgkWJSlvsiw9R/TAFGXKv1N8Y9L4Vsvg2xKpeLh+W8izuIlSLiuFQ5J1MptLU2kw91y7ZD2pFI5UmWdVlXv8f6fdapa4eVGPqtvCXfRNJDCXECWwaYGOLFbDNdE8JQLl5gCcJaEEZt1G0befmsJ8+8TGfe+voqnDhhPBa+PR///M//iB//+J/dHnXuuWejuor7DudQzHaCrmd8+EGC5bvmtmyHgtgmWrRVT2q5jSnPVgLITHs7sgTeMfPop78i4hqZTpc4Vy3aGQJ5/R39lpYWrF+/Hm+//Q4a9zayazEBKOVhPGzbthV/+Zf/C2/MfoNjIqZeY+qmzeWbOXMmfv3rW1xZtUiHNKQ0NzVB29OeaXfWaj/wHa+RI0dh/PjxSJeUFNrF+aTzqp2gPSSITqVTCAnw5745F//0f/8vD4zzeUhsRZ59UEAdcv1S67el3BOJAAqMcxyT+hOK2seQxjM9aFhYKC7TfEEiQd17rC+LxsZGjt821wcRcWNb82o7VYYqq075Zdh2lVnMNrI6ygOubMSwiDj5fZEHZ0KhkED/HVhUOiLUVQK7oE078qQV5TkZK2orMOPMUzD6mFHI688Y6bwlKVDvO6AvzjrvTNTUV8NLGyRLA8wgmPpv/+u/4YJLzycQPxWXX305+hJMDx4+GBdeeqHzq7UdATDt9Gk458JzEHFFnjDpREw/dSq4FnPBAHr06oZTCcL6DuiDhn4NuPiyi9GPfHo1dMc5552F4cOHQDyLIOXz9dVx7rdqK2h9W7FqJTZs3IDJUybjSr7OHUJLaitBXU1dFYKED+HCp8oyHLDC7QUQoIMs9PqCsnTFtWQMS94drOgXWA1onLIlubDG0d/pqNeR8nGewsMWnP2eGvPlkeHIO4k6+O///S/wn//Tf8Bf/Oc/xwXnnY1+PPQoEOfcZJNDDB7UF//lv/wH/PM//R0t5tc5EB7mMujDg9l3vn09Rg4fhpJkAlOnnYwzz5yB+tpqjBs7EldedhH69e4JIxFBdwmmTT0Jk3hgGti/Ny664FyM4YGqe7caXMzDwDFjRyPgol3Ozacf0y+55AJaSnpx8ViL5cuX4ZhxY/mK83vQ30jdvWcXLT9VKC0tQTIZQERF9uXJybHXKvCxD84v7ql+wf5XISRMFUYrgX7sd2lrXZAeOSDNxR/hB6uBpaCIfTj3gNhwzDNSuILFGW5wpLi5HXUlZfDol9YsSrnRqowTnENZ6lsX8AQXzVQ66RbtXC7rFlpyouWknYt/REuoJXFecMH1xUABfyrg2Dj5JPy7H/4Ql19yMX743e/gT278NoYPHkSdc356BkLyAm4Guv0TiEM4lzxB7IHbdkyy4ECC5jvCojmInViBMFbJ0NVb/WAThA/1d5KmKTGJjj41BSiUE/JRAl0wzjpX8PGlfiWN0Q1bRGC4TqnfNz4SlJ1hqSw3Qt1pdGPO0yLtiYeEF8AjVwXb+v9D+BLAEvQqoFY3zEdQcJxOlsBGljnZ+pCypHEiSb7az7gjbJhKLMaBAeqEfMnflVFZkNqa2+DqDJKICdjLS8sw8cQJGD5kOHzm1bSWvS0A65EYSPgJ1hnDiGHrhePAQOt0ecE4NxCBQHx4DEfaJj+JzjZF3OwND4r7iHm0DpVLyDYrL098HhAitkfHm2U7DOtiEwgGIoIG3eSpLnzWxWnAZEvucGWhBSwO49ov0z6vsFwHdThwXA3gauh0hWHAcAFW0nYGvoeIbyCtjn2mhgRL9fV1uP5b12LcsWOhe5i2LR+2I0GAEwQeLY9tbG0exhOmM0x952jdFILyMh6MQL3owc4zHiAGHssYAWLqyJgEywj8wOew4qGahx3wEmEbtVwo8MhHKeIBzJgAgCCm7GMARjwkE0nKP4TvB8hRX0LmEfGD/tIKQL1EQI4ALYoiVu/xgJFmXZb5PQRBgJjxWQJRlYH6qXyICJSX8QDPGATcVzy2W/dZ5WM8A8N6wCtI+DjttOn4n//zL/DDH30PP/zhnxCM/jfKazTUEg2I++d5Hr2GshIA7B9j6Tn4FlVkgYTrEFji4ExfPEZloFbphwmI1aJ9z7334Omnn8ZTTz4J/ZWpd5e8iyeffAJ33XUn7r77btz+29uxcOFCZAnAdb7r74w/cP99TL/L/bGqfqppCeR9z4f2TeWibVV3586dmDNnDrZu3QqPY8p4Hj766CMsYR0K+rUtCujfffddaDvuvOMOPPHEk649Dz74oAOyHmUc5vOIOI9effUVPPrYo7j3vntx1913sX13Qf+Qu7GxEfo58JL3luDpp57G3DlzuQdk3G+JP0DL+p133sk36b/B888/j5bmFgfWn33uWTz66CNQGfz29t+yz09i65atTsqtrS147bXXcO+99+Khhx52ac89+5wr38RDQ+OeRvcb5bez3K233oJHH3kUe/bs4VgwPATkof8Z2V2s87Zbb4X24yP2OaaMvqi2OLSEw6NA4MInJFiy4YJViDUcQgKNjnhijPja58ugkHxDk0OWp20bxIBvOaUiWqNDWP6L+Ko6ZoxJcGAnLLLIIAxCxMwb+REkxYnE2Pa4HSFP+qEfIk9+GebL8/WYUuzHkIQwPo+cl3P5NC7vMcy8NmmhfkmAfCPoZzIZLkBBkjJge3TCWu4aSsZ4nNxCRbdj4VuLOIjvwm9/exfuuu8uJKssRowfBL+UgmSdljuEEY+bAokLj1FiEnsCMC02MQ5bpiZEpG1Vojwg5MJNhT1jyFJSMSz5UX2c0sI4z1GM/S4p+FWnGq8uBwGU1G+FjWO7IBHjvhwyPGr5aGcVLfCpowR1IFGGFqscUl4Mz2aRkDz9eSBsghe3ICktEL4h8QmPUkEWPnVouKNxzsOnXFKJHAx5pNj/skSe8m6HZ0PGZVFCHSY5JgzamTcLrS/guPBJhm88ApaxuiGBF2eF8QJwvcbKVe9zIbobN/3yl/jXn/wEW7dtwam00FdUlcJyPrAD+FKJG6RQKZZ6jjmGQo47JStCdXFcWrCfAKwgYrrlbKXiGSf0GTAVljlBio0GIpvRAAAQAElEQVRBLOClDw8aMC5C4788svBgiGzF+mwLtSckKi1ie8T34XNDFfpDLmCRAWzC47y3yBPcxSzneQm22UPMtsbcnP0gBVHwx7CmCUcQwIIQgHIyno/Oy8YRxwDQs7YWxwwbjpH9BqIbQX/C8aZkKDM4Ynm6luWVBB7AeSqxQEGbusK0+EsksA8czvBYr7ECY0E/nAseXGBj5lBpWgglqWGdq7FwzouFu6zhkmJYzsCw7TpEPXVZ3iB25dybA2bvLAKNZVgtjmC9ojwiwNKyzWmFoOOfCYU8Ga+WH+bX8oZzRVh/GOVgAoFP3Xm+QDSRpG5MkKRAz7J+3zMgB0ce/b5XyOsxr2EbhX30mGpgIczv4unXcpYgMWB9Sc9HQ1139KipBwcKuHUgyTHl+hkDPvUo7DO0DwR/ntGxE5MbI1hPzDWBQkLMtTzkvuLRcgrGqyw9tt24NsXQuoWlLPN35nX5qJic+8SRrWR57YNxbQb1Qw8XDmaB9oPIDEKro4b3J88CHvvrk9RVcv1nXna3ICJKAI4j66FrmWC5JmtPYvo1qxJZMT9boPNLiXljlrWkmK2I4bMXASkByzcX1qZghJZPm0SUJ2/OMbEBfIJkY5JMSzjwWlNTi2SSYROQUxJi08zPsC1FMlGFhF+OmGPVwiDwS+FxnlondNYVeWyhhUgScUi/Bf3kIwm2QcMey3qMSwAouJYW8oBz23L8aTuUt0gAGyeZJw2wLB/kGyG2MQzrE6RQkqpFFKbZ/goYKWf+FIxJIxGUwzMl+P+zdxYAlhVX3v9X3fveax93n2EMRnAbHIIFh2AJErJx281uvvVkd7PZTTbuISEhhAR3dxncbYABxp1xb3nv3vp+p173MAwDDJuwDaFv3/8tP1V1TtWpU3Vvd+d5qszag+tUIEyfldLHRjnrL7B4pzoVkqaYnpFXoUGOfI4yys2Yh4/0VyoppS02FgcO7KGdd9xRu+y8mxo5aQ+sazbmI5/pV5bnMn9m/0SOcHBWN4jjLZecjcmceiqbINY3Z3ykp3oHl/NenjmVofNsrBiPzNg+/3fna/HiRRo8eFA0Wi+77FJdc+01sk81HnvsMV111VUyQ3nAAA6g5s/Hjjlfy5cv04wZM3T++edrwYKFGtB/gMwoffbZZ2WnxNasHD0QXfrofaJe6Fgztl988cV42r1x4waZ39GzHj17yNM+M6Iv/P2Fsr88NGToEK3ntP6qq6+WbRDs9PuFF16Ip92rMbgfefhhXXvttUqSVIMGDeJg7AWZYb5y5Upkyxgt1cDzRtVxMLaI/l166WW0dUHM67zTRX+8SFPvm6p1a9fpeoz+e+65R02NjRykNURD2wzwdevW6gGMeTPS7US9X9++Wrhokcxgv/vuu+HD8vi/B6ZOvU/du3XnzXvvSPOWW26RfWJjf23ohhtuUAN0+/brq5nw7Lrrro3lnHPGnogcHkXPWzxosoNVjiwGnNAOHMZLTHPyTETSUdR61yA552S7Lid+qMcz8BMmqMH8aBMFlKu1K0fhyS7aa4OCEkKvWUmFnEhui9NmrvkzK0dcpNWez+KtjOU31xhXpWkVSI4KTRnL5WI8ESGZAi8WS5o0abJOPuVUTZo8Wd26d9eoMaN0/MnHavtJ45TWJgo+SHAZInKbftR+2ZQxr5Po7zYBGmQmK5PcWXnKisndEW/kgMVWYU8rUQVJ8aZV2hpiYnxYuXcPSFouZEppBVxikc9VQP5JkIxlVTfgz2WfHCQIzMf8Il8SyyZeKOCU3hNGAVme1HkWOSdH2Ba3FIF5+uNCLoNxyhutiIB6VIy3cs45FhWvhMmfVcoaOXKE7J8eHHjAgUzCnho3drQ+9/lP6/DDP8SrsmYJpanIdye9K25sOYLLxUPVIWIyN1TrZAjQfpI33dX4TUHaVS1nFJxsjihslmp+ijCalEPs3YAZOR1tyKnLDG7sOlWRi2ku+6Ycm4C4EGF5qmXoK3IRc6galmyRMb/F5XTI/FUE5fZDP4yeEvqL3xiUMx4IUriiAmz1MZ4gfutzBlOsbVU68Id4WCeDo+6c8ZPHPNRBWSvzbiBWKC7kEqg8tocgXnpGe60NhK0too3GW4LE2rMDMUEWCbut++0JUAzmNb445fD1daCSHATn1QG5hDFD3pxyxDufwH/JgjnEA7yJvE6dMmIrPC3sMHAzwgYxUYM1qT1vB98sjuMUcgXqkyxs/TLX+h391GH5nZW1nNCxcKCdAt4lONZe2iiRwymmMe8FgvPKnaNVAVevjTWjY3BB1l6D0bWxaG3KoJKD2A5rg+UFwfrZXqajjzFPzOsU+eOcqvxxCvi3CtpevWNr8eIG4UrC5fkmtyVujmo2i5GVdmq/LIZWuDZpE8r4KxIGYwht5K4oSXJ5V5HnUCKEVupulSN/FS3kbSZscWXy5bKNR0APK1RIK1Me17XQ5DZV62mOfscu0HmLpyx+2WctqobN77yVK8v5VvJbnrKSNIs0nG+LrjiMsbhAe100Wi0eGo46gNEpluCxKrRDEnKRMlxDBbpl/EBt+Kt1BA7srG5vOzj66em3A1aX4INiPeQ1P7Qszcp4hpmIc7Tb0x9H2xxtcI4DIvrvIy3j1Qb5pFWiTlmfY56KTCxBnrlkhBhI+GWxQfAccDvCHRB+vcMrYNsE9GGSJPKM/Y0bN8ZT415squwf+Bx55JE65phjNGHChGjMmi2UstbZ398+4ogjZZ/YHn30UdGQnDNnju666y7oJDrrrLN06GGH6YQTT9Auu+4q26BFGwmdaPV552X2WO/evWX/adNO080ot/92OW/uPI0ZO0ZNTU1qbWmVnYoXikWdffZZsl8IP+GEEzRl772Vpim9hUO02xmcU459ttdee8va9aEPfUhHH3207M8ar9+wQePGj9OEiRN0CPH2T4iMrm0eRo8eo1GjRsn62L1792jM20ajvqFe++23nw4/4nAde8zRmjx5smbPma1lS5fJ/lzn8OHDddppp+vggw/WifRz++23pz2S/U+ZF1+czlv1PXXcccfp2OOOlf0DoW4Y5vbpzr1Tp2rAgAEaNXKkjMZ2o0fHtwH2Z5TtzYLJwgiZm7+NQe4to7ZB8B4NmbJbTPOCPihI6K9Tda50zJlARGBqlzHWMhRSQ2O9JkyaoBNPOlFnn3O2PnLKRzR++/FKCqnKvC7PGbDV3bGV2oIWtB0EE6yQbeWptUlsUHJ5WkFjuAN0pOqDYJSmuSZcgyODhas5tuVJbuoQpyXvHTBZg6EAEw3mN5i/AxY2WNhcg/m3Balc7mQKzXHaJVDCoBi93QidePwx+jyvIT/9yXO0z557qJQmwJM/py0ebAv9/02eVJ7xQavkHHWxUDiWeYNwxQgQF9JSB2Q+Aoi8PYf5xOUsZROIiMUdHsthRp2N0P8zMCi3WuebxdPX/7O2dVZdCMMMQg7/lbEYZRiglXY3biwYamZWtCHZiuUlXaSb/BDjm96W3gGGeJU25WIdXW7n8APZBTkxvRWQnAFHFibavG8CBL8pBT/3a0F0BGMDxaQqynIeA9FvxO2C60Q+RGNfZogDbCnF9ZUJvclNJRWqiOuu5dtcuCS9zZ1jiAcMWDOO7bvlnJNr+xRl7Lix6suJrxXv2bOnBg8aLPslyBzbpFAsqlevXpwW12FkFzVkyFBZnuaNzVqzZg0G5jD169tPdXV16tGjpwZieKa8ybTxmmD0m0FvdEw3pxjUO+20czydnj59OkbpHPkk0RgMZKvbbCb7vGPAgP5qaGhgA5XQjrpozBYLRVWwl5xjTtBuM/KN3lBOz+vr62WbBvu/MLW1tbzRqFG1j5mKxYLssyP7nMQ2H/YLppdddpluu+027K8yfaqJ34LX19Wrf7/+sWz3Hj1kJ+1mHJuhbv3cbrvtYr+tT/369dOYMWOUw8sN69dTd6J+/furnjbbN++77bqbDjnkYG2ER/YZzKxZs3U9p+NXc8L/1FNPy3iTZRXrMpuvwFuZTM452QZJb3H5t0h7LQnqTvwwiNwHComCMHodQ60DxJgRgZUkkmR+j2It1RZVqimqWFOQSxwDoS2mmT/DsKtguNtCa/lfBwW5d8BTb0c3VjHyoKQMcg5ZOVV/hAuCorFFBujjf0c3lKKSMIXwAUIOy8ptiDZTieNTj8wcr9/riolqDcTVlhJUaqYCbEHMciaPd5NXUZoZ0suQeo6bE5PjBhqb48fLzfDk2X47KfNSjvANFktUzNvhWpzByhVQOqWK1IXO5UGBt34mEzPINocZ0Eq8cua5jQREJXMtzCiwIm+ECZpYS4+0zE+c+a3cnwW0p4uOi3L53/EBoXCbTHDU4Zp/62gX4KaZvFkum8jKibCRYcBvG3gFcuddgDdIqhP5gGg23ciRloiVRGj1GI0NIKV4gfkD3ndwO+eqp8tOqmAImk1SKBZlxqv90uXq1avjpyhmZK9dt5Y3uxUVMKrNaPTey4zQnJNbyMSWWfXdmrpp8eLFWrV6FYakk333bca0lTED2Ax/K+eclxnT5h8xYng8Hb/hhhv19NNP4d8uGtveJ9SRyj4pWbZsmdatWxd718zp/dJlS9XcwhsPNhNZJZNPPH0pyIx851w0hi3OwHCWXTl5K+UKhm4uO5Wvr29Qj+7dtdNOO+rQQw/VAQccoEmTJmnvvfeKp/JWJuWANOPtgf0iZmw7bXLOqaZUwwn4fK1fvy7Wbcb5kiWvWhHV1NaorVzW0ldflf2ekpWfNXt2/Ha9BH/r2CjY5z8HHLA/Bvohsb7deHswdOhQ+pDSPpuLrMWRty7SfLOHf7OELeNNOFvGfTDCGOJ01J4RKD1TmhFM8JxlMQOVvE3lvBVhOsYL3IKzDsR8uELoQhYxvJlrcaIEVWzTHaoFyAuROJEjcUhYWNXUoOplrqEa2vZnRxlzP0AwTno2VgkyzsvIErnWFD08rchhmBd4RZ0gcxfKcnmmgOKIXH83ecTYcLFOm9Q5bTFQIcoIoceb5hIvNhGI2Em2P8gpVy0hfBbvYh58b7g95BLodSGoc3lgonE8DFW5BdMbxJgQwyYJxhFhURGWvFUYGRBIDJtcF8sEaHXBeNFZQL7IJAeIRyYfc98Mls3FTJ4sBmK4CQhRSugIoa9QTO3+XC5Izt7uZkW5LnQqD2QGthDIG6DNLhOoweS7WfQ2eO0k2SD0uHNOzrl4amx/dMA+37jk4kt05x136oYbb9Cjjz6mNg6dMtYwO3325M0xFpMkicajtdLCe03ZGwO8Rb857ze66aab4rfljz3+uMyQzSlreTxGjnNO8YCRuksYtvbXUGbPniX7tnvixEnySUIPAhuDmvh5iG0M7JdF77r7Ltm3148+8mg0qMkkM5hzDofM6A24zjnltM05J++9DIFwHSfk4rLvvu0TlXGc/g8eMjhuHuwTmVcxnl+a/pLslLtgp+4Y4cYf20SUSiU57+KmpQY6e+61p+zbdvsFznvuyl3V1AAAEABJREFUvkfXX3+9nnvuOXnnNGjgII0aNVKPPPpobOvNN9+s88//raa/9FL8LHkvytrGwgz4jRs28jZgtuy0vQen7zRPVqfx1Vzrh8W9GfybJbwu3hFyQbnLP3Aw/fc6wAobrIInLuGBJeMinLKQKefVD1KUnFfGYLK8NoCcdzL/GwCJ/B3wNiADiEsy0RmcHA10xDhrVLs/Vkbc/+p2lLJ6PoCw78wDiiZBXk6M96wMp4MSTsU94Yxw4ozvknNIMyIn8C6BOmXCtHrMjdAbL5rSEckQkC3yOXkD6Ijfmmv57BS9C4pvEzqVD8w7h/A64BGOwcImxgQZe0ZjIrfpTI0ihPSWF8UE2QgRsNGLyoqbty5XncYHkwXiaJ+rzHJXxVsK06RtwoyZKE2Z6DVim1CNEW/sXKiR8roudDIPnJ16u4oUwTFJdC2MX1wOWYo1pAOb5EraNt5mXMs52U+Oweqc02677a5TTjlVzrloYNpfSek4ObZPRcaOGSv7PrpULMnK1NXVa8qUKRo8eLDGjxuvk085WcVSUdOmTZPZNoce+iHts+++auAk2loc62TcNTU26fDDD1e3bk2yTz4+ctJHdNhhh8k+M7FPW3bffXf16dMnfst9yimnKMFAf/7557WxuVmHHnZoLGufx4waOSqeaNfX12nX3XZV//79q6fTbW2yOg448AD1sE9tBg/RQQcfFI34xUuWYDBvJ/v+3PI89+xzWrhwofbdb1/tsssuKhYL8Ztv+1SH/YJy7LKRI0fKNg29evUkbS8dddRR8S+k2D+OtA3F8ccdK2vzkCFDdMThR8QT9xmvzMBon64ddthBB9KOmpqSDjroIPwHxpP1F158QfZfgXfbfTc1wg/vfZScGeLOIRUQI97kUc29lcRAg3Na7kjL2VXkGJn21yM+aKD7GLv+NcjxI+DjrsfmjjGbgFKfyMNwy+Ex2Lw8+WKoWr49ZDEdEAM5eMwmn2lbeJsnmZx38i6RZ0nG/ldeZhJzR5pO7RdTBflZu9oj3uBsykqKd47WBSVMEueJiIa4KYsPDpwL8MD44GQTyTmnKB+E7Gz8m0uM3c4WxGCpmbRJsf65eLUZHbOWkLQy2mJ10kLZhbKlOearguToMdcQA9VHNMgZC9wKGHi0WME7ucTJvrdpYfxtLAR1oXN50IK1nSMkj4w9Ms958yL7dKXCQENoDvkXiDek+FEZQnTkrsp582ce0ClEmOzjmzt0eEacrQ+24UzwdyHnTUjnwGQQmMAVNv4ml4CszLAJrAdRoExNot7ktkQrYahmcRaF1zlGjk/kcANjJOZwPC29C1In8SC3hVoZ1VeQermKvI32EGeTmLSgNqRfjbOVhcx6s8s560g1NYSAgZnHIma3BeZ2NUXxNHo/jOfTP/pRnXbaaTr22GN1/PHHx1/k7NatWzyp3mXXXaLBa2UaGxr04SOP1PDhw1VfVxuN+bPPOlunYtAfddTRsdzRGK72y5odTQjU3717d5166qlqbGiM317bL0ruv//+slNoM+zN36tXL9XV1mmvvfbSWdA88cQT4y9LHn7EETrq6KNkf61k4qSJ2meffdSje4/4C5djxoyBDU62Hjd1a4rtt1Pn+oa6uGk4++yzI72GhnqM5AnRID/1tFP1Ufp7xBFHqr6+XnV19Tr8iMM1dMhQaEnWbvuOfe+99o7p9pde7BdEzzzzzFj+qKM+rIMPPkS2abHPUOyTkyOhZb+4aTy0dg8bNgw6TsYH+6VP67ul2y+57rD9DkrTRHZZu40/5nfuNZlZeEv4LSMsDG9lyFjwTannuIFhkjFgKvpg/RgfFN/7wyoMmaofprJZcYx/fBjacA195x0GOvHMNOJIIc78EZv7KRfjcAM087DtPLXT94A8EIWMRopBniYpS7SXa/+hNdt8W7Mss5UV5e0WVw5xO4X/YMFJPpXzBTjAZEKeHt7KOUY/nHKJfEIabswX03K9mzyq1u2xyRwK1ysPnvoS0RrJKV6suTJ0hNujO4KMxZit+qBgzsIQAu1WUBza9E/Wpy6oM/ngGHsJpzhJocDwKihhY1xMC7JvO4XcPboiQaoR6I64B1T16pB5DBFAzCJrh5qQEhs3ksUlbPDsU6wuBHUmD8T8CyYQ7yXgkLdjk6xtvgI5DThGh1XAxq9TQd4VJYeecBh+rk25a31rdKW/u/xhjTd5K1453lyZ/clP7Cm5TLLJrLIUw7iOPIwPIt5whxCwz4Kcc1sAsjEN1+yQUHXt04xe8TR5sHr17IXB3CAzfBOfYKzXxlNuKClQxnvP6XY3FdFBOeFSsRgNzoEDB2Igd6dsY0y3z1useR3lEmgZbecsxkWaZnhbniI0zEg3PWZtLxagiWFufy7RyjRgLNv36c65aKw3siGwdjTUN8Rwjr1jVK0OM9JT5onRra2p5bS9t7qzqbBwIU1lmwL7tMR+6bSmVIIBYi44WX9tYxCZCV/Mb28GzGazstbW/v36ydrUyIbCjHjbrDgKWFssPGDAAA2CD5beUc7JqcRbhb59+pI2SNYP47dzTtZXikfX/AYLvxn8lgkmEEekRyk4Gu2oLMHoMEvfyX+gfhIlGDJentd9W4elGeAMvPJYRN4WzTfNn2yFVuTwO+JrAv1CSHnxBT1KRp9LkJTTpsu8m2NTwhYeJm9HDFNcJv/4vZb3yplgHyQElyr4YjsKuAaLY1HDUAoRFvdanpy4d5NHAbkGJJ23I7iCRDvlcZE9Q850SURVfTMQJVLcJjiL6pCzk4SiEG4gIcfv26C+oaK0C53KA99cURun4c1ZWS2VNrVymt3GyWkly1lUTIguyjSR0EsiDpCEKPFsedtiIDZvlPNOnpOa4L2Ct1luhbog13k8CNRtc9cXkCbyMak4MzKYj+JCajyrd5Tv5hHV6Nc/Yzoyz7zE2hBy0w/QNkPP/lRgF6RO5IFLAio3Zf4CdLhHf3vT4zYINkmS8ah2mNw2xb/e02HUOefk3GsgoLeCY/6/Vfpbpf0pZd+M7p+HJuMdHmxeh9E1bB63bX6vtypnaYY3o9WR5pyXGfDa7HLObRbautdvGf06QSdOCQoiEmaSJ5VU73O8o/Z762+eyufJZoDRucERZ+7maI/LyL+tQGkm5H0nfHUV8XrVKw0sruVcWTmTcicnL/G0+R2nNMHcB5KC3uxyzlWTyBKyPP4Chy3+GQZ/xgnLBwkV+ltFqgqK8i2Bcfx/wxsMf1fC2C4qp84IlHlwiXJvcLhShhgzcgSABSbEroSxkCBdjwsBxkggxO28MhRz2QVlJHhyluh7TRfUmTxIWaDzQqoyBlq5mCgrshEsFZSnXkIXB4y2HPG9/navD7aH7I2m6QFPORN/BaM+44QpY3yUfUVtXehUHpRR4vF3hdgkV9h0VZBPHpEzfdvnabss3+hYumHzFMYIOlshVW7/YKZSQJczdlRE4l3IO5kPTiWmYa1y+wdGwKNpUl8rj243mUkJwjR4XCfZ5MW3tds50kkwW60DdnrMy07qUBekTuUBwkPOgfmHtkXnOudkNrRzVbnpTS6T/OuSnGsvwFx3zilNC0owyBMmeo3qGEL1HxjU0t8SE6aU1mjrKBG/FRTIv42ogXaN3glP61QIBRV9qlJSVDHBz+sZj3FlgkRsikCMAZ8t3jFsiVsB2eLAtbyW7KCTpEXJlyRX+4FCoM8Zhm4VGEMOo3WrSFXNU1RwNe8uj1DiciaPolxSkrOTe3nlwSkguSCx2Aq/IeC3GJFicORsn+IW7ZwsISN3OWRsOChTTFWpK6qlvgvvDg/eAV+RQ7m2oEpNqkopVYY/GuapY8PlGHNSRRIvsZUjSoSrCOK2vJ1zMlk7V9Xh9lq2UCoyrQsS9LuQ6s/HgwRa7wyuNlVaW1TCxsvkYn+CLklTZObknNNbXzaZLYflM7T7XUrZAijKu5K86qXQHfTsQuhcHoS8SfaLtCGr4e0za0aoVQglibVc6HJhX0kpguwA40kdsiV6s9s5J+fcphjnnLxPgI/xzrkut5N5gGBll/d+k1xsw2Rxbwa/eYIj4BxP7pzFOnFe9u9De/fso349+2lI76Ea2nv4BwbW30G9B6lf7wFboD9hA/F9cDfHprwDyfP26N9rkAb3HvIOeDpUg/sM1oDe1Nu7nwb2o44+/VRXg+GM/MImVA2zIItpjxSCxVu93aZQzOMknyQqlmpUrGtUsba7CrXdPlAo1nRTqbaJ/jcAc+GD8WJrqCXN8r7LPEqhn5Soq472WJ2lOqWFGjk2YXKuQ7q4QXl8KuoBh2OT21zXPgSIIo9AkENJ1DY2qPvA/qofN1zFSdup0IVO5UHdhJHqPmqIeo4Yoh4jh6r7iKHqOXywug/oK2G48XJSZWRsxri9CYmHaQgVafJ87Q54vTfJB3JLDd3qNXDwIA0aOlj9BqM3hg9Uv+EDuvBn44Hx8x1i2EANGDpI/QYO0MAhgzQANHRrQAcza010yHCbbhM2GaMTKOtL6Ic69Dg6o9RDhXQQGNKFtHN5kKb9lCbdVCh0V6nQQ4W0CUVcUmb/vcuEZ7JTAUmCaJgjS0Jbu517bYCYsVcoFFRbWxNRqimp1AV1Kh+woWpqTB61yKRW5jcZOee2Js5Ncd6j4X387EJyvDKTyyTPeSoreMGn6lnbWwPrB2twt+Ea2G2wBnUb9IHBwG5D1L9xsAY2bI5B7eEhVbced3PEvJZnG9E48B3xdSAyGEi7+jUMVN+GfurbrZ96NPZSqYiB5rwcP/asgl2Zhdl5R5HG47REkqWKlBxfJvvNfguFhN16TU+F2j6gFwbABw+utod8Ta+3R21POaDad5lHdT2kum7IoptcTXelLLDFYpNSX0J2LtpjJtEEaSacrHiLaZ/0jjhPLnFqoqQq8wJzvIbpXeINQKGxh0pDhysdgjE+eKiKXehUHhQGD5EfNFBuCBhqGKB0cD8V+/bm5UgByXpetos3YwGpBnVc5gvIWu1wOemGLEfsmeqbiuo+pFGNw7up27Ce6jWsN+jThWGdx4Oew3urcRjyGN5d3Qd3V7f+TaptYE4nSBHZmQwNHJ/GzbOp7lzVyyF9RVnzZJ22LbnDjVHMayVNUtpHLukvn/YCPbuQdjIPCn0VigOYx8PlCyPkfD8FVweQnpMwviQE6DbJNujtLuecvPcyQ69YLKpYLGAHFLsAL0qdiRJyKJWiEV7CNdkU2DAlSaK3ujwzXY5ZHg3x+NERAY+BlgSUf6Ia1aouNKpejUp5peLjN9SpPghuQl9LvEqq4ZXSa6hTTehAPf4tYWm1xNdsE0qhRmle2GZ+JsggZUlOVUI+RaYussDn8PkIMaWFz8XYBJ9nXtseS7jCMFfMISkgZ158e8eZKjvzjFebWdIoQ/C8TrNPIt67UHg32ubo9yawOXFbQ0ee0rvThvZ+CVe+JKU1Eu0Qc1EocIdsHIa3Q5ZeQs5VVEcCMdwmYnNiik9wvJyXik6qYyeaA7cAABAASURBVEwkyFtJUarvJnHS/q7wkvZ30S1qW3mQw69KqVaV2jpV6mqV1dcor2f81UAD4SUItYTMi8zjhE1VUM4P05i4HATAcLAIkJM7l81tTwFXm0t1nKnX46bk6oKYQp2LmiA1gjqAjJTi2hqc47Yj4HLL/sIlsXLMX4OXk5d45nLob1VHghS1QR1ud8DcZq0Sa0wX0KGdyIccC8rW1cz1YsXtpUwcsiQlOZuHPshk6JCYTKoOjws83vx2zjKJck5JgmYgbDGeRxekzuSBU/VyrsOnKCfnXgtrK5eXpRss0VyD+S2BBduh4BkrcoyNnEmfc8T6gYL1+d3GO+SpQzYJSjdhNTH46PfEuii5rT48sZbcAQsyOBwy9sjYORJY8KVqRvbr+PIusMjZjrUzYDJATNyJ5Dpg8jE4xSvEJ7JXhNqv9tQYilmICExiRK3X4JRDtuyD2tiAt3ZBncmDDDnYL2UXOARIeVWdMK99hGceuijf3GF2eSlrh0USJedclGsUOH4iJEsgn7lBr/3I5RLhLtjMeCf48+bdJBHmpSIQS5Qdrt3IryMYXcIW/XpY5JZIyAIClh6HN+KwpwsFdSYPApMwYIYHlZFNByrMwgphm4/tMmQ9FnNf5pLSdX9wOODR8oqKoF1pK14MDFuxzR94AFMcli+gyLuQq9N4gHHoEJpjsnoDfhNijGPCCzig9qsqNwKuHZSXEKiFyeccnnYj3BFuv80hG/lCF+xVcefAlDRiQEY5Mgq4VRCHOOPt4nPTw4KboyMBKSqQ0IFo1BG2GnLGhCFwXtOFTJ3FAxtjDivb5V6vASGZ0JiRJiuTo7n2zXjumN2AHKRKDA8ekmIED4sAwUBkDqw8HVTX1fkcCMgjysTkA2SwI73NXfzcQpo0OGwGvDHWUjaHt4RNiCUgEMdAl6vO4oNcBWm1gjZQBhVklOFGCeG3G9khI/N14YPHAey4XOJEhlEhxYHghEeSY8UHql7Owng7hk6XC3s6gR8yOcB8hzX1BgSTktMbLoeMDZx8VmUNAQWj1A6HaxAucOIKoOvubA4gUmU0AnFXXfwmGYs3EHzttgRCJj4D3nhbNCNAW4OleaSeGtjcpV1QZ/EgQaAOyITdAQuDgHwMr8kwyPymhcx+MzjyiE2bnFOE530O/lyOvI7x4zab9eq6OpEDgbrzCBdlk5ucohCRXYdLnEN2VQifuKykAW+McXg2B8H2O7igCNb3+Pflu1x1Fh8UZ18FiVWQjmn0gF/ARZhPXdcHmgM2PRVggQFHjAxt9SKDY6HGem8/i+3ydQoHkIHLnYQ83hRbCNCyytkTUPS1ZAuYKeai2B0JHZDFdAS63MgOY8n/LRwihvncSK7aBr0meryvv8lHgU1xHUEr2wEzAMzfkcnypIynAieyBU5kOwnqqhdtwtwOGGIdb6kRhzahQ2CbuSY7T9hcHL02NonBkAtEBLS1uXn0Oww/CXF3ARZ1Jh/YXzFV3RtBuxDVZrLc3BskSvB4421Jb4jNJdcqqaULnc6DDLEWQLEd5i8gl4RwgmuCx7HbvAbzd+EDw4FojFcnuEnf86bUyf4eYh6Ccn6iEWdJwKG9PIt2F7w6iwcmg036GJm83UitZjFZZkgzULRDa3ekVCk4UiJM7rlJ3rGXT7qgzuSBRyrt8jGxGSyI6LC1zLcZLLEd9htfyLEq7bBJ7lnIoRdkrhX0LAOQYop7KVoHhLrcTuNFQB5lRNGWSBFo5zIisbM0zCoFhEaQXGJUesxsh98R+/o7EGtDwP55V47HgOjJn0T9bp+4dEHqbB4gJrs3gSkbZRwQpwFn0+1iSkdws1TzGkgKEDCIGf8aAiW78EYO/N/GOJuxoSSXGwq4BSlLEJOXzU1EJ5NdQHZBNuMN7YLVGy/Lm7NOm2up5hosrgt51YaFP53BC5PD5jIx/7YA1W/ZNlPotsrzejO+znEYcAYGR55nDBzy2qrQhU7lhRlTDDfZK0hWWBmiDaWgGIeYXrudxJzm3hQV2tV/VAAM2GDawDKhCOwvrBgyElnH1QV1Kg+CCSBjwjH/ApDJymSG30WZmViDPQAu4sajmESQOwbj5ppyFnDIFjtPoVJR1tqmMvFlBlAXnDqTB60IrVWZ2piHbbj2j5nKuBnhQFqUHQ9T2glzOGXie+RG1Btu5xw5ZDnkOWpPMQZS8npiREroAhy1GdR5QLT2KbFYYjHOkFUwyWjTRbDdb74OtEdt4VTHhz0z+mW/GNiCWyaXfYDWcRrb5Tp1Dg+UF9C3iQKHmQIOc8peVhsQVFVfIy3ZoMDeCtGNEW/5COjyHP1trmV0zsm5LjjXuTwwWRhMLpvD4t4M3jPHHUpaKOkgRz7AbdM6dzlDguXAlxUSDIKYuZqlI2uX+3/MDy+5lKmaZKr4ijJnyKKbM8MDM9ug9osgt2uHzfkOP0JGeNWBgmzNyFMm5zPZoPDmxwhwXYBLeSeighlVBhWlyMSHCgt3RT7KK0fKBhwkXJ2/5t86nHNyQUqY7zaV45TOGC1EZqnUhc7lAUJVyhwuIucS8iwilzRkyD5HO+eMwRDl5/F5ROxAjCCveQMPA44yNnDlVnR3a0WhnCm05mKnIVfOkb+6EDqXB6hwocKroC0e8dicRN2a+DaBpE3+rXocsQYbA4wd51irZYZ4C8q+rBx7PGtDm3dBncmHvMIcDK3M3IocdhWqWJvEhghff7+11G3NtvzOOTn3GrIsU4UDli5UOp0PJiPnHLaUjzLSNlxewTNpESgLtOQ4BQyq5BnLQSYzxsuhrHLeqjLnNW2+jdenXWhLOo8Hrb5Vba4NdbtRLcHQrJZ8o9qyFlVYuDGttOmyOR3hiHKoa8TNsq4IJ+ec7G+Uet6ECEUuDL0Q2jh8bWGxblOK8uhCa6fyIWHmOeTg1Ia8ythegBXWidV7Ezqk7pCx09Yu55wKPjF7TypXJIxwJjly9ipg2BfzNnWhc3lQytpU29KqUkuLimXctrJKvLko4qYs5p7F1ksyCdu0zrX5ZTGvhRPnVUgKKqYFDHwv+wcyAUOccxX5Fil599BFext4azLwbYHNEXO3NShvCcpamZblINS4Xn+F9qDbzO3ws3xzOkpp0pjX6IkQWhRCM+FWJWlZhUIXOpsHaaFFSXGdfGG9XLJBcs3YWqy1bxC2Q4dzMhLXaG31spNwS3DutTFg4SRJlKZpFzqZByYHk4cZ5AaTl7kW91bwyh2z2SA55rxz+D0DgkBb3qKVG1Zo0coFWrR6nhatWQDmd2FN5/FgMTJYsIr6Vy7UklWLtXT1q1q5dqWa25qxrypM5BxFjCC5CUi2YseNlpfiBHe4HXeHP6NMhd1ks1pb1qp142plG1cp37iyC53Ngw3IYcNq5RvWIIt1Km9co3LzWuWVFlVXbRZvBB0w0QJiNeDE2/wGC5ikHXk8C7e3cYBh1rpylVbPm691s2Zpw8wZ4JUuzOw8HmycOVPNs+Zo44zZap45Vxtmz9P6uQu1YfFSqbmV/TKTuV2g+OLUNpeBYCIG1USHz5B6r1DJtWHFOi2bvVDLZy7Q8lmLtWr+si50Mg9Wzlum5bNfjVg2F3fRMm1ct57T2zLirMoRMW7lNskaXktyrNWO01axu84wxFsr69RcXq2WyjKVy/PUVp7bhU7kQbk8R5VsDm+r5oL5yvLFzN3lkl8L2DTxdjsaX+jnwHswbYJ7Tcib+ZyrxpuBV+EkvIXN+wcbLXov9r+trU2G1tbW6JpRvpkY3+D1MmM8J575zzrNbo0pneecslaYzC1atXaFFi9bqPlL52vu8tma04VO58H8ZXO1AHksWr5IhiUrlmhdyzrlKONghhnKGYluuhEtsR44jG6iLcIcBJ7zOjuwOzfknLiWyy1qg1bWvEoBg7wLncuHvHm1yhvXqW39WpU3rFXrhnXIZ6PyrMyizcTlVLtDqGzDotfEG/dfVZ2NpNtv8tqa7Tk1FXN84+q1Wj5vgda+9IpaX5iutue70Kk8eOElZdNnqm36DLW+NFMtM2Zp3ew52rBwsQLGuOxtBnPW5Ivkme0MgXbRbu5joleDZMwxxtevXK0l8xdq0dwFWopxv3j6XHWhc3mw5KU5WsiGa8GceVrIpmvJwkVatxodjj42+W2hwpEywrQEfFvepvPFaHDxW+Myhl9zFflqYueCGV1Q5/Ggopkq57PUms9RC0Z5a2WhKvkyBbdWLmmWfBsizQG3KW77E0r2xQLBN7udc+j6gHGfseEqq8PgM+OvC23R+H0v8MHkYrBN09sb4/ahGgg2+504M3OyX/YpuIIK9u+yE4RecMoSTk55x1nZAnmSKWv/djkkuTLxqiyRMlb9ipUBZd+qcmJowW1WGwOwzHvSNlBO29TCK5tyUlaZQWn1lF2bys7yt6nSHt/hGi3zR5C/rFZVyJuTL0vaZGjjHWCZNMuTUX9ss2i/rI7WmMfoGCxPTKdfWZqp7Mq86CtTL37rF+XboF+2dPyb6BGOZYmL/SRcju1uo2wbdZRVpg1ZbBd+aHT4rb5WtShLK9TXqgr5KpTfFmTky+GzClIw3kO3Ai1HnLM3GszewIQ21U0OBJrLuSBHPGKOnymYSxSTmUhnJ+aJvEuUeoDBVggVJXkbeVu3HXk1r8ua5cwPF31okwPelRV4y+JpK8e78tbevPl1tJ2lW94AHSsf3RbytPAqdwNuq3zMYy6I6biW1xDLlsljcZTrqJ9+8A6YOukPY8V31Gu0MstHfsrGdgbKR5CXOG91dLiWf1M9rXLQcbxXdtD3jK3obiprNA3tdHLoRlTkIz2Lt/RtAOUSUV5tsvak9CvxmRITIuILyM8gJGxRni2ZU5S8MgV8yJ+4BLlaMLMYz4PMJVBbKasBg62Bk/L3EuowSjZHvbXx7cAr/oZNyNXQ0adN5TLVV6qIfbb4jjzvAdf6WMoylWhjqa2imrZMNbSrlAvpIksmbQAEZZfJWcx1kWpwCvhyWR6D0AcORH1QkYqhAFL5zL27qHileaIk89Qj+dxFsCTIUXeCoeFxU4yOxPJm1bwJ+bcJVg445OczKYWW/WlM1KmqcLg+wugn0E2tnginpAIo47dAQrgKydwt0/+8Ya+SK0YYP2yjlSC9YlqQR2Z4Vb1C1YlPx9OAs/nNGDAZW5RXUNFnKrEWltIWaK1nGBjQoW4jfoP5LW4dYXMtjD525HfNStyGt8B60l6DJ6/fRNdob44N0N8SVnYdNN4prNzWsAFam2MjYcPmcX9+f7XfG7bo33rC67aAxQFsII8ed9qIhNYg7rW4ZYm5EEJioiNssgZbEXHM0P6wE3GDcw75+ogkSeRcVQMEvTuuoB8hpzwEIK5qY61O+9zV2iXLJyfzB3IE878BUp6T4r2MligDyegnFl5QXu9TBDrNnee5DHjjbfyJnjd5+CzNZYawGdS5ywRPsPNSFUJRqSuozMKAXlUlYWmP2jQnT5CHoJeLP54BlTCgUpTBalyBAAAQAElEQVS9UHgFV5J3qeC17D/yljFWQorwoFFhUObRoMRAo26lIjVXSJywMDAb8FMPT2oIcl7AIZy8mibFsBxpTtQTFPJMUkZ9bcKKlHyQqI8U2YDIK9beVN6nlA3KXVkuCQrUI5BhfGbQKGOYBOcU5AQfKcuAwR+gLs8DJZmTytoilxDhyIeR4+OAypXHNHI7MdloE220crml4A/EV/KKHH0NxEFalu5IY0jizd8Wog4yKaePuatApUy/KiAooYmOp0MesosmykMTpIQTBXn6qohM1p6Mtlcok1HG06C0XFGJk3IP3DuAMEodxmhAmoFxlCtwElBRhbptY1bGCM19RWIM5BjFGWMgcxVVaEtO/zPkx5CRo6zRiS7KS+VWhaxNodKsQF7B72Dtgn7G6XCwOMpX3UyBtArxOXyuINOMtAy/4FSOYZtDK9JnwRL1W3zF4j0+8uaUD2iFQD2iDufoCeUzygX6GCqtyiq0h/RA3fGwEoFk8DdDJhn5rS85/QlA1EuSHMx2QbgBVEC2TRA8cLSzwKYudc0qMH9SG7/UE5yjhgR4WgptfI72W5U5fcjxBOSR0H6PceuZkHnqVU6dTA7FkjD2NiDvXB7mO1/QewFKCgpJqixNlLPIGAJu8Ik6IPyG18IFKba/GPvg8VeRwhhmhodHRmMzKOqDQsz/Xuh3Tp8qjEPTDwnyKzC4PPpXjDURLw5FKjbGkDbqS8WMrgUpBCdEDSzAHEDmuc/gXVBIKEg/C64GQ7zExjaFFDzSuwfvSlIo0S74bgqesZU7+O8SWkabkY1cQY42iDUjoW2e9WabYeXgVUBveWgbEuglRguk0DK/J18EYXOr8cVN/Zcr0pgCsDFShae9CXARRVkb3zXkBZarAktVyqbFySE+55yoVNWLCGRtT8VI0qoBwWDQcTtSiwQSeRauBH3ms/VyGYZhLuIK0C+9Hjl1diAryldqQT2o2QwleUvLrDz5s63BytbJV0AGjYzyrwPpkQYu/fUR1k5Pu7YFlvfN6rd4A7Stjgp1R1hf2+Ms/m1hNAxb69/W4iyv0ae+rL2uDl6+wbX2p6jbktJyLbJ2jNqKxEzwNv5UxzwpImUvoedlB1ak6S0u7z1lmNuhOhgCbsYmHvVOKfeuIQRXtYscbrVqMbxUoeKccedMZ+OvsEkWbUR9kd8yvrFNRstSyC45+s4IdjanqYMIifD7FdYvk4lBXCYv409HmKit3j5EdtrUNhLkCbjckX3GGJBXeaXIH215OaKd5ICc7BcIMltAWCg8TMZeUYqiTBmCCcrYB68E+JAwGSnDuCyQvnLZSrVtbFEL2LBuA4rJKUVphwqNMYljAadK5fkJSDn1VX+BPFBSTpwjnVGthHo9+bNKRWabOOpLqNvqTchTbs2U8OPbaTlca6uFE/qQ0BdTjFbG0f9ioUaCCWVOqtauWa/WjRiItClQh5WtMPgS3iKkAHvIKChxqayOjJOtav1p7JOzMpQtGU1oWz5RQtt4OcEPZ7ACuBbG60G8LSp67GEBg/kNHX5zDRYnKDg8gPYwy2knwXd6W3HKeCaUIadPLoGbyKkN/jh4U2ZMKCmwUXFyyMMmYk7t8k6eyWsDNiMyOK8M4zGnjIk/KZWU5U65tY8Jb3SDnAL5HPStrkqWC30gkZ6Waigf1NJW1srVa9RKxRUSA+WdTxQNVcpmhMu0LWN8+EJJ5SyoAnLBE9JFG4OsDwC6omyQr84Y+pGT7oizetqoI89plaNdIUDB7iD7URwUORGGjjSC23DH8iZvKNEqSlh5g4UcYXOjYxzBU03DE0tUU4nj7ojLY7Egmoqsc1kw8HivwNopGuOQi5OnjV4ydzNYeHPQG/I4BZ6vv51kHRVuhF53UY3eK7CGxbaYx0BnXBxL5tkkScUx0Z5OwHztIF+8eZBg+cxX7TY8RIcFq6A997vhOCrz8DvHOLC6AjLLQmDO4GMjaHMvkO6cycrRBNxNjayGBY23gtGoMN8dmzUl9Avd0draJofrXELP4ZWr0gqCPqjS06YrRF9QIFtoz6uYT1aYBwk83+3bBaunHdH/v6iRckZBtD+6IWfOVKHYUYvtAPwin9ThOimG1X51hM0lCtqK6Vvmt3QXU2CYqsB53e0IWTkDfuazjB5rv0JKkW1BQj4r/2aArrXCaJtLjfGO9ZC2Le6mcuSP/rdzRS7LE5krGggsbG00d3O0xzH3ZG2MRXgwJyjE3ZEXL7NEBouy4Dbi7Yy8bSTzttmsnpx11DImrO0pb3Ey5nmMYw5t2LBRLs5B5hxroeWRe/POJGkaPycxOmVsNaPrbT6b5wMIGyl/UrfLbW1avGSxpr84Xc9Pm6YZM2ZqyauvYhznSvJEBX5S3Lw1sDtMVXS1GOGY1ZxgeHba5Y1l3Xnznbrogos08+VZmv78dF139fVatniZbIPolZLfKxrvGEaeQW0GuoOma/dbWkJaYoq4EpSbgcWGIKFs4ryWLFqsF6e9oOefeV4zX5ql1cvXKmsLKvqSlZLHOrHytcUaBcq5IOIdCi2ImpVjUKcu1YpXV+ieO+/RU088rbbmsgKvxBPqEK83PROtraWsYlqi3ZRD4Vj7jK5BZoiC1Be0esUarV6+WhmbAqvLmcLQ+/tySSL5BKOZ7rNQmq5ZumyVnnzqOT3z7At68slnwTStXdsqB99zZOecj522yUwRZciuDeRwPfgi9AoKbFoqriBXqK2G5ZTB64Bx7DCIM/LmxCXFWjVjfM9bsAijWsqh/cJLr+jCP16iWXPmS66oHFkF+J+JdiKLzGSUlJQzbvLgZPV6FIwjj5B3RlyEUrmkhvSCxAYhKdSp3JYroY2Bfsybu0APPfSIVq9aw17GKbG2qeMKeAy5GFCSzI/Tdb8lBzxsSmCZN+C38NYKuK1FbhZH0faQi+x3hAxdYoAR78IdYKzNZ+edEoxlCwdmjoPpFp8mXjlvrEw/JAmGc8hleQPlthnQColDpbLhLrcx71uUFFNVoMX7AOWWLik3mg6qBvMDewsXLAzIsulmqrf7KYw+aQ+8zx3ri+lYczu6YjMCxA53xBN2KERbcOGqca4KymziE3ngn96AXNUT3Yq0qbzRIh4JvDG/1clagQ7WNsNBe0sQtemmbc7qs3oN+C28rXhDn6D3tnHUEfuHa03blD8GaJm5Brx/KTfd8cxf647N5UpWUeK9isWibC4npNm8tvlsRroZ797Z+LMSr4dzLhri3iesmbk8dHLmb8jD6zN+gEJb59Q7YEBzS4umTr1PP//5z3XBBRfo/N+er9/+5je64YYbtGrpKpVUZK56+XKilNddaaXA69IapZVUrs1r6YJluuWGW1TZUFa3+u6qtFTUsr41GsCeyeowdKN+qAQM5UBMqtpiXUwvN1fkMcpTjDWPUWTGscu8HP4kJCpiLG1c16y7brtb5593vv544UU6/9e/1+9/+0c988Q0DOoK9IoqYBwm8ipHY7oITckzJlwWcB2vllIFjHfTNS1rW6LfU09NSj+opwCVto1taizVK2HHX3AYfpyiB8qnbEZie8iTYNS1rG/Rfffep2eefEbWN3tzoDiR9b6+MrOmmVgOQzR3idZtaNEdd96r737vx/rpz36tn4Bfnvs7zZ2zWK2t8LRYT3+9nDPYhIQLTMiEE2qBMitqM2NBGMsbWlhi4XUGXTPSM4zxHASMZssXMJwt/NIrs3XBhX9UmVNqR/4KY2MN8m9uzdWWOTloBcZjYFSKV+keo7ot8/LkbSu76AqaAXoV6g+uQBlkqYLKFSlDfjk0mtlYFuu6QdOrrZzrmWem6ZKLL9PSV5cLfSKFgESDGIiSciFo0O6Soq7rbTlgRniCDDrgA/Jrh+SkzeDwV9O97AqEc+ZzjhucI8qAQ9gxbnwQqRbuPPwl1+ycU5IkypkHDqM8xSgvl8tav369FixcoI3NG5UWE+ZUmxAJm2vmN0KJn95tg7tu43q9MP0FLV+9UnMXzNeDjzysVevWiOGizAUZnfjJGLQ6XDPCMwaVGeLmt3otP0NBHZf5DR3h97/rpNCO2BnrXY7PXHNIw4l6ypUljzx8JsHDTZBdln+zciLsCG+ClTF0xLWnW75NMDqO9jBHWTP1jmHlNkcCQejx3HS79nqtXaIt7wibqGybx+pw1mcQ66HuWNLatHk72/0x7X3+oItMaTnnInIM50KxqGXLlmvBggVasWIlWC4zxKs9dTIjW1u5IKWlS5fpwQcfVJ7n5Esiza1k/cBEMVL+tL5WsFIWL1oEM732nrK3PnToIRo9erRuvflWXfyHS1TeWJGreK1etkZT77xf111xgx578EmtW7lRdlr++INPaMncJUownOyTkwIG9OBBQ1Rf16C5s+bqySee1Iuclk/FgL3z9ju1YN4CZeVMbS1tSlyi6S+8rOuvvVG33XyHZr8yRzYvUoypEgaW+VswChcvXKRSWtSB+x+kQw46VPU1TbqG0/c5M+fpiUef1HMYU88+PU0L5y9EB3ktY5Dcdccduu7aa3Tf3ffGE3H7lKaG09n+fQeof5/+KiZFbVi7QY88+Khuuv5m3XfXfVrKaX5bc6vsk5m21rKmPfu8rr/uet18w830ZV7cTMycMVtT77lP94I777hLa9esRQAOvN9vbzYoCyv98Cms93p16XIW3rIOgOennX6mPnLyR9Wrz0DNmrlQd91xr+y1ljCL1q3foCefflbzFi7R8lVrdcddUzXtxVf0wCNP6Hd/uFTPPP8Sxn0bNFNl6NgFi1/VNdffqN+cfwEL8WNaQZlVa9bpoUce0y23PqCrr7tJD3BS7ZHRiJFj1X/QMJlhvZQ3Enff96Auu/Ia3XDz7ZozbyHxtBWj+3ba8whj4eGHn9BFGNYPPvyYVq/dqArj0oz/JcvX6IZb7tDv/3iZHn3iGT1M3kcef1otrRW1MhZXrlzNHEjpvKIyslOBGLAFQgEvDTfX4e2635YDXi5uhD3GhMMfgEBgITC/wcIKToYgLvN25DF/zEsySSLeQDQRjnlOyMqq6/pzcyBnRxqYrVlWlrF9wcKFuvb6a3Xeb8/T5VdeoV//+te67rrrtAGj3Hkk7Z2JEIRtwopVK3XrHbdr1tw5WoNhvmzVcm1oaVZInAQtM7LfAJ/LjHAz1KNBrs3q0uuvv5xh4eiYB+YG3HYdhE8mGCXMBSC7SLNvlvEG0l4DWWIc+t3iIRXivEJmFiatI8fr3Ziw2YOCFopl4b3xf5sBZStniHV21G1tMliYPEbPQTuCOMu/LYg0rTxlov/tXMsb6I0BJ97WPxDaAR1F6L1y/entoGuws52Ow4jO1Nbapttvv13f/va39c1vflPf+c53dO4vz9XcuXPjOmiGdnuB1zmQ0uLFi3TtNddEu8E46p2Xc5byuqwfmID/U3uacOphNLp1a9Kuu+6q/fbbX4cddrgOO/SwePr7NIbL/NkL9Jtfna8brrlJjz/8pK645CpdXOowsAAAEABJREFUfcV10Xh++YVXtG75Br0w7UUtwRibOXMm5Z7WqhWr9NSTT+n83/yO0/bfyQzx66+5Xr/DAFu0YDGLqdO9GMq/+Nm5un/qg7r9tjv1u9/+Dv8DqmAgKRen55kSBOzl1b/fAE3Ze4r22/cAjRwxSkuXLNeMl2fpskuv1Lk//5WuuepazZ0zD8P/BZ33q/OiEf3Iw4/owgv+oD/+4SItWfSqNqzbqKeffDoa1qtWrNaVlL304kv18AMP6+Ybb9EPv/dDzZ45RxvXbdDtt95Oey6gPffrDjYRvz7317E/s2bM0vw5C/Ticy/qDvIsX7ZC7aPR2Pi+hYPPwRQRk8n8Gfw39OzVR+PH76A99piifeF97179de+99+tCeLpm7XrJJVqEcX3dDTfqaTZFZiCf97sL9V/f/i6G+MW65Y679Y1vfVd33D1VLWzCpr0wXT/56c8xmC/V/fc/yBuZX+rX5/1Wzz3/op7CoF++cqUuv+JK3c1m57nnp+u2O+/RQjZJy1eu0SWXXaFfnHuebrrtdv2e+v/729/RM8+9oHLm9KvfXKBv/vf/6Ne/OV/XXX+TfvKTn+vqa67TuvUb9fKMOfrBj36K8X+h7rrnfvJcoK/9+3/q/Asu1AbS7a2Ak1Mls1MSp7RQVJLY1Ap67TJ/TtBcnK77LTlg/HSOLDxsWBnXzMAyfx4XXcdTcs4yKU4h+zY5yNnUVyA+904mEfOL8Sm7gqLu4Kmu693hgGPsm0HuUx8X3FtuuUWr1qzWnnvvqSOPPELbT9heTz71JHrgHjbXFbW0tWjdhrVasGiB5s2fp1eXvRrjggKyzGW/WL902VLNnT9XCxctZJO8mk37crVV2jRo8EBNmDRR3Xv1gMY6LV2xTIuWLObEfB70FmrNunWKRrhytZRbtHgpaQvnaeGShVq+crleXfqqWqHDsNjEjKq/Oq42Rb5vPaaHrPHonniaa71zCjnxvMV1vPULvC0KbKBksyVYOmmsmQIhJEghwfByEodcFpZL5KK/I59TCKTL4OVsrrWHoz/S6cgTZJuhQFsMTEbCtM1Tr5cCcrK4PGSy9Jw2GakgKy/JaCuhPkAfqvUmjCMrW81jcTkkRb0UIK/FV2Fxlr65azQDNHOriDIBWHoHrK+ydFNAuOaXc7IaQ+Sbk7My8FHmkicEcVmdknMuQu/zyznrT2As5PA0l/eMAzbTL700Xd2799AnPnGOjj766PjZ8uVXXC77hLlSqWjVqlWaPXu2XnnlFc2dN5cDuo2RE+s5hFvJep3npqWdVqxcoZmzZunlV17W/PnztWHDBuoJMl2yfv36Ko0Zr2jevHmcwK/QkiVL1NbWFrEIw97oz6L82rVrY7mAENasWVMtZ3WzQTCaVrmlGeQsBMjLs1Nvhv+fVr/1xTmnIq8rnHNK01R1dbXad5991by+GQP0SU29d2o80T7qyKN19lnnaJeddtNTGOkrV6zGON5P/Qb21UdP+6gm7DBBLZwsr1q1Op4uN29s0bq167TnHnvqi1/4ko4//gSM3VnRYLbvc80w79unHzTP1hkfO0ONjd11Dwb6kiVLEWCQc072E7AKF6Dkn3jsMd1HW17EoBuAcd7Y0KR1nEwXCgUdfPDBGjd2HIbzHVq06FWdffbH9Xdf+Tsde/RxevapZzH8p8pO49dzGt68sVW2yXj0kce146SddebHzqb9H9OrGH1XX3m1Zs6cpXvvmRr789df/ht98q8+qcGDh9CX9dp9t901YcIE7bX3Xvr7v/8HDR8yLLbxT5NC55YOVB8NUSamc14V++4e3puems/p87XXXqvfX3ghY+Fp2U65ubVVy5avYJHNZafOlSxoOZsvM3zLlVyvvrpMPXv11pfh3b/8y9fUp08/yv+B+KW67777NWfOXH3q05/Rv/zr13T44Ucw8aTeffrooIMO1sCB/fQf//ENfQKee8biKiaj1fcwsn/woYd12BGHx3Jf/PJfa8nSpbr5ttu0hsm7aLGNGemzn/uc/u0//l2jx4zR3Xffo2kY+XfceZeef3G6Tj3tdP3r176u0844Q+s3trGYr6b9IY55H/teVVY2yatz28GZrvt/w4Gc8VOBieyTVGYgBQy7zEsVWGphlzDO2Py4JJGD90GBtxi5rFxOOGccspwr45SsQgNyyuXQ45ackxPE1HX92TkAb41mhjGVIZ+nn3lKa9at1gH7H6Dd0H0jR43U/vvvp6OPOUoZi7Cdjq9YtULX3Xid/nDxH3TplZfqwosu1P0P3a+1G9co4+fRJx7Rb3//G11x9eW65IqLNfXBqWpuaVHOuDAD/dHHH9P6Det5u/Ykm+pf6w8X/ZEN9bX61Xm/0pVXXxHTNrRs1IMPP8gG+nxddNnFuvSKy/TbC87Xz37+s7ioB8ZJoOHB2QP8Rdx0Jtg4x6V/Uk6vmCl0tGITSUV5X5IwuNvKFdIcPPXo0wKzqYged8jIwim62pKJY0JWeNMtyuZ5yukn9DHqjUalLAUMZEsP1JtbdRjtcl4OA15K8KbASdy2yTK+t2JQ5UzMDHmWM9rhHXPZZq+1FdCamJ6HavugFaBrKNOWMoohy0SuNCKnnpz6rUvWz5w2WThDCZTptx2+BKVimZLnTXz0Q8fyZrwJXbNmozZsrFBXAaTkgwdsWizNwS9zrb859ERdAfoiPc8S7BYv74oK1C/n4V8u55yc93q/X7auvdYHJ4+cnOB7COrL+jt58o7afffdteOOO0aDec3aNRjf83TB7y/Qd777HX3/Bz/Qt771Ldnm3Oaro3ClUlGGIBYuXKDf/va3+tGPfgh+RP7v6sYbb9S6deu0ZvUanf+78/WN//yGfvqTn+pHP/6RfvijH+kH0JuLcf/Io49E/3e/+11987/+S5ddfplWs/lfvmK5fnnuL/U/3/mfWPd3v/ddXX/D9Vq3fp1E3XnIJTyBUZMDdfL1Zxsh3ldJVZiRpZoa1dbViH4yqDfIdivLV6zgJPhOXfj7P+jBhx6qxmGQ+SRRqVRSY7dGFUsM4nam1GLQG5MGDhyoiRMnaNCggRqFIu/WvZvmLZiHsOdq0bwlss8+Lrnocl1z1fWa+fJsTp0XaT3MzhCybQySxDOhMk695+i6667V7Xferrr6Wp1w0nHq07eXCsUC9Cdqp5120saNG2O79pmyF6e526tX77464IAD1VDfqBdffFGVcsZkCyoWipo/b348yX8BY+2SSy7RDdfdoNUMmlkzZuv5559XudymPffcAyOxt8aOHaNPfeqT2v+A/dXQUK+0kGJs9lBjU4Nq6KdzTu/ny1qf8oYkMKkChnWaFpR4j/gDPN2gpa++ykZlodavW42SqijkZdKcgktQVuJkKkdGHlkUUXyZBD+mTNlHo7cbrZGjRmn78dtr4YKFLJqvyjY6I0eM1A5s3AYMGKCTTzlFX/7yl7XdqO1UW1urFAN80KDB6tGjh3ySQDewcDdrLrtix1jYa6+9NGTIEI0ZM5oN0d6azq5+JTv3uoaStttuJGNhgkaNHIlCmczuezmG/2zNmj1LO06erH323Vf9qHPPvfbWPvvtF9spOt/a1ko/MvqVU6dXVFpB1Suu7mSyjPLEmR+n634LDjjGRFkvz5mttRhRWSFRKKRa09KsaS+/rJVsntY0b9TsBfPZFG2A35JnTjazqD8//UU9/sQTeviJxzUDmW9gHjajk1ox/DIn5Ywt5xMJ+RB8izZ0Jf2vOMDCbCeb3vk495azINp8688mmVkuzxxMwOixo3XkUUfKpsUDDz0gM6qPPf5Ynf6xj2qnXXfSI48/omenPafnpz+vazHUx+4wTmedc7aOPvYY1omCyllZNrXsZMy+QTfD3twV1HfwIQfpjDPP1NHHHK1XOEl7HGP9lZkv68HHHtTkXXfUmWefqUOPOFSFUkHLOEmvGC11DAj0kt7Z9d7O3THK6Z/M+AiwPAEFzZ/7KgdbMxFXQd6BJKUrqTgrYb2bqXlzl6iC8ZplqUrFBuUYrApF4hLyQMeVZOGsUlBri5RjnDtfo4BB632tcozTwKTLoGH0hYFaqQRlrBEZTfE+VRtrapYH2bCRnAqFEvq6VUlSYI1fgPF0I+58aOdKSGttKWvatOm6hzeUt91ytx556EkO2B7UCy/MULk1NwrytMtbO2hriCgoSeqpN6FNXin+EAq4dazTTuvWtmrjhjZ52rxi+Tpd9MfrOUB8XM0bM2jV0t9UqBElSa2C9RH60VWBdqXK4Etba5DzRTlXJBxUSGvwJ3L82MlvbrsFvc+vsPX221y3dbeluVmLFi5CPtPU0NAgk+m999yj5dh555xzjv7xH/5BH/7wh6ORPWfOHHhahmdOrQy4W26+hXzLdQYHXf/8T/+sffbZRw9hJ86YMYNDsbtln8KcddbZ+n9///903HHHszav0HJsSrPZHnjgAfXs2VP/9E//pFNOOVmrVq6SnbhfddVVjOMX9dnPflZf/9rXdNBBB+nee+/VE6wPzrnYmSyrRNc5L+eqcTGiEx7+T63TOToAjPGlUg0DNsXoWhc7nPMqqm+/XirWFNWtRzdN2HGCJu44CaN0P5186sm8Xpygxu4NKldamZTNMqVYU1vCz+RoZpF1QS5xTMJEzSzEntOxlEW5obFBLQiwWCxp2PBh2nX3XTV5px11wMH76bTTT1G/fv2iws5CBVot0K1o732n6Mt/8yX93Vf/Rmd//AztuPMkyaMEaGOvPr0QZo9YJjinMhMnLRTkfSJz6+rrlBFHEgMsZ/C0oNaC0mKqoUOHaNLESZo4aaKOOurDOukjJ6pEH6As2/WnxUSCyxWEnuWVahx9MANOTlwxJ+77+64aoLlS72ErfaK/DvmNGzNCn//sJ/UVeL//fnujpIKam9cpDxkyRemiYJ1LtJ5XUht5E1IpV5RnuWqQrWNQZRhYTfUoQaNH2COEuro6Getq2fQlzstO2z3xpUJRMFhtrAwJOZwYP0gKMSK3TEX4nrHwlpBbqVggTC52x0XCRqMHYzRlTGS8zi4UvJLUZJJBv6xCzJNFN8U4bMPAM4Ogwitu62fc4SPfDKOPRojqcayVHWAQsBjRJHVdb82BQPKyNat03e23asHKZarA77VZm+YvX6prbrlRM9iMz1+8WHdNvVcr2AC7JIn6YAGvKq+85hpdef11uuLaa/QbTmR+du65mj5zhsQmrZzn8mwa28plBcQSopCorOv+s3Ig6kr0ts0NNEE8mHHOqba2Rqb3TAZpkjL/iooGNK+nzdgeOXqkBgwZoF332E0lDnMWLF6o6S+/pCbm5ZR991ENemDs9mO1+157cKBiOiDEdts8l4J8kmjQ4EFxo12Pzt5hh+3jxtr+2pd9+lLfUKdJrD+m78eMH6udd9tF9Y2NEm0Tl1EzSAyOCP2FXNarXGKtk13ooebmim666T798heXaPGiVciiHr1ZkceInTfvVf363N9j8D6itatbpbwk70j7broAABAASURBVOrQgwXeXAcV0wb0eL02rs8UshpQUpJ0g2PErasoqyTQypX4opJCvcTJu1yiSjyscaR7kNCSIrq+QLkSa0JOGamtzalUaNS6da0YVRv00INPaMOGFjnvlSLf9Rua9cD9D+vSS67Ut7/9G05af6ILL7xcjz7yDOtJwMBzyqm/3OY5PMPPhiBN66I/ZAX6Vxv9rc1BwlDfsKGi2269R9dfdxv9Kau+vidjZgzr+giZ8b2RE3LHW4ACbbL85bJXa0uAD3msK3G1KpQa6ENRYtOSYIQ3t1TgFX1pLStlzXHeKaB79Bd62RuOSy69RGZIf+GLX+DwbalOPPFEefr9Mocnry5Zoscff1wPP/JwNI7tlz3n8nbb1lxjifFoBjraPmd5kTfQ99x7j2bNnMkG6wUO32Zq6n1TeZu2v/bbb994kLb7brtpX/RBzlprtsCwYcPjAeiVV12p7t2662NnfEx2iPswb8Kdc3qMt+JGww6F7RMW+wTGNgAOqTnHExgtg7Wns+C3veKt5wztBtLadWvjN0G243nyqad0xVVXaPuJo3XYhz+kfoP6qlCTatiooZq400T5YqINrRvkC07rMcx8yZGeMGdzXk9VlJZSmaEbzJBKHc9cxdqiAoZSUkhkwh8ybLCGjxmqusZajRg1XMNHDYuK/dUVr0qU2YjxjlVIuUKkXSh59erbUz17dyPOaNgED3LQ3LhxvdZtWKcevXpp1Hbb6Qna/8STT2kmJ6L33HM3u6wVmjRpogpMLM8AMyN76JDBGjx0sIbgTpw0QWPHjdGsWTPiYmMn4SUM8vvuv08vvfSSnn3uWf3uwt/p3vvujSeoGUbboiWLtHDxgliv8XDr3H3/xCYM7MQlKLo2lFSrHOMicUHeZSoh725NtaqtTVFSrdppx+21Zu1q3Xf/g3rxpZd5ffyIFixcrEYWxvq6ehXTFOVVUYEFvcQGjJGhIv4+PXto3Jgxevbpp/T4I4/o5enTdenFF+lnP/qxXmHSF1DWNYypp598UrNNFpyeppTn5uR8uHIMuod5VT3tuWf0yCMP6n4m+eTJE1TPwp9lIdaXJlJtXYE2ewUM9wbG14QJ4/WclXn0IXb9z+r2226l/AMqMk4Dm4q6+hrVML4LRcogW1Mywaw9eKIIj+IH0e/Udb0NB2BRjtDWsCla3rxe65FbG/JfW27VQk4y82KqnPDipUvjd8PBOWUhqAJ69Omtj5x2mr70d1/Rxz5+tnoP7K+b77hN0zkhzb2XSwsy4z2nCQF03X9+DjiHPLJMpieLxaIWsxi3sEFezWtrn3jZxtYWxTlzZ6vCJjuIHzbF5jeU2eBavrXr1whFgkHDpPRSsaagdehqW7w9shTlHBCXucw+FZjAhTRVknjZ28lCsYDOyVThbZwZ+DmriaAl79jAtSgjHBhvBshwE4jzFO8m1/zvV1h/bKR3gH44j25LtWzJWt039TE9+8yLat5YlvfFaJA+8/R0jKdZWrRopeRqWG+dnn5mum67baruv/9RPf30C5wwPqrZsxepUkn18kvz9eB9j+sBaN1798N6+skXtWbVRtK8Hn7gEU295wHWhUw1NRjrzW16+KFnNHf2UuJKWrO6TY89+rzuvP0h2vKEnp82S7fccp9CqKfeotZj8Le2leWQWWtbm5qauusjHzld//GN/9Yo7Inhw0fq3/7tv3TssaeoWGzEiG/TvVMf0c033akHMeRnzlxIXBlD32nhQt7O335fTHvhhZnQrnCSu0IPPfQ0/XlEd975QOxzbV0T46ieNpTQ+y/HPt911/269dZ79eSTz2vVqmbVNfRidNRo4fyluuXGu3Qrp/QPPvCo7rnzPjYLD7HZyJX4hDyK48/mgv5CryRJdMABB+jzX/iC7HPcAw86UBMmTJRDaDmbkFWrV2n69JcYU0/A70UaOmSo+vbrq6Zu3SJHNm6wsVLR8uXL9eyzz7LGPq+Vq1ZqzNgx6j+gv+rr61UqldTMyXvzxuY441PmeCwcpAMO2F9nnHEmG7k2nXfeebrgdxfwFn2J5Fx0zQZ7+OGHZW/X7aDWIK4QKeGxGzrc5us0MMT/tLo9Sq8BI2rJ4iW6GMPoe9/7nq644gr16tVTp330VDV0q9chhx2okaNH6I+XXaRf//bXuvOeO1XbUKtGTsVr60vqzem5Sxm0qEY7dbSTi0IxVUNjvXpCx7MwC52SIoCmHk1RKffp10enfex0DNpFuuSyS3XRxX/UrLmzNHK7kSqWikoKiTJ2ThnGUmNTg5q6N8olUhbKpElpMSEcZN+rd+/ZTTV1NSqycBx73HGyAfWb88/XL355rq6++mrtf+D+OuzwQ9l5b0R150pR+HtwOrP7Hrvqnqn36A8X/UHn/vpc6HlN3mmSRo0ZpX04iZ81Z6Z+d8H5uvCPF8q+YRqM4Z4WUw0bMUz2Cwff/8H3tWLlcjlH5/40MXR66ZzFV3TD05da+F+AR43IeOCAfirB6yInzVmlmSxl7TNld+244w66+ppr9CMM6ft5zdSjZ0+JsmKC9O/fT927NSGssiimejZiA/v3xa3R/uyIx2GQX3Lxxfrh97+vO269Nebt17u3+vXto74YY7/8xS904/XXy9rQq2d31fJmZg9O2/bgJOyO227R97//Hf385z/ViOFDdNSHj1BTY50GD+rJpK9hgWhRuWVjLNOrV3f1pvyH7ZfOOJH7zW9+rR/+8Pu67IpLUCT16tatUTW0rUAje/fpqZS5EMee97J+8OCGKcHCCX4DYXxd95tzwJRkMwZ4C/qglfm7EUOqGaxra1ZzXlHAEO/4btyMcJvnJd6S5N6Jt+JqQmZ9+vfXiDHbacp++6mFk/BXZs9UjrFuCt0hJ5kYDG/ejK6U/y0H4KutCzXIxBbU1WvWxF/KytARFfDKjJm64647dMutt8hkV4+eX7BooZatWK5VvBGZNWd21LWDhw5BP/ePC7OdnJnsVnCK/tLLL6mFOdrRPKoTakOmPgpJKvvFMYMZ5YG3bIVCQT1YR4z23HlztJGyS15dHD9/2LhxA0VDB6nN3Eh1s/D71Wv9MLS337rKziNNSqx3jWpq6M3BwtOKxrgKGC8r9NL0WWpoKKm2tlEhT3X33fdzAv19mUF6H4bu7y+4BB36C912+71asWK9rrv2Nv34R+fqjtvvxxB9Qt//3s906aVXc3pc0Y033KLrrrsR+m1yPtWiBa/qoj9erQcfeEZLl6zXHy68Wr8572KM3pm6+cZ7de4v/qAf//A8LZi7XIWkm+rr+ihhk+DMsGP+Op/I7I0e3XvL+5IGDBga0aNHX61f26YLaJu177HHntFVV1yHnv+1Zrwyh3au0S9+cZ6uv/42PfbY0/r2t35Av+7TsmWrtHjxSs2nXY888hQG21I99eQ0DMKXtGF9m87/7R917i/Pjwb8vWwqfvyjX+qmG2/X2lXrNXvWfP3sZ+fq6quu12OPPq1rr7tJ36Pvl1x8uTZgYCYJNgjjPbDRTBJbA9pl8BfmeOdlJ9G77rqL9tlnim688SYtWDBfHn08YOAA7bHHnvrcZz+rv/3KV3TOJ87RoYcdqkGDBmn9unWykenItx2HoHvsvoc++9nP6G//9is69ZRTdcQRR2jEiBHqiW1gn5bMmzc/HnbO5pD02WeelfcJeqIZWU1jrNboE5/4hI47/jjNnj0b2uvZrI1kUzBBX/ril/T1r38dg/0M2rePRo4cKTPuTQy5fSIFfOKh5y2q0/DOareJvEVTi8WSpkzZW+f81Tk6+uijdMwxR+mss8/UV/7ubzRm/Gh5DJXBnGKfcvpHdNLJJ2q/A/fRx876qI485gj16N1dw7cbrpNOPVFDRw6VLZJ77r2XjvzwkWpoatROu+ykw484TH369laZxbmhqV5HQ98M4VJdSXtO2UOf/+LnNGX/vXXYkYfpE588R7vstrPqG+rkvGS70frGeh30oYO01z57Ky2ltMdhUGegor4D+ugQ0sZNGKeNrRjaPtfAIQN15sfP0Jn0YQoG9ae/8Gkdd9KxauzRIF/0cklQUCbbRBx7/DH6q0+do7332VPHnnCMPkPegUMHygyyw488XKefcbr2PWAfHU7bTmNjMmLUcDWyKTjyqCP08XPOhh8nydpnFPW+uuIUam+xgx9OOTtgUzoBYynnRLlUSHTg/vvqWPrat2d35ZxqergeMK6amhr0r//8T/ri5z+nIw8/TF/C/Yev/q12R94jhw/RJ84+Q5MwflPkkbpce2NEf/Gzn8LobuCEe4S+QP6PnX6aDmYHbpP3o5yE9rJTc3bSf/uVv9bZZ35M+yLv3XaZrLM/dpqGDxmknoydM9m8/e1ff0kfps7Pf+ZT+usvfkGjRw5XAWXwaeRh8QldSxKv0WzqPvOpv9IY3MFsBD758bP0xc99WkccerD+5ouf1ze+9i/61DlnqVtjnXacPEFnnnm6evfupUpbq4wPkJGcw8+kIRBYSGCUJALqut6aA/DIJ1rN27bHnnyCk677dOedd3Jq8kz8HZScxa3CiWoGQzMIVXArjK0MmIutEU/M7bX4AJR+n759WXCX8OasWazs6BLL6SjZdf/ZOQBbnXOqVCqwOtXYseO02667adozz2EcXam777xLt95ym+bMnqtdd9ldfXv31c477cwBuNNtt9yqqXdP1X333K8B/QZqx4k7aicwecJk3Xbzbbrlpts4fb1fs16ZpbpinWrSkkqgvrYh1lUq1KimVKsUo68ON1Gibg1Nqqup0/ix4zWEE7n77n9AN1x/o+668+74ez+ehcIxJ728GEZVGFOq05YUC7xfQSeYE691ij5aP4ED1vcpU/bRq0tW6IXnZ6qV6TFz5jxVMmn77ScqhbfLlq3k1Poe7b3XvvqHv/8X/cu//LtOP/1MeFxUqVgL34tKkhJGz+Ro9Pz7v/8HhtQpevqpZ7V27QZt3NjGxqmiQqEW3ZjJYVgrlFgvCsznlzRrxgJ99tNf1t995Z/0T//4dY0ePYlT7IISX4cxz0pbSZRzmGGbNo9OSBIkhb72hsSRt8zmKxdLjqa/OENmSB9/3Mn6q098Vuec8xl5V9J99z2ieXMXa/GipfrQIYfq85//sk4++RRlmdeEHSbHPyLx4SOP0j//879q++0nUG+rvE9ll/1OwmgOf/6Dfv0bsHz2ycW8eQt0zz1TqT/TV/7mq/rnf/m6vviFv1HPHgOj4Z+jhIz7wTk554zUXxisd9UuNXFwViwUVc8Jtn3rPRAD/PHHHpdtxi3czBvqG2+8Qddcdy0Htpew4Vsi+6bc0pu6dY/+3XfbXevWr5MdfhpuuvmmuFm2PMcee5x69+qtc8/9ZTzovfLKK2Wb8h49uitNUy3lDan9X5urr7qaNxdPyk7TrU0nnXQSMs500UUX6fLLr+Dw72rNnTtXDfUN1YbTBTtYxamu09XYTnva7Hzbyl1srWRDyuN3gUec5DmTzGu7MSNcK7BaAAAQAElEQVS13/5TtP/B++qAQ/bVpJ22V31TjdowoDMMVyW5+g7sjdG8mw4/6mDtvPsENfWoVebb1L1nk3bebSf16d9HHgNuyIhhGj9xe4zWBg0ZOkjjth/NCSTKlrlRW1/S2Alj1W/IAJU9C2ox14jth+rAw6j3Q/tq2HZDoeGosQIyKeEupRq9w1gNHjlEruRVVkU58ebWdavTjrvtyEZgsJKSk9KMtDb17N9Nu++zs448/lBN2mOCsrpMa8qrNXvxDK1rXS1XqCjQ9mK91/hJ2+mQD++v/Q+foh4DG5QXWkmrqKauqEmTJ7CxOEIHHXKABg3ur6TgUCxtauKNwO577qL9MNR79Oyu996FfF07NjUO/jivYLCR4BJOtUQ4YSB7JZw+B5fRR7GwtqkIL8chj904Ae/RWKMUeqm8SoVa+VBUr6ZuOurgfXTiEQdo753Ga8/JYzVyYA/1617SAXvtpMF9m1R0bUqyjRo9YoAOOWBPNdYnStI2TkJ66LBDD9Dxxx+lvfbclclcokVlJUlF47cfxYbwUO2x+0RNoP6D99pZA5BzKVTUs75Ge2Hwn8Im6oiDDtAITu3rXFAN4/TQKXtqPGMvodvWzkF9+2vK7rtrICdqvtyi4QN665hD9tcZJxytKZPHa7dxozRlR8ZxTaJRwwZpD+j26taoxIleQoT5AavgUVkhkTJfYWxV4FeuruvtOeDyoJJP1FSqUzfQs7ZeDUlJNSzMRZdEAgFm85Zcbcyr9bzxKrtcOQoqGO/ZHHqQQsdnQT6XHAKxxTHzjnxOQU5d1zZwwAUxqTfBDjk2h/G8A/ZmQsyAgisqCal61PfSHpP30kF7f0hjh45Xj5pemjRmss489SxNHD9JRV/UuOHjdPyhx2r8kLHqWeym/XfdRyccepwGNPZTz1J3HfehY3TEvoepR7FJw3sP07GHHK2TDj9BI/uN1KgBI7X7pN3VWGrSmBHjNGWPfVVbqFcou/jP2nadtIt22n5HldJ67bnH/tp7r/3Vrb6nRg7dTtuP2V7d6rop5cczrhg2jAgn54CkBDjGDUNKnrjAeDI+bN53uUxVkFHvtYs2+VbF9tFH5TUo7KIkr+DKquQbNGhIf02csKPun/qslr/q42ciw4YN1cBBA1ircq3bsAEdlmunnXdWfUODCsWiRo4araHDhnFKmWG4V1QoJRo2cqBqm1K5Qhvr95i4/q5d1yIP3+VZ60NBbRWHceSh51UuB954rKH+wRqG3i3VFnh70UO77b6zautTiTnuXEobPPLw8s5JrN5ZDk30vAeBTbknq8SMZ4jOn7ckfuP+4ANP6Q8XXsmmb6pWr27RSk7vu3fvpyn7HKj7H3gEg/AyFYo1mjhpouQ9dbDusz7keSt+6KcV3I1ySavqGlnjtx+mmganlHV/xKgBuEFLli7iLc5KbT9pBw0aOgR6RQ0YPETjJ2ynkv0hgUIN/JXszV3upNzGDj14P9+wGFk4OTphv9eFI+edDjn4EO219170MbDhHaKTP3KyRo8ZrQT9PWnSZJ100kcYM6PUvVs3HXjgAfrIRz6ixsZGDYFvJ5/8EWTrNWHiRJ122ukaM3pMTJsyZYqOO+7YeCo+jLH2+S98QbZxbGpq0p577qlPfepTOunEk2J9RxxxuOwXQxubGtlEbi/7dr1///6R1mc/+zmNGz9O9fX12nvvvan7ZPXr1xebJch7b12gfkefnBhGMdxZj2prtqF2mrqVXCaenHgWQQazfX9tyENZOWFTXI4ack5DhVbLiQsYw4aqgmASEO7ggktsYhg9wRximWw8ZTBFaErQJ4kcjbHTMZ84BntFaH0mf0WBOoILsh85KYBctJE2BDRqjrZ1CMDKewYROdTRvgCFDgi/wcI5yjZF2cxdOFcPPfqQajDoBg0ZKJ9a6Sz2M3fUjbFl7bB6Au2wvor6OlzRLgvL2kN8AI64nJPkahzd/D+7t6Ui+LZlNovCuMlBAB4mBCEzFE2A4TmbNJ8gn9RHvlr/jM2IQUmk5RQwjKxMSr4EHqTwKmFcmOvghcUlxDlk4HHF+HDIQIQFvxxlZH7gCZsfUlDPrAUStBzlIlDeyttUSHKl0HCWBmgxrbb8FUhWlGKpOcZsYnmg6RivKePF8gm/J97KJ7TFhzY5lHbCYmZwtMMhU8dYNdc7660EK5RxOug8PYKGjTMaSM5AW7vut+KAg3keNGGATxq/PRuoXTVl97200w4T1b2+UWZchyyXg6mBfLbgZfDYM+68d1W+U0GlrU1LFizU2pWrNHL4cCVRNk5JUkAOAl2y0J/hMi5uAvMnN31ARFYJKrdWVMdmasx2YzVlz320N9hztz01eOAQpcjBo0MKaVEjBg/X3sh4yh5TtMukndW3Zx+lQmtkUveG7tpz1921/5T9tPvOu2n8duO0y+Rd1Kt7b/Xo1kvDh4xQMS2pX98BGjVytLzNuVzxlHz4sBEaOnio7E/SPvfsNKW+qN133UPbc1KeQL8/m+66Ui2ntmU55+QYPwkKxcYRQ0ty3I6ZTSBJvKxvar+IxUcGntWbTlc975GntQcGMtJlHbENB322kV/JWpUWPCho3/320aIFS3TzzXdq1apVGr/DGNXVlzC0zTgts8aWtWbtKvkk8GZqvTY2r1crbzpzdGmRtTFJg1ySoZlbVc6aVapNCUsOXtZimLa2ltXWVlYCX+0Nt/0xBuclj46t0I62crOyvKwc3bpu/Rr8FVldbZU2XPRnnsna7JyUpE5CHwd0MYqYnlUIV+Sh50Cppkb2GcIY3sgMY85vv8MO2mXXXVTisGjHnSbr+BOO0/ARQ3Xf/ffq1ttups6yfCJlHMhYfwL6XKznGUZ/Hloltamm1trQKmdrPHXX0D+rOymmWrtuPfxohle5WltbCa+DBzl0FeOSJKU/QWLsQOx9fXvn5JwTD6B4Oec1btw4jR49Ws45pZxUT5w0UZMmTVKhWOCwNtW4sWM5PDssGswHHHCA+vbpK0+5/hjMu+66a8xXKhU1BgP+0MMO09FHH6P99tuPQ7cBsC2JNEaMGMEh2zE66qij4l9F2QG5Tp48WU0c6vXo0VN77bWXjjvuOB314aNk8k8Yazl6aMyYMTr8sMM3lRswoH9cm534ob0MoPZ+uOh25sN3ZuWvrzsowLwsy5SkiRKYKWOYKRCsaofwEpcos7+2geFTQOh5nKR6ZxfzQtDbFjjy5RiPLiSy1ySHfuhD8RXc+O3HKy2ksd5ILvpMmE72E4N/oQ/n6KGTbKALmSA0BXod4JVnoROnl3nulbMQh1yyeGOF5SGbyKaqCxHZZe42wHmq81HB5bYRSBIljBPXHi+10+ioQNSNUR5MaRtQonoDKhKKtwMBv50YGTrihNFd9Wfk3QymtFl+iJS2qLvaVy/HeE3iOA2yv5+eBVKctVNd19twwOYeq5iKaUFFFrRaXoPWFUvyyD5UMqXIPWORX42hvX7NGlVa25SjG5rXb9C8WbM1Y/pLeumFF3XvXXer6FONGDpMTQ2NMprR2Jfj520a0ZX8zjkQJNuUC/k475gh6HXn5JyX9wmGTa0KpZJsLsjiyVOulNELgbQaTl/rlBYxYNhcyQWyQANFYvq2kZPZIkZVhTXCOaPHHKO8nUS6xCvQWptvlmbfiVs7PPEWVyoWhS2pRx98SDffcIOuu/oaLeCV9S477qyePXrKClu+jDWojfYYciJ9ksQ+iLZausd11GOQ7NkBcZkf5z1zW3sM7Q2Cn9bRgB7KMX7TgvWwWf369dCYsSN1zTWXcxLZoOHDB8nx5tn0Xp8+3Xnt3wvj9U499PB9Wrp0ge666xbNmfuymJLIsU3sjpF5WWYQC53r0LMBQz3ngGMSb4dXr1mtqVPv1rTnn9Xjjz+ipcsWKElzTk+Ha/mKxbrjzls0Y+aLevyJRzCQb1FLSyv0WlUqeU7QN2C4WfsdD4NJ2ZDTRsnqEvo94cBl7LiR6t2nScWSOCHdTr16N6m1bT2nokW1tK7XrbfeqNWrl2Mobq+evZqoczrtCOR3WrZ8iZ6nfWvXrGTj0CzbqFj7jX7GgU6gDqHzHQc3Fl9bVyvb6L00fbpuv/022T+rmTp1ql584SWJNcg2H94ncf2LLnpL7/OLmawQ++EwkIvI29PXINsAWbxHPIG5anOvtoZ5XigogQeOhEKxINuYGS/khHxz5FtSXV29AuOxwsGVGeg1bKYaGuqVMO8yDlwybDySyZMzDpzSlC16kkbX8kqBeE/+FFp1jMmCvPcxPUkTVZjLRquBk/EiOsDSDHoPXv691CbnJIMxy4QbzBB2Xo4fZMzTG+9l8amH6S4hzlLfLXgVk5LamtvUvakHu7UDNJHXKbV1dQwBa0qgwfpgXQjI5GOdDllFHgnYIiUlLFqpiGLiEJsWo2uGcyBPoEDAxYF3cVrjeoLbhoCCyxgPHuNMjAmmoOybxFeXrlBLSyXSsrgQ0xxhB21uHIoqsBBtHTlpVYiFpAMBfxW0dcuy2jzO6vLEvB6CHz4p0gAvb2MVBSJZX4nqut+WA6lzGti3n+pLNeIALcKM8cH9B6oeRd+EEi+hmB976JFoWD049X5sh1y1jI/HHn5Et918ix4nrQTfDzvkEI0YMizSKBJ2LCiIVM65t21HV4b/BQdga8fcEX7B7ADKGIC5GTQJNBGqT23uhLgwEyM7iLGF2fyeBTzqGcrnKP8KBniGa3Fp4pUzPz0nuyJfwG9lTMA5Rryl5dRTifWhFZh23TDkD5iyj/bbe4r69erNyfxAHfqhQ7Urp6ZFDAVrZwLdQB1WnxIX66jwti4I/QDd1tYWmTEQ63rDg4a+Ie69EGHt6oC1By0Mv4oYut171GO8Nqqpe41233OyRo8Zqkk7jle37rXqTlz//t3Vs2e9jj32cBULQdddd5n+8MfztHDxbO2ww2j1798DtrVxUNWNfI0ygzjw1rBYcBo6pL9K1LHPlN21/7576Kabr9OVV16iefNmaOTIgerbt0Fjxw7XfqS98MLT+v0F52EsXwetGtbYYRh4UmNjqsGDe6uGDZij6RGB9iMPh3xHDO+nAf17yrk20Aq9oZyqHqJXZkzTRRefz6bhRjZatRo1arB69arXgAE9deedN+q35/+StWO5jj7qUGh7TnWHK+eE/vbbb9T8BbPI11s9uterwIn/UN6Cd2uqU4qxn2CINzbUaNCAvurZvZv23Wdf7Th5Rz3y0EO64Pzf6sknnlRtTQlepTKDNHEM9NzJ8yNcvc8v55ycB/TDOeYHxnJbuS3O2yRN5HyCP7CBqkhOrP+BdREgM4twjolIjLnB4oK4AmUyXG4HTTbDpgecczIdIDl+JO+8PPPTORfD0T6EVobBkWGwJ0lCfdU6LYeFvfdyzsVyeJRDWyKVOL0HL/+eahMK2xS3g8k5DSsWSyqwuK5auVrPPvOcHrz/Qc14eYZaNrbCUvFqsUJ2mMtAd+8KvAInvKW0RnfyMQAAEABJREFUqFJaiqfyAWXtGJCIXVTe3lLFIIGqS/Av+bY5ZAM9x6gRk8Be1T362JO6466pKMD79ORT07Rs2SoxVyWfwhb46AyKOglREeeAV65tBOWtOnvl6QslVTDMH3/iKf38F+dq9uy5kVaAVmBkVF2jm6CyN4cn3AGH/zXklDMEBJe/Dq/lycgTQVsykBuUvK4PgTaIOEe/aSIKwuslxuyatesV4zKId91vy4FePXro6COO1CAMcjvR9AymQf366/RTTsGwHqq+PXvpY6ecqhOOOUYHsCjuNGGiRg4ZotNOOlmnnvQRHX/U0TrxmGP1YV5RThjHmyxkZafnifeqtLREKb1tI7oyvGMOOCelBZvzLMpZWVFHml73kkdvmqGbYVibm9vMSb0KxTSmBSeJPA5YeoVF1lyfVBdilnVZ2BFOi4XozzGSM+AS5imufSboodlWaRPTVY56KxjUTER1wyDfZdJkHXzggTpo/wO0w/bjVVtbI5n2sDptsXYWCkoKiQTNaNjTfkedCQZHmRM8slsmylXvYBVVve/NpzE2tDfN5RIn14Wi0xFH7qN995ukQilo7Lhh+urff1G77jZBPinrwIP21mGHH4CxKtJG6DOf/bjOOeejOvHEo3T6aSfoK1/5jA4+eIoaGks6+JD9Mar3Egehksrq3qNBf/VXZ6k/hnJdXUFnnX26PvuZT+j00z+ij5/zMf39P/y19txrZ9XWeR162P760pc+rVNOOU5nnnmqzvmrj+mrX/0iBnEPDR/RX2ec8RENGToQutyxD/ao9uGUU47W8Sd+WMViUBY2qq4+oT+76ZOf/JhOPvlo6j1Fp552nAYN6a3evRt0yqnH6ZOfOjP24ZOfOku777ETRNu0yy4T9fkvfEof/egp2mmnifrwhw/VhAnj1NhQQ9zJ2muvXRk+baw5rRo2bKBOox/Dhw9VBUN0px131NkfP5v6PqIzz/iohg0dou7dm1RIU9LLDGfP6EiUYsfoL+SyOZgzN21epvQzmE3kWM+ZP7YJCbjO+djbCm8rzZ8wf2z+J97ig5xzyslXJt3mk3Mu5jfHOfxB8JwZD22eZLEIRT6a8W1xVsDKt6DPrQ12Cu6hb2mmYwIGQ+ITJUkS64v2v9EzjxV+j8G/l9pjTLRTDtMdSIIdVlnz5s7X5ZdfqfN+/Rt2zxfqpz/5mW656WatXbNWqYfJZHby2hZ48vmQKNlmePJ6+ZwySuSDl33naGPFBiTDRVQsxYfj6SP0l3pZx4EznptywZ8zsBfMnadfnnuefvrTX+q88y/Ud777A8K/0fSXZyknb+4SJpNn6WUCUiaAnMlaRaKc9LdDgP9ZgMc+FXNYHreuvlG9MdYKnJQGeQXoRhcpBPIHFRlGNQoqAfwWfhPkMb5AvgLSqyKoGg4xjfKuSFtLwNwixnyR/An5qwj0I9ZrLqhkQTntuPCPF+vBBx/lBCDIeU/+P+f9l0mrgAId0LevmngLVXSOeSjVFooa2KdP/MXO+mJRwwcPkRnoo4eP0JABA9RUW6f+vXppxODBGjdqOw0gb8+mJqWUt2/QSywcZRS36Y04iBi76rr+rBwwfbBm7RotfnWR7E8JZhjCptPNqHUYt+Y3mMFss8MM5eDwMS1yZpMZ1mXK2Cm4LL8PzLP89cCgNLpGwyU0n/Kt5VYOAZ7Uy6+8rJbWZiUY5IUSugIDPWcBxtZWbp83JV61jJ0CbsK4yDlZSzyVc7diXDniAyTN/8JLL2jaC9Mw9HIMsQyd45U4L7KiYRzq39FiC6F7YiwF31N3tY2itYqX9QzAP5/k8TOO7j3q0Esb4+n4wME91dhUlPcVTpKb1INT8ZpaL+fL6tmrQRMmjtHknbbX4CF91btPk5q61aimNlHPng2gkXK5jG5tXap+A3qx0SnIlgkzznfYYYxGjRyqIUP6YVz3URP1hNAcyxu9CZPGaviIQRjhvTR4aD/iPWUz9evfXfX1JdvT0YvQjhw30+DB/dStW62yvDka5Dn0SjVBffo2avsJIzV+/HD17F0vT/vTYs7GoaAxY4ZrwqQxGjqsf+yXfapTqkk0FIN/1Kjh6tGjkVP7nvCmmyp5mwYM7MOmoagkCdCpQKNG/fv3oW2JFi1aqGuvvUovvTSdtwAFzZw1Q6+8Mkt777UXYyNXsaYG3mZR1eR50Pv9CuhLM3A7+mHh9evXa86cOZo1a5Zmzp6pttZWeebQmjWr9eijj2r2nNnynnlC2YxNuJyTdx5+JvLeA8dcTSU5kUTYw68g2/Qaz5IkkeSIy+WcI92pra1NZvQ3NzfLPg26/PLLtWLFikiXamJeqyswO+WkjHmfs3lIoWV1W7v1Hrz8e6lNCQo0g2kBE8bRMnQoynWmnn7yGR24/8H6my99RaNGjNLdd94t+zaUbFqyeIluvP5G/eJnv9Adt90p+3esASPIsHzpctm/WT3/vPN1zVXXaPGiJfIY1KtWrNEDUx/StGde0D2c5v7uN7/XDdfeqCULX+UkHOGVgzasa9bUu+/TuT/7ta698lotmLNQeTtdk7FPvAKCfo1/mwc297+W433vs5EulAqTC2bI4zribGe6dOkK7X/gIfrK335Vxxx3EnKbpbvumao161tk/zXtqWen6RcY7D/80U/14MOPEdeCsnNqbc00bdpLvDq8UL/45Xm67fZ7dMONt+qFF1/RylXrdPMtd2ja8y9LSRFxO82dv0B33n2P1q7fQFyqHrxyrsEImzFrjq665no9/uTTuuiSy7RsxSpt2FjR/Q88qZ/97Hf68Y9/o6effkXr1mVqbUt0yy336s67HuT16V36r//+ga686kYtXLRC06fP1m9/e5HO/dXv9dRTL6qtbMqgpHXrK3rgwad07rm/1w9+/Gv68Az0cxb+XI89/pRuvf0u3XLrnfo1Y+3SS6/U3HmL2Agkeujhx3Xf/U/o2utv1rXX3ay5bC7f9+PgXe6Ag75Hi2IvyLGIJeZnnHl2YRZfQCkn8szlHCM9RKSEC87jd0rJ7ymHHUesk41RhiqxQSllC0nCYhkAFXXd/2sOBHSBfe9tC50tkLYATnvuOf3s5z/VBb//He5PdNmVl2n12lXkzJmfV+qRxx5RwBjMMa8rGSfnvPo3Y9n0PpauzAgPCqQG9EPGnBdzsI2YENN8muDPSc8kK2s5EHQFw+mJpx7TC9OnyU7Fy5yMWz1p0fJnLP4eeeeURe4OL+PJ6k3Q47YhyBhbAVrlSlmO4VFhHXp++ot6atozasa4t9P73PJQTih+SMC36jPEkUUQ157vLVTbWG1TwMkjHNHsTZUwycyANoMbTivAR48x7l1ZCfxNkkzeVWT5Qt4K49qUWBlO12N58ng2QyKPs3KEHdKxX4B35Cmk1BnaZL+saYa5J4+DdloIsrB9/mH5jUbVpX2hDCet/oy2IntkIUHndchVrT9wQCYlPlOSVECmYikQl8na4zipt34ZnLWRPClt8rStWHAMOaNbUQgV8lOGtjvGpwelAgOBMeHpX4htIm8gD2lp4jR27Hbabbdd9OjDD+o//v2buvCCC7T/AXvqgP33YSNSUhLLWh029vS+vxxS8cyXxCeyuW4duvvuu/XP//wv+vu//wf9w//7B/3TP/+T7r/vfi1bukwPPPAAG5WXZN+DW37vPTJLBZkYl2PgFWwQMKecQ8K44vIoa0OhkMYDWTOenRUizU7aC4Ui8pKcc5IcMk+jAd5WZtwQZXV1DBVHunNOOW9W8cqQMZ6cc7K+VNiMC7/pL+ecOvNilHRm9a+vu7llIwyyuCDbzUSmZ9KGDS0qFmrUv98AfeaTn9X//Pe3VV9Tr1XLV+h35/0OQ/omzZ01V5f/8SqZ4b1g3gK9uuRVDPRf6tqrrtVzzz6n66+9Qf/9n9/S/DnztXrZKl1+8eX60fd/GNOff+55XX3lNbr80iu0dtVarV25Rr/klPd8aC+cu1B33nSXvved7+uF516QDSj7z24bN25E3iGCYSQTo+t4MmetF3+RwMixftlEcs7htc46lTCIx4wdryEjRmq3PfdSt1599OqyFWplV2qG6tdRVvdMfZiTppf0z//6n7rgDxdjyGa6Z+qD+vq/f0NXY0jfcee9MmP9a1//ph5+9HEteXWZfvqzX+pp+N7cWlaFzdCs2XN1/Q03ajEbrekvv4KxfiuncEv11DPPxrx/+9V/1L1T79cS0v948ZX6xje/F43hJ558MfrvuvthrVnXpiuuvlH/7++/jtFwGW16WT/7xW/01f/3Nf0S9957H9R1192JYvmGbr9jqtZjiF997c363vd/Ho37x554QV/79//RVdfepFeXrWTT8YD+/T++pd+e//u4mfg1m7uf/OTnWrp8tR5/4klVMAyefmYmxvpdnBauYcwY32Bd1/2mHPDMJTOiHeMNW0ushxFJkBLnZSfdWGeq5lMMW74EigllA4ZTwvi0uI6yMF42f0kWSeTsuv8UDnjnVbRT5kJBxtc1a9ey+XxIw0YM1VkfP0sHHLi/Fi1ZqJdnvqwVq5bpuRef06w5MzXtxWlqbtkglzrmyNIYnjt/rhYtXshcXsJGex0b5latWr1K8xfMZ2O9XHMXzkMfLNHG5o3RSHcI1k7fX3r5RU3j9Hrd+rVas3a17D8pu4ReeUV6jz/5mGbMfkULlyziYGCtVnNqv7G1Ratw5y+Yp5deflllNgU5RtbKlSupa6lemTkD/bJEzZVWtXDiLid0VYvsHwnVlEpyjggMcmqRoktYTgzNGPXeemzZKgvnyCvQTEMe/YH+C0NUqshjbJpB6ixMvIUT+C3CgbcWFp8wEc2gleXHEHbt+VLiLa6jvEcOwih1lO2Axyg2JBjuHrreJijlXcyXy8oq0jV/RjszObjbwWXXnk8Yc2YUW1uisYyB7WlLASPbXAeNDghjO7G6KOtpi6ePVlbmN9rQ8uZCw/IG8lvbHOlWTrF9mapuLsGHbo31OvroI/SvX/tH/ehH/6X/+Z//0MfPPl3Dhg1Wwhgst7WSj7zQDoCOvM/vAMtDNHwDhrPB5syoUSP17W9/S98Cw4cN1x8vuiieVNs/PlrPoZnpBljLQddLevLJJ/Usa/XaNWtkf699yatLtGHjBtk/9JnDCfuz2GrPsaGfP38+dt8GmQ24bNkyzZw1Uy8zV5+bhg7Bv3z5smjY239G32uvPdXY2KgNnNK/gk2wcOFCvTLjFeqbrsWLF8sM7lJNKbbplVdm6MUXXuQNxivUOS+e6lu52tpaWX86U0BxqnRmAzrqDnh8kkTlLiRnAnTOqV/f/hoxbISuvfo6/ebX5+uRhx7B0F6mpoYGdqSchEybrk9/8q/0X9/8L4yrr2gkedetWafrMe6WL1mpz336c/rJD3+sv/nyX2v1inW68bqb1LKRU9lypoH9BunLn/+S/vPfvqFTTjpF06e9qCcfe0pPPfGUnnt6mo4/5jh9+Qt/wwQ7h8Xe66477h9rTBUAABAASURBVOJkdZ0KKOT6pgZF68AUieyiB9ybghb1AQHdlp0ePc1EefDBh3TLbbdpKRNozLjxWrFytW669Q71Ro7/+E//rP/4xre0y2676aqrb9DU+x/EmL5NhWKt/uO/voVhfKHOPPvjqqlrYCFezyRtxd5KmGSt5KmxUcEpWRbj29oqMjRjpMslnIZl0TA+/oTj9QVknRZK0ZDedbcp+tev/6e+/Nf/T/0HDNXNnF7PnbdYLS0Zr0AH65/+9ev69W8u0CmnfUzPMZb69B2gH/zwJ/qf73xLffsP4KT9GT3CyfcVV12vkduN19//09c4Cfg37bjzbvoDxv6SV5dr3fpmNXXrrb/526/qt7/7nU4//XS9xKR/lk3eWR//K16b9tdfffIM/finP9aEHSZ+QEbFn9ZNh7T/VAgabwYbs3H+/mnN/ECXDhgYbZxGVdhwm78ZQ7mNV8g9evRQtx5N2nvK3jrjzDM0evR2moGBO2f+bN1971269oZr9OJLL+qZZ5/WT376E11+xWW68JILdf4Fv9N3vvsd2em5/QWOX533K96W/Zz5+Wtd8Mff6Ze/+qUefexRpBo0gwX56muv1oV/vBBdcqWuuuYqLVi0QDlGk51ivzD9eZ33m/N0xVVXRvyCsv/+X/+pW+68XcvXrNRPfvkz/QL6f7j4j7LPDcwo+AO0fnbuz6B1pS6+9GJNe/F5TLEg+2ymWCyoprZGLbwaZ9Vul7vD3RwE31M3o9yaB8fe2CzSYvzmrjB6xbV53Fv7N81RjFuHoeug6aKbQysAc7N2N4d2Hv2CsyJflZeB+M2AoSfodORxhK0bjriqK2iEdhi9dr/la0e1fNAml/hYl0URu/ldpRmgBy3yxXo63FinpYl0c8lDuz0bCWHsp7wl6NmzUf0H9lHPXo2qqy/IsdmotLXIka/A6W6KXeMJ6X1+5fDEuuCcU5ZlbOISJfTNTrfr6uo0atQo7bHnHvFTlfUYxvX1deTxMqPc/inPD3/4A33nO99hff2Bvv5v/xb/SdTMmbM0e/Yc/ec3vqFvf+vb+vGPfqT//u9v6bvf/a6effZZDsLW61vf+m997Wtf0w9/9EM2PT/iFP7vdeutt2njxmbdcccduvzyK7Scg9lrrr1G3/yvb8Y6vve977NO/7P++Mc/aP269dFuu//++/XNb/6nvvXtb0c9Y2350pe+rCVLlqiltRVJB+tep8F3Ws1bqbjIwBUD2F4VmuArlVxjx4zXWWd+XKeefKpqSrW64bobdMFvL9C82fM0E4NnzNjRGjVyO5WKJdnfu/zYx87UQIyolctXatz40RrJSW3O6dqkiZM1nB2rnZKHSogn6xN2mKDhQ0eoe1MPjRs9nhO3gjas26BnnnyWU/fVGPuP65eczNqp+vo167Vq5SqZoV+JC1AZ4eXABBhkRrgx022lXx+EqIzXQI89/rh+/4cLdeEf/qCddtlF+x1wEKdVG7Rw8RItXLSUk+tf6Wv/9p+cdr2qMjKY9vx0TsKWazwG6mhO1Ys19Ro7fgcNGToEvjoVa+pwUwxyJ/seO1eijc2tKABO4pKC5BKUQmABNq579erdW/vsu79GjxlHHYs0c/ZsPff8C/ouE/Pc836tufPmxxMxOx1DS2jIsCEaPmK4OArSfvvvp1oUykh2+U3du6ln756ydqxbvy6eqi1a8ioGxEv63g9/qO/84HuR7qo1q7WUE3jbVdtpSM+evdmt12jM2O1VLNVpJW9YEtqZBy/7VKdE/3zCkYm6rrfnQCDLtiMu2CEwD6uQQrW8TczNkOM3BFwyvMfu91dzTEeXOBk3Y6OI/u3WrZv69Omjhx95WNdefx1vtx5WwEgr1ZY0YfIEjRk9RgcfcrA+9clPMVd78aboZk0k/lOf+bQ+95kvaPsdtkf7B/kkYc7nstfJEyZN0he++EV96fNf1vjtx+uRRx/RvPnzdP8D97EZb9OnPv0p0r+g8TuMl/NM5cRr4cIFvD27Xv0G9NOnPvNJfe4Ln9fe+01R/KdQTL/MZM+p/Ajm+hlnn6lG5vuNN90kGzGf+vgn9cXPfSHqg5y2Z2w4clDmdXbO6+0E+g7DKqL9VNzKGd6b0qNljpZZnw14q3eMxLulK3oXthnVeZar6oZ2FyfWZfH4411Ns9osr7lo9fZ6HPPWV0GMI381TYSq5cTIeA0dceaq/aqWEiWqvoBvayAH+thtBmIkBbD5bWFDR1yHP8jRNw8cp/BZ3sYbkw3Ky+tZh9qU8TYly1rkk4y1wHqRqcKbUdskdlB6v7oJ89LxqsPmQ21NrXLmRDMG8erVqzVz5kzdN/U+Tb13KhuSOnXv3p29T5CVsRPtm26+WXvxxvx73/2evvGN/9TAgQNjektLM3xKmLtOO++8s/7zm98k/Ruqr+ew9dFHZX/ByIz9mpoafe1rX9ePf/wTnXjCibr99ts0Hz1geqeIDqrhgDTnbWihUJD9Q6Af//jH+puv/I3uv/8BPfXUU5oxY4ZuuvEmHXLIIfrBD36gf/zHf1JTU5PsVNwOEKysc75TRdO5tb+u60EmmAwBp0mKEHmZhPJbtGiRVq5YqV123lUfP+ts7bXX3prFKcv8efN4hVFQW0sbSrks9CU7oA3kXaU1nIwXCkUmRq4yhrNQmq0trVqzep1KnJjWYuS1tbZFwzvD4M+BDaocgzLxiSzddnVjx4zV3ntO0X5T9tOBBxyoA/c/kEFSL58wyazC17WfQGgHzgftTtJER374SJ3wkZNk/wmrN4tyj169lMH7QqFGAwcN1T77HRD/C9rBhxyuk089nQV0QjSAcynKwvlEbbyxMKTIKTjPK+mcV9ZtjI02ZezGW9vKWrNuHYpPMZ59ljIebeWKzCiuQbaWT/Jq6takkaNG6KAPHSR7Zf7ho4/UUUd/WIMGD5TnVWZdYy2voVuUFr18GlSocSiFXBWUqb0GF68sW8vNolkomKJGjx+l/Q/aR4d/+DAdesSH9Im/+oT6o1Ry+ljf0KS6ukaJepNCUYVijSBG25ywEVWgPxs5VbMhoq7rXeOAe9codxHenAPOOZVYADds3MjGuiLvq+Fjjj1WRxx5hFL0gZ1iX3rZpdF4LrBIJsT17duXOV/LG7MVvE1r0Y477agBAwdwqthTZmz37NlDWGXMm0wNjQ0aNnyounfvhr+RTfYYOXTvilUreXO2ShMmTtCAQQPiPLdT+EGDB4vpx4Z7tezTk7323ku26Nc31Gm7cWPUd2B/VTCw29DdNWy8d5g0UcNHjtDGlhatWLVCY8eO0aBBg2QL+4SJO2jM+LGYgDnLR5DN2wr6J0lSxcsioscejkcH8L7nbmvs5ti8gR3t9kR2+N+JS7HIHXM7YHXl7QHz4zWSOK/dFtEO9Ke0hT/GqXph+CrWYbQ6UE1SR7nXudrsaqf7uvQt4ozkZiW27rUyllLV51leQa9XlLKpK9YkSksJOl6EgxKGiPc2ZirKMM7FKEq8t8LvPbyTFsEnW1vNcDX4JFECpj0/Tb/61a902eWXsXZmOpu32917dFcz613OnDFbrTe2QJyPgwZqMPP08MMPZ952g2dFOefjJt50Qb9+fdW/f/84F4MtnLTPODllyj7qBY1GdILls42/fSJTqZSRA3OU8eHh8fDhIzR06FDW4jpojNWwYUNlb+nncxCXFlIdfPDB6tu3j0YMH6799t0v6h05IbfEHGrrvBsVSkva63c0x4ATY2w+GCNioCOyGnhXnsYsE64pY+QuY669Qrzk0ktlrznmzJ0bfzGgqalRAwYO1E477UR4adyRPfXkU7rrrrt1ycUXq6W5RWZIL1ywMMY9/dTTuvba6zDW10cB2IBqRQHbt0P333efHnjwAWiwo6utlSnvPXbfXYMZNIn36te/L4ZfzgZgFlMqqL6hXhVeyxoDrI3axBcnRb+5+j+4qrW/vqJq3dVnR8rrQ2LQWkpw7fFbI2MZgCVtCaLfeKMs7dVwQ2M9u9sdtctuu+q++++L32UNZKGdOHESZZx69eylwQMHafbM2Vqy+FVOysZqu9Gj9cwzz+iWW27VVHbWt/H6acaM2SzGQTUY1rvuspMefvhB3XH77boPWT3y8EPxT0bZn1SyHbP1olQoxLGSVSpIIET/iJHDtQOnZeWsWfYb8k3d6rRg4RytWbtSpdpUacGahEJVm9Kik/0FhtZWC1eUplJb20Yy4E+CBg/prx0mjIV2RX379WJDVtKiJfO1ctUy9ejeXc452W9/27gyo8MUlSmJnM0kSXGTYGPtoQcfkv2TGgi/85uOhi1KEbVFTHuwPcEcJ0ekoSr5Ko3qsxpD8nvytja+AzAGWSbpCWXwV/uGn/FuOqwDm8eT+T13W4ujyN6yZVV5WpbXfNVQ2BRR9VSflgYsYMD7p962UNqJkv0zjSTxzEkMcue1fu06jRgxQh/60CE68sgjmUdt8RvNCptl5xxviNarVFNSkdOsErA5m3gv+32hjIMYk5PNn0IhYUNbYLFOVcnKoqhq62piOWFMe+q0vI6O2JvUtWvXSgSsrMV7n8g5pwo6ISZQRyh45eQplAqqxUB3iVemXBY2Grb+pGwYzLX+5RmUEIjZBKVSST5J0BMtsjRtupwYYptCf4qHqrax+NZy0o720q/5LGJreS1+M9igsWzmWrS52wrLvzk2zb3NIyNxIjrc9hZaHbZ7koU74Mln6AgTjHdH2RjY4tGRd3O3I4uV6/B3pHeE34G7ORkEztBS1U7JOPBrZZw3q5K1EceICmVloYI/yNEV56g38kVc+F/XX6I23Za2KfCe89i4Nx1r3bHTcZtrnnll/0Xz61//t3hy/dnPfkaTJk9io14j2CRLT5hTlt90QGtrK/YZvEIfYHzKfg8jMJ+ts4VCUTZfk8SrhpP3xMO8INnhbKlUVJp6Tspbow7wPpHVX2DtzzD4jXYRfVJXa/VSCJpmI9Rzwu6pqEh555zscDbDfss4Rbc5bzQCE9w7L4uzdnQWvFXslSgJqTyvbiwcXOAEoaLMVWSv6oyp7nUDyJHtzwvHpExCQaokChXHjjKTnU6OGDNM208ao5fmvKhLr75Yi5Yv1CGcSvYb1F/jJ26v/Q7aTw8/9pAuv/oy3AfVq29PDR0xWPsduK923GWSHnviUV3wh9/pyacf0wEH76cPHX6oygivUIOiry3qwUcf1HU3XqcZ82doyiFTNG7nsRq36zjtd+R+em7Os7romt/r7odvU7f+DRpJWzyLBKKGGyn8SpmPiUTbRYzpFoP5311YCwxOQnZCdhG0g3FnLaFdJNnKYzKNjcpkJ732d3hzL+TqEKsjr5C9l7dIBqVTTj7FtAC94JyqIM5JkaSo2wXl9sOgL5ZSjR4xSP171GnEgF464uB91LdHvRbMmq5+vRp00rGHq3e3oq694kJdefF5WrN8jvbabbyGDumhk048UuPGjtT1112li//4B82dM0d1tSXan6l3zyaagXFmAAAQAElEQVQdc/ShampMdd21l+jWG65WpXmdth89TEXXpl7dazRu1CCV0op6NKSavMN2KvqKCqpoJAb0KSccoYZiRVdc8htdffnvKbtSu04eo95NJQ0b2EdD+/dWSZnUsiG2d/zoAerR1CCHEV1XU9TAvr00dFA/6himM089Ua6yUddeeqGuueT3al31qvbfcyc1NSS0s1bDh/RWTaECg9arsS7RqKH91bdnPXzdqH322FGrls3TzdddocWL58PfoAAvtwWCz8H4jBxylypzReWuICEbh7wS+J8qIMfA04wNr4zXp44TwDSXCswnx/jIUF7NDI424nPR52BtzWI5Z9SC5N/ncPTDsGU/Evq1NWyZr7PDQoIVn6tCQ3LkjnBM/IBeIf9gCwZyz0mgS5ZdiFM2DiwQx1NMS6DkiQcZTMlJZawYzUAKMe/wpv6tlHDUVeZNVlbO8bn4yvf+++/Xk088waKaUVOIC6fVWV1kU61atUqrV6+OG1Trw9NPP6N5C+drOSfT02e+ouWrVzB+0Sxeaqm0ShjQrpiozJwuM2bbQE1jneqbmvTcC89r5tw5Wrl2taa9+KLm8Nraam3s1k1pqaCHHntEi5a9qhVrVuqFF1/QovkL5ZyTfefeWm6T6cJKyFRTX8OpeT89Oe0pvTBzupauWaGXX3pZC1+Zpzo0RIF1qdKaKa8EuSRVzjyKvHQBrtB3B2SwMFHv4N4kM4eM2mHFjVIVRKoDHSlV19JhckxVJJRAxJPoYpxTzEG4w8Vrbaa9MpgeMDgGSUSFDLlimqVvC+h3zC+7HPXTBluTrAWxPDSNdsznaZG1z/ICa0us3/KUJdcOZF2luXm7JSOpWEabXZaHNhv9dgRzY93Em2vhCPpp9W0Ja98mUIZWxrrigz6Z2+50VJxDw07Hs7yMkehUKHmlUS1Th9Vp9JjH1l4zzA2mkx1jyWV1cnktvDKiFVm8zKtUUhEQeEM/iX6buypv48e7g8BaY4ZtylqSs3FOmAeFQqpaNtc9ujVxMNVN9XW1Sok30EE2rpkGcNK9csVyPf/8c1q4YEH8HY2HOVQzXVDAUA8YxlkZPlKukKbyjp5AP6CzysxTqzPjBDzxXgXymwHvkKeVs0+GvbELflXIa4Z5CcPb3Ao0c9byAHrxxs1o3Dd1quzzlpkzXtbz06ahs9bRzCq/rD8E9OcBZN7hzcxwLMI+gv7FdgQGY8ZgqzApAq7sipOdXsdR8+64Lk/ksoSpnCpF6QUGda++3XXsR47SaWd/REccd5g+es7pOuLYI1RsqFFdU52OOeEonXnOGTri6MN1+hmn6fCjD1NNQ1HdejfquJOO1Rlnf0wnnHy8zvrEmbgnqK6xXjl0a+rrtMeUPXX8KSfo6JOO0RmfPFOHHP0h+QYv3+h14NEH6ozPfkyHnnCITjjjWJ340eM0ZLshqjD5HIuid4lcMHhcbxwCVaHi4XbvCkwMVCjRB5OTzNiOk5i2yPFDGxwQl2XOaZsFmUjGz0Ba7qR2lSOCYv0X5IiMGRXpyivYpIgUnUJ0LUuABxVl0LPdrit4DR4ySB8/41RNHjdCdYVce+y0gz5++kc0CeO4lGQYyaP011/4hD519sn62ClH6e//+pM66rB92D3nGjG8vz73mU/oy1/6nOyfJpz50dM1ZtQIFQuOMZBrl5130N999Qv6q3NO0zlnnab/95Uv6azTT9aA3k3aZ/cdddbHPqKhA3pqj50n6JyzT9OwwX0V2jaoiDI0I/jznz5LnzzrFH38oyfqi589R7vTtm61qU5nbBzDpq6RTVkRJjQygb/ypS9q550mK/AKspENwZFHHKajQZ/ujfRpkr7y+U/rLIzys087UX//5c9pyi4T1atbjQ4/bD99+MgD1aNbibHbqpFD++isj56gnSaOVkNJOuP04/V3X/6MTj/lWA1mExlMNNsEcqKQ4Hrkf864y5F1oJYQEGIISCVHUjnUyIW8MlCpClOJCTpDwTOvymisVvrZhuSRIJkrgIUDGiJe1CDzv2dAl8K2Y8tmW3feHlSwZcFODNvczFjADSY6JIx8FWHPgC+PUPUKOMxDGeislcmRf86IEDCxRkQx58rpWxw2FNvm28WRAfUOHUAEbRBwjEcPSoWiJKc63mT1691Xs2bMkr3heuiBh9isNmnHSZPV1Nio8ePGyf7K1Z233ynPgr7P3vto4cJFupW3Ynffc7cWLlqo/gMH8PaxgfqC+g8YoEKxKJodjfu6ujr15RVzY1M37bnHHvH07I477tSdd9wV38L16NFDPXv0Ik8/HXjQwVqxYqVuv+12WX3z58xTf9rWVNugEmtLH/LV1dTQDqeauhodcNABqmVNuOWOW3XrnbfquaefU6/aHupV30Mp88flTp5ywXnlMDWqVVy5qkSMO1VOqf3aNifEbC4+YWF0O2QUYoSldSBIVmfkjriqmhoPN3liQVxCdjvWBsc4UISTXkdPqgaNZo7fYH5xbZn3LcIk2bgNjLsQdVNBVTdR2JRGO+FbUALtFJhLIr7YH3io14F2WFpsIOsX7Q+bw+p6C4g0yei3o92pRkHbeLgFAvUH4qptNmnSftobXgdPn0gz+vTHJ4l8Qj7om/EX55e4CIvKbNzKeXnGDXakHGuS42DEhRopZ2GgKYFTdOcqsiKOPjp4aK5Eot75ReugFd4VsIRAt9qmlH6bsdvAnOnbpw+b7oISMtgnXtYXa78ZwDbvx44ZrUMOPljPPP20Lr7oj7rhhuu1evUq1v5hsVxdbY3s85QSb5/MYLY+dO/eTb179cQOSDVwQP+oP0wRBAz3Woz/geiGpsYGdWtqZM73kHcuuv3QD1a/bRaKbBQs3KN7d40dM0YH7L8/BwWP65JLLuZw71rezi+K5azdBqFHre4/FVUOvfOn31QkbPLh2TxAFkaoA3IBRYRSZ+Dm7wq2Tr+xW6PGjhur3XbfVaPHjFKprsTCksklTmZUj91hnHbfc3eNHj+GE5N62S/olDnxSDG0Ro8frb333Zu0saptrKX9Vo4u0q0a6IzYbqR23m0njRk3WkVOQwOTICkk7HJTjRg5QlP22VuTMdC69+wu2wnbaYoomyO4d4cHb81fa1+uTAH+B+QRoZwOmcwMeLe8TXbWaDYPMpd0t2laEYj3ZmWhK2g6+ujM3YSgqFSES5nAjjPwGrhH9ybtwELbu2dPibcONlnsv9uNHM5kS7wK8HPQgH7ae689mZQHatSI4SKa4VSOrhmo+0zZQ1P23p1ddB+lqWhlpoQ+pqnX6O1GaA9kv9OOk7UdMtlu1Ah24DUaxMI9Yftxssk8EPo7TZqoOia0o32BnXVKJcOHDtb+++2rfZHjsMGDVCAOlQrNUdAaqdQ7ibz2nfukiRPVr3dv4rxSlM2wIUM0Yhh9SBMVwLAhg7XvlCk6cP/9NJK+GY8gp5EjhmscCsf6HTDk6+tqtD3t6te3tzy87A3NnWj7zjvtqJ7s0D383BY4+uHIK9xq/oDUcvhmbpDF82i/HbkM1aAjp90d8ER755QQ4QGZKW75nTInlT1IumB/Vr6zYHJwyAZ7XIhDUUZqvxC3w2sSw6kmxUwWej0sD8MOSsS3l+ugucklyYq/HSIdo7ElKB/bg8VhC2TIcuZkvXbbdTcdfMDBGj1qjHbZcVcdetChGjJwKIcsXvvuta8OO/gwjR09Tj2799RuO++m448+TjuM2V7jR47VkQcdppOPPkHjR4xRn269tPfOe2hoX+Zs5lXnSxrSZ5D23mVPDerZV2OHj9aRBx6mXSfsrO1HjNWH9jlQHz3xNO0+eRfVk3eX7Sfr5GNO0o7jJmr0kFHV9BNO1W7k79PQU/vtPoW3eMNUZLNaylONHjxSJxx5rPbeaXdtN2i4Dt7vQJ10wononT1UW6pFH6QShoCXmH+GgLsFpCg3y7MtMDl5JGnuJj5Dw/w4VfmZZxMcPgNOx715EH1Jo0gJUMWx1uRFeF/qQtbJPIhrbwWh5FWYrEy341alFYjvuE2oho7we8O1k+q46WDdtxZ5jIHJkyfr0EMPVaHAJgxdYG/ALM02xgdjgO+www7xzw4eccQROumkk2T57TPg0049VV/96ldln7T1xG6wb8gHDRqIcV6MtOwT5D3YcDc0NOjDH/6wdt55ZznnlLAu2y+JG73ttttOO+64o/bHyO7evbt22203TWF9tnZZPitrdLfffvtId9KkSTr66KO1E2WMtsHKWf6cuW3905/jgg//GzKmM6rlOmQf3fiQx4hzwLPDtkxx0DgGzWaIk//PFY4qBPpbuM5aSR1lTqXLGE5mCIsmmiHqMMhjOoaEtYXmyiVeFue8U1pMZXkyysYyHAO7olffAX1U21Are32UsWNVgq7lTUCGER8wQisYVY46MiaM85JPUZm0wUHT6smVydz/a1ifbUMQaFewiUybrA3RD98C0BsuRwydMOW8CUTZbUntNKp0jILJQMauLRAsi8Rg80kie6UkjO8ciCvYJGVQ26JFkHzCm1GmWs7yZRjv1XwZiRk7X0+LKrwCbsW1sNPggX155dXAaViL4t94RRaIFDo57Qnkc0oc/bG6glgoE9KkYN+CQb+GEzTnnKhcVqeQp7eSuBa2Nlh5Tx6DuEK5Ak3Je2ch/A6auaKSwdCwcjmu6LvL4RF99tTtvaeeIEu3cWNvdES6icHYGqwMfGH0kC+Xa2+zpb8drLyV87TbUa9vh8XRSG4aEO9qTLA+EkvLedrtBLNEtJxzgkvx3CW1SWJzGjd0ZFDX1dkccDQA9SSfO5ns5YjouJE9A4ioHATxqILhJ7vIa2Vw2pPIw21hGzfmdowSy/4nA9qKNYk545mnXjav6uvqMcRHa6cJO2rHCZM1eMBgxlxK053qS/UaN2qcJo2fqF6NPdk412v4kOG8ddpdu0/cNRrEY4Ztp35NvdWU1mvUwOHqVdcDg9mrxIliY6EOQ3mEfTiiGsIjBgzRXjvupt0m7qxh/YZowshxGtJ7gGpUVC0wo3rXHXbS7pN21vjhYzVm2CgNxJDvUduokQOHqVupUbWuIG2sqFYFDes7WLtP3lX77Lq3hg8cov79+rHhH8gJfCn2LWde2yKvrVyOOAPONt9VeQW4WJWpY56bfjECW9IKFknOqDPMjeH2h2VmLYDJsoET8xIXXXHFigh1uTL+dA5yxTXaZ1UX+8HCJjNWD0nIh+drNwJ8LfCe8NnYt/Uwrnm0KGctGzRoUDSo7VTb0omWc07mHz16tCzd8tXX18uM4YMOOki77LKLxowZIzPU+zHHzGgeO3ZsNNrt91CMft++fTVkyBDV1tZGGuavbgRydeS3X+K0fCNHjmSO1nC63i+WsbZYXmvDqFGjNIBTdPtTi1OnTtWrr76qiRy6WRn7BVCjWywWZflD1LHqtMu/ruZ2+QcGRtXrGLdOnkWbp2zAhPg037sAlAVVaUtkKCmDCSlNUyXey3lFoQfS7EP8FwDcCgAAEABJREFUDIPHjPQcY5pGy/pghrt9G1ghLTinaHdgvA8bOURHH3eUJkzeQcXagrBSZKfcDkMs0AYzyE2QAeFkGP9BTCQJGyuT1WP5HG14V3lBfVujr9gzWuRpEwrY2htiHAVw7Wl5qu5mz+AIwDQZzG+Q7BkXaTxGCztAMau4zLM5Ym7iWZQCExGffJLKuyRWmfhEzjng239RAgOXOIka4CUpsjwpZRzGPLEKlbICGyVPXxyboX59e+pjHz1N++87RfX1NfIFzo6QQeK9EsoF6vZJogzD2ya5c045hrGcRz6BmpyEYW3foNl4SajfATlHPUEJMk5LJYJOVl5BlM9FKeAiXY/PJ4kcNGM8ZX07nHOycWF98jaJy5lkbZKPrtF0zsnJLp7QD4S8tQHX6pO52wrjvxRzq1p4Mz/0Cb32tHzVkGg7SRYhaxqtUyJhGDklGOLOIokJ5HOE7fvylK68D6C/2DbmDtnI1JdszARJuXM8o4/4HKnZWLUZT5onyZINm3kt2gciIgLDwJB3REBb2wwKveltTQuk2pj3iZe5Obo2dYlKSZG+0JKKVJOWMHUTudzFU2bPeMtaK4zFhPg0piekuUpQrS+q6FKZ39ySTwkXlOYeuXvVpTXRLVK6GAoqcuIYQbiuUKuapCRXzsnvVAOteuIKGO7YQNAukT8lXSqSv0A7XJk6rX3UWWA+2Al8SnwBXVPidXhaSGXririsrxV0Ed433Jb2ztCem/WrKo28XU5V0g6nA+05ibEbnpoTYSmUZs2SckGgKlfmdGCkmD6PnXVl0rrQmbwIduAX5cTcdbZ2I7vo5oqy46koveh5nbc9ptMdm98VDrvM9d4rSRLV1NTE9TBjDd483vzWYOdczLd5fjPo7Rc56zg0s3gr22EQG03nXDwEs3xWn+WxeMvjnJPRtrC4zB609HKZt+y0p8TabuuzlbV4K2N5bTNgf2Xl0Ucflf0Nc4P9OUY7OTdj3fIYLUh22u1twm9eO0NFioPG4TgMcY+b4BJmgjvJ5vy7AwwPq3pLeOpNUcqJSxQwfDJOGzt0WJYFOZ+okJaUpgWZYejI530qM/o8iikh3fwZBmTOYmGDYNTo7VTfUB8Fa8J1UjU/ijjqNdrS4QbqtMXN2uAwKnMMQRFnZf7v4eRoq7P2AfMT3KY7kCtUS+OTPE8HNt0EWBPptkMtJERbji0AbxMWWsGnMosebCCvY5PCyIHXZZuUUPaFkmC3ctooZOETZMPCJmRRIU+GEeucIz2XTZok8bhSbW0pfoo0YEB/FYjLmWQ+Qe7wPUPWeZDMTUslORbMYP1B7sE5lSu5HP6KZcINSaqMchaUT7hTkUEZxrqNn4Q8jng5rwBUKMpoGv2cQua3PoQAY+i3A9YPi490GQchCH5B1tN+XtU56FTzFKjK6qe99DWHhksK1EMb5KVthiPv1mA0LJ5kdbjmF6H28OZZJKW0oUB7PS4N4U6UWZ+QZSFzKuZd6EwepMjAYVwGxlAGyt6p4hk/Jk4Gmuker4B8c6QpmbGVO0s0ENXhkJdUIqp3YITmLPxVEHLvDFbP1mCHFrky2RtLS49DmjY42u0cnkD9tMU2zgYmuwK6u5Akym1i5ZZBsl/IMqO3WCxJlKugH5zzivqa8jmooLcxYWT+BD3imduiHoPNRVFdW6VNcfEmLRBhecsYzzbcrUxEMY2/wOnQLY46xFWhTfbXkHKUQrB5bO3Dn1Gn0WtpbZEveCXA4qyvW0P+Dvhq5XNkEoCQj5O1ONAawE0QvzqcLfx0dlNMNXOVjuU3Sp5ybCKEiyEeXIu68Kfw4M9RNkPKvh0mI5NVFdWnyTEK9T37MCPX4JyTc1V4j4KixWb8Oke/mKsZ8zdhDnWk2Vw3WFmLM9dAsThfnXPR7Ygz1/I55yyLzG/0jK6lGS1LsHgLO+dU5GDM/AZLszzOOZlrsE3Dfvvtp09+8pM66qijdMwxx8S/R77PPvtgc9TKyhl9K9tZQJ25yFg5mmDAgZ8ECaDzE04QPItEwilEwkKRcMrw7iHhNCUFhS2QyOc+InUFFX1JBVxrW5oUlXIC4mlboJ0in8FlPsannJRYWKQTIzPKrX+JT2QoWHlo+TyRKG/0UxXoNU/olqgLHxsST5usRksryHzJu8qLlPq2hkTWV08/PUaUua4qLQlXmy4mtyPQDkIEuPG0RxHgJqz2cjmLY0CBV1i9cpco84XXAz5x5qQAzwRvnLnEmd+nNcqCV8pJVB6oARRq6lgEElk4dykuNHMnh0wSjPUAlzPkklFnRhty55U70n0iJV7CtTXbUU9OXpcUJMqKcEZdORBtdMDqKNSyuQqOOlMlbM4CUhLtxGZWDr8sb+4SOdJyn9LeJMIRTmh/pc2W+1SWz8pZmUC7nbXVk9/aGaAPXUcbgi+QrUbWnhy/tScjLbd81h/q9GmR5FpQI1k85TMHrW2E8c36UQkorNzR3mr9IUCOOmSI/uijBk+Mk3jG6KqXkJQ4kW4pXhJyIVThTRNLDUaflxl/XXCdyAfPfGNsMGbKaaIW72RuxQTHvJACEjPJBeRpi3uOHANov/G6dq/llRjPjjwpsYkU7G1akqPmeMPn/gzgTRbDSCEJyqGdQ7tidKnXjGdrYUz3gSmVyBUStWWc0CZehVKx6vdOSamgNsqVodHmgjLamxWcctxQZI7iZolUSaXWmC9Et83nxDnlRa+s4GV8Mjcjn5VvJV2lVAG0hIo2Zq1qCWga3oa2ulw5dWSUNdfy5dRVSQLyD8pwM1eR9SmtTVUOZVkfZbRd9ifzsOJzhSSPNCu0zTY2IeQYBbmQVARSw+0I4f3/7H0HgBzFsfZX3TO7eznoTnfKOWeSRBA5m2ADNmAbbAwGjME2Ds/5+QW/Zz/nCM5kMDnnJBAgogQSyijnfAoXdndm+v+q904BhDnZyCd+32i+7dxd3dVdXV29tyJ/OQUYoSmOXuZH3OoynbPCccAT7mUxB8G5FJykAElDOtGhY6C8SHgfE1NncDqJKP8Tv5oFDgr4x+mnfijUvxs4985EjdvbUFJESCvb10OqQi3SxnDt0WKuymzCDVvpECnk07CW0zzWWmh+DYc0XGl+EeGcL/RH82hZLaN1a7rGiYgvp2ERQZvirWmaVyEiEBGt2rsiQqMd1wZp1XxqidevvOjXY1Qp1++W61dYNE7r1Xa1sLr/KNrqESnQo/RpnEghrP7dwYifEAA0Xyu0jGgEN39VToWSMEgCWtZCBElq74HCI0i0Dbal7W2HxrWBihaFjdU0HhAK+UMojVbLttZhmC6RJa0hDAWTz8eFYKj8GSpxwr5ZDVNhCrUeaL5Cfsuyhn32LusM9VuKLgOrfXdpBAr1dwTYPxuHpCVESH9IYau0Ri0x1GIvyjcP8NFJrqBXCL4F3ibMoWCEvhrp54GFCak0UjFNqGTvDjHjIwqTiMLEMV9MZVfjEpsCWsPqOptBxLwJlWefTmVVXUXCvHmOfUzafV7WoW3FVJQTY5HQsuWVW8aD9cTMmzBvwnAhPoT3t9Ydkx5tLyZvHeOEBwKNU2jY18H2I9Lj2/f1pFhHCEdFXOMi9kfLKW2JxjG/95NW7a/mSVi3uhHr8e23uhqn4Zg0an80n9Ib+zrSiLhBRqRN82h8QqHcPoSkMQ1fn6c5hKMLS9fzq5WpjkwkNFRA4dORy45ex2T/Om7gtAJCwUhH4WjLy9GYSWFzJiDCTmQ6bgy2pkM0BwFawtCjyRpkGc6KQWKojZLnljDkq+fn9g8ymXH6yZ2dseQzN8U4ynNDyoGqI1S5zHImZqlgxgFj3hckiGyEJEiQlwiRidhOTDdGHDgPVToVPl0iSMYihzw0jLRBZGIeOmL206GF9eRSDjle3zRJHlm6LTZGkyn4NV6hcVnm3Rkap2ka10Q61M2yrMar68OkSV2Ny7F8M9OzVIjVbVG/xrFsM5Fn2zHDEeOVxphunjRF7O/7Mn5an9ZPmrjFADxMxCaB8gwuIQ8Lr+dpwQvPW65bbE92jCoA5D8oZyApiBRBbAnElANJF1ZXQ2NEJ5KkI8eggjwogXM0ULkisqsIie4JzpCH4gE+QjjlMV1G6uduISLks8AYg4AyQl2RQpzI3ne1Pcv9Q2RHW0qHiEDj0fpoPpFCHo3aOdyWL6S8EynkEdnhal4tI1KI07AIx4oDpH5VmrUOkUKcyK75NI9C61AFXv2aX9vTsPpFCmV29osU4kT+cVfbVDpFCjQqLe8GsyOhbVHT5WTQCtK0CHat6ope9b3Qq64P+nUbQPTfu+g+AP26s513g6eB6eoyT/8eA7An6NejP3aLboxvRf/6AWhDv9a4fcntr30nBnQfiAE9B6Fvt37oUlGDFJVhofYlnqlkohTAqJ3WNeN8iC4ntc+qH8bCUIlNFZWjqLQSYUkVwmK67UYF8++Ekp38xW/3VyLFelPFVUgXV9NfRWhcBd02aFjjd6BAz9vrakf4b9KyU/n25ntHf3aq42+llVQiJAL2vX2oQqD5S6sRllUhXdYFGbphcRlMoAI9IOcMASjPC+x2VNeEYQH4mYD7MaGv5jSin0zjgSdVWYnqfn3RZdRQVIwd1okOHoOq0cPQZegQdBkyBDXDhqB++FDUDx2M2r59YDI8JKuyxcVstnOYfCSPoWC8d8FHo63ApALYkgyquteiz5D+6DdiEPoNH0gMQN/h7UM/5us3bADeG6zf56OrZYar25/t7Ip+jO/bih3+fug9vO8+hT7D+rf2WV3Fe4wB+9x3T8Hx6jt8EAaMHIp+QweiS31XBMVc14ZrVHmIwrOTtzWCstvL8ELQkf8J4WiUMCaDIFWBdJpyNaxHGPZBGPTvRAePQSrohXSqDuk0kalFKkXZLmUwkiYTLUFljTxUtr6D30zd+RUp5BARGM6VdDoN/U60Wnn3ZehXRZQ+dRVt/p1d9f8taDmF5mlzd/ZrnELjOgr6Nei2tpUW5Y26locX/I3HtKU573E8dDsazmIkieNhPURlaSW6Vteha0VXVBfXoMs+hOqiGlRnuuwBmJ9lqoqqUa3Yqew7+1WLLkWKGrrEvtJv0lTDxayoSrPvFLpVVGhLghJYnrQFZKluzH69Oq7tVvgw+CSEcjsB1zK2R7OcmBCGCr1JlcIUVUCKK/cQWqa9YN1FVZCinVwqstIGbX97Wmu+trQPtMv+tpd+Hg7AcUCmDMhUEHRTJeCODW8hV+XMc1AgZGmrOAfNL0h40ErI/bgV6leIEcDSGkNripQWI1XPjaFHN9ge9f/C2Ef63p101Ncj6NYNQffuCHp0J3/qENZ0AVK6aQtoIievhVzfAS7od7y66qMkAoxDqqwIFd1rUNazC8p6VKO0vhJl7YTm3VOU1JdjT1DWvRyVPSr2KVR0r/Dj1O6+17V/TNvGvrS+CsV1HKu6CpTUVCLgwUnILzJ5Oz+l1dfmtgbpKIe56OkDZwMoCxyVcQoJWFrFDa3iIjo8d/EAABAASURBVJQ1pitg6jrRwWMgbN+QF4GtpV7VBYGUk2tFRBoU6IQhwPAO4F0eEYGI+FRjDPltEVCep1IpdGLfGAM9ILVZ4JUnyh81cHumvctHYQZww4ZHIZffsOlNeNWpN2Yu1oAgdCGR2ktI73G9KaVnT74qwvyWCmvg3RDqBvpVj+1II+V2IO0yPhxuT0/tMY17o2wKaaRJZ9D6dRXL/iC2kITsVEWc7NJXRbUTCm0CQg5LwuiEXoWj6xguvNTdqMMZJAg4E0IqcynE7HfMdt4bmjdsza/+90bCuhPWXUDKt5eQl4mP13C6EOfD6k/vUf0xy+1r8H1DiuObaR90fMjraHtf0ojIn4h8jsln5zlIFZy8VS6Ka41xGipAvZwB8Eo5F3PMPD4uEMSBISwiS1cs9GtCnejAcVDLSToFFwaIQ4uIriIWrmsFD8ycOOAiRWFJC2dAgc87fyq/9eAVc71HzMzpgsQCzgoiVhWHjvW3D0nA2pjf7RESJGHcbuh3p51lO/sa9qjPjv117R7XmOMasb8FvgA6zomwDiEnFXTa3rZgm9sWDz8ZdDVrCuUAExzlA7hvKZzKjySAYyOdsB07DsqTpBxIyrgiS5AwnKhcV/44Lk7yzr/Kyu189THv+qHKXRveNVNnQoeMQBtf1G0jQPXpNv/uXIpmbGd9Qp8jRASBsRBuAEb93KgDLnIb8zOmErtX0Fa3uu2DTULs0T9O/oJyzFLqp2JEH3vGTw1TqQ2I0CNVUNa5WFTp3ZcQxlTHuZhTpNnGFkbhDBnJlZwom1Uwk5MU7vwkR/VT41VwawaFhluh0eSzU+uKoyKgELrkuyoC7w2L2DD/HiGk8vc20DIfS2uc1tXmb3M1XeM/oIhId6LjyrUVtws6pimObZpjpW6AhHXABhAq0I7s9hxU/nkPP9RPhVsVcxUEDlSKKP51BgitKCKcG3Qdy8dEnmFJLA+ZAULO9U503DiwZSRhiCyV8BbyOEvkiZhWr4Q8A+UxlOnksUD/kd/6MqwOBQBUS9dgAodEwPkCzh+CijjFBFwAUOC1GxSFoJDdIyShg5ZrNwLHriX7FkjTnvTb93VPxjYkH1ICLjlw+SEx9EuCwj+mve0lKwsxjo6Czs5vwrg4Ib8JB8ukNBzlZuGPdiM424kOHQPupdDvivOAJDQ6gbqH4V5gdE2TW2QfPwHvin4S3vXRu3x4ua4yXgQiBeySoTPQ4SMgUuCLiED5pQRZNbao511gdsSzMAqwMLCcPOoa+hWaQhHbKiwKIuP9/XR7XLfj1HWGPWg3HEQE/CAA0NsGb0HW+ojEg58UjtpGsseU7d0S0IeLWIylTztPx7WCDsmH75f3OO/VXOJ9lp8KjYF/dH9nJIQbviPf6WHQ8Ya7nWA7+h+L7AbvWocqi7uAdewSdqBe4XbBntS/r+bl0vRj226XzHHUoBJaTxJOdkeg9RF1+SEEBwo7Q+ezhslBtmfQ9k9YH6czbx1ANR2InOMOQMSd4NULOhaAybeC/KD4URYW+AM+QnDZKgtjcZ5/icYpmARyGkwUz23rP0WEUZo3IdsTOJZSmdZecCfhy9ycJ7qptAdsBCSaDsu141PJ39dAstkF0t/OfnOQfH5+sCjLtftTSwBkEwzluUJERwPbn11CGiDvQW6Ss8yTeBRkJ73+ZQoVPa5oOMkTuU5IR48BjSLkq+eWn1MJHHkIiWEkgnBdwiMiB2NAFz92/7Stwd2ltqV1uo5LsmPRxh/lhfpFdPGqb/cwhWjhZFBs37J92HDjNyrcCVAAJEGC9+UvyYN4N/VEjNtD2DxiLrL2Q/NHSLgAFPrTVbvAsP2dENH/vv31/G77HLPPfwdsDMc+wHBpW4pc5aIlJ9WlAzCOL8hF8JFWGOg/mm9oUQcVPOjkMMzIcspi+pjTQGBhXUQDWq59cMzn8rxJ2EOA+dvgy7NNbddjp7Rd8jDe5/1gupa07wkCCm7rOQLygiAzlW1cjmA01A8V3BrBNNBVa5i64GMgnuvq2gQ+2jCfARgPWFEPPyxjOgF05BiQVxRnSFEhz0SCYvIrw0WZ4uLUZarrml7EXPN5JMghRkx+e0b6iWBYg4XhwS3gbEnxJskwxlAeWJ0jiGCYP6QGHyaGNyHvjYB7gN1DBNo+Tb7tvWUx3jRsgffFfX/qEfbZEHvS94D5g3aOqx9/8jaAAyn2MAB5Z7hGDaCMZjqj+DpyMQYTWpEA5L8ghvGIOG0TguWFSXwdHD/Bco55OqFroCOhSndCfcURYnM8eLXASDMMdkDoB7JkWp6I8W6PodFMsbt0EYFIJ0Q6fgza+KO8EpG24Lu6XPXAztl29qPtYaQwl6XIsBTynQg4Eh0HZUsiCcUxBS43V7IGu0IARuinuoqCH4VHAwofcsxZgAaFISgMtwm1rnQCriPHgJqzAaBr2QOAgA8/+NLjiLZXYwrYEath+H18RxzDADeCwiat+37MRvRrDJ2gfYraUUeMA/VX6DlZb7H1rKxh6nZQKI884wXeIbvIP/XvzFUUHubRTCLCPMZDGKE+EaokjNf6OgGu7Y4D+BgI+QO/PpVH2O2zGx7vlE/Uv0sWDRSUOUGKqelOoKPHICCnLfkQEG2u+ndGyDSFxmkeBjvffX8E3icKTVs9uqAVbWGKKAoqnq+p7LmC2gfhrmA6gY4eA1DWqioeSwx1wc8dfNvZJxQAsnPE2/xtaY752pDQrzUaJGI70cFjoFyhPs7DHwqbtgDUpTzwLo9jPLPxE1BX4fih8Wh9hJPIeoC2NUcraydyHI+ORFYSZAOHrHVoIbKeHuUPQEM512KBeWSlnw+FLXu7CN+RWPCR99IKw/yG88f4MA3jvq5Ol3JOOg6O3CCLSQAZ5lpBZ9dXEzSGhKrDMo6AB/hovDAk9Le+nEeCiHEJwFsK6MmuExwLrpgOGgdhu8IVqAANmgqhK9sPS3pooiLOfAV+WYAcROfzLzMC5p091UXdGs1F7Qj/P4+p1ODa5hrnzsBSUSc6ZCzIg4S8iKlCJUQsETdWRorDzmtXuchseO9Hee1zs3gC42KIS5CwcCeLO3aqx2Seft/MkB9vh5BD8HDMteN15GJbSLm6g7sAb9ELYAJf2CSB1brJa8dC7wHmYh2d+fbaOOiay/GAnSdirm1d3wmFTEw+O4KrHHqoEn5YGkX0KxGiTCNPPNuVqerfCRqlc0ANCFoGnARaROvqBDiqHQPlAbdWkL0gqwtEaOR23jEgBBRtkbJTSDm7M9A6BRK6EZEnIspzB5OgEx08BspKcY57K/nE9Stch/Bfy+Lq5FpGGxivfxfEnOh8/rVGwDj2V0EH2O5Rr2OQEG4R3BwSwmluPbB1AjQ1dQgSm0AV8Ah5yvGIm0kCzxvyCaDEEeWkMlIojAm/8DWO0GgFvfru8KpPETM6YbmY3Ut4bu9EwDHtKFi2baA8yQEu34qIPCKoRDOC/rZX6KFgJ/eUg8pNjSlsAmAs/KPWUL8j8NCFOIaJIgR006wv1Ql06BiQ3ynyO0U3rSA/0tzAQ7qG0lj5nZCLXNJQ0KtRBfhA24dyn351tIBOoVbX0m9YuBOCjh4Dbqkgu0FWF6D8gn4Quni9H3w0oKB3l9dwXUsrQNcRMREROUK/f5xjAmWHfBDx/w/NIlmItBB0uXcLGS8UzgJAAX3U4+EYUtDpfP9lRsBs72kb7ym01RrnKAgSIkryiKkI5DmBcpxQWZNFJzpuDPLIIeeyyLscIo883YhLOyK3yDx+ep4qP7npCpe6oi3ap/GjLafjZs8gX8Zw04eLANZrCMt2OpGl9bjjYFwLN+wskBDkiUtycPqfuagyrfzyjBXyT7zPkd/Oh4Q+ocIBr3troq5nDy1HOCrhriUHQ9jmLIJOdOgYhORDOpeHIpWNEBJBNo8gH/PAlJCfjnqb41qHshO7fxyjCT8/6CZAEiVI8vTkHZd2AsklMJ3o0DGQnAOFOJzyREEeuYRxfOFlsveQl/qqX11CCM4EQLduhQCU89AsXNPwsyPPTFTC0QTIFsBs7kRHj4GQB9gKYBsgypcWgHs5/ImMzKNiDq7uAv9iwBvXGI/3fnQP7wRlG9fNvjYOyr02mtT/t2C2s1s9CSgH2CleX8dExE1/w+YNWL91PVZvXoUVW5YTSzux5f0dgxV7UN/yrUuxdttqrNu6toAt67Bxy0Y0Njd6pdzpopadWc6A560ytxBPH/mMws/bUYAnCRc/JzLiPGKtp3ELkuaNcM0bOtHBY5C0NCBu2eIRNW9FvmkLIvLIkVcg76B8I1uVxepN+OH8Zi38JBygU4IB8tvxYB0jH2XhyPOosRFbly5Dy9KVaFm8ohMdPQaLyIuFy5BduBzZBQTd5gXL0LxyDZDNeT4m1LpihQgcAX3IY7IdKvQTbuhOoRGU4SC2btqCjSvWoWHVJmxYuhabFndiXxiDhqUb0LB0IzYuW48NK9aiceNmJDyMgeva8xCO/xIoK+lRTkPXMch3oTKuAAKA/kK6TgQaZeJmXnptIxqINcSqTsQdPQaryYO1xAZiI+KoAUncSN62AHprwXtuSES/Qg9TCuz20XWu0MSE6zuXyyGbzaLNVX8nsn5MOnIclB/5fH47X2Iav5Rn7wYDrmK/WXMd0wvRf8JoAfJxFhs2b8TS1cuwaOUCLFm3CIvXd6Ijx2DJusVYsnoxlq9ZjuWrV2DpiiVYuXYFmvPNgNENupWRynEngH4vQaM0rAz2buGDMp1FyGtN50SJuaCzTY3IbtuM/NYNxHpiXSe2duAYbNtI5XsL8qqIE7mWRuSyjTw3UYhz0y5wsvCpbHRcv64QpPJG/utOrmCcTgco0zU6jpDf2IBNy1Zg84JF2Dr/rU508BhsmbcAW+a+hUaiac5baJ67EJvnLcLmJct4KM4C5LeqZzw6Qw/UbSBr/atp6lH+J8yr/iR22Lq+AUvmL8biOQuxfN5SrJy/lKDcmN+JlR04Bit40FrCtbfkLfKFPN7c0MCzE7nrN+SE0lo5qVwkdvIyxDQuYuj3RSm/QeiezVjEOeRz25BtbqAysoGKwBrk86s70cFjkMutQkt2Bc/UK8kX8iS3kbymldxbx1UBJ9+5ql0ruNjJ5rcxnTH6igjFOPd6ynVV9lpaWtDc3Oyh/k60YF8YA+VJU1OT54seCqKIfFYGvgu4indNcbwqK2jwDiYwkICM1x8j9v9bWITEdqKjxyAiDyR0CNIWzjpvEY+SPJdxTGY6Fcl0hdjp5cLdKeTz6FJXtC18wwwBUwJxtLfkWxHR7URAy0XHIM8tNyqAV5pCOowkFMbKuYQcUxfkWivI9u2xynMmk51QS0rEK+yYs6Swdwu4tJHiIayIKKGlvETdTqAjx0F5URwnKKHFqyQGSiEoloCfZDVfspMc1E8G+CpvPfPp3/FSBijvWzdtS4abWBBKiLSkECQBEXYi6bgxCH3bFmmESBEBV7jyiQuVC3kHfws+LupRdO/EAAAQAElEQVTtMwCtT2ucnrA1k/JbQRlhaGE1Jg8jORjTQre5E/qb3h0J0whjtwCiX1VphJgcrI3peuah8LTy9B28LqTu/KnyXLFznIhAZF/Fvx5dyps2HhljEAQB/tZj3p4oUhg0inNeaSfIJVnkXR6OCoB+bSVyUUH563Q7bhyoeOfUAkLewDiY0EAsZTh0Yb+doxpm/E67NkPwMpweld9+A4DjQk5gDRCwTp67Idz2O5F07Djod3+THHh/TeRJC0/XXHvKF5Bnyt02eJ4y4Dz4yRc8XHv+ClhWfAm1mjoq3xLFsPkYJs57WM6rTuTRUWMg5Cu45sBDk/DmIkgi0uKgB2ToQlV4DiovAf2VDL+swUd5LXR9eUfliwGNixwSQhLDW3CBywsktp3o4DGA/rC//944ILy9FC5eI+SRCNr/tOZVPiv83EjI+5hyvABR+aG3JN6NgU63Y8ZA8jC2BSItbD8LR5nulC8gDx3Xo/6kIVc6WuG8y7S/MRlEBCICY4wH+DjKiE447GtjQNZ4Xqn7bjC7JLjWkLS6XNwJN+0EMYxVhgsXOl3phArOjkIYhlAFPCZf9HDkkECMQYFtykQFdnoKKTtFFLyMllZQQnACJ5TVERJaR7mmGWYsq+r0t38c3u+xYsvkK9cfeW0lgeGatOSZxrfBkZsKOjtejWgDyzgK/pjzJCEcw6wUyvsU1zUvwCAmBjXyTnTkONgELiRXAzLO0jUgX+gXAEKuEQkADRqNJpSV2P5oRCEgorno52GM04Z2VyEMYSG0kHci7PBxCEwKoQnApY2Yh2LlpeHeSsJQeHbwU8MaaoOGd0Eru8F17nioU2Uv4WFOnOHUIc+p7EknOBZBh8CQWUZif0gyXLx+efIABvIHVMZB3rS5jjcl4Ep1EJZ699dxs1EkvEVTqP/dc3em/LNHQEQgUoC2/V78MU5zCT/aQC84SQy3fWssVAkXw0TDzYE7gaiFRU/y3jXQMNc+lTjQz3xMozxQmeAhrAssp3HqtoXBfGA86OphXeganZiMU78CvFoV346FSSzrtxRcVEcig1xThC2btlJx5CbFMoX6C+3HuQTr1qzHpg0NUKuQphWgeQsQ9g9sU+OxvTxa+2EApimUDoWLHVoaW7Bu9To0bWsiHSA92h6YF4W+sozm1XIKrVs8/YX6Cv0s+EX76vtXqKNQbkddIE27hWcYyGQDYy2E1YEZHWKwZwT4sE5+7vJKW5yD+tqgeVxrmohAOCOU3WAux8r3DAKta9cyASL2NZEQMeFsGomhn+OfEE4sy5Cn3m3z7xTWPITmTSRATH8sgq1NeWwhP/IUSImn00LTE6Yl7IBjfQnR5mo5DWueDQ1bsGzVGjTnI8QsmxhDV1he2zWtrvVuwnStI+J4xGw7YZ1xKzZtacSWbc1w3FCVPufzmtb+vE+uA3RyiU4mTiBDkFJSownCxMKrPmEU2Qd1NdapRyMYECplhmMlLCmkX9gXcKzAg1fCOiOm7WuISRNfGvc5u9n/SME+5UhvQr9+nS7mRhQD4N2dRwTH+Zb4Mo6FfT7NS/jyLBt7JND6I+bZVxCTxlgSRCC4ccekM0+oy0nAXhZe48hF8ppdLUS0fkqr6x0NcB2Ahy3D+c1hg9VynKOcCuw73hOaTxGzrX0NNPaTz7v2QWltw75Gbxs9bfRx2kHXnxELzx8INM5pBvIJCsZhN4/4eGlLaXU1TEZx/uhcETLc+BR+emXPMrodSFRZDeF4c5CjETffYuB8XBqI04w3bD0EdD9mveIYplsIa3zAtIAySFGoR3jCVGidkoQQlm3L72LD/BaaDk1rzStO29PyAaD1t7bjEtLTWsaxHkGKBxnD8imPQh3qDxguAKTfsT/GpdiHgH1oa8+ybs2j7WS4rydYv24rclnHsiHTNF3rboNlvOYvAJ4u25rvPVzS6pR2Mlm4tnWfFTHkUECwLD/h9IPwvDdQjjK021dEIPJOMBJ7AhEBICBZaFPot23b5r/n3Nzcwu0h9mnQfKRXhPkJEWEUaaTry0PDAtBViAhEhN4CRMTXtX79emSzORQeYR7ys63fzJOQEA1Ka1siAihAFygMEcMiSrPmBERkO1Tms4rtYaZCHxEBIyGUheoqHAQiBYCPsE06/hUpxDuG2gDGAYV2RYTed4eIQGQHwEdpo/OurwFiCv88YhNxfVADZIwlUYYnM3ABgK7+pz8Rr00NwwFPcMKrzoykEUYBGtdvw6yps/Dycy/h9amvY+OG9STCEQCrgjWsiUhRYTGMsYQkgnUr12LdqnUAr+pC1hnyNBjwasZqG8yjP8W1bOEyTHtxGl574TXMe/MtNG3MIshnEGRTmPvGAjz+0FNoamyEDSyE/9JB2ivt2zY34rEHH8NTjz2FbHO2QENguPkkEBE/6YRDUoBAtE0qepaLy7K/+t1K4YLf1tCIFUtXIMlFEEr/FUuW4d4778b8WXMRM85y0Qg1AXUD9ikUqz0gDYYbn2WPUt41XIiWMCoQuCDVHzJV2wtpHTEJ2OMCAqMUFPzKBwshRTuBbRrS6SIBOwQjLEwOUsJAH448F4+B04Dhp7f0aR6jMWDnSV9MuhL22yHR8SDdCdsFlXvGsMUYWoMqb+2FTWJYKnY2SeDLsBbhmCbOYPbcBXh68ot45Mnn8OikKXj0mZcwecpUbGrY5mlNYiH57A/HBhwn4dgIy4n2k3FJwnQK1JjCNM/+b2tpwfNTpuGpZ17Epq1bEJEJEedswjmZc3m4IEbMORcl7C7rcawnIWLWEbG+Rx57Gr+5+o9Ys34TItKJVIiIw0OWczwMosSBbAV7ApiAeQzDpuAyHLNfedZ71/0P4tnJU9iHgIIGEI6hMQIRBzoEXa3F0WWdns8OhfHRuHaAtcJxVokIyyUwpARJzDbIIbYXiyVdHB/mskwLqLylOV4CQZ4NRhwLZyPy2yHD+efXr0kBrAnWIFbrGfNbtrHvIASURvI7TFJI50ME5F2sPOatUOyE4RCpnEVAgPli5o/0kKeyRDIIubGHcYAU3aCtb8L8rf6A80FD+xK0j6mIfcvrfBHySDh7uCLVy5Bx0JUBnVucDiCLAQNwKtLrIAmjHPxDlsKDmR1lH+jCMQPnByRm/hjkfisSuomfI5Zz0jrQLx7apnBuiTjsNbB+swcAaUks1ziRUL4J+6N9sezbdnAtaDyY7sEye0T/HtCjtAv4kCmuFXQ4pq4VCd2Y47kDhrxwpDdRplmBsQHHNwBosADnqUJgISwJ0g6uZaXfkD+eH6QPrY/TxrUe7SsSpkREjEK/6UoEtAOOeRLWr0pDc/NWTHlhGjEdzY00PiVpxFEaUZz1dSWkXWwL21EkiOM8wDFfsGAe1qxZhYT9E2EUc7jWOpM4gfal0E6MKKKsdqSNNBvKMkVCORkzn3AcHNdqHDuOjWMtWdbe4l0hncIxSSgH9UAeRTHbB3WPrXhz+lzkaWRxlIpKD1cHZVxCkUmwbhFyi/SAbSpcQho4xlFchJmzl+Ovtz2AVWs2gEMPGKaZLBwBQwWS7fo6hfRwzkHD7YToISNfBuH+lpC2BOyLrl02pLMj0Tqpg0FyENbNIN7t0fFMkuRtycKxEca1HzHHgy955RBzTLK5PDZv2Yo7qOPc8tdbcevtt+Ohhx/B9Bkz0NTUDDEkmHNTy0XKI4bV79hqzL0/4URMWI+Go8QhQYEmzSOc31s5j267/Q4sX7mS7XH0mVesJd0Aq0PCMozybsQIB/KKYDTziI93rDNm3xO6BX+hHXD+aD6N177EGiB9EJZzJFC0LoHWD9AFOGdiOMZDwbyazfk0QZZzaPHSZVi+fCVy9IPxigSkm34ThHD0g/63Q9tQHrUBfNRP52++lLWOlToOXAK1pCm0hGgj2jID2miii4txRgROO5oItjRsxYP3PYi/3nQLHnngEVzzh2tw/z0PYMvGrQAXkW6CUUuMPK3YjpuMobZjuZ0ktFy/POVlTH56MrZt2QZhXcK2VMF11KBUgX7p+Rdx0/U34c7b78QDrPOm627GfXfd5xV4YT2z35iD5596AY20TCJmc7kYUTaC4c6k7dZWdUVNVS0sFSdFwnodGaxWc6HmJaxDEgNVlIVltGyUjyGcUMIJoPQvnL8Ad91+Fxo2NEAPByWZUnTt0hUlmRJwvcBwQw9Zv7ZnYX37CTfSgAvPUPFJsgnLORIH5hfmsND2EAuyTTn6DfIteS8oHCcYOK4CQMcYLCbkqjD8ThjGEsyj+eA/CgFH+tVHVoGdITiwvgL9AB+mKi8JBvybMLMjIILCpHGMd9AS7cUOGsByhbLgE3PMZ86ag9vvvAu//PVV+Pd//y/ccOMteOTRJ7B23QYk5L0ix7HPM6+6HAbkyK+IfUGYQnNLDurXNZEwrqWlGa+/MQuvvDINGxsa0MgDVxPHkbKEI2HQwpN3xPnnyFets4UJDhwvLtgoBkorqlFX3wNBqohsFjRz3mi8tpnlPDJUuLUsmD8XOahgIWl0wYXpkJCTzIannpqCl1+eijzrtzaAEcse8+XYCikpAByPVrhWF9gRB/xNP/iItHHBMa9jDMEo50PaCqP4CilTcFF7dnBooQdpnQfiQKoFhmXAT+hjBBoUfgjj9hWA9DgEiNkBIQxps6QeFNw5Mko41uwqAhsyp0XMOWF5EAf5JmIhCrBX5L9oHF2tE6xHXWF+oX+7q/59AqQqAURBfvHF2x9hRBvo1WFQpxUO4jzrfdhxDrKrgM4fMT5By4JPm0svXxbiJ1ojheUUvkCr38si51j/XgDb1qbbiwJdOxXayfuOOhwTFX6k1NM+vKMeVvOeca3jowozBSlLwA/pzuWw/fHc4ehqb9TPhAKz6BGWI7/4ycDffqU1WRnvkbBp9pG0aM0ePp5x7+HqNDHGkCaLxTRC3XTT7fjzX27HylXrfZyuRxsWobGpBcL5lIvyAA++cVRKOV5Oi2cR7r9/Mp59djr35QAuKYMNuqCx0SKfL6LyXcw8KQDFSHhobqEQjeKQMtVQZifI5RwiHqAjxrVQJsfco+MkQMRDAFDK+krZnTLWVezrjPMlPCikEEdlSKJyzJq5Erfd+hg2bcoiS2OZI43ZKGGbEXLcl3WPiClHnARQN6GcaMlHaGrOIWabGzZs83tKw+atLJ+Dig1RYaqbvc6ftoXJ0RCCiwHthsoX6gUsAGF9jhRAyBPs/MQMRMTb4xm1m7ewV7cltJXRCdE+iLTmoxtyn80UFdNA1oB7770Xy1eswMaNGzF7zhzccceduPe++3jY2QhtU6dWnCRobsn6cUoYEdBIElEh13ilpKmpCfqLJrmcjm1CnuWR5z457fU3sHnzFhhjkefY5/OMjyLkOZf0UMXBgSrlOcbHScz6s4wSujnqBBGMGPIqYR6C7eZZNma7WkYt7gnp8oc+aN8MLJVmpa8lm2V7eV+PlhEYCOe6tp8kjrTmOEfyUPqVtiz79vjjj+O55X6LogAAEABJREFU559HMw8iYH1ajxHhGAA59gVO29gdsMsjonl2idptwOw2djeRxrJC5s7ms9C/CtVOLF+2HG++ORODBgzBGaefiSMOPRIbV2/ExrUbYWk137i6AZMefQY3/PlG3HjNjXj1hVexlYq6Wptfe3Uqnpv8HBl/H954YzqEgxxw4KyxPN2+iTvvuAs1NTX4yOln4MwzzsTB4ydgDpW6p554Co3bGrn4IrrbMH3qdNx4XaH+Z558BtsattECESBlU6gqq0JRUISmLU145snJuO2mO3DN76/FM489i/UrNyDgAsxuzeL1V17ngeJWXPPna/DoI49h6ZKlXMBZTH52MqY8NwX33X0/XnnxVSAWFKdL4LheplIRnEZEWe6cDK9YshIP3/8wFs5fCD1MzHjjTdxy019xzR9ZJ630a3gTYLi6VbGfQmvqTdfehOs5JnNoZQcEqXQaxhgkOrHihDEA2slE7CsPp8gOUnRJOogRjB8/Hp+54AIMHTyQXXI452Mfw9nnnoP67j2givTzL72M3/3xz/jFr36L+x56GMtWroYEKS6+mMruq/jTX67Dj3/yc9x66+1YtnwZF27ChRVhHS3bk599AX/4w5/xh9//hcJ4PttLoYE3IzffdBseeexxXHf99bjq6qtw7/33Y/3GTUwPELDusvIqpHmoojzApEnP41e//h1+9rNf4b77HqAgWs1FKdiypRFPT3oGv/7N1fjNVb/HM88+B7UYvMi5kCRCIZ4lmhFQObTWkHcRHBc2OwnsMhb4Jz7un9jW3mqKgycC4ZhGLoEiR8GcsDkFuE5ibmTOWsSMU7RQOHohLIIcb/EiCmrNE1FYF0aE9RU8LNG+9//XXPIuHdt1eDREcJwL2enH3oGwXm2mvTDcBGUngH4Pv+i0dwTjtudhvBDU5NiVPegDs0q74WBQgO8PW9qlLMOeBKGnFayagX3rdVRQwVum6TPm+3XUktuCufOXIkelVgKLZcvW4fd/uA6Lufc73kRmeUv9xBNT8fjjr9GKPpeydDqVtyfxpz/cjoULN2HdmizTXsZPfvJH/Oznf8a119yFObNXUX4HWLxkFW684V5cf/09+MUvr8aPfvorPP30y5g3dyWu/t2f8eOf/hx/+vNfqWMsRT5XSpRg8uSZ+PWvbsTPfnYNbrrpYcrrybj6qtuo4AnLTqPyNBO/vep6THr2RaxZt4UHgxe5f9yIn//yKvzxT9dh6rQZ2NaYp2qdxsxZb+Gaa27Cz3/xW/z+93/EtGnTkaXx0FGgGBOQXa2Moq/ApX2RYwXK/p5Pq/sWeWqMhaOctdYgpFJurMVHPvwRXPzZi3HhhRdizNgxmDp1GsdnGpXZLBYsWIAbbrgRP/3pT/DLX/2K/H0c27ZuI7bi3nvuxcMPPULe3IxfMe3qq3+Hl196icpuC/ftPA9Wed9WROV71uxZHPffc278BFdddRWefOpJrF27Fi++9CL0QKBfaTGU9SrDH3nkYTz55JOcf8t8mVtvvZVz4Gf4zW9+Q6PYU3j11Vdw3XXX+bp+97vfYcmSJVTaYzQ1NZL2qfjtb3/r81999dV44YUXsIU36osWLcLNN91MHeE6/OqXv8SPf/Rj3HnnndjUsAlvvfUW23sKdzF87XXX4s2Zb/IAoPwX7veWW5CBiM4PvG+PaU9NlGsUMyrKEroJbGhZzCHi6UUtyhYWdTV1OPHYE/Hxj34C3Wq6A5HgwbsewmP3Po4t67ZiLRfxvXfch5eeexlbN23DFp5C1YK+avkq5Hhq8RtpkmDzpq147ZWpKCsuw0nHnYRDDz0MBxxwII4/7ngcPOFgvPLSy1i5fAUV8Uasp2V10uOTsG7FeiynMnzfXQ/iUSq+a6n4vvbiVMybNR9bN27D85NewAN3PeAV8OzmHJ59fDIeu48TaGMjpr08DXffdg8WzVuMDWs24tGHHsVDDzyEtWvWYsP6jbRcR1iyYBnWr96AlctW4fXXpqNh/WbMeH0m7r/3QWxatwmhzeA1Wkgfe/gJxFTOZ74xEzdffzMWzluErTwcvPjci3jkwUexecMWTJ70HO6+/W6sX7sBixcspvX/RiynYNMx4KByfHWcsVeYrfX/sxFwMfXp3RMH7L8fevbsgeKiDMaNG4Nhw0YgpDL8/Muv4g9UtudwLNZt2oJ7HngYt95xNxXyNZg+ax5+8otf482587C5sREPPPwQrr/xJqzigs3zwDJ77lxMefFlLuCNeIE3Lb//41+8gG/OOua7Db+jgJ0zbx5WrFqF23g9dt/9D2IbrToz3pzD/K9gI+fh3fc8RCF9PTeO5VhPvmqee+59gFeV66jMP4k/sM6ZM+di1ap1uO6GW/Dbq/+Iyc9PQcyDVRTraArAV0/nChHxvEPn8/ePAMcT1iAygoTzx9Efc2VErNGmU+CCAyUi8lTQJRXCxzGP5eai1gsygOmBhwkDskcIEOqKeuBlGr34V3scO6yg886XCdQg9Xa0De/Ms5di2G5B8pEGvAeYV1lHhzyFB9727JKu1b0tvV1BbeC9aGlNF7pqEd8ZGlfoU6E1JWNnFGL3pU+OmlisW7cZc+YsxajRYzGWsnrG9AVoaGiCcD1u2JCjkjIdm2ngEhTROhrhjemv45VXX0aQDlBeUUojS1d071VP+W7wwEP3Uo7ej7pu1Rg0pA+WLF+CW265HwsXrcKSZSvw0ENTaMmOMG6/8chkyvDbq66hUnUnamq7om+//nhr/hI89PCjaNiykXL3Wdx+x61c9y0YMWootjZuxA03XYfHaWhLZQy61lejuDSFXr17o7KyjgraDDz88FMoKqrAfvsdQkVSqHzdyf5txZrVG/GXv9xM48467kVjUVJSiTffnI0NG5qodHEceOud0DLvVFD4GcY47yYAVfl3WrUZ/Y+//9QaVAFXo2pCvcs5R2tvjn1PvBKbzqRRVFwENYgeddRR6NatG6bPmM55MQe333YbVtJyPm7cfujfrx8PX3dgypQpHN8sFeqncO999yAIAgwePASbGxoYvhfz589HzA1T29H2Vq5ciT/98U9ezxo+bDiKi4vxyCOP4AUqyqoLvvrKK5g3bz6stdzf1+KBBx7wCr1a7O+79z4sXrQYo0aO8uk333wzbr/9dhSXFGNA/wGYM3cO7rjzDmzZovN4Dg8ON8AYizFjxngaHn74YcyePRtLly7F/Q/cj4ULF2LkyJHoQf3kjjsKfUlxn6mtrUFt11rqLT1RVVXNQ4RDREOPcB0YQvvxfjLMtLcyvTJQpIvSUKXDWIuePXr6AZnxxgxc9aurcM+d92IDreKl6VIsnr8Yzz35HHp364vDxx+BA0cfiLQtwisvvoLSTClGDh+GA/c/AOecfTb2I1ONcLJznuv1wLy5b7HuXujbpy8MF0DMU3lJUQnjemDrli3YsHED0tyEAwQYv/8EXHrh53Dxpy/G8EHD8NqUqVizfC2yjTlIXqgAb8bkp55HbVVXTBw/EYceeBgG9BqI6a/N8Jj60uuo4EI87+Pn4YrLrsBZHzmLg98LtRQGBx8yAX379oWmHXvkcQAt43qQSAdFGNh3IBo2bMbSRcvQvLUFU199HXU13dCtthteoOW7kVbVgw86GBMPmYjePXtj1ozZmEvlcsnCJdC00SNG46wzPorDDj4MlONQJcIYA2sMdCz0usRxkbSXP/tGPvJwJ0I05Ng5vwBp8bdGEPIkrh3Wa6l1mxqgyvfW5iyOPPZYHEF041g99OjjmDFnHm6+7XaE6SJ8/gtX4gtf+jIuvewy9O/fH5EualZeVd0FHzr1dFzxxS/hrI+ei+nTZ3NhLUOuxflNYuTIMbj0c5/DRRd9FgMGDsZLPMht2NBAy0gzsjw0reNB6sknn8WQISPxucu+gK/927dx/qcvRH19DwrsjRQwL0O/znLp5z6PL335K/jwh89EKl2MHM3pQZhGyEOpYZ+0P4bz1/q+cZrQGsuVu9NIdHr3ZAQcM2/LtmDm/HloaNyKxBqo8r2lcRvmvjUfW7Ztg7NWz/uIeWM3hVaRKS+/hBeefwEzZs7EWsqHrIt9ulrIdT8VVlqAcEYq2Ahli37+q4FLZzdd5gBxZBwVjTbEksARYBxQSN87LgW/tqFttQekRchUBejC81F5qj17G5guTBeS79D+f1A69oAmYV6hddGo+zbomLF56KPudojG7FugToa5NCI1bGqh8jIWBxx4IFav2YzV69Zz9ABjiil/BZa3i86lABriYBzClEXffr3Qs3c3WlJH4Jjjj4QJEtx13yOYeORh+OjZp+OkU47FaR8+lcrVFrw29XWICHp0H4Rjjj4Fhx1+OE457VRkqDuUltbi5FNOomw/GYcediSV9Y1YvnIpXp/xGrr17IqzP34Wjj/xaN6ufhTDRw1GmOa+kjbo3acbevfrjmOOPQa9eg2kRfRN0pxCv37DUFVdj759h2DBwtVUxBZhzpyFWLVqI84++3yceNKpOPPMszDxsMNRVlbEPga+X9YEEO0f5xDogz6iH20cVP8HGb4z3KoS6h0WYRByqjqvf9ggoJ6X8LY3QWlpKcrLy7Fq5SruoS9h0eJFHMu+qKvrih49ekAV73vuuYfG2QgZKvEHcs6cecYZOPGEEziuZ8IYg1mzZnnLuPpD1v3000/Tat2E884/Dx865RScddZZGD1qNK3oL6O0jO1VVFAZn4uttLjPp1Key+Vo0DuAg+1QXV2N0z98Oo497lgcf/zxvv4u1V1w8skn44wzz8DEiRNZdh7rb+Zt+Sxs2byFe/xgf7AYMGAANm/e7Olpbm6B9u0jH/4IjjnmGJx5xpk8XPSnHjEDXbt2xcCBA7kGxqBwGKlnOwJrOS7UP2IaA3WM8D4+pr11GSMwFojiPK2CMf2GE7waH/nIGfjMBZ/B4ROP4GlpJW664SbMnzMf82fN94rwa1S+9bvft958G+bSwrhm5RpeZ2xDKkyjpLQE1VXVnpmWm6vqnqEN/aTI0lqu3zFShbQonW7NYyCkw9EilkqlUFVeiQP3OxBVFVXo17sfBvUfjFxTDtltWZjEwEVgOI/FC5Zg5huzcN011+HaP1+L52idXrtiLZYuXIpVy1ehX5++GDRwECorq3DYxMNwzNFH018JPa0ZLsaqymqUl1X4r75kwgysWAweOASVZZWYM2suZs+cjVW0mqvinc9GWL54JZYsXIZbb7kVf/nzNXjmqWc9DetWr8MEKuj9+w7w1ve/3ngLss15dOnSBWn2RxVUVcJ1LBQQwQfnUVoVb6OYGxS4ORnuhgphOMo2I6TFcsPGTViydCXmv7WIV59/xM9+/ks88eQzmDVvKVauWotZc+aiH/nSn6jiGB100Hh8+CMfpoJcB1BA1tXV8/Q9FLU19ejffyAqyKd16zZS0Y4Q2BRGjBqJXr17UUj3Qf8B/Rmfp0CIKXwM57GDfs1lyZIVmDD+UPTvp/yvxuGHH4kPnXoqT+FZniK53fIAABAASURBVJyX44ADDsLwESMpeLph/PiDUVJcAt2IWlo4xzhnAfFCy9EVItFJ7ND5/AMjoMO3YXMDnnruWSxbvRr6FRVVvtdu2ICnJj0DdXM88OThoEr3rffejWcmP4fXp03Do48/jmtuvAHPvjgFW3MtcNaQ3wI4A+GcKZAlLMm4QuBf8FP73gYODb06NPr3BQkVK0VM14lDokopXU5t7C1oO44caS/gH7edHA0q/YqEfUkYoaDj87BqvqydaZqnXWAJjgw/Wa49n36MtFWlqwBfnm0WiNBQW6DNVQr3LTQ2NmMm97OIhifh2uFWR8NEAxYvXoJmyu1E15ERUBfhqFiITUNMSL9wjw6RSmcQcG/PZDKUt1k08CZ6zNhxCGg8s4FBDa2NNgwpe9fChI46RBd0ra+H6oHFpWmUlBUzTy3dNDLFlv4uSBcVoSWbw7ZtTZTjA70sNjZAdZdq9OzZE0FKINawTCks3RT1BecsFblmKmWLcMtfb8ef/3wtreSPk6YICSfJ5s1NqKiowggabNKpYhRlinxdZWUlXl4YY+kaQCcL6EIfxw9CeU3fB//lIYq8sNzH1NDq4KBGwYR7NL0ckwzH00L/J0n9+myK1uIc+aAWZf1KyZ/+9Gdcf/31vE3YiFw+x701zzJFUIOZ8ibDW3C1LKsxbgNlt7q6P0Y0zOnXUfr170elt477Z0wdqMbv01u3bYUq3iNHjqBhTQ9MK/EUFfeDDz4EdfW67wNpzq0ePAQoj0pLy1DE+aHtqZIe2IDzo450B4i4R6xes9p/tUUPC9dddz0eePBBNDRsht4IGBFUVlRSb6jgISIDtaz37tOb/W2CNRZpzqOQ46Mu+CSJg7W6nzgYwz1Ex4nx79fbNsvesz5hDkeARKjT3NyE1WtXY9ob01BWXoZjjz8Wp512GrY1NlKRWsWF0oXXHMU88XwU3/rWt/C1r30N3/jm1/GlK6+k4tNfq+CgU7GnYu2U8xyYgAqaMnDosCH+WmPBogWIeC0Q8wCwZesmnnRf4+ItJyooDCIKhxasX78OURT7U5l+b6m5qRkihmTqYgL01FZWVuZPUF++8iu48sov4xvf+Ca+/Z3v4KDxB5GRGWylpU3/4EAHWMsnSbKdPqHlTQPCfistCWJovq48FfYh4xYsXIBJzz6DUi7iEaNGQIVOeWUZJhw8Hl/60hfxla98Bd/592/jv//nv3DIoYdgzNgx+OR5n8TlV1zBydfbX+G8wisZXQwBJZJO2DwnkW9TPz4oIP/gYUixUIjxdTpjHDh9Kdg4bowGEoS0ICfso562q7tU0PpxML777/+O//mf7+Pnv/wZbr75Whx19BH+NL6GNy1eOLBuHX8xFkJe6KElCAIumBCWC8TDGM6DPELOIx3HFBdSwDTlpzUGfAFaTMUvooSKdRGvnyqxhgvWMFEPfnoAzFPgVNASUMJrrxXLl6G5qckLjFwuy0UcQdjDgAIsm9X5mzDEatnXhEJGRCCkDyI+vvPj7xuBiDzawGvGFq7/iEJQ/0JeFfCGrVuQ5dzJcbwdxzgRwxXpMOGQQ7ysOetjZ2PgsGF4gor89DmzkWM9ygudldQvvULuQEHKsn8fZR/sUn5WOv1U7OhLzHHWdSOcuzHHbP2GdWhs2YbNHG8d94BryVFO65rTtSdcLxxGX4Gm6RoVEegajSnTLde41gXG6WY2f8FbmE1+bNm6FZbrVstHXC+6wWt+SnA4/cUQMmrW3Jn+6wy5OEvexkgkBsg8oSzORlm8OvUVrtk1lCkOEWW1I8150h+TPq0XDEekwVgLbT9OYhgqgpqnuaUZ25q2cZ/ahibuYapEBJQXmseJY35AZTgEgAEc29UDiUJpAKtUWmPKkblvzcULL73g82hajAQxLUAJXceyiTg/HgnDrIkV8lMUbfOPAR+7j3yQnE0NmzBt2uvETPz4J38i/oI33piPyZMnU7ltQMhxLCkOvRwMggxamhLe9DpEuTSifAZWypHLBkiiYqRTXZAJizF3zlKGM0BSgs0Nzdz3m6gflACShQlihGHiXTFZzg3AhoZ8bUQuvxWZogBGMqy3AhblWLpoAxo2RXBxMVqaLTasb0GU42DHRYjzaSApBlwaYgwqaVw7lHvu53g7+uWvfBmf+9yl+PQF59O4MhyltPZu4M32woWLwAKAJNiytQHbqAuEqQCWc0cVNooewE8G7PQ4+hV0PtCvkI95JDxZ6R4ZUa4GXLe6d6o8EBE0Up9bvWo1lq9YjsGDBnO/rKKVeQg+8YlP4IrLL/f6zUUXXYRzz/040jyIbePt5SKO6VZd5xzDLI2qqTCFiopKaBuKOEr83r5w4UL/a3jFVKYbWW7lyhUoKSlBPQ9nQ4cO9bzQr6csW7bUG0iNGKhc0b06IWPUpRDgqgdSqRQ5wXXFfcHagG3FEBGoxXzM2LG4+OKLofqY0nwe9S/9+nOaVnyhrGBBqPwKwxAZKvpar8ooVuXr0PEIWKc1BgnlTYb0ahmNV/f9gmlvRUmBMk9cQkEXkPCGzZvw0MMP4IGH7ufV1hwsWrKQp9k0arp2Qd9BfVHbrRZvzn0TW5q2YO2mNXjosYfw3IuT0ZRrglhgw6YNtIrOh56aGlsa0UJLVml5KTfWg1FWUYa777kbL7z4PF6f8Tpuv/N2vPLaixh/8EHoP7Av0pkAmzc1UBGehCVLFuOpZ57y/kFDBvn2HQV7Kh2iuLSYi28o5sybTeW9CamiFJ576TncdOuNMCmDwcMHY/b8WZg0eRJemfoqfv3bX+N73/tPXostR5ono40bN2LegnlYvHQxHAUzyLyYm4N+P+4g0rJ+03pMfm4yxuw3FpniNKq6VGLUmBE8qKzEuo3r4LjIH3v8Mdx1z53sXzNuuOl6/OBH/0damjFk+FCkMiEiLgK1tMbcnFTJs8ZwjjkPfGAfBy4NOE7emP3jLKYAzSOfbYZws0+HFmWlRRg4oC8F9AZs3LAWcZTDo488iFtuvp5xG3Hk4Ydi2dL5uIu8n/nmdPzhd1fjsxdehFlvvonS4mKkwgAcKQj5IRxncCMEIgqXHEcthrZpRBBwA8llWxDx9B6GAYqKMyyXoLq6AmNHj2D9t+GxRx7CG9Om4gf/+3/42le/DiPA/uTpi1NewJPk3/TXp+Hq3/6GdG2A4+GQjUCo1BjWLxAYayHkmzFCfnJbpoBD5/N3jYBjqYhzRMFBBTi2jmMccS7lefB2TE+FKcYHaKKwT4xFF1rc6mrr0KtXLxx82GHo2qsnXn59KtTCrsclYSFDfgkB+vmqw5r+xV52XNhlBZ3W1yGdSSHPdbppSwNeeuUl/OTnP8F3/uM7+J8f/A+eePoJNDBeh27zti1QN0oi7zruIFkeUpuJHNdFkApRVFIMVXzzlGcR1+RmWrsWLV6EufPnIaCik+M6z8U5yr6UV/Z5iQlDeQCu09gmeO2NqXjjzTeoiCfIMl9I2lwgMGmLzds2e/qWrViGlnwWYoGEa19SlgevCM3Mn2ObRSVFaKLiLVZgqWA08Gr6Jd6W6B9z//t//zv++/vfx9WUJ3pAUGtcSLqLi4sQUD5soyKRJY3ZJIdckidylCoRkZAetkllEQG4X7zix8aSLr1N0P0kYXyeOSMksOyrp13gx4pTGCh8MAL73BNxbS1etAjFxSn83/99D7fc9GvcfNMv8F//fSVWrV5GxWwbLcvbeJtdjicefwrT33gDjz32GF588UX2RVBM63IqpNV7zTosXLAIRZliHHH4ODz+6KN47ZXX8cbr01nuMfIjj+Ej1SDXAjFNiNxWxEkTxXULR60Fccx9msvb2IgW8c3IUy/IUNE76KAJ0B+MeOC+B/HWWwvw4AMP4oXnX4M1vnlYa6FGwjffnOEPDoOHDMSatSuxauVS5PMtPAzOxLPPPsV2crTe9kFlZRH7dwNefnkKHn38QTxEPaapOYGj7Mlyv0hx/zeGE4zV73gdvQo6H/jXwbJ/luOWojxNpdLI5XLsv+P4voXnn38er7/xOq677jryPUcD4wSMHjMaxhj/NY9cPs9bk3W45ZabqThvZbwwXxZ33303JuuPX0x50fuzlNHjqBDrAaiiooLzqwjHHHMs+RzjwYcexPTp0/H0U0/jmWeewTAaUvS2Q78C3bt3b6gyXscbcG8Jt2Q0hz4MQ6RSIelMOH+kbUVxf8/DMI+jrpoKU1TsizF23FjoV5sXL17MudHMW5+ZePLJp6C/yGbEwLAvGSrgqqfo11ba9DBrDUQAvQWYM2cO1q5bi4jyTMTwsJmFGm/1luBvTIE9TjLtLaEdjCisDSk0VihcEvTs0wuHHn4YVq9bjWtvvBZPTX4Khx55CHoN7Ime/brjM5ddAJeK8es//BJ33H87MuVpjD/0INT1rMOIsSPQzEV2+12349XXX4WlwCwqK/YCdtCwwTjn42dD2M7Nf70Zv7nqN5g2fRqOPPpwHH3MEUhRES+vKcOYCSMgoeCXv/0lbrvrVvTq3xMfOfvDqKqrRDbJEi2orK3Eh888HX3698Yfr/0Dfvbbn2DZmsU449yPoN+Qvph4zGEYMmIwHnnyYVx7w1+woWEDzjj7I6jvUYd+VPqHjhyGO+++gweJB1FaUYJupL2YCn7CraL3gN4YMnwwevXrgQmHjUcJ05WeQ488DGP2H4P7H74fV//xamykVX/CYRNQU1+DY044Br379cQtt92EO6mgDx0xlBN8FCdoMch7iHBsAQqMhJ8fpNdTvyvBDtxfDawx0F717NEd+3NxhEa4cLKoqa7ABZ/6BEbxUHLrLTfiZz/9MVavXI4zPnwqRnIOfPi0D2HCgfvj/nvvxo9+8H0q4dNxzkfPwIH774dePeoxsH9fKuUZtgFuBAGGDR2AbnXVKC4KMIrlu1RVUHGOaLRK0L2+FkMHD2Beh1q2O6BfL/TqXodzzj0LY0cPx403/hm//92vsXnjanzmgnMwcGAfnHLyCTjskPG49a834Uc//B9EuWYMo4Dv27snAioAgwb0QL9+fcmrGKro62FK14m1FsI+7joYnaE9GQFjOYY2hNA1xkJhbYCQQlb9EIFlmqPLW2cYpsFBX5RVVaKaV5obaNVt4i2HiED/wflPMIB/3UcKXedYtfp8uIXKNIcHai2+gYfhU08/Fd/45jdwLOXVElqm1tFSzknv5fOM2TPwMg0Xr0x7DWv1ZpKH4XRRGi1UYGfMnomnJz+DGbPfxKKli6AWcVWoG7NN2EKlvIHKPCjXl/LG6aVXX8b0WTNoKJmD+YsW4K3FC9BMBTuGQzMt4DPnz+He8BqmvPqST9tMRTxVkqZCnKP0jbgPhN7QM3PeLOZ7FVOnT6XRZy2cdchTIU6o2Mcuj1y+BS/zgPEMbzBHjByBb//bt2glvQS1XWvwxBOP8zp8AfTXHdasWYMZM6ZjBmmaOWcmlq1aDlWyVdF3Fli5dhXbeANTWNe0GW94GvO0kCvNDc1bMWdZz1FcAAAQAElEQVTxfLzyxmt4cdorWLBsETZuaUCOFnvH+adz1PmR5gc9fuzpMrTPvHqzZ2jE2n//URgwsBtKSkJ04c3lYRPHYdSoETREbMLY/Ybj/E+di5XL1+Laa/6CefOm4fAjR2Lk6B6wqa049vgDaWRbxL30KvL+FXz13y7CiBE9cePNf8a11/0auWgDLvrsxzBmzFDU0Wg3cFA9iopigAef4qIQB+w/CP36l1NmO7gkpsGkCOP2H4zKKktlcBhO/tBEvDbtGVx19f/izVlT8NmLT6Pxqy9ssBXDhtdh7P79cPsdN+K1157HhPFjMZH78tOTHsFvf/tzTH3tVXzso6dREe+O7t2reUt+GRo2r8e11/8Jk599HPvtPxwnnHAQysoyUONOxDnoqJjvMwx6nwnR/SrmGCtaePjQm9+S4hLo96pvu+02jvFVuOmmm6Bf8bzkkosxlNbqMWPG4EIaxBo2NeDPf/oTbr31Vhx91NE49thjaZ9KOHZlOOHEEzDlxSm49a9/xcqVK3HSySdj0KBBXscZOnQYysrLaGUfhK//29cxe/Yc/P4Pv8dTTz3FsT/B326meQiqqKzA0CFDuZcXU3E/hmWLQB0bXWq6YOzYMTBiqBTnoHnHjBmLHt17MJ1zhpmqq6uoU432afoHnZ/45Cfx3HPPQ38B5g0q/vqdcv0+eB0t8KNGjkQYhBxZQWAtNDxixAi2V4wJ4ycgx8PJXXfdhUWLFsNQj9Ex4nJmfkCVeO95nz5Me+sx1nDzMzxh5hDQesBuc1BL8aFTT8Yll1/i8dVvfgWnnnkKwpIAOWnB0LGDcdlXP4cLL/8MLrr8Ilz4+QsxcPgACssEo8aNwmVXXEpchgMPOgBiwYXKumkpTihqR40bjcu/dBmuuPJyXPm1L+DKr34Bp37kFCq01QgyFoccNh4Xa52XXoDPf/kyXHLFJbjo0gsxZNQQCMdWAiA2MduK0XNAT3zigo/j8i9/HheRls995VKMOHA4XCahBa0WH6HyfdkXSOfFF+LzX7gM+x80jpadPBXvbrjwkk/ji2z/5NNP8rSfxsXce1Av38dMaRof/cRZ+PyVl2HA0H4wGYNIcqiuq/Lxl33xUlz4uc9A3YlHH4pUaYBepOUC1nn+ReeT/gtx4aWfQX33bpxIPJFzE4qTBAx4xguZ317+7Iv5dMPh2qBgE3YpoWJ7CC7+7EWo7lJNq3KMhBtvz7pafOnyz+Hfv/l1fOcbX8H3v/cdHHP4obC0bnWtqcJXv3Q5/vu738JXvngF/uO736GCfCLKaNk+5sgjcCqV5YryInDU0a93D1xy0adw0IFj0LNHF1x++Wdx0AFjkOK8TQUGEw89FOd98lwu2jqcesqJuPCC81BWksKQgb3xhS9cjG9/9+u49JIL8M1vfgn78yCVCg0G9O2Fiy48H//9n9/B9777TbrfxX9979s46ohDkeatyoWfOR8nn3QiUrTSixiIiD/t61oR0d7vi1x5n2naS9VFXAcRFRl1dU34jYPGgITxeq0aRZw/vKrU5vXWzt++ULmJGddMi40LLBUyUHHLg1Gcf238EK4yg4T8cWiL01r+lSDv6LlQ1sTcmJtbmrx8r66tRpoW6QmHHoxTPnwaKmu7ULleQgPDQ3jp1Vcw5615ePaFybjnwfuwactmNFDJvvvee3DvA/d5C/gLL72Ev95xG+7g7ebqdWv8eAstxfrrNrPmzcHtd9+Fybx1mseralXeb7z1Jiq5L6KRN2dZl6OS/iaee/F5zFv0FiY99yzuYP6lVI630dqthwLL9bd63Up/I/rEpCcwZ+FcvEqLutYz+605iPjPhII8LdvLadWdyUPC+IMn0JhzNLrWdUWPXj1x6qmnQv9GqLauDg3sw8uvvIwHH34IaqnTPt774P2YOuN1HjKyeGvxQtx5392kcQpm85Dw5LNPY878uVBa1Xquh4/7Hn0Ir775OqbPnYm7HrjXK+ZNPAioQk+pznnHOebAsReAn9jHniAIMIpK96mnHo+6uhJSGFHhaUJ1dYDLP/8pKml9kSRbcPCEsfiv//oGvvWtr+BrX78Ul3/xbBx7wmgejhqolHfFd7/3WXzrO5/C2P16QoKN+OznzsQP/u8KfONbF+MLXzyfilJ/Lz8HU0E74cTDkEpF0L8nquBt+Ec/ejomHn6gH6uAm/jQof1x1FHjUFMnqKiKcMZZE/G9/7wU3/jmRfj6Nz6N0884BJd+/jQ4sxbl1Tmc/+kTSdvncdJJR6CyMk0eH4Ovfe0KfOMbX8D3vnclxk8Yw1FvYZsJBg7sybivUOZfTtqupGJ/Pj55/tmoq+8CS/kf8abn/2dl3HDNG2M59gaGfsfNur5bN3z1q1/DD3/4Q/zP//wP/vd//hf6NZTu3bpDrcFq5R41ahS+/JWv4MovX4n//I//xMc//nGkqUAnPLjoHBo/fjy+/OUv44tf+qJ3DzvsUB64iqDK66c+9SloXY4cHjFiOP7je9/DN7/xTejB/8wzz0RZaSmYBFWC16xdw7kyGmothxikwpDGr37QP/ZMZ9K+zdrarjjnnLPJ1wnQthPeSOvXac7+2NlI09Kv3yefOPEwfJe6w+c/fxm+SQPD6aefhtKSUvTt2xdnnnkWunbtCt1rrLUYt99+PBScyLpC3/ZXv/pVzp+vYSQVdGuE8QEggtLSMpaJ8X4+pt2VOZBpFsZYKNP4gYiCjkdYqBW5D63EdT27IrEx0mVpZJFDU9yIirpyjDxgBAaPHIjiCsbTYu1osQD7VN+zHgMHD0ANT8gJFfA8T6KG15Ex/dTGkCnJYMiwQRjAPL369USa12fNuSYK9gillSXoQ+tmhm0NHDoAo8aOpEWsFFubtmDZqmXYtG0jbNrA0UrSEjWjsrYSA4cNxOAxg1HdvQpZHhayaIZLOVTUlKMPLaEjxo6A0pTiJgQD6BVrSWUxuvasRc/+PWCpbHfrXc9+FCEJYgriFnSpr2bZ3lBFfEtzAyQtTIug5foN6Ydho4egpnsXmCKDmGOTRxYVteUYNGIgBg0f5GnO5nOcfHlYWvdEhLwW6LWJH+d2M2hfzOjYjxjsDSjFKeTqMJjXUIIEaR7oArqK4nSAkcOHYOSQwehRV4O0FYDXzZZX4aW0uA2nNfqQCQehT88eCLggKCdRTyW+d8/uCBmO880IOacGD+6HLlUlsFTDRgztj0reVPC4zrZjVFdXcCH3pXIuqKutQn8q2tZEyLVsQR35P3bkYIw/cAx6dq+DsN18yzaA9VRxgxg2ZABG84akhPNvwIA+6N2rHlYSnu4HoE/vXrS+x1wXhYUqYuD55li88/27R0DHUbhBCPkrIjBiOeYWvM/2bhimICII6AacS4Z5rWUeKhTbmpuwfPVKdKmtQWVVNbQO6OM4r+gWWFPwM/gv9Qr4r3Uc2jqu46FzNkwFqKquRP8B/fHXW/+KRx97BDNnzQJEIIHFm7NnYePmTTjk8Ik44aSTcOzxx0MPNStXr8YSWrpnMP3IY4/xyvtJp5yMmrqu2NK4lUaWCM4IYm7Wea6tSZMnI8ykcdpHTsdJHzoJBx083qdvZl79BZdEgGYqsYexneNpZfvYuWdDqHw/8OjDbM9RLsesM4/lq1Zg1pxZGDpiGA4+7BAcykOyWrBfeu0lNPMWK+EazUZZbOENiSX9/fr2Y1cEer1ujEV1ly7Yb/8D0I0KSENDAyY/9xwmTJjgN3tttytlwYu0gi9ftZIHj+ep3sc4gfSefNopOIlGqDz3qXwcYQ1vBya/+AIq67rgiOOOxlEnHIuuvFl97Y3XsXr9Wt/vtw05hBECwb70GPKoorwU5WUZJMlWcMhIYYIwlUNRxqK6soLx2xCGCSrKyqjQpFBcJCgpFpYJkE7HRIKy8hA1XUq8wptJCddrhGrK5d69uvkyQRBRbXCU2SmUFBm2k1CGJkhyMep46CstDpHkHQKT4T5hUU6DS4ryHS4LI3nU1pSSZ9W0XgakS6hMVfj4OL+N9VtUVRWRnhTTDeNzzFuFmpoyVFZkkE4B1uThkiYYk/P5e/aoJc1pFPMmoIJ6hWFbjgdCawUiujrAR3YDRn2AXxEhP2OvVAbUPay1iGjI6MEbbP1hDV0XRcVFyOfyEM6NMAzJ+xTHVFBWVgr9SmAF5wQ4NCICY4zPG9NQUl5Wjp49e0L/qFLLNfMQra6WU0U6xzrDVAopMqSOt5hduBZFSA9lhCr1a1avgX495MADDiR/a72RS3/gAny6dq3jJ6izO0+/Kvlar7EWxhrSGKKiogIp1q9l1FWlXOkpKS5hGefzlZaUoJTzWPOAj7CPmk8t63laxBmFivIKaF1hKoSwfyonvWEojllPrFneN5j21pTQvKSDLBz4iIQ4TlLtuFB5hmHnaIWIhQRS4YypxPByEGFpSJU865VWDWepiCNwPtUwv2HZpmwjIgpoHQguR1qkcwhSFi1UulUhT9hORMWshcKV0wbCco7tBCEnDq2nhhIjR4Grbet3urc0bsarr79KJbcM/amcpahAKY36HcXmfJOKT9KUg80YuCCBcHEqTUpPnldlWoe2k+OVa4aKYJgmE0KwXVAY5wsQ9kYFAwVNQuu79ivH69CgKIDWFZE+tcprWp7xeS5srTNiy4abim0tB7avY5CiMgF9eDJNaPlTpheCbYJAQ/sq/haNDjpHElo0DeeN03lDa7iGEx7kLLlhOKKO/BXOgcCyj4ynJEYmk+K0iiAcv4TpqpwHzCAcn5j1CXlvOTeEdQRWYC3nFRVojYfykXNN56ogQRgGcDzwgIJG07W+HOdXKjSg/gFDfkWcGwHno6ZzajHeQMMpxoWBASvgxkCX9CW0mGh71jjEtCbGrFcXqfLOBJwDYHbyktKCvo56RWVka+PS6r7NIeveJeVtGf+5QaXJGoOYQn3D+g1YsWIF9OdMHWVQQsvHhvXr/Xf51lEJ4kgjn4ugfzQ0c+ZMvMqraP0e4patWzGaV6q6mbCbOzrAgNa/I2Lf9W2nkzS/ncrdRL09y7uEtaRiR7JwohouUJ2/uhmppenoo4/yCu8kWoDve/ABrOB1s/5RVm3Xrqivr0cVr4IHDh6Ej5x5BvoPHIAFtHAXc+MeM3YsyrkR1jHPgIEDqciluELZHjsTcy3q9zL1D/8H8+Dds3dvlDFvvwED0IOH2oR0RFzfCUkbPmokevfriy5da1Bd0wXj9t8Pby1YgDX6dRnSqvvPxo0bsJbK7mwq5K/QWv/a69OwrbnRf7+ziRZ2qwuZ7WreWNepiyknVMiwAcbHlEc6f7Zt2wpVFvJc133ZZnl5uTcc9Os/gPtQDktXLMcatjOCV9o9evVCRVUVutMwMIh9sNzw9Ss+azkXV9GS9+yU5/DkpElYvW4tDUPb0EK5Q72bDTr2zvk1yaZ9WNum5/1/tQHKxj2v2JGkhMozx4mGCpWLljxzSaOPc1EeIfd3l7QwX+TlYWgt5XQISUIgWx8qugAAEABJREFU5mYaUW4nGW7dGcQtBlGLRTqopPhMQeIMAmSYj5zmOk5Zhm1ChTpFZVwQ2DQc+e/Ih5QpYlvMy8ng8kyTYtYRsK00xXsAiyK4KASIdFCKQIpQlCqDSVIIA8a7POV6BGMiypFmlJSkkM83Mk4VcaU/i4B7d8h9IyBC6hUJ93RwjxZJkMu1QDiGIjqYaH3U34bWqHY7beXU1ULqKtTfURC/HgLds0iKJS91loKPsRbCf0YMUuk0rGGYfiZBlWWVFZZ5NKxp6jfGYvTo0V4B1/1Q01JcH+qq5VxEkOferWkh21T5HjFsjIGIILABhP80LuZ6HTduHEaPGY1UKs292CIVpiAi0LY1L/go7ZbldN7kudZ0TQvrgwBaTwmVb3U1v0LpsKRbt2etB/QIM2cyRYg5Jw3rV/oc67bGgknQh9l8ferXNowRpNOcnxrxPsG0px5hJiFVBoYLwNEHWGugTInjiKlkIU80nMNImRQXhEVKuMAiByMWQmkkLGXITGEnLAcDfLS8YT3MBBtYhFSa8rSIOIrvMGVhqAjFqnSlQoCDpBYTGIuYdea5MRsJfFsuEggTY8QoqSjBh04/GZd94XPY/6D9wWIITQj9z3hK06Uw/GeNfgpiToR8LouIiz+hoA5Ig1DBAsVmUXEG2WyL7yNIs1pAhOViFRaO5NBvOaGMtdAny3qMtdzAIvKXPWC+gHTrIQCsUww8LZYEqQUgIyFSSQCXTUDqYVif1s3CbN7BGAMRQUc979YyWUnxTKqsgVq78uxnQtoTG1KtDhA5g0QICMfOQaxwNCkUA8AQCXkUFqUAcexnBBFwsYVgoNB15a+GuBiVJ2A7lpuq44EmibdAbIxUhovAZAEKWoBtkv/GhDDaFsfUUOAHQRpG6yFf3XbkWZ1DGApUv064eK2x1PMjCvIiCnlNt0zTdAEnCMlMIOwB2E9FwIUPbuJkKeMT1pfA8IAJSaB9YyRzC2Ku3ohlYgc4zquYqZHSwVSStfdeR7oTwNI1JEYBugonBokAiYbpV1KE+UTD2HceISlF/KjkPFm4ZD6efXkypr35OhKu0y5VlZgzdxb0j7DfmDMd2xobUFtejAXzZuOpZ5/EG1NfgW1swokHjseBA4egRCxA2RQb8ocbv35lwJA3gcoPtrOvvZwuu5BkGGEJMg1Ct8BPZuH4+AlO7569jtyOWURngfrpZYxw3RquJf2p1Y3rN+OAceNx5ofPxgnHfQgrqYy+NX8ulADlQURDhXC+B5SLm6gQ6/pKpSwciYyZlvBg7bjOW6gQg/lAv8pYw/wJ/ULaVa6rrM/zcG65xpMoAYsj4PrSPuZbcry14hpntDEWTdsaUcTNr6y4FKJzlhPZcX8JEoMM9xrJxigNUujVpR77jRyLjE1D5X5AuVRUVELaHPSP8Lc2b4VwXzFEw9YG/7dIm7ZsQkI6Y67PHA/+joOue4H/Ay3Ok9AErCtAS3MWCQ+IwvEKWW9MS67SkqeVz5Am6nakoQjVpeWoqajGqGEj0KWi0rNJ5xxXH3QsFIKEtTiG9/QVFhD2RwG6Pgg2T4+D/8e+6AFE0ZqDae18JUJMg4Owzw552JA0ugCGy8jYCKr8qHIDWpXVghxTFjqqxkDI/pSzuVpYW0Iu55FIDjAF+SxGANIFjoY15CHzAwmspJGnwm5cEcQxlR+BTSGJQ2SbI1gDpNMhRa6DIZ9TVAzTqQAWaaS5vyYuS/mdh6PynaDFu5by1jBPIobNZ9gfjnwCpChPEvYvzAjCtFAxzEKYRwA4GnAM6QsDBkh9mm36eMoKjXk7SOrbo94jzI74Pls2pv63ZWe/CzHaqqIQ2pufjnLRaf+IKB8hjmKOd4E2IQmGgy/km/pFhNtfzDwRDCeDtRYsRhRGQudBVVUlTj3tVH+zJiyneQBWBD7MJiLkodbjZyn1rgglVJbDMAURxpMeY9g+86oV+4wzzuRtdn+2QeaBw8bZLRB6nC+rbTquz4B6mBgLLStiEJD/Gg/WGVE/1b6FqRAJ6/dl6BrSp36hq+XAR+sxVucK22Pn8jx8MprtgzpDQISsUjjv0tA1EFN/1PT3C6ZdFXFwNKM1BkYICP+BfsJ3RmAYY5lmVajHQmXAUgflAOfJYLEcQCEAoRAVJ9B6ODoAw2DftXMJFbBQB5aDpaeWhCcVzQvWDS4/wPANCiwxAYyEMLFF0+YmbNvaCEfGhKkAffr2QXf9CgMZoJPNsv2M4SncMT/pS7Gco/APTchaLek0hEAABKw35qRMODkD0kJSwLUJw5yOtDrSCtZBuY2tWxqxaUMDwP5YltM8hveklvUHrFsngbUWynRm8vWDChopB2UCDeOGyzPw8dYYGBEYukqzApwQ2MeehDQl4GJSlxD2D2GAhGMMClGhEuzUz744IuZi0A7GLJOIQ0wkHGhOKSQcTB1OYZ8j8i4RA8eyxoaACQjLYXOcMzGM4UBw0AIriGmJjmj5Xr12FebMX4itjTmQZWye5SikkyQNsB7PR0f2cdFYa2AIx/FPGDaBocBnP7iZO/KM+w+MBBxyIQCQMFE+J8xDjVogzB8z3tFn4ERoackzWwQRzQxfTuetc8zrgIQ0OOaL2SZ0LhnGs+q9/pIcsH32GAILfRgkPaLRGiQEcAIhGNinXqWyprQUZ5x8Ig48YBxGjh6BPv16o0e3ehxHi+1B+++PIcMGo2fvnqgoL8HZ3ABOPPZIHHHUYTjmiIkMn4aDh41CGXsfcP4JEsTGISJ0DqpiZJ1j390+1W9lRRvaCBOSqFPfTy72x8czjq/37umHwLGWAjgBWv2ArhVw3kS5BI89/DheeXkaVi1fi80bt3B5ByguyqCeVvGGTRsxf+5crFq5AlOnvoqnnnwca1avQs8ePdDS1IgXnn8Oy5cvxZw5s6GHJv2eKZcAAq49YWfC0KI/rc+vT5uKuXPn8NZjGV579VUsfGsBZbCBLqWINx3z5szHzBkzsXTxUsybPRdTX52GUcNHoZyKruEgWa7NnvU90L93Pwzs2x+HHngwxg4ZhdJUMbpW1tClpYvKsuUa7Fpbh4GDBmHuvLmY8eYMLFy0EHPmzcHTzzyFZyY/gy3btkD/T4my8jK8NvU1zH1rLubPm4+5s+egrKQMfXr1QZ+efTB/zjxMf306x2Ulpr02DYsWLIKQlprqWvQjHd15EBjHg8CY4aNRXVaFypJylBYVcwUKxxlEYdzF84CDTRd79AhYyTtLiYPykh8gQVC/e2cuxrfndRDDdji+IDMcFXLwkBbrAYs3wo7xlrLT8OQhxsEElqsLPBS3YOvWBJs2Omxq2IYtjZsQI8tpa6j0Cv0JDTWxN1bFNJ44pY/KuvMkBTCU+arc56Nm1hczbAmDiHJ+y9bNmM05sHbtJkQ0ekFFGvdYtbIqjSCPXeIgPHCLAcuT6gQsa9ke+2LSkCDUFn2emIq3lkulU6DQZ7zAsi+W/aWQR4p9YjVMEh1u6MPamQ/boXF7BI4buM8IAXZA69teXrb76NklwPDee4W9U2gL1loYYyBiOAQJ+ca+UkY2NzejsbGRezUpFuZmnpgHsJaWFs0AYX7d31RfCcPQW8VTKY4rRKtFQp1O0zWoe6O24bgfFvyWcyOPyCu9wiziy1gdf7bD5qD5RYT1OGi7CWkSI9D4wAY8aCWF8owHH+2HCPNTt9B6N2zYQDk1FVu2bIXjHNFyCq1LfBtsk28cRyzNeaMHa8YH1GlEmMDYgGMjpE7Le5dtWWMhIkx9/17z/lX1zpq00yI6MA4cTQgFl0fCTrDvNgmotHNAaR22ceAV04KCzHgKAIkNBbRFyBNxYAJwN4XKBsuTulCJCiSg9SSHxx55DC+/+BKVtBiWcWBzAoFuMBvXb+LG8iruvutu3HHbnZj60jRspbDQtrVFSwU9YH0BUkiyDkJBYRPr6VJFX/2GdGqaIT1aRvMYHgJeeu4lPP7wE4iaY4SsJ2E/QrYv1NnSYQagK+xrKkxBma0T0HGYnDgkkkAVU/Uz6gPzGhEYa3WI4TjhHX1rVq3Gffc9iBtuvhXXXn8L7rjrfsx5axEFYYKYwsek1TIVIKJfeCjKc4yhirtJwZGPEQ9vCSxiCtCYCybiPIk5biE31jjv2ILlgnMA8wjLGJuGCVJ44cVX8YtfXY1FS5ZzPA0iloliR/pSiPIJOBuQsE2bKUNMHms7YHnH+RSRlzAhHIWkULAnpEPjE4YTzr2IiImEaY5llF6wXccwz5eImV/zOc1DQDg/NS1PMukPwiLWbUl7gJdfmYrFi1fQbwGOH/b2I4UGEjoJW3V09W2NVi8YXXD3xU8SnKGgHdp3AMYMGY79ho3E0H4DUF/ZBUN79/fhsUNHYEAPKuMc55G0gI8eOhxDhwzFwP4DUFFWBstxNmJgIJQ74Cc+UA+HwNOrrsIHWj+4PP4h9r29Pq024AbICYtSHoIGDhyEGdOn43kq1rNmzsSoEaMweuRoP769qZjOoZL61BNP46UpL6N7XXdUV1Zj0IBBmHjo4ZhHhfWJx57E61PfQBF506d3H6RTGeh3L6urupA3lTh4wsGo61qP5yc/j+eefQ5LFi1B7x69qezXk28WdVSe9dcRlnFdP/7o43jhuRfQtUtXTDzscGRSRb5sOXms/1nbGF6LL2X5p596CpOefhoRN9OuNTXktyDmoVsAVFdVYf/99of+osNcKnX6s2uTn5mMdWvXY78x49Ctrhvb7Iqjjzwaa1evxfPPPg/No3vOxEMn+vTxvGmpranFiy+8CO271qN9617fDVUVlTjskMOQY9tPkwb9L71VCahiu5YzkEKIVPBVxpEy+uC96nlfoL3cHd6Xyv9mJbqn6e9Q3333vbjq6qvxu6t/h1//6je47trrMWvWPKhcBWWvQGW9pdzktihZZOMtaI62IJs0Ip9sAwLGqRvm0ML4x59+EGs3LudtaxM2NmzGU5Oe5+FtMfLUE0QyABXsiDJYbAYtum9bylsaYqIkhDX0Mx/ZD5fQwMJ8oFzPq+Cmu2uHdDUodo39Vw4ZYyAiUIX7vvvuxxOPP4F8LgeNT6hcG6apTiNG/DCZVtdSQVXl/VUerhcvXkTeOzgOrSrNatgU4ZqMY1jKGmsttLSIMJ/uVJrXcZ+PfBlfMXMkzC90rTWI4wQihfxJknAusS5jYLlXQAARwaJFi/DSSy+huanZ17NixUo88cQT2NzQAG3XkSAtC9KldWud4JPNZj0dmidJCnSICCzpdJoZe/8xe7UJdkZEIGxEhINmLEWTpaJrkeTY4WxcUICzZFJTwjjmjA2EyjDyhop4QAXboXlbFrmmGCkqcikuPjAPqAw3bm1BrjnvBf+b02cCVMZYyruWAmDNyrW4/a+34YbrbqRFYwZepfJ23R+vw50334V1y9dx6aZhI4vs1hyat7SQFiC/LU+F3CKk8Ai4kC2vy4R5eEAHb8SAnEHgUoibEyyZvwRzp89FvjFCxr6YXO8AABAASURBVBQzTXxdEguaaDWnNghLRS2fzcOIhXDSqvKdiCOphEmQEJwX+KA8Opl1lqsrxkD9S5YswTXX/xX33P8Ypk6fhXsfegy/vuqPeGnqDApdQ6XcIMsx3NYYYxsPLHkeXJqz7D9HWZVZVc5VuY3I9zx5G9NtpoWOBjJEHD/ucVChC/Jky7YWxOQthxS9+gzAoROPRE1tPbLMn83FTLNoasrCUSFOJIUchXJjU4QtTXnkKJSzrDvW+Ii8ikhXLGihwp+nwp1lXEyamkjbVuaP2E5e85MGTWtkPG9O0cg+NBFCZSNhnpgCPsu5nOdBIJtP0JyNkIscLG8JVP5ff8Nf8TItey2kjzJk77OabGFXkUDH2Pn2RARCH6ceFPT6d2e/j9gHPpROGt4QxuQ4IZwIQZQgxfG1HFcyDEVcT5ruWrIIOMjCdHYb1lgYMa2ueAH7ji5pA4wsjAw9++LbSqMyzdOpYcL7/wF6fXnWs0sVjNRNiVMEunEedeSROOXkkzFuzFgcc9QxOIJKdnVFF3Tv2g1HHnYkDj/0CIwcOhInHHM8juT6Ky0qRQkP3BMPmci4EzB+/4Nw8IETcOpJp+IjHzodPep6YOSQkRg7YgzzFWNg34H4MOMPHX8oDj7oYBx+yOE47UOnYfwB45leAq3nrNPPxLFHHYsJB0zAEYcdgY+d9TFawfszvRiHjD8Y3agEl1Eh1z/w0u+37zduHI444kjoLyXU1dWzew6Oiy1FK53eutZ2qcWRhxyBo484GuP3OwiHTTgUp598Gg4YdyC6VnelBbsU+43eDx864UM4kHGHHHSI78vAfgORsinU19az7DE46diTMHbUWJx8/Ek4jeWVRj10aL4TjzsBE8ZPwLix43DsMcdgjP7NAi3jIBOlFepvg2Mc3o/HsRKF1qdavgfj/kmvMQb1vLUKaSB57rkpCHn46tNnAMpKKsmDEAGV42yLQxPlf7bFMK4YRioAV4YoX8RDTIY324Zumuu1BJs2Rbjj9scwZ/YKNDdbFJfUYPxBR6JbjwEwthhZ6gaN3HOz1BsaNjdDpBhRnGLZDKIopCU3RjNlfsx8vESlpdegcWuWMiHNEbGEIfT1g6aeTuw0AspPlQULFizENddcg7vuugtLly1F2xzWr2/omspzcDWfytsoH3H8E1qgt+DRRx+lAfQV3pRsIT/yUF2hqbGJPGlGS3OLd7UsK+Q8MOR7nop2jG3btqElm/VlND2fzzHcwvScT7fWQGE431Tpz/GAoH/rof48aQErfHPGDH940P87QPNWVJTjxJNOhP6NS0zFPsc6lRbtg/q1rMaLUGdravJttfA2IEelQ9O0X/gnPW2zcq80F9P0nziqBJzzxlguyhRUQV29cg0ee/BR/Pz/foFrfncNpjz7Iq770/VYvngV1q7agOv+ciPuv/chXMO4n/zwZ3ji0adozW4ENVds3rQNTz3+DH7yfz/DT4mHH3gYmzZsptKeQBJBtinHfMC2LdvwyIOP4M0Zs3D6Kafjgk9dgIs+81kK4A9j+mszMGv6bCrgWSrPWUx9cRr+8ru/4Jc//iXuueM+rF+xHiZvkWvMM20qrv7l1fjFj36BO2+5E3fdehceve9RRDwcWCrqeVrFAyqX61euw0P3Poxf//w3+M3Pf4tpr74OFwEpCigVUiKGqhGgcjKRBKqEx0JXODiKvcKB979S4ULQWnWjEwhsmIJLHBXQLA45/Eh8+rOX4uPnXYDNFH6Tn38F26i9buBNxL0PPIb//sFP8W/f+B7+Quv5mvWbAUnxOjOLRx+fhG9+5z/xrX//T/zhT9fiV7/5HZ5/4RUs52Hql7+6Cq9RwW/KJlS0AyxYuBy3/PUOrF3XAK13HW8+mqgIT3tjJn571R9ww0234A9/vgYrVq3Dal5rXn/THfj2d7+P77Ptex/glTrbbYmAv95+D6654RZc/cdr8e3/+D7+nXhl2gxaYKbgRz/5FX7wo5/jjrsfYBtNiEnnuo3bfBmt63v/9UPcc/+jWLVmI5pY2aOPPY3f/fEv+N0f/oz/+M//YflfYCrramzJ4dHHnsIrr83EtdfdhN8zzwJebWNvPsLKCT/P6HUKhulsf98W3B6/L3lSXC8Ky7llYyAg1LVUyDM2hFD5TlNJSppzUDeEgWWZhAqYIwyFqzWWsbvvrY7LvtTfNlp2pnY7D3eOZMZ/lPa3l9fqrTFUjGIYBjLpNNTqO6Bff3/TUMMbiRRvfRwNKGWZUgzuNwgHUaEdOnAYqsqqoMqo4emvqqwSwwcPxwgq3kMGDEGP+h5UYrshQz7V1dShT48+CPjP8oBbxXLjRo1D7+69MaR/IW+32m4oSRejLFMG9XdneAwV+BGDR6CyuBLgQUzL9+3VF5UVVTCkOQwC9O7VG8OHj8DgwYNQXFwCpV830xQV8YTzRyinKGpRRKv6wD4DMZy3LYNJX7fa7qgur8a2hq3INuaokJegf69+GD1sFPswwtOQpgXW0iiTtmn05C2AltWvoXTtUudpH9h3IMC5qXTX1nTFyOEjMWLYcPTo1oPz0SKJmKgDrsxE4dFgwfd+fkprZYZuGzROwai99BoxqO1a6w8hejAqLSnFATyMnXj8h8iX/nA0oDz55HP4r//8If7zez/E9//rp3jw/he4P6c9brrhYcb/Gv/21f/DH66+A+vXJnjm6RmY8vwi/PY3t+Ivf7oXC95ai3nzl2LjxiasX7cVv/rV7/D731+D73//R/j2t/4Lv7nqz1iwYAWyVM5XrdyMW26+B9/59vfxne/8N6758w34wf/+FFOmvApHowk4F7CdF3uHE/iAPzGVVv2K8AvPP4+ami4oKi7CzDdneoVYuzZp0iT/H2atXbu2oLy2tOBXv/4Vrr32Wrz++uv+N8Ovve5a/OY3v8Fbb72FpUuX4PobbsB3//27+MY3v+nz6h/cq5I+e84cfOtb3/I/ofitb3/L/5zigw8+hKefeho//vGPoT97+IMf/gDLly+nIm79fxB5zz334Lvf/a4vp238/Oc/x+2338625uO+++/HAw8+gO9973u49957eQBswssvvYyGhgasW7cOt916G+fFd/D1r38DP/zh/2Hu3DnaJZZ9Cz/72c/wi1/8wtf7bdKiB5FVq1bBcB/xmfbyh67avdaEQ2GyqzigTg5l8qaNm7yS/MQjTyLUf1R07r71Htxz+31YunCZV6bvvetBPPrw4xRkjksnwH33PMCrwWeoiG/Fk1Rubr/1Tvq3oQ+F8muvvoaVyiixiCn4VBikwzSWLF6COTPn4NAJh+AQYkDfAdANYQKtKl/+4ldoBdkfQqvo448+gTtuuxPNW5u5EZTw2vR5/On3f8LmjZsx+83Z+NMf/oS1K9eivqYeb81dgDtuvpOK9jS00EKbpwXUOsvtJcBD9z+MB+99ENVl1RTsWdxz2z2YP2c+mhtbENNyF5E25+BHJBEgoQLeBkbvNR68rxVTweHM5EvFR69vtEO8trLcEE0QonvPPlBrdT032AQW22hdbtjSjFtvuxu3kGcwKVRWdcWTTz+Pn/z011hDRfoRjv9vr/o9T8AxKitrMOWl13DzLXdg3luLsH7DZjw96QXeasxCprgcOfJr0eLl/uspDZsbsWTZSkx+/kU0bN6GZStW+Tbu5+Fs9doNiBKH6278Kx598hmUlFdzvFO4/a77cTf5tH7jFjz5zHO47qbbMI/KcS2Vhjdnz8M3vv2fuPWueyCcP5t4s/GX62/CQ7xyX7l6A/507Q24+74HUcor+bKqGh++jhbvFavWUABNx4033oL58xejrLwK03lLo4r50qWrkKcCkcuBfE/B0lIOMfRzAryvjNm1Mt1rYrbitmNH+ttb1rw7UvcdX8J5lW1qRsC5pQqXo4LtaeecS3j/HNNyYShUUpkM5UREOSGwHFsVaIGxDHPMtYzxpfBBeCgSSPQOSh29yh+VF9oh9Wsco3fJ58N7+KF17VKE4+o45kX6ywUcv5AoLy1DQLkqVGIKEKSolBoYr4A63igJdc0U17XjPM+35JHwZkiVXnUtLIrTJfwMoHljHpo1PkXlPJAAWk4VefWrHDVsp5lytSRTgjTXilDB1zRV9AMToChd5OtHAvJcPxxUGUxxvWqcuqW00ud5k1JaXAJhJ3M8EFv2QWnRtmOmaVuZMMMbWgMNh6SnRP/IM6/1OgQmZL9DCAdeEVPOa/8TpvuyVOpj9iVkvkyQgfrjXEyaQ6R4UNQxC3h17iiDwjBFGi30ccpE9RCO2PO3rZS6ip1r0HluGKGuANoWx5MRe/WNOWcMD0UVlZWUfeUIUykoH9KZYggPcC+/+Aqu+csNGNBvKM4/70IMHzYODz04icrxdMycuRjT33gLxx33EZxxxnmY/9ZqvPbqHAwaMBbdu/XBkUecRIv4URDeYS9cuILK+FY0ck+ZNu1NLFu2hrcgZ+KMM8/B3DkLcffdD9OyGlMZexzTps3GcceejI999BO01DZj0qQXsXLlGmQ5P8E5BdYIzg34R8dR4QOdH60j0LB5M16Y8gKOOOIIDB8+HK+/8br/RSs1ri5duhSzZ8/2lnCd37rPaHjBggX+5wwHDhjoD2fHH3889Hvkd911N/PPwsm8bfvoR88iT7bgj3/8o1esN23aiOcmT/a/XnTRRZ9F9+7dcfPNN9GI9RgOPfRQnHPuOdBf07qBynxjYyOeffZZ3HP3PTjowINw9sfO5mGhBk8//TRvUeYgw71gzJjRGD16jG/rwAMPxGb2Y/mK5bwtb8KDDz7oyx933HH45Cc+gXQ65Q8Qixcv5qEi79Ny3KzPIo0nnngiZs2a5evewjpah2WvOmZv1h5QgAonPuU8ROc7rVpruCjmzJrDK7yx0MG/+MKL8fFzPkG1PAXhQnEUgCGtyePGjGP8x3EpLa1DBg/DrDdnYd7ct/DilJfQq2dvfOXKr+Dccz7OQT0f9XXd4AUuNxC9BtFT3YrlK7h4N2HkiFG0lGQoAB7C73/3e/zx93/GPXfci8cefZxK0wy89MJLGDF0BC773Odx8WcvwXFHHYcVy1dCvxs45bkXkQmLcNmln8dHz/gYPnXepzCQViEhjSJSsMjZEDku8o1ULGNa6wYPGoLTTjkNp592ur/+zPDKTvtjKZzBMuCjckCHo81l1AfidS7hJhjDkaFO+2INIipGSnyWG9b99z+IX//6N/j97/+IZo6JLphNGxswiYpvUXEpDj74MBzI69+hQ0Zg2uvTMWnSs3jyyacxYOBgXHHFF3HFF67EJ8/7NMpo9WpuznNxlVCZBcRmoPOHB3akuVGrkE/Ig2w2jxw3f1AJU38TraSf+swFPPV+HWvXrsNzL0xBDx4QxvLaeeLhR6GSSvQrr07FoiXLqKwDvXr3ZZtfwuc+fzk+e/El2LR5C4ZzvnzhS1/GpZ+/AgMHDsHsOfMw9Y0ZmPTs8xg2fBRGjRqLgw85DIOHDMPjpT1lAAAQAElEQVTDjz7GdjYg5rzu128gzjv/U/jil67E2Wd/nBacjZgzdx6OPvpY9OnTHaeccjI+df6n0b//AOz1xxRacAUHaPN4V9j3BIV9OgE1BQ5fa4G2/B3sCtsXHvYsLbS62esvGUWce84IbBjQEOkQFlEJB+A4B7NRnl100O8AGiewnA9ahypDoEKE1sd3n351FdBMDO8rr5AgayyMMRARgC+7AwUYdnAg57D98Z3YHmqfp7XOt2e2xiCTzvAauRkJ17SucR1PLna4OEHMa+iAsk79VizXo8Aa0gmh/Mt5RVTjLenXPKqQKi8i/R9Q2YGA/AyYlqZyqle/IfeGiAcqYR/yzKN51Z+i7HdcTwllqRVDXlq4hPOUcflWxZqDsL1tIxYJ01NUApXGbDYLy7aaeJBLyHvdoNVIw+mDkPTrngTSk1Ap9/WI9fFue3vapkGhZ0KlnOlBCKU3TRdKL+koobKvdCpUAde6wXFyhNKd0ABjWIv2VccSHCeFo6tQfwHYo0frciRiOxzXgNZAF6wbbNNp/ygfQRd7+QkCC2OAXLYFOvY6zmIsYo5nige7Z5+ZTALFy9pNm7agoqKSMr2F8v8lJK6FLMhRCZ+J7j1qcPEln+Je0BuDhvRFVZcSDBnaH6PHDEXX+jrOAUHCPiXsUyZThBNPOhn77X8gDj/8SBx73ImYP28RltH4MZW33kcccQyOP/5kjNGvHZ18Gnr16MEDVoojYQkSC4XQr6DzT3iNEYgIW/KM4piQg079GsfoDnoTHqaShOuLZOjcUjKCIKBu9AZ5msMxxxyDUSNHYcP6DTzQrOSenNEsft/X/BFlRZ6yQf3GGvTr1w81tTUYMGAARo4cydu2CKtXr8JxVMwnjJ/gFexzzz0X+sfU8+fPJ08T9B/QH0ceeRR1tRHk50TU1tZiOA8Aml91iJPI6xkz3kRAHUq//z1i5AiccuopUGX7pBNPwgEH7E/FOs1bsWL07t2b6AX9uxRV7K1VngP6v+u++eabOOyww7yiPnr0aJxzzrnecv7GG2+QjhglJSXcu8/GwQcfDP2Pi5T+FStXQPuGf8Jj9nobXDyWAk9EkKPwXb9+PXSR7rff/hy8IuhirqvvipLyYgipifJ5qNDuVt8d5eUV/q9za7p0QXNzEzZu2AD9b1iPP+54lNFqU1xcjIGDBqCyqpJyMOLCdgjCgHmbUVFejtKyUmxq2MjTWYBu3bv5SaI/Qr9s2VJMoaK2YtkKNDY2+YlTXlaOIi7y/fbfDyGF7ltvLcCqVas5EUejS5dqfxVXW1NLodIDRUVFsJwYeU5EXU9a7iMf+YiffH/4/R9w1W+vxqqVK5GmMBIRgGsupnDWvADDhOsAgYB/8BHSbayFY58S9h1JQaA4SuCEZqOYmD9/Dl555WWccvJJnNAH+auhjRs3Yupr0/ATXjv94H//F088+QS2UPFdsGAhcuT3kCFD0I0n4qKiYn+y7tq1Kykt1G04J1JpKmAJkKJy1sIrsVwuS16DAiGBiHCxgAI+Tx5V0ALTF2XlpWjYvIk3Jiugm8GPf/wT/OhHP8ZLL77o55DOMcOdv0f3OlRz7pRQsRs3biwC8l1/8L+I4S7VVZx/ZdxgcjzUcd41bPLfhfu/H/8IP/7JjzHlxRd4wt+MhoYGqDDrwjmq86OYfejOuVZcXOwXunBSWwopnfOaJuzZ3n1bW+C4tLXDEQLIKz9QjIxcTB7Sw6yJET+WDO0zL5cLdDUnFoiURsuP0NLvPBKG8+xDzLkRJRFsOmQfnF9RhovM6amN/WXXfJ9Y2rugx7VC/YXIfeiTtAmJFlGPwPu5ABwBziGuCOjY/CMU7668aIUcr4S3d6qs6qYnDCvalGQrHGwqmj4vXYY43gwxnxVBwrhd8midhCHtzAXHfLpOfAeUR4SIwLBezeM0TKZo3p3hVFEg0ZpHy2qaYT7wSVgnHWi8ti+tdWnY9wFCpTCGiLAd8ABRgAE4nJZxAgMBNw/vqiKtYXUZ6+OgD2lTOhLS4uNZn46V+qFpHgnAyaXj5XhwsFqaUYb1CwEP8BEPx3R69vDlQEDxLsXYPlivo0uRTNKEGRV09tKrltKEa5BspkU8ZCsJHBU8RwL0e7xNTU1YsWIl7rnnHtx00024485bsXHzclR3SVPZ7kHL9glYv3EpfvDD7zHtFoTpHNmxBU62oagkgQ3zaG5kGI51O2hbuh+UlhbRnyciDKEBLJdju8yiB8o+vfvCSED9opSKXR31gPLWvcKwDiH0VVeh/n8GCm3tNGU5X0hwIfqfQcA729C2OZehYKp+jzqKI2xr3Ab9I+QuNV2wfNlybKT1Gsyr/zOtWprDMIUSPYw6hzSty6kwJM/ZF9bRxEOwpqcYn6GlWvd31YNqa2pQUloCEUFFRQXLpb1uICJen9J915HHpdTririHatkwFXLPT6GqivodZbqm67cr9H/kVMVZ20hn0r68punBNyRtxliwIeij3ynXMo60FlFvq6+v55xJWG8aA/r3RxH3ae2jWt27d+uuRThXIijNNdT3VI7EnM8+YS9/6Ozca02oUOIuCRXwAuECkcLAcvHOmj0TyviYm6r+JxBNLU202EXIFGcQZgLYUAAtTAqFY5vL51BckkFpeSleefVlWl4b0dTSiFVrVmFb0zYYbtaOAsBYg+LSInTv1QNV1ZWY/PxkzFswD8NHDce5Hz8HE484FAgc+g/qzzzdkC5OYc261cjFWSKHFauWI3YR6rp39bTOXzAf6zauQ0u+Gduat0F/kzambc5YQeTyyEVaLuvb0t/Y/L8f/xATDj4Ijz/xOE//06ACKUfLnVELAjcLwADO6GjQZcc0zBA7+8F4OTEdF4aIgC/CVAqWJ+ky8ub4Y4/CJ875GC0RXXmq3kZLW4CuNVXo0a0rzvzIafgZldg//+H3+O/v/QcV8x/hJCrsqVSIhQsXUHFt5Ck6xxPsairqm2FYeUyFP8MD0uJFS9DU3Aj9reGGhgavAOs1enFRGsZwWzOA0C0vK4HjfErIl8rKMnTjIe/8T34Cf7jqt/jVL36Gn//sJ/jm17+GEcOGIODcEuRhEAFJjpa/ZgQmoUIOkFUIOZ+CQCBMrywvQQ3n0mcuOA+/++2v8FPy+Bc/+zF+yfoGD+zPhRt4BJwTNCMiDCwc5zh3eW5Q6o+5oWzlXGiBiECwNx8HyjTfhuGnB6N2btEYAxiBdrSg0CY7J+8TfiWZOgVoDGsXlGhhIfaKvcYuwPv67L3KHDeMhGtL+aeteK6QT5bzCZw37F5bkibvNfhxZGPeZSs6pnT2qVc4OQR79m9vdkA4XhRBVPgFZmfa1M80TQfphX/Ef7rtYR/cgw/3zrxsB6xPxMCaAMZYBg32+sM5q21YykuRBDGVOcf90VJ2BgFoIOlCy2dvfOmLl+Pr3/gqby2/is98+tPYf7/9kKVhpaqykjeG5zP9ClpfV2HyM89SfjmoQa5h0ybE3Du1LqEcNkJDnY0gKrdNhMAm3Ge2wrkcVO6C+3a2pZlW3ddpkGukoW0bli5Zgo0bN1H5SiGkogauI6V3B5QXih0xe8Ona1vr9c2zOQN+iNGoDoOyzpCGgPLF8ZRgreV+RX1ozRr/tY/Zs2fjN7/9DW655Rb/neq35r8F/ZWSMho51Sim38HW25CGzQ3QP75MeFgtLi4iLxIavTZC8xTRsNXEA9ncuXPJh41eEdYffMi2ZFFf3408CWG4H+n4KD2OOpzKQJ1HMWWh1qmKckDalMbS0lK8/vrrWE9LvcY3bGoo1EtjQCqdAhv3+oNjZQnjNL/vF/WUXC7HW5j51B2b/dx79bVXSfdWDB06FBkeHBqbGr1RoYQWcmMN8syv9RjSx4r3+rvXZoNwslkbAAlfWgoSMjtFS3Gfvn3QvWd3vDr1Vdz/0P144pkncN8j9yFPqyoosSIqRkI5knBhJfqFRBND/UUladRRqZtw8IGYOu1VPPL4w3jxpRfw4MMPYM361YhZPqEwUKU5YtmevXvg2BOOxYaGDbjnvnvwxFNP4LEnH8Mdd9+O5lwTjjjmcAweNhiDhw/GtBnTcN+D9+HJSY/79Irqchx97JE47OhDsGr9Cjz73DOYNPlp3H3/3XiThwhSBGcd0sVpFJXxhE4l7u4H7sZPf/ZTLFq6ECYwCFIBHOmJ4jwnHIWjGAoNATgu4iy7ugP4gDy6BcSc4I6LzlgLMEL9Ca+prHGoLi+iojsQh47fnxbpJzF35hvo06sewwcPwLLFC7CYh6JFb83DzTdeh/vvvRtdqipwwAH7YSEPPNf85Y947NGHMempJ6HfScvns6ipqcLEww7C9NdfxgPk4WOPMX3SUxxPjiWFc8yDUGAFjmOcUet5nONcyVPPTNCnT09MOGh/zHrzdbxJ/s6fOxO33nwDpr32MunOIZUSpHgoMxTwmYzxQj3NA2DAeoX1uHwLhHPKMtynRz0mHDSOdU3DkkXzsGjBHNx4/fV4ZtKTVMINhAJEOOccy4luRAasW3h1b5CQxqqKUkx/YyomPzuJNzsbAB04fu6tV8gXsgOGDVgCnHO6Dimf4EEFL9FdIR1COE8TFmAR7EuPXykkyrsk7L1c7a/Po2XeBhb/gLwOup78/CCjEh58Y84tGAOe3/2sYde8uzc65MePFb/d9fQwft96SWXbYLTH/ScQL1xnuuaEirG00cQ4eKD1kbe5rcF2O1rxu2TWJDGwVMZFLNpaepfc70u0sQJjQcWrkbecLTSYpQHKwIT7uKPSfMqpJ/CmMoMXXpyM5SsW4dVXXqLC/RwVnYSydBluuek2vPbKNP+1vojW7eJMGUKbofGjDrNnzsOMN2ZRudpIZQkQk4O1MUpLA+4BMYJA/SkmtDDO8Aab+/bRE3kz+xIefuRBTJ78DB5//FFa5tdDFapGWnwd9y5sf3SEFNsj9qLHcRk5iBhoi0IZrGDke7e513I4KDGOullCOWO5p6urPw9YUlqCq666CnrT/6c//Qnf+MY3oMrsqtWrMHDgQKRSKTzzDPWiSZNw3333Yc3aNUinM1AFurKqCsuXL8crL78CYywGDxkM/ZrJc5Of89/bfuSRR3DAgQeiX9++5Kcl70pBcUeeBiRHaOALvbU7TJG3jAlpeU/xVjxFZfuEE06gvrAQDz7wAJ577nk89NBDmD17DueGQJ+M0kC5OWnS01i8ZLGn2YihYbUKhx9+OPRQcO+91PWoZ+gfeHbjgWAolfEwCKFKeMC29NdWctmcp4HNI6JREP+Ex+y1NjyfBUZsYb4x7Mjw8soK6Pd9ho4ciimvTsHTzz2N7r274bBjD0FVHRdiymDsfiOosNdDqCypQtu9Zz30P/morqnE4UceSiX7KFqdX8WjTz4KwxP4QRPIWFooDZWpmIIgomKk7iETD8Ynz/8E8xg8/cxTeOGl51FdW4WLLvkMRo0djvLqUpx8yokYvd9ITHvzNTz7wjPo1bcHzrvgV3bOnQAAEABJREFUk6iuq6Y1fRjO+cTZWEgF+2Eqgo20jB90yAHoM6AXaQN6UuHrP6gfTGhI0zEYe+BoHhIewZz5szF23BiMHDMSqUzKb55OZxvHANxVRTlM1xBCwQ0F9v1HSKLlglU4CjVdeDpRyyvKcdABY9GtayXqeJA5+YRjcODYkTwdr0JZcQoXfOoTGDd6GCY//QTuv+d2DOzTgxb0j6Jnj3qcfOIJOP64Y7CQSvojD99PC/IWdK2p4AjFKCstxolMHzN6JJ6jYH2eh6L+/XrjoAP3pyJfzsXcCwfsNw7l5cXo3q0W46l8V1eVguuJdVTi3HPORH/y8/nnJuGZpx/H0CH9cewxE1HCm5cRQwdi5IjBFPwxXNyC8pIUDpkwin3oAhc1I0Wry7DB/TCKefr26YZPf/JcDB3cH/ffeyeefPwR9OvVFWefdTrUaj6ANI0aMRTFRSlaxWKUl2YwlrzvWlsNRwv5Cccfg5LiNCbxQLh0yWLs1cex9gQ8IACGoygENK7w4T+ZzG0ygRRlkCopBoxgX3tUuVaQDWgPtAfi+7mv9WTP6RHyjGo5DQzskDEIuQkpjxjy/AMfIfbKy0Z0HNsAlVvaWFtEe1xPJSvaa672XOtXdw/QHtrb8uwh7TpEhSLeR6KEXKSz/RX6FHSY4qlvC2rU+wKt0FIxsZwudKmEgG1hLz4q/6MoR5lr0b1HHSYefghqKfcS3YOpkPfu3R3nn/9xbNy0Gs8/PwnraDg7+aSTsN/YscQ4HHrIwZhHq+mU55/HhPHjKZ+PQRhYnHv22chTIZox/XWkaTgZPXow94saVJSncMD+I1HTpQT5aCuSuBnVVcU49NBxqKosxtFHHUar+2hax9+A/qdUasDr1auaeXMooazzQ7J9PDhefu+lu5fHyek6YrvimxIIZS4/C7oR4zviFREub0c5EyPhfq40qqW7qKiI++6J6NWzF6qrq1FWVoZhw4ZBv0cNjpP+Xv9ZH/2oV7ynTHnRlz333HMx/qCDoMqwKsz6FeGp06ZBO3jaaadhzJjRmDptKl5++WXo98o/e9FFqKquosGtBoccfEhB8WXusvIy7u8H+TyOh4SINyM9evSgIj3R0zrxsIk455xzvKI9ZcoUpDNpnH32x3AglXtte9To0Rg+fARmzpzJW5GlqK+vh9LdpboLDXsT/XfgVSHXslrvBRdcgG7du/l8h088nH0thfLGWIPevXtjP97g6NeQSdpef83ebCHOJ2SdwHBDCYIAlotMN5lefXvho+echUsuuxgXX/ZZnP+ZT+J8KsCDhgxCbX0NzvroGRg6YghPJLR00jo+4ZCDcMLJx6GiqozXXjU49fRT8IUrL8dnL74Q53/6U/jsZz9LS/ZRCEILHURtQ5V4McB+B+yPCy68AJd/4fO48OKLcC6V6wOpvBsq0Anrru9Rhw+feTou+dwlzPdpXPL5S9CfSliWClpJRYlXsi+69CLSeTE+fdGnSev5OPbEY71FfMKh43Hih05EcVkG9T3q8QkqnZdcdgk+/ZlPU4k/B126dqF8TtiPyI+DCJefAxUlQ6XN7HDxAXoEEBG/gA35GfBE2Zu3Hed/4lwqqwNQnLEY1L8Xzv3YGZiw/zgUpyx61tfiM+d/El/+0uX4xte+jM9e+GmMP3Ac4GJ0Y9p5n/w4vv71r+HLV16JT573CfTp3ZMCOOAiz2MIrepXkHdf+tIXmP4lXHH5ZTiXi6+qshxqVT/vvI+jV8/uGD16BC749Ce5qGoR0aptrcPggf1wEXnxxSs+hy/zmvSiz5xP2vqguCjEWWechpOoJBel2U6+GTU8RHzh8kswlvWIy6O8LIMTjjsKJ/NgUVVegv48eF100QX4ypWkg3Vd8flLff3lZcU8TByNUz50EirLuZBpSe9Nej7J8RgzagSKi1M4+aQT8PV/+wou5TzSn1/DP+ExbIOsgoHwHyedhsk39cU8FOdpPTCpEBlaQAzXJpP3qVcV8SAB2gtV2LWMQtiTncHgB+MlczzdulFTeKncDFMpHphKAGtBRmKXh/l3Cbcz8K7FmCBvq0PDTqUYb/mSdsIx394FCfWDYUht+6Al2ku/5ttT+sEx8no8KdIx2xVtISZ6utX9R6C9UbxLHcbCEPCK5rvkeZ+ijc5VLro4jih7uZd+5HT069+X09V5+W24MEeOHorLuM9f9NlP4ZJLz8fhR45CUXETyisjnHraIbj44o/g85efjfPOO4lW9CyM3YTRY3rgyivPw9lnH8s9oAeOPfowDB7UF6UlIeXpUehLA0lR2sCaPOrrqvDh005Cmsa4ZcsWYkD/3vjMhZ/CRZ+9AOPGjUaGRpKKijL2WMdMQa/ywY/PzrzR+L0D1cW1ZRHRlmHEeFfj9k6L712rKrsxb7o1p6V8EdKUTqUxfPhwHHfccbDc3401PPAkXmk+/oTjoftXmlbqiRMPI08vwxe+cAU+85nP4Pzzz+eB6FAEYUDFfTguv/wKXHDBp6nQ9iF/6nHmmWfi85+/nPm/iPM+eR705zBTlG2qEKtxtriYRiESUllZ6b++OmbMGARs31qLfn374WMf+xjUn0qF0F9p+cIVX8All1yC8847H+ecfQ4mUpEuKi7iQbCWyvrZnDtX4qDxB/n2jzzqSFRR8a+sqsKHPvQhfPWrX8EXv/hF0ncBBtCIKyLQPzo96eSTebvShe0EKCkuwfARwzFhwgTOnyJStvdfXUow/Gdd0Kog8rQELiSFAMZYIBEI86iA0t/Hbh9i6E7quJtGkkckOeTp5ukmer3E02yfQb1Q17sriquKUNOjGumyEI7XUF171aG4PAPNF7NMEf1du1fDZEiKzSPDfF26VaNHv24orkyjqls5SnkqFt5qJBKRXEUMR8t6jDxKKjOo7VmD3gN7oqymDE1RI2K2k2fdLkxYXxrd+tSh9+DesBkDSQPC03jOtcClEtSy7T4sW9m1DOU1paioKUFQbOiWoaK2FHGQJ60RacmQpnr0HNDd+8G6Y9JjQtJtSI9wTLybh6MQSTxySBjXvjFNEBuCdcYmQmwd62Hdnlf004WwDUmgXiSGriWEYBz4cOKBPE3EMouQr1DOEkzjSVTA/BorAE8Lu8I4prAecbCs2mhdVKiLeAjq0a0rKsuKgCQLrhd0794VNTWVMKQXLoeqimIMHdQbwzjG9XXlcFET0/I+b0mxxZABPZneC+XFwi40IsWxCZDlnMyiqjyNQQN6oTfnhVq+u3YpQzEFcTXnRS/Og+KUQ1VpBn17dYMq/xYJ6cizTxG61pSx3t4YzPJVzG85HwKOX0/SV9+1mr3VvBHSVtCnZ3dUVpbAcAwD0l1bU4FudV1II2nivK0sSZH+fp7Was63kHkUNV3KUceblJBz3TKumP3pwforyotgWVcR51RPHvr68UaglHSyU7uOK8fzHWPdGmckgUHEcY+hw02m+aygQm14C2S8Cz7CXgdMDgAjDAMG4v9BDDzDBLDMkXKCgD4EaQQ1XWFKyxBxTsRiAcIx3XgAhhYTIUA+04bCNri22G5M396EthKx73uCPPMrtKy6bdibdP49dSt9sQCOfKJoJXcTROSj+p3TeIM852M+EyCsKocpKwEC5Y0o18hXFB7WIYQGHD0eBuQ5AK5lo4gdLGG46TrlI1PFsdBuIEzDbqD5hcS1C6zX59+nXPaK4/pO+tnjd+vXHtIPzc+x077DkQkM+zi64qE0sD2lgzBktFCBdfrVtphrm/zXNQ2meaDtYRnv1QShz7AVhdAFyHYPJwmLJYzQeVIMJ5WcApSzSME5rnrS4LhmnUTMk98JGo4Z1rKFNoT5240koCxJIZCAcimP8jIDIw6G7QaG8oXzOJM2NK5YGl66oooGroB7r+YB56N+77umSynlZ4XPE3BjCbmv0TiLkhKDMhoLini7nEmHCBifDlMoK+G+ArbBcRbSmg4tipgeBoKmbRvx1JOP4bFHHsMTjz2Bhx54APVdazCSCia0e8wv1HWgIJWAABwbaa1LfLplX94LISR5Jwz7rRCXgrgd6QkCRCZALKVwporNVsAxL/iIh5AStskVrj7lK6Pf9RVhLqItA6cT++E7yKj2uVpcD1OGHmGphLe4Io4HnhKUFBdD4x3nJZO5B4Y0YhV5F4yzRny+qspKhDTmpKmgl5eXsQ/OQ/mmCCm3Yhp+NE9tTRfU19UhDENoWL+Tbalsl9Hynk6FrDYhjy3byfh0w4aVruKSIlrc04X+MU7LVFVXoq5rLVQ5L+INr7YFDoL+jUGGtOgffZaXlyPhGistYV+MeLq03XK2V1tb69uyxkDrS5Gm8rJS9i/FdhJOzRhFmTS0biGnGIn2QphTXxGBiKh3u+sD7/LhSbScmCYxkIgFEyDRTnHzjeM8GIMkl2g/kVCx8EqgKoLtQGRyiG0BeckiMlm4IPJuxPik1Z9nfGwj5KmAJVSgEy7WHJWfQlt51pFnWg55rYPlYsKFWk8LItuCrGtmnhxi5CCWHaByq0InSlqQMG+h3TzraCGyzKtlc0yLkPN1Ms23l/dpMWnJocX7Eyr/MevISwvbb2GZnK/Dh9l23rTA00J/bLPIShOiIMs8LcizDrAvCeuG5KFw9Dv2NzHNSEwT22A77HdsIrQXedKniNnXxPLkygmVcMI4jgDaQB5yzVCHMowiF8lPiI6NQUzlLBYBZRDEATZxEALctIXCwDkLaILm3xlgeQUXrWG66HeqmS6sO5CY4ibP0hEs/UIVQ9SVCIZjYMlr4VjDNSHkWKZ4gAmRgyRNVITzsIxPoQmVVMb3GzUQA3rXIs08VseQY+PIy4BjaHgtGXC8ND7kYSlMmnnma0GKox2QHuG1Vsi+WfbfcqytNMOgGZZjbpBFwLo8raTbqJDg8KQ4htwzmM8R7EcAqODnSEEVc8PDRMD+GB400uyLhi39lvVZ1geXZZ/ZB847ozQyL5Qu5rUMp0IHYR7DsQBiQMeQ7aMdEJYRtg/2DXB8HVRAghsZKGi0D5aMZnfZqiDPvnMpQwzAl22RlzYEuGEZetNc8eXcFIptGhJmYLrWI+zeA664BFkWyhM6Co4VWjbHIuxbAvG0xnDsU8IDRyxAJLLXkDeC3B5Cy7Rhb9L2j9btx468TDi4jhNP+RUZgHohHNdylmlNmlbFzaF7LYSHQDDekKMBhOvMgEMPXb9kMMgmDy2faAThohiivwOejWDoJ8ugmUQsBBbYDRzjdgfNK0xrF5yFEGavgv3nWAh70j605Sdte9CPPemDjk3b2IG07QpppRR0CzAAAq6pEBEs5aThGgaVcuUbEiYqU31u+nd6fU2qOLIN7/eZ84DkOHdiABaQMjjblSm1lP8Z8j2ECGeOgE9EMd8CR7noKIcddLblKVMiOJUpiQF0YrYTQmVc4hQMaVK5HNitSLEKiVIIXBHAw4ahDA/Aximv4CL6KMNixsSlLJeCNSzA/kqSgSTFEEeFiNQ7TmhxaT+BNyYAABAASURBVNLFPrkERmL6Azi2B05+F1uWZxnKVGMdMlTax40bhomHTkB2WwuWLFiIupoafPSsM9Cjex3rZffZP0eaHfvn1E85R2r2qM9+fEg/qIy/A0obIQn7EHPc6fo+SIicSVE+V0FsNy7nrnAo4lgIVLbyEwKOCViGZIKp3tnNhwhzE5okIuoQrgCOEweJxTmJ2uE32g7zCV2jNSQJxxmkxSHgvug4Jy3lsEtiXye9TBckjBeW0bbUDchD/cEF6Hgyr+Y3pE3TLElUF2zHUXcQ8lb9Wq9oXBxtr8/4vIX2hfUrlIaASr2WYUY6EZRWeug6T2vCOjSvQukQ0qF5rTVMZ30Mu1a61NU0bUvnvI6Bj1NaSJ+vl3SAZQzA8s73HUxvF0i37p8K8Ek4pnQK79/4ZFvaKnOwPX6yUf104Dhyv0+gFRoxCDmZjCrt/yg44bbXszv/2+M0rGhrV/2EJUwbvOAPuDAJjWvLu7Pr4+2ueXwcy7wjX2ucpu8OPr/WpWjNq3Gat83d2a9xu0Nbnt2lvUucZbylILEqiCK2T8ESIIRQsADCf2j3w7kGnYyJTjKoSHJIHCisBU4CgDx/d6Ra09vcsDWs7u7iNL4NAcS0+jkGslM7NbX1+NjZH8fBh06EDSmsqDBS14e1rLO1jOZXtNGmfkVbeM/cFERSpL0NStfOfg3vDgHL7C7+nXGF+t8Zj536/Tf9HCOQHw7W80VUuabwI+GkAXx28F0Ygv9QzzuhSQUUPhEECGurEdTXIEerfVMqQAuRCwNkrUWe7URc/05B0Qduujr/UrFBphN/1xikuXbTkcC2AEFeUMRNPcN1LNTI82LRQgQV5Sitq4ctrwQXAvluAM9YdQFwnfLzHa9GK4y1gBGo/E6E2QMDsguxJHQdEvNBR8I+7Ak6qr+7p1FvOCOTILbCfgj5AggVDlG+kV/Y/rQF1CX4+mmwPd3tEkx8vEFAxS8IMpSztAoKFVwFaDFXBVkVXJfh3EhzGhEaBl2aNNSI5Wwz/i4ETXBBI0F3ex0MW0LTrMa3gW0EPBQE6hKapn4t513m82Xa0trCdH2eJoDlE+9nPYa33bINtd1KcOyJh+DCS87BRZeei/M/cwbG7j8QYaYFEmpdhCG4+Hwf6QfhtH2tq11ge++ar4n8VLDPmod9AV1am2BMBlbIEwXHWxBAxABQpmKn5+3hnZLo1TWtoNe/IgKRjoUx2j7+ATr+dlmzR/3bUdeeldM+vD8wRvmK7Y+GRWR7eHeeHSVa86mCBghEBP7hCVQU3ChMFMBGYSc6cAwM2w7yIVJxGiFP4DZvYWLLtR7C6OLmp+gCNwJloQKCdzwapXBMEZ9B6DNUxrkxkN8RlYOIiv8/G2KL0L13f5RW1AKmCE7SUFpibhQxr/3+2fR0dHu+3xTiefY/z/7H3GQTE8LBen6BvBMAymcDeFfDaO+jBYtSSNMCW9KnB9ClAo0piyYq6c1UDpopVNRinuO8UqU85sFX4eiCh8J3ATrjyZ93GR/ReK4tl3C95YF8jqtQNWUbIuIBNF1Ti/JefRFWcw2QD84G5LchCpzVz52xg9WFWAeBU75S0UMoXuGj6EZCfxICeRt3Yh8Yg8g6KF9yJqHFNPFLxi9rZeMOpr6HTzMLhDLfOWZV0DF6oAuLEaarYAJe1ydFyMcZyvcSiFTQLS0gKaFLeLcICeuJJebhYN9HhMI/tWnYtEXe5ZFnnIQOxWUp1NRVIiwy7FMOsAmciejPEwnhdkLC/ipiuu0E69rdOOm3B5y2RSScY4mJydeYPEghRT5YW0xJmiKHAsLCQegq6PjX8bMN9L7Lu7Myrn7Fu2TtjP4nj4CIQER42HUeIgX/e5Gh+zcgKDzqMsaoIsdIS8mQtpxEtBwabh4pLuZUlEYnOm4M0hz/NPlQxOs8RUCFXCG6mdMEZsgz4XIn/0GnAMEuT1tQXX9iMwbwsJAgJNKITRoRT/D/bMRShByv9rJ6xReWUhFPwdkSJKaY9BQRmX8xFJEXJVSe2H8q5TGRmBRvLywg5JsIXf9yxRZc7MnD4pF+X6+qAkU9u6O0Ty8U9egG6VKFlqI0GqkMNtoATcaimRt8s7q03jUGFts68XeNQWMYIJtOIV9S5Me4hf6olIpTbS3KBwxASZ++sLVdgeJiJBz7mGOuShLIYbILlPDw17Dgw31bCPpaXwp+5ks4NXiJgSQQRIFDzsTkX57IIWeznejwMcghayPeguSRNwlcyiC2QgUR8HzzjG5lqfK3Da1RuzqtmZ3AkfdoFfyCEGLKYYIq2FQ1bFANSAVlRzmnUEUBaHUdXfoTMA1lcCjd55FIWeEg4UoAq/2s9P1NeAOQT1KIaMAwuncIZSdvBAp9KmO/CKdgn51+t57Y4z6zPN45RpFjW3ER960S3w5MBYytREA+hKaMu3MJOZTh2IdIuF8nseDdH/euSSKFcqqEiwiMMRCRTuwDY4DWR2QHP5RPcRy3puzeMdujpdVH/ieJ42QBUqkMaqu7olf3PujXvR8G9hxIDO5Ez44dg0E9BmNAt4Ho160/+vcYgD7d+qKyrAtCk4JQELexkgF4oO3ZnuKjOVe8W0gViA0RpouRLq5AuqSK6PLPB/uRKalGMS3jYVElwuJKZMpqSEd1KzqAppKOarMaKY5FUFqNdClpoJshUkUU8EEaPDURFmjlopGCjw7a+ziWjSnI81Ssk6IMimprUNm/H6oHDkDt0CGoHTkCNUT1qFGoakXlmBGo2G8kyvfvxN8zBmXjhqNk9BCUjByCsjHDUD5uGIpGDUU4dBDC3j1hq7sAYYqKeAhHPsc8BCmfFNv56pnsfFC9Ch9o/YiThJbChPVYVNV3Qf/hAzF47FAMYruDRw9DJzp2DIaQB4OIvsMHo9/wQegzuD8qaiogoUGBq1TKW3kJrlG866OcJ6iIg/kEBiAc/QnjXKJyohzWViMMazyM7cK9vQ7pdH0Bma5IF2mYSPViWv8PBoL+yGQGsG99OFg9ENg+3h8GvVFS1BcZ9kWkHqmwFzJhX6Q9+iOdUgxgWDGw4Kb67UGfmTckWE/q7WB86NEXqaAfQtsX1vSBkVryJUOQH477NI2bojfZQn45Ru/BKyLbcxvK7oAGk0yGsruoCEWd6PAxKKYRpY0P6lfepNNpKK+2M243Hs4EjW2dDQyJBQsJJ7eDZaA0U4aa0hrUlNSgqqQLqqkcdKK6w8ahmjzoQl7UFNegurgLasmbytIqpEwK4EkbFMJ4+2PI350WMLkLL/EZrSc2BUDm2xCSKYIUl9ItJ8r++UiVAEExTKoUsaRhM9xIOAclrTR1AD3adodBeVAOky4rjANdky6BhBTqNgWIAVr5LYD3qYs9fER5z42Bl6m85mUNVARtWQnCLty0u9YirO/aijrv2u5dYbvVduLvHYMeXWF610N60e1VB9OrHqivRlSWRgsSWrItESAS4RowcJTDII8EeCePNRKFR7an0se5kTA6EodUaQZlXctQUlOCoupilNaUdqKDx6BE268tR3ldFaq6VaOqayXSxRly3xFkXOsr3tVPhQ+8y4dAWucJIPCPfpVMigC1CvMmFSiDtVVUPmupuHaBNdVEm1sJTbOmHkZ6ED33eQDd2FOl9e3oxj7XwqCefe2J0PaAKuXC/Fa6w6IV0hN2Jxj62w3TE8Z0fwes7YkgIOgKDwLO1SFOamkF540DrfUuCUlbQHoCGLFEK688w/bsQ0RgrUUqlfIIw5CHrU509DgEPBwplI6dXWMM/tZjdCpQJwPU0wphrDUBDP9Z8J8EsBLy0ieNEJ3o6DEIuKAt76EDKlCGvDEUugEVaWsDAK1MRNvjuQvoRBDxkfpJFkNh+WGsBTTN0LUpwIQMdxBMGiZVDAkyCDIlpCW1A5yD+JcEx0AIPXCR3yCE6xMgvyDY+VE27hx+L7+WtjCcSRYh6w2CkOwn71NpOFpbHBUERVKURlyUQkQ3n04hmw7Rkg468feMQYrjFli07IQs4+KiDGxJEeJAaBUXwBooe/mpDiHkFKFMFoAR21GIEkYVoBu95Xq2bMOkLCTFWjiFbJEAdPcAnfn34niZjEBCgSEsYch7MhFeajvHG2r66LZG4N0eEQMj1kNgIFzRhrJUVG7QqCEmA6FiLiimWwzQLSBDf9F2OMY7V8J2930ApaS7jLQWXPCw4VwpjCmDtWXsZynTS7wrKIER7VMR87chTb8ig2SP+9xWx99w2SakmO0rDcWkKwNLGW5MyDgDCP7uR6RQWERguX+LFMLofPaJERAR8ttARDyMMT6Mv/EYAQtAoO92oPBYxwo8LFThE5/XMFsnOm4sBMLrRyFfCq5QoAAU2d6iotYw9cM/bSFhSGFaXZCHBcA/TBOmiQW2o2CRU6tcJyw6bAyocLu3AQyDa5HMwo5Hud6GHbHt8VkWswlrJCQRFhEknA8xpUNeBFmihcKkmWgi8kwD55/hgbATBu/XGHCSQb9VSDZAQUb4dcqVCUMeqatx9MJDmKvALo32EJYQzo2CC4Y0J+WDEKyALAOTO8Gx2BfGwQn5okDhoZdkOcp4ohD1Hp+FEmCpHbAsox0UVk6vU9Dv5UbIwG7gAubVckz280rn1gcTztPPlSRtiNipNv87+1TI/854+Hrer3hlgvJAQXLaXg0qfFjzKHyAH9sT6P9Xev81+6ordrc9F4pxEEKrq6HEKITR+ewrIyAkREGHbIIu4Z1ByaopO6Et805Ru3g1XaFTwrA+9e+SoTOwz46Acl6Ja3PVvwdgse3cpodBqE7ObQgJJ1fCjV5dRxeEUBEPqdWl6HbC4P0ag5BjXVh94Ci3wgGWllH9HWqTJMxR4CujW3mTFCJaP4XuO+FYzjFFQafz3YdGQHlSgMB5vguDykMlss0FOQj/MNG77/ahJRQ6k+jy9UXV3V5EAzuhrUqN8sfBPHN+kJEj/aqA79QHYdwuYJrsBNC/V5GQpr/17swEZYTib+XvTPv/bQR0xb5rn0SVcA8D9et06URBze3IcdgusSm8nTgkCvoTokCXo49sLQQKBDP4Xu8eZn+v6jrT32ME2pusYnl3KJT/x7lWmEOcJmzEK+F0tVY6fqrRZgZVFFPc1dNEijJBrenvq+GIe9W/en2GSrdFwjFPaMMkXEKLeAJJHPyvpzBdr8EcGZ8QtPUxN/lGv8bRIXfA8gQjKBZ8eEcORvoSmrMTHT8CjvzZAU+PA+MIdQnwcbyZcqJc5AfD6vNOuz60kja8SwGtVuF3DZ1ZH3Rof3fug66UNqiSrlDlW11FW9rOZfaGv238lb6d8f/Yew8AOaorXfg7t6q6e3JQjqOckJBQACEkkZMQ0WBsE0xwwt71Pm96G/59/+779731vvU+e50DYMAEk5PIOYuknHMeZc1oYndX1f2/c3tGGgkJBJYQoKqp0zede+6956bvnqru0bI0rOnaEe2k4YSOFQ2YQkMVvBWoEOZn29hww0JimcQMAAAQAElEQVRXArdEFJYBTUro6OnClcyd1hK9xEq0ZkTcZOM9xL50G3dbP2pn0bv31oh2KsS2hzq6hZTk86hroGOnqN9tmupR+tNqpxL017X0i34hJ7tuS7o1qFQGCQoBn0wBI1NMTHEPUyBOozj40CwhPtk/bHqgwoVz2Od8NjYiAFei4gnKFYQXSHvGkguOCiH93JeE67UwSkG8gnyVWyB2JuOT+zOoAV2zdW537KI2f5vDSu/1MXAIN8cPx1NhtKi/Q/4O3r2CdECnAPv5JWHdP5ScacHnDPH20Mdvb0AdfQxyR2RVeDtpX7STxu3tgcR3bGrAWE7+fUkHSJsydIy0kajL6H15P0mIY9jJOZj7SWQeY3kIwLlTgysJlciO4W0ATndxUUI/jSlwAZCFEWRRH0n7N6JbiKHHbeoaUoq5Iag2NV7D+5PGf1JK8n18DbDr2jJpT2jfkRw4o8u5y95tS1ennUddDR8aKXeBtOcLvvacXCBgWJThkHGvYNKvxcYccGFCOJw60KcS2t+61qpb6APtD/qcszdW2AlUf9sn0zve5C38QlIhkkF69ubVNE7zArZnYuLnLPrU9cAC2XssmX3DT+0ErsSWBEea7pLch+s996HBPR4NfAipjIOQRmtO5+qHTmxwWyFA5elSPtfkA7YjUO54sOgYX/CLA+/+x2y78h86gfpkpVAgOsmdaGA/DXCPjXlutpz+7XZVC8uQEpjCEcosFjbmbkwQYJh2SEReL47hRZEjQ9dEMRzxsavb4Dn/97gWUAvOIck+1Dp8Ifks4hDQ7gBNmiby4Ic+iW5k4BMleXySQXUyOUbEHg4lQsheVes5rGZW0v60iMgYkhiCbtKI8pAoRMT+c3m4SURtFDNOydKFEvtXWBGhSxbm4YhRWQeitvIj9olSTFdlHTpZcNh8eBn7lRuzUjHreeTok9SJfcdxT5Xho4hVJ4+l5mJYYW9Ijm4WMfswZOaI6C1mf1sewyxPXjF7OSIBFod6CRm5pThbUUAZ7eQz3iO5Q52iPo1QCgD9jm/HKI1OCPhTdeBR/0afRQglKRm6Sp5H4SR1jbC3hWWZArGrdQ3VLudw56yybt7nwZHAQ3vexshz4kSUG8Y+QoICfQISMu0YIHx222hdv+QizlquoSHndMQ+i9Tlem21Ux1ZtwWLhXPB3schX0JOj8RxxP6Hy2sYFnCo7SUX2Buv38/+PNOeZmqTPkDadkbqIraHBEe8vQJeLHdP5bRfOobV75jId2i35YRXUm51Yw0zwKGiy0FCR1EXLBquT+LYue1+jT8YcWkXTsUCtTNZXdK5WFvDbqULLgrqjxDqcnFIFDuukJIiRFxcYkchw21EcBE7ihAzLVLZDEdI/j5cAyEiyXNTDVVjYOe5hcTNvJhB7TKCcUHhYhAxmZQ0RsMFsNbmo8M5rEnksvDY38aEMOwLQQRh3ygZlmYYVnLx9AvjCL+ZN4T69SAle0qLGddGKsPxF8L7ymAZLu0QXdZPDoEMy9RytE4fh+Tj1KWd9xDqo3U25DMER4daH62LtkHAA5Ij1TP92jZ2MG/qHpzsznFDANQ/u7QQcYifKke3gnbScDs5Ee2BDgztUYkLjvPDRx+QJNTwHsKei7HQ7lCQtieyzWM5EhxxYscE4hxy0KVct38OQQgPcQnJZ0APhnUg8YAk+t4Xe9T1m+vHDrNYXMQn/NDMHekTikmyHQENfLJ+UWCnJCIQkUK96Iq0+QsxyedR0cC+hYoU+kRE9vbVvix7QkYXAbIxQtrIcjtXNB8jlhg5m0PWthIKZJGnPxfncEhksyAnsrTmqbuHpJXxJMrMOWpBzioxLmaeQ5V/LPOpTiWLPN0s+Be3sq9C6I5LHA4lQNzfXhe8DElIBVeXeyVGkBekiMAuB0vdGpuHz/722sggz62CQJC9J+xbKNEPR4wnn7Au5kDENOOIMihXSGYP5VjtQySWZVjuoZCwPCH/xyXDfB+LWMah1Ed5VG+qo0OnHMD6IMrCEfsFEeP4aMTAsr/gLu1RS59ljBK9yX2Ma8A3xlnOU7SsexGHT0seyEYQpRwPxTmOlIQgR1MHeQvaPcCNFXHW0gVM7HGdFYCf4HwuEJIr0cAeDYjIHr+C8litr0p6+ObJO06IT4+JX4+SHqyWy/5w/cI+sW0ksrff9nRgB49Ry4oQvTnaM/mF4M4iR3Bc11SHLXVbsLl+MzbVbUTtIdKmuk3YSN59aUMhrp6uo/XYWL/O0ab69ahlXC3zJLQRH6aDTbs2sC82YDN1tWnnBtTurEVDayP0CYTlAYoIrq2LhT0q9CvRYT+DVhh0WOh1fIgmgYOXoC/MNiNsqUfUvBNRy16KGS7QLsTNdbD70C44fvK4POruIU1TqiOPUj3dAsUtdfg4FDV3lKOyPoq0rh+TjnCdYrbBUjeHTC27YNkfjlobELWwn7ONsOwr4STXvmP38VZfOzF4hO9E/GdDA4RwPJbtWxcdBdyNwCkNiSyadu7G5tUbsW3tFmwn7VizBQkdfR1sW7UV21fvwLY127F9/XY017fAcH028NrWbe3Xth52narhhBIN7NWAAr5sNotsLoccKZvNIaGjq4NW1wfsE/ZLPp9v65cstK/29twHfW1gHFwExJFwGdDpT2iGbJjFrqadqN1Ri43bNxD0bcKmnRsPmTbuJCDfhzZi4672/Bsob1/aRGC56WPIPyZ5qb9aHnQ2kdTdTHdHw3a0RE0E4yGsWEfaj+ClLqPYqwy4W/hpSOpKIV4ZbISI/Z3PNSGvoC9bj6i1ro3UX6CwlW52N8LWAkV0leIseZVcuvKQ1O9oN+V0JIJKF9+R53D7WR+WEX4Mish7JCmmPp2eDrGcmHxWDwcE8BEPxXHLbuRJIQG5zWcB9pmwJ/XWOYs9hyyNSeiY0ICwlUp02m8NCme2EIhbUktdI7atq8X2dZuxZc0mbFldi60JHXUdbF+7DTvX78AOpdodaKprRkxLPdwrK9LenYDo7CZ1iMKxdyUt3k8DanGNoojgm8CvtdW5uVyW4C+ho62HLIH4/vSRYByc42pBUVdoObWxJYKPGGSCB0TIw71OgizyJoe8R/cQKOcVeLN0C5SFizN0KSck5elXCk0rQucv5Mkfgvxjlod6ioLQ9UOLtCBHPYZenvrLs6/a+q1t0mp/gn0qujG3xYF+jXMuiOdIUAsrH63A8lF2nIPErTBRK7yoZQ+ZuIVxLfDCFpiwGYZpSsKw0E+0DRevae3EeMP0fYl5Gaf5EDZBDpFAmUIyH5M88h8qqXw5xPooHyhb8xxqnZRX2PaOev0wv+pX+0HUCs6nVIZ9Y5w/z16M2XMk7Tv6hGQZawnI1WUwuY8RDVi20xEHgbo6742Ogyjm/ALnJThvgSCim6ObN/DzXkJHWQdeVmBIaI1hWy37SjiDpbAoc90GQ2i/xNKnRCe5j2kNKAhXaleCgjwXbh86TNCRklDbVPqU9cHiAH3lAKDDTgH2uPiQy6DA62rNfZ1BgaEgS4RujUWWmz8CJnsWkYSIJTpkiiTew2udP4bVL4NSRt7mmBZD/9QQkI/ziAgG8yTxBRH/cmGO/NZRIT10/ohpSipTv4Wu/Pp+e4TQpcdMV7LC4cg2aHpEK2LEePiAk0W/5tE0pYh10jTl0Tpp/nyUh8ZrGZpH+WH0gEIuJy909df8midqL5+y4k9KH5HP1UfyCE2IiBSbCNZj6WJhWRvLT+jFpgsXdEMS+l20uprG/gV7Wvtbo8QINCrwuYXbEB7b5rEfPII/j/1i6Df6njLjjfYf40DdGE+lcMMnkGdW2CjH6Fb4Gs/+BvN4HDdG9UJZ6oI84JjyJIKnPCoHEZ/KhADl6g9GeMZSzREM02NagFWuJyHlWnj6o9eU5bHdhnGeymGdVLahf1+K0R4PtkHJUKaSsJ0x66H8lmNRnwpouZ6mM03TPerTaN2UKNtq3VlHsM4xnyIYHlQ1nSMKPseVtLXTY31AmZ7mURDNNKN9xPI81ln5DpVUjmEejzoRtkFdw87U/qIDRzGca8B+ZItBF8l1TGhAx8EeYot1BEAjQJ/xebAWeLEg4CJraHUN9J3k2MAkdHR10PbLV34k0F/A8rV/SML1GnpZTmku0LqeW66vcMRITUso0QA1YDk+6MDjpiki0LAwIiFw9Tt6xI7QyQsRgT65ENEewUdeun8DbbzCuS4uINBLF4KIQCQmuFDQBzKQxe3/H+kS1Fjm20PMq/lFuPgQuXjcKKKQ0sMYxD5I+WkY47mBlcvnoNXwUz7Ur0BaPDaMC1IUE3yyBjGBkq5bHpFfRNAXuXggJmDUNIdJPCBkOB/mocBaDNP1xXrGaduUV9OyuVbEzB9FITQcq2zyCg8F0EvVwfqHmq6AjH5LijkZIlZeZVu2F2ybyv1I3VDmJ+exrF0MLS+mT0MW7dIo+CC3awI/eLdx7PVphIaUDHVsKNdQR0JXqT0OjNNTuMd+UV3k+Cgm5GMyjbO0wvnGR8C+zWfZf+xbjyA/5oEKHENB4MEooFQQrS71J5RnDDgsLLRsYTsiyoxyOeL4EIb6DFiWfhnNUvfZ1hbi+CyEeSx1L6SQYyXPR3MR+9iyDw1liGsD+5p5tF9VuBcE8LhoKU+sYJq8Wr/2tCCdAnMAlGk5RpTPsn6iYW1jGMLnWPMCH4ZjUfNqnR2fls2yNC5IBdA4rXukcdRHa2MDzxnMz8bGlE0GlhMfGrEP4MiyfgUSLZjthJJGMYXq5CfYHCEhuY4hDUiHtupwsG0jQIQpXCSFIM/sAeHSBkLVLZAhWE/o09aFgce+4VLI9Q+ux3StgV6WM7vQdaCXafrZTsqQUKKBvRoQ4WDRoA4RdRM6qhpQbPJJKqBrQSFfW38WAh0+DxbfgeVgXl1cFGC1kyssAsJcCI+bQ3GqFKXpckb4JNoY8xYiAm2MAiIjBgHBj2c8F+8RTHkERD4Bjvq1ahGBUj5PeUwL/IAAzkD4B5Lm98SD5ld+43lOtqZpGXFsYYyBz3xKIsaVFxC4gZfy0IHHMlPpNNMCiAijBJovYN0C5SVgA4RlF+qOI3gJy9FbixD92I8OFOdY9iRYBpW44NOnd3uSAjrDCNdPdAt3gdf5te1sa5yLoPpKFZfCS2UQc1MBH59EtPIYk6aeimGMD2JiZjPQfgDBb0jQWth5IoS0eEcE8Mqj/WDZKCMede3DD1IwHvMzXaDwGrwM49OkFDk9GqdDhJGFR950pghaH4/9KIb5WB9WE8Z4MF4APnKBJZiOeUAAc2ucUC7ojzgWIz08ECRH+QhgnMc8fioN46cgYiCGJB4VJgTVkTaFbB5dC1eGIQC3QET5Vinm8YgkzBNSdjpdBMMxm+M4NR7l4ONc2jtKLIDZLMRt0PTy1ng6bbeGlNqCiXMsaMCykUp7HTc+XNSewSAcNcaNX0DHn5A7IVArR41U/ewpUSNO+2GbC7AlabVc/6HD5SJcpg6RnVkAPQAAEABJREFUiTfRwOdSA0mlD6ABo69eELsUkjjXhStBRwIThalC1/npqv+jiIJhyOvFIPAWR4YA3LM+UjaN1oYc6rY0oH5rIxq2N8NmDfkV4MTIpDPwCKpiAiQR40COrlcCIRiKkc/lCcYixAQ8hulqkRUuVgqG2gEeGA4JfiKCMPDSvFbBGwFaO2hXmQq4LeXks3nEaqVnfWOCQPUL6+/yhZblRgSXljUwxJPi6hQSvCmYVApZltZHwb/Lp3mPALEprnxRa5f1WB9SezkMafr+JNB6x0wl2BQSw7ro23ZG5mcUlLTPRBM0DoYcHskwiX4JIHyCEXNDN0EauZY86usbsH3XbuzY2YDdu3NobgrZPxZR5CHio/CYcmKVQ70bzyOwFcATiGcg4sEQ+HqUpXwh9c4b6hfmUT8ZAZCPwFj7KWQf1u9uwMy338XChYuQ036L4fLETNM+APNaUkyLX0cZKtfJY7kWAqHrEcwrH88K8Ni2iOoJYwur9aYb02WjoflUpoiBGCWf/IHTS2wBQ0AupFj7hW0S41MGXDpYjgJ9w3iVQW4cKil/TG6IICZpdSyEMUp02m4NdaS26MT5omvAWg6yNuJoix0xqr3dHBSW4yUmWRimguMI4Lk5IermaOkhZv9YAnGr6zGfFqobM8xugpvjXISVh2y8DcB1hZ7kTjSQaOALqgFiLwIPsdBFwBHgwB4/ncv1CmhLIHMhjquFfBQxj6FYQz4vFgJtU6DIoLGuCTNfexv3/uE+/P43d+CBux/C6y++hR1bdtKCaR3wjQhuQXDlwYNPMKOux81Ey1XwHRD4qGxKhYZ1hxGWqX5D13Dx8oWAiaQ8bp1jXdQqr+GAYMk3HmX7lGoQ0BKbIjBTvpggW+VofkfkNXvq4DkdaDy4WipoTxEoBgRaWl8FjFrHI0WuzWzbPvLZAmEc2O4CYb+LHQElVlgr7fz7sghlgKRyQT2p3xHlWsZb9kPM+DAfE/jygESgnaWF/N335uJnP/8N/vPHP8Pvbr4dTzz5PNat3wwF4prHsJ9icPNn8cbzGB8TrOcZY6AgN+LYUICtfMZLE8B6gJeCNSnWlP4gQ9Dg0QrO/UgPH5RXv7sRj894ioD8fcozzGNgCKQtfPIJDME9Pyg+zTBcfa3WHyyTbsRxpfx57sQR2xdkihGyHhCP2dIwLB+UFbONMdOFZSpgDyNAWC8gQBhSD8xjxae6/EIZ4rm8keZjOavWrMeLL73GA0sjPNbP5zixmiYG8SGSZZ0teR2xfy2JtQCci8JlC07hc59AISr5/OJqQLvb8oPkDAuw/OOYFzZZiY7lWHEkwjRBrHFMswnh6OqAfUUwbkn6KqgVC24urBPjQb8joN3Z4zIquRMNJBr4YmnAEFJAFwFdlNqbpkBWSbiIiyZwXVBXqQAGhcD645FHEGKUaBkPWyMsmL0QSxYsQyApIG/w+MNP4NEHHyNQb4TPv7A1xKb1tVgwZwG2bNyCXHMWCOHKbd7djDUrV2PhvIWo27GLAD7mGiaUY7Fr604sX7IcK5aucGla3zgboW57HXYyTcMILZobWrBz+y66zWhtbMGOrTuwffM2bKebZ9kmEuzavhPz587HkkVLmHeHK8cjOLN5lrNtJ1YtXYmVLKd+Rx00XnUGAjZDnR0pKvSBYXsN0KF/wEsYpsNbSB1vdqBuwXrSAP1CUredhcF9ozS/yi+QJSAEyWrb2TaPoDJPHcaMe/Pt9/DmW3MQBMVopV6eeOo53HbH3diwaSsBqocmWq5Xr9mA996fgxWr1yAbxhAeeiwPOK0E9ms21GL2vEVYSeC6ZUc9trCfWmhx37J9B9Zt3Ows35YgPGR/bNtZTwv8bpSUVmH0CRMwZPhIdqVg3aYtrrz15N++qx451qOxKYuVK9dgztwF0DJaeHCASWMXx866DVuwlX2/mP03f8FS1DW0IsextYFy5rEua9ZtRFNLjk0OqDUfLRw/G2u3Y/achVjEPI2tORg/w7YA61j/7XwqsGLNOsxbsBibOIbYLGRZh9kcu3fdcz/efncW+doPKIaaP3SKCcQdUdcOkDNshR2ntKe/GeatUUpgCQwm9zGkAduhrZb9vyfMAWEVhJPA8WJdGBzXHckybJnrg3ExY2PsjVe5Si5ODwCaxgjelLGXz6Vr2hEgLUtp37pZlt9OWo+Cfy9fIVyol/qVZ1/ay9sxXnmVOsYV/KrLgjwNK087tYfb3UL8PvK54BZitRWaYuH2YaifStvjqv/QKeFMNHDUNKBDt50+qhLK91E8n9t0LrKfoO5Gs8W6jPF0rosB12veQrseLcYEziAIiI2F/oqHph8ycTGJCf4KZBGbuEAsR38xpTVqRf9BNfjaNV/FDd+6HseNGoH3Zr6H3Vsa0LitGa898wYe/MNDePiuR3DPLX/EG8+/iZadrdi6ZhseuetRPHz3Y5hx35N4/J4Z2LJ6K6KGGMvnrcQDzPPYH2fg0XseY95HsWHZJjQz3/MzXsTMl96GzdGKGfrYsHYzXnr2VWxcs5mAei2t84/grlvvxhMPPoVdtXVYt2w9HrmH5dz3CB58gHW4834smbcCYQOwev56PHrnk3jsnqfw2B+fwiP3zsAGyhHqi/sTdJE+ZD3povwxCHoRFBsl9esJxeYh1CtQGOFaB5ck/JSYaWAvehCCWjAfyCb8ECaDH1rXWBhJ7G25aVtaeC18Wpw9cghZKIPlGMnB9yKICWEpF55BQ3MLuvfpgxu+cSP+4vt/jlOmTsZ7s+dgzfpNqGvM0lL+En752z/gD/c8gp/+4vd4dMYL2FmfR2Or4IVX3sHPfn0bbrnjPvyMT0j+8+e/xW33PIDl6zbhuZffwJ333u/kW08IfEPcx8Pam2/PQUNLhNXrt2JXfSsamyPc/8AM/NfPfouf/+r3WLx0LWq31JN3Bn7y85txG5+6/JyyH37iBWyra8Xbsxbjv8in5d1xz8P47e/vwS9+cztefuN9/Op3d+B3t/8BP//1LXj2xTewu8mSBM889zZ+9dt7cAfH4q9+ewduv/M+bN5Rh11s309/cQd++svbcfPv78Vvb7kTv/zd7zF/0Qrs2NWM2XOXY8785bj3/kdx/4MPcw5xHoD6g23Tqer1o0h52QcWMLGFR9K+g/aXFyNmF0UkK+wqG/MjIpGZn8l9DGhA+12E40m4Zlv4HAOejjHh2OB81vERc5zoeBFAHfCUTNc6fuFiIcyjY8rnOPK4F/hc7xGHXDNi8sWOn7sBPA6ygLnSpFQo8HjgVL/wgK3pLJL8LIVjFPr0iRI0zjCfhvUJJ8Uj1fYU0WO6pgnTjfo7kEuLBULSfBrW8oVyU+IhJYCEeXispycxxEaADamHCIZhw4I03adryGf0y9RxzFUthokiUgiP7VYKOB+V0lzPhHyqQ59xHkC5FsL2GIZ97pZCGeoH+QI+TUUcsUwLQ1k+6xJQ9wHXYsO6+NzzhOUL62OjPHwDgHUJ6KRBKWy3ZY2YmzGGMgzLIjGeIXKwkZQO9i9YtnPJmdyJBg6qAY4dHCLZdj4YitPxCHB4OxI1+lhGQ1zYcM5p2p487XnbXeUjf2y5x9GFkylgEAeqTxTFMDTI7XmtlHKkrYwD8X+u4iCquI9NOsWZKeYSEiHWRQOWYUFhMdBOokIZp+DLiqYdGimvUsw8scptI/WHcR75OIeWfAs2btlAa2gtdjfUI5AUSoMyLCWAeebxZ1FZVIUzp5yNypJqvPjUS1i+cCXmv7cALz7zEgb2GojJJ07FLgKv9Ss3oZZgeMZDTzBchxNHn4RhA4YTPC/Fs48/h8YdTVg6bxnWrdqIMBtz0fPRtLsFi2gVbdrdim21O/DuW++59C6VXeDFPp54+EmsXbEWkyZOxvGjxqChvglLWK/1K2vx3OMvYeu6nZg4ejLGH38SwfwaPP7oE2ilFdi6jrDgCDyCRNHsIaqWxUQMhCw1IsUc/BwIHNhaA67sADcGXcvFgXD2J9OgiTpLnACKYIRFDKgE4aRUonwNK6swXThCjLAcUsz+Mx6goiLKaWppxaatW7C+dgN27toJw03K89J45925eJT9WF7eFeecezG6dOuHm2+9l5biBVi1dosDtY3NeZxy6tnoPWAogetSvMZ+qKdVe8XqdXjjrVmwLCgfRsiHIeYvWOJegWlinjlzF2ENQXtDU57y5uKtmbORKS5DaXk1DwPzcd/9j6OGMs+74DIEmTI8+MhTmL94Oeu4Hc+/9Aa272rCyZPPQB/yPPbkc/j9H/6IHn36YdKUU2k9b8SMJ57D2vXbsGDxajz62HOAKcZpZ07DwMEj8ejjz+C5519x1vOXXnkbC8kzeNhIjB43AUuXr8LjTz6NBrahc5eeqKrujuNHj8PAIUPgp1KwXNGEG7eh3g6FqGX2CnuC/NKBNJ44BbGx4EMDxKI9xT4kD5LrmNFAzMltScIW6/jQMSWIOWYizs+Y44MjhWPETWdYxlvn5UrABPo5bgzzG7oxgWVEQBlzfgvDwnyGjGIEIecfCEot56KSzzwZPiGL+JQoEAOxLJVjm9WAYVhdS9ALjkeywjOGuDVCc2MjstlWF7bkN5roeNgC3tA60jXk93yPANYA5ItyeRjWPuB6EOXziPI5pH0DrbdlnbWunqelss2sv+8JQIBuFQTTm/I9xyuUpUmelsP2Cknza5xwXqZ9n6XEbE/M/DHrKTBGYMknrp6WcsDLEldnGU8etkGY1+haSxAehTnmAyKWTS7KiZAKKJc8Wn7KGO5BFpYHCwutiSFPG1EyqwvDWogjJklbpLr0JneigQNrQAfIoZOIQDgWLee1yuPw5JgljhBBxAM2YDiOfcScMxHJ49wTjkkcgPS1TV/njnjQS1+Ziwi4cQBejQv0BxIoT/3gZejXcpRwkDyfn3h8ost8olx/Qib2MzyumsYYrFy1khbD+/HLX/8Sm2o34ZJLL0Yqk8acuXNQu3kzLZ912LBpA5qamlC7ZQsWLlyIPBd4BWYbyd/S2oKJkyai/4D+WL+BoJ48p59xOs48+yycd/55OGHsWCxavIiyaxFzpOW5SLrOFsvtynI5tmxJDK1TeXkZzjzzDJx9ztnI03oxa84snDBuLFTe6aefhquuvgoTTpyAuvo6zJs/F41NDdi0eSO2sMzmlma89NLLLk1lUegX4lbtQPY2hXsR9QhuTh43w5ATNo+AE3D9ug24gxbln/zfn2LenIW4+KLL0LlLd8yZPQ/r127kBpzFimWr0djQjC212/HC8y9h8aIl2EXgfsUVV+Bc6vySCy/C5MlTUFZWDk+4QbFwjztkzEVBF4t8PnSAIOLGG9EqFdNVwKCbcRB4GD16FK688svo2bMnnn/+eWzdts3JX7pkERp216O2diPmzJqNZvZbeVkpzuEY0X695qqr0K1rF9eWyy67BGeddQZOPnki6up2Yt26NZg9exZWrFyGuvqdWL16JbZv38a+b8bMd2Gg3VkAABAASURBVN518ktLizFq5AhcOP0CXHrpJazH8WzrMuRaWzGgfz90qqrA5FMm4dQpU8Cd25HsVWni+7xo4ItST53EbItpW6g8w7lMoLl16zbUbt1aAO8EruCcyjF+847tjK9FRCuvFxge/CLwASDyBJ36dJMWFD4zCwHPIlUUMD5HP2AYhuZJGa4ZEfQnYPX/Rrzw0vN45dWXwCkOldeaa4FHHjXOhJRpjYUacSJKzUc5/XR5VRaYlmOc8ngE4iH3AgUJxjPgcoGNtbVYsmwplq9YDl2nYQz8IACYnueawYWF7aN84oWIsvQJbSwxYu4HESI0tTbTXwhb8sRMy+azaG5pYhtiaL1ixAi59liwvekAwh00JPgnboFQb9YIQAq532h5ui/N5n6mbQ8JaDQtYlrEfjAeC0FyJRo4OhqIeLAOSTp39AcojM4X7ucxQbSIIM8Db8xxriA7YlzIA3msY/gA1TUc83keki3HtiW4FxFoPvUfgJ1bYVw4lHMOaD6yg1MCWocD8R8LcVxKjmQz5QPCY2pcF7OYVosevXpg2LChWETA1KNnN0w9bQpSXOB2Efjo4qzu6jWr0JRtxoDB/VFaUYpxE8bim9/+JopKMnjhxecw48kZtGCuQd3uXRCCt7LyUlogPZRVlKGyugKtuVa0cJE1XLzbF1CIQADowDKeB+FAyhRnaMWsgi7edbvrEHNQde3eDQHrU1RchF69eqFbj25OVmNLI3Y37cbmrZvdYaG8shzHEZCluPCLCsYX4eIUZVv42dYYoc4EnJsE4grCPcScnDTvoHPnKowfNw5rVq2F7wU4/9zzUVZcit27diPwU6jbVY81q9di+9adOGHMGFRXdsKuHbug+qqurEJxugiVlZXoXF1N/sCV5xmPADnihNVXYwJiAx+t3BSFm6bPvgQ3xZibohK4ZXfr3hk9unWBcAPdvm0z0mnBrp3bsW7tauQ5Bo4bMQy9e/egHIOy0mJ07dIJRekUqgmW0wQeHmdCKvBZvo/q6iouDDHq63ehuXE3Ym62u+lft241tm6pxeBB/dCvpieKeHD0OeaqKspRyjFSVlLENlSihfUEx08q5evei5LiDNvqgw2C0YJcC5OPRANHQQOc0JYbKpdhWH7ErEJMd9Wa1XjhpRexnYdQfdKS4/q8m+P41Tdfw9vvv80ZFqI1ziImyM7StYFFuiyDyItdXJ4c9c27kea63MonngpE9alNC9du4dD3CLiDtIfisiLypJGLssgTWKeKUghtHh7TFNBnw1bkKL8114yIT+FCzr0UQb4CY0twbyWCCQQh22C43vpcn7fxwPDYjMdxx1134eVXXsGTzzyNn//6V9xXFkPBcWsuCweuWfc88mjiASCiLJ9lW18grJu2K1OeQZZ1ybJeOT65tRLzUL8Fz730HNZtWIs862I8ATzerK+C94j18VMeWx+hleCllYackGuT5XqigHsl9fru++8jx7XSTwWc/x5y5Iu5PphkLeDoS+6DaeBIx/sE3uCGrpglk8kg1AMrC02lUhynBkVFxdzjC5byFOeajldjOLDJs/+ta0lBHtDKJ195Gs8iHpYh+3O2hVmo8geU6xkPEcG+phjGq3ss0oE1e1g0ob0g7Atpk1ZwRSw8z8DjQOjUuRPGThiHc849F8tXrnDA1nBh7NuvL6o7V+O0M07FV6/6Ck47fSqGDB2MYSOGYuv2LdjdUEfr9xm46tqrnNVk9txZ5K9Cc2sTVq1ZhfrddW7xnL9wHnSxrxnYF0UESmvWrsXGTRvR2NiAhYsWUI5+2U83hZBD0iJDQJUuSqMbQbghQJs9d7Z77WLXrl1457138MYbr8PnItypazVGnTAS0y+ZjkuvuATDCfRGjBrBNnnQgYwvwlXoLrZEPW0kOlwEIgJf+5BBtUx37VKFiSdNwLRp56Fx926sWL4MxUVF6NmzB6oqKnDq1Cm4/rqv48tfvpxAdiDOOvN0DB0yyIH6pYsXY3d9HbZsqsXSJUsJfpsJYA2qCdKzLS2YP28+WpqasYxpWzbXIseJTgMdfI4j4YYWc4OMuQEKrWpal+JMCkMGD0QJF5KzzjgNN95wHS65aDoGD+xPAN0HRdyAizIBIm76wo00DrOwtAAWpX1k0gF0r7VclCwfMSuIHkTg3btXd5xxOtvw9Wtw3devpqx+OP6449jXHpQv0A2dG3CsT14oT1gXYVgfpTfSKr+7rg5NdHWhMU6HSK5EA0dFAyIC3fxibpQhAWLMsR/wUFrCp0XL+aRyE5/0ScBx7Ql28SC6hE+FyjtVwhLI7mzYhQVLF2DW/DmO1tauQ44wVGk+42u3bcKCJQtQ31RPY0Udlq1cioVLFmLJ8iXYtnMbOUNUd6lG566dCcqLaWRpwvpNa/HmO2/hjZmvY+XalYj4pyC4nsaO5auWY+mKJXjl9Vcwd8EcytgKIRBXKzMbQc4YW3fswOtvvYlFtIifMmUyzr9wOqZNvxD9Bw7AY0887gB5SXkZdrc0YMHSRXjz3ZlYvGIxttVtR0NrA1qiVixZtRSLWMd3+TT0zfdmYsnqZQ6wqxV+7cZ10H3g5TdexoLF87Fj907WaakzAM1fPM8ZgRoou3ZrLd5j/tl8arpq3Tq0cv0AjQYtPAg0c82yRnj4CAFjYDzPuTEPQUiuRANHSQNWCMU5Blu4zzbz6X5TYxMU67Tyqa4C6Ww2C31LQIH2jp073FsAumYcqLqBHyAioG7iXn3nnXfiueeeQ3NzM6cpx/qBMrBcTV+2bDkCAnLLvZxLE7EFQcWB+I+BuE+p5ez1PcoUAl/QsqELE1BZVYnzp5+HLB8HPvP8s+z8HMaOH4vuBEBPP/cMHpsxAw89+jAXwoUI0gFyXOSeeeFZ3HHnH/DGW29hV309utGqrovvhJNPxCOPP4pf/PqX+MlPf4I169fg3AvORc/evTDuxHHYvn07fvazn+HXv/wVZs58E620mHtEdn7Kg5/xubhHyNJiU0VL7yWXXYKFCxfj7jvvxu2334Zbbr2FC/8W1AyowcRTTuRGswRPP/skHnz4ATzz/DO0qldykRVacrN7Wvq59Qgn6YEqzwnEp7ucYIYTL3SHD/0PmGEuT/Ad4OKLzkcmY/DoI/fTOlxHAHsKunWrxLPPPo6HHrwXv/7VzzBr1tvo3KUSgwYS0I46Dr/73a/xwx/+EP/3//4IM9mf2dYsYoJhtbSrpfwnP/ox/uOH/xe/+dWvkW1tIVi2TM/D0ipuCHgDzuBMihZojiphuIhj5KqvfhnVVcV4gtayRx96BPfcdQdWr1iK8pIM0uzvKN8KIWBmK1jfAHFoKbuVbo7xEYE+EHAjVd5RI4eif00vvELr2AyOwztuux3vvT0TxbSKp7ip6he1QGtaOhAUcQzpgUDBfEhrfKfKCmjdbr35Vtz7x/soO3Z0INUmcYkGPg0NCPhnAUNQqBuolhnTytyzT29UcLwup1GkiZtzKx85L12xnAA6xsAhA7j2bcVTzz2FBx97CE+/+Az++PB9eODRBx043bprK35z829w34P34fEnHyPAXkdr8vO465478fKrL+EPd99BwPwaWmiRfnfWu1i5ZgV21u/AHALs39zyW7z4ygsOcD/A/LNoWNnJJ6Ov0yL/O6Y98tgjmEkA/cTTT+D2u27H7sZ6Vh6U1Yo814mGxkYaclZi0imn4ITx49CjV0/0G9AfF11yMU6ePBlcrFj3bXjptVdw13134w0C/8eemoE7WLfV69chKE7jsSdm4PeU/dDjD+Otd2bi93fehieffhINfAK6kgeEtRvXYt6C+Zi3cD421m50T2N/9dtf44mnnsTK1SuxYNFC3HLbrWzzi2zLy2z3XXjp5ZeheqSiAa5ROeozm8tBAbhQ98bzYLmeIrkSDRwtDXD8+b6P4uJipIIU/kAQ/Zd/+ZdQg6WI8OlyiganFJ8Gb8XNN9+MH//4x1BQjgNd5I84Hy1BtaVcw7Dn+dyVD8QM6KspK1eu5L74RzcndD0CxN04Ri9zJNstevRSBTtqK0ksSmmFmXrqVEw4aQJKyovRiVbwa667Fj25kOrjw/6D+uHrN1yLE0+eALWEnDD+BFx3w9fRf3B/HH/C8bjq61ehZ99efGwYQUHzqbSAVtM6e9ElF+KKr16OsspyDKIl/fpvXI+zzjkTHsH2GWedgW9+9wYcP/p49GI5F11yES750iWo6V/DxbsGk6ecArV4BykfRWVFOOOcM/Dlq65AHFuUlZXRqvslnH/BeejWqwsuvHQ6Lrn8EqSLU6ii1ejqa7+GEwn2i4szMN4RVSk+ncu6HrMsTDid1KUDYl3GgNbgCNrKNHU1ZfJEXHnFhehUVUK9dsJ3v3s9Ro0aRL5WjBw50IVPPPF4GJPH5MkT8M///N/Ro3slevbsjG9/60Z85crLUcKnFiOPG44Lpp2DrgTqwgk9fNgQ6K+zXHDBBaioqCbQvxjf/7OboOV17lSByy69EBPGjUF1dRkuZL+cNnUyUrRQexxf/Tg2/vV//jNGUaa+SjPllJPxZ9/7Ngb064Nhgwfg8ssuRv++vRETlFsevq68YjquuOxCAnUPgefxoNAfl148nfy9MbB/X3zrm9fjtFNPYZti9Kvpi7/927/GpJNPQnVFOa69+qsYO2YkVI4QlI87YRT1cRl68YA4auRw3PTtb+K4YcOgBwthu7gDU05yJxo4WhqwnMoWhpulz7GutVBrVzGfZA0eMoRPDBdC37fO02q+bsMG9K2p4YE1gyVLFmMdwet0rpvf+/M/w43f+ga279pJi/abaOYhOeThduCgQbjxxhvQhZbvFatWYMzYMbiaT5POv2Cae+rYygNqlnOuhZbiXfW78PQzT2PchHH48+//Ob5z07f55HM4Xnz5RWzfud09Mq+qqsRXvvZVfItz6CKC6/Ub1jtLt1ryi0qKoe9lb9pS62T36dvHvWLoEVzo4iViCNAnYeDgwVhBi//CRYswjWvJn7Gsb9/0Ha7b1TwovIItW7cS2GdRwj3pL37w3/Cd792EM848E/MJsHfV12HiySfj+OO551xzNfeLy1BeWYGddbsweOgQ/PlffB89aOh55713MYi6u+nPvotvf/e7mHrG6Zi3cAFWr13DJZP65pqka2iKj//FCBSQG+pfVPkJJRo4ShqIeQhXCvMh1FVazCfVL7zwAo1tEQ1qrcjxAKnz7u2Zb6NuV52Lz+VzWLNmDR5//HHce9+9eOfdd/D666/RwPk214oiTJgwAUOGDmWrLObMmY0333wTTzzxBB588EHyzIRa4Xc37IaW89RTTzH+ASxetJhPvbPYvHkznnn2Gdx3//3uu18aFhHs4pybOXMm3p/1Ph566EE8+uijeOedd9DY1IiY+6pa8RctXkRZD+Khhx+iIXUhXuaBeM6cOa68V199Fe+//z6efPJJx/Pe+++hobEB4CQ0PByv49Oshx9+GPc/8ACef+F57OATN/BkCOVOAAAQAElEQVTSQ8OqVasK+ViuytG6RHyyqPnIcthuxVSHTVhHQWyjCwoBebtfI3RRKiL4mkSANI6WDLV2Z0ozmHz6JFx8+UWorKqA0Mo4aOggXHbFZfj2d7+Jr17zVQygdQY0y4oPTJ56Cm4kQPrGd67DudPPRllVKdSyXd21GmefdzauveFqAvavYeyEsQgyAQzleWmDqWecSlB/Nb52zZU497xzMG3a+ejarQsGDBqA86adh779+iIX5531PVWUwmlnn4ZvEFxez4PBOeQvqyihNSaL0opinHrGFFz3jWtcWWeceRoX6XI2z4Ljhu4X4FZdk9h9RN9CDKm9KNzEDYzxoKEUR8/088/BxReeg9LSgCfpGCefPAbXX38leveshkiWgHwQN+ir8Nd/8x38+fdvwAljhvEkbiivBf369YK+9vG3f/0XuPGGazCgf194lGm5savleeKJE/Dn3/sO/uoHNxGMX4ArLr8UY44/DhXlJbjyy5dj4knjoe9/X0zgfPLE8cikfdYvQpqHr8ED+zHvN/B3//17uOG6qzBy+FCkOA5GHjcUV331CvTs3gWBBxha2C8nsP/SpRfRIm4ZJxjOg9yXOfaGDO7P+sSo6dsT117zNfzt3/wF/uqvvouTeYi0HCfplI9rCMZPmTgBhjZEG+UwbuxoB8a783F8eWkxzj/nbPy3v/gOrv7K5RAufoLkSjRwdDUgwvlMmBjGkauIR1BujIcRw0dAH1Vv3bwFW7kpbtuylYfRAcikUtDH1xsIzt94/XXc8Yc7oO9ob92+DRtrNyEX8kkVrWEncROuLK9EcVEJBg8egnnz5uOxxx5zwHrUqFGc98X0R1DwX1dXj1Q6jbEnjEWGbiZTxDyDncVMv/QY88jQq3dvHrarUFxSwrWiH/r26YumpiboO6m6GbJIgoMYgR8gSKUQc4NU8GDZKj+l61GagKLFUVVVFfr07cv57EH9Wh/dVOvq6uD7PgYOGIg066Gy1F9dVY1GPrZv5aN6QwufMYbl+NCrsrISEydOBBc4BEGKm30L9CCTzmSgNHjIYNYe2LRpExQkCAQedQxelmsAFz/WNSaI0JoyMrkTDRwFDXjGc+PS8z2IEUQ8gHfv1p3A+nXU19fDMK6xodHNY311pVv3bq6W8+fPx89+/jMHdvUHLO65+x78x3/8B+6++y40c34+88wzBL7vYefOnbjv3vvc2wj64xur16zGz3/xczzwwIPQ/6K+uXYzp4LF2rVr3SswCvB/8Ytf4JWXX8H2bdug4PinP/sp9PXi+vrduPmWW/Dzn/8c6zdsxNKlS6HW+pdfehkKmN948w1XjgJytbj/6le/wo9+9CMH2uu51tx+x+2uzkuXLcXy5cvxm1//xrWzoaEBs2bPxo9/8hO2c55bX+677z785re/cfN31uxZ+O1vf4vZPFRs3LgR99xzD+69917UUT+6jjmFHMLHobCYQ2H6pDzCjO3kVieGQY8+xhCPRRPsxYgAuhEBWDZsRWQi5KIsoU2IWGJ4RHziMaNnoe8t6pd88nEOCsqLy4rJE4HL2p405VcgreBbeVSGfslGXZgYVizCKKRA6wZgzFOVJRnWxwt8iMeNSsB6WFreQ7fIB6mAC2fEmoauXATM7lsExdwEMj5lxiAag8qIwoiJn/+b2obSvi0Rdp9AuAsKUzmTuM1EJOpF8hBhv0BJ/ST6bdwKj2mBH8ODbtpZCLLw2M9GQvjUYwn1aG0eIa1m6cBQPnXNDV6ocRvlAQJmw37zSD77SdhfYJrGGY4RwxEgDO9PgW+Q4fjxyKOvknjkCTiWPMoxHGHyAYpZN0tSV6nQNiORq6fPMSiUEROIeyJIp3wYjl1xcpQ3grEFEq0T/QU3phrbydKf3IkGjp4GDjQCA99Ht65d0Y+A9c033sTObTtg+FRwYL/+SBkfmSCFUj7OriirQI8ePdGpUycHnkced5z7fkaa6RWlZQgJXhW8jx0zhk+6pkGfKr75+pt4lZYp3RTLSkohItDL8EPfG/VZNrieKJhO+QG9FinK083Ocq3RjTtLa3qaYFnjfIJjteJpnasJsvWd13Vr10Etdp7ncU4aNOzeDbWKhXmuOZElSGhh3XIIKN/QwqBLgsScnVyvmQNF6SIUp4vhiYYM4ijmOiTIpDMQ/lnqAswXU5ZwsTfkKy0uRZ6WwziMYcQgYJ197iG5XB4izEtwrmuoHhwC33ft8iBIax0A5hF+JneigaOjAZ1bOo+0dBGBHwQYPmIErdsZvPjiixARPjnaArWWjxs3DqlUyh1sNU3n7Le/8x1ce+21+Na3v0UgH6GxsRHGGPK0QgGyZzzo+B89ZrTju+aaazBp0iQs4lMn5ZsydSp69+mN675+HUYdPwoz357JQ8BuXHjhhbhg+nR8+corsWbNGsydO4dlB4iI28488yx89atfxZcu/xL0LQed4/pds5deeomGv5GunG984xu46qqrUL+7HmIMtI06f0866SRcffXVuPbr16KmXw2f9i1x1v63aLkvLi7CDXyqp2Vff/31bEML9NChlntddy688CJccsmlOPW0U/HsM89ic20tPB5icBgvcxhlfbQogqCY3RMT0CgoFiMwnnGN8nyDTEkGYI38lO+4/LTPR5EEZgTqEa04CqhdGnmyYRYhQZFhPgXoVmKE5AsJ3FSGp4ryuNgyPiYo0nQIwBWWHWSdGxLo5fnIJWJ6nv6I+aF1okwF5mA5Gp/ngq4ytCwl5cuGXNxtDjEBfp71sARfhh2v8vEFuqgp1xpVHTvF+fVDuEkKI4TtBknUvyeOuRxgtjDshyCTQsDNKOZkivIKxi0YpJg8AXgLMX3ehfv3742TThqHrrQqKwDmNIJIDM8D3QjCcsCx47FfYoJ1y/7yOKaUR+uwPymQd8Qxoa4wbwG8F2QZDe+hmPI13gJsi5azh1iOZR9rOT7HVEBEb1gHS7nCNNkjQ/MrURbHq6gO9icnm0V8Ie+kUZ91DRBPuhGoo7y9roYBS1BaTLB76uSpWESL9txZszG43wB0rexEUC6oLKlAr649MZBxU0+ZgjHHj0FFaQWqqzpBp6UXG4L2AEV+BtmWLN5/bxayrTmcNvU0jB83Ho27mzi/BPW7dnNZ9dCpshMCL4WF8xdiw7qNtMRvx8IFi1BCgNu3d1/ymAI4Nj7XjgAp8hrxoORxQfAN/WxA71690LlTZyxdsgSrVq50FrUN69dDDxQP0gK3gFY8BeyGDV+zYi1q127CqmWrMff9uejVrSe6d+6OolQRuHkgbM1zKzHg2RspP836cgXKcy4z7/ZtO1G3k9ZCePBYJ2FcmI8cX6fqzli+bAXW0cK3ZvVqaJke69i5SxdkUhnye25b0DqDoD6mrvOtWShAYBOSO9HAUdGAdSsB3DiM+cQmlQpQUlKMU089FbNpLdYnO/p0yzJtNAG1jmm1mNfT0nzihBPRr18NKioqMHDgQJww9gRY7v+K03zfo59yAVRWVmIEAX5VdRUP8J0xYfwEZ31WTJXJpFFeXs6nX9XEASEt5OtQt2sX3nrrLfcKjIJhBfhbt251ebSsmpq+6FRdDbXg67wX4rUtW7cgx0Px8cePRq9evV2dRo8ejSF8OhfxaZlwsy4pLcHgQYNdWvfu3TFkyFDksjn3OsqKlSswik/uevXs5WSPZx3/7u/+DjVs347tO1C7uRYvPP88reyPYMGCBdjNg76+uqOycRgvcxhlfaQorvkQAQzRlCUA1o5TYJsjQNMv47RmW7hWRVwXQwiVHJNHWMOYYCcihQRzMVd+8QDxBWCaxlsOKiXlj5jHGoaERF4dElw3YTWsxAFj2DkQTYmhdQH59H1GrY/yOQBOcO5xUAWBD0NwrvwxgVVE8KUUsz7KK06Ohf6pHAYBhvjxhb+FeiuQdZuNUEnCThEq3LS5cS5EnI3AbqFaDDl40IqBkJPH8glHOsUcJnRffjz11Mk8uX4VNTW9EQSM9wBjSNrX1H1M8BuzX2Lma25ugOpeC7aMlz11idHuV+DtGYGncsSCFYAD8QqsHb8lbztpPut4Cvkt0zQuhpZhmN+y7+Mox7bkKIqgW5jEcaD8aHOFcsG6koE386qfY87FqYvkSjRw9DRgtWiOW+fSz2HNTw5Vjk1fPAzpPxB9uSlt5aPgUcOGI+P5yPgpjBk5GoP6DcTyRcvw8gsv483X3uIMN+ha1RUmEnTr1BUxgWu2uZXAOU0QWkSgvQgvPv8iVi5fhb69+vJJUoabXWdUlJXTCt8dp596Ojau34RnnnoGzz/7PLZv2Y7xY8ejZ7deKMmUuNddxBqW48GIj/KScpQXlyPMhpxOFj7rVlxUhCmnnML1I4O3aNF/+qmn8DKteksWL8LJtISNHXMC+tO6P/q447F4/iK89NyLePXFV1ydJ5wwwckrTZWgc2Vn6IEiao1QVlRKKqMFO40qHhqqmbaU7Z79/hw0NTSjvLQSngTwTYDO1V1x4viTsINg/bnnnserr7zqDgXjaUnsV1ND3lJU0Xrf2sK9jdZ2UPHcnuBzUfKMh+T6EzWQZP/EGhAR7q8GnP2wnP8RgWtJSQlGjx6DVh4W3+B8euedtzFlyhQUFRVzDhp4HLcx97RWPqlqbWlFqAfLfIjm5hbKEY5r7u8c45Y8KpeREDG0akcwxiAg4Nd5q3hJw/raWUTDlVrdgyBwoNqnm06nXB4F7yOPG8m8HkQEygMBhPt6ZVUlVAZ4aT2yfCoX0kgnItD66fvkmh6zXTHnXklpKXxaAUUoh24+DJ08lamg3/1yDCdotrUVa9eshbaPop1uPPIrXzUPAmod78mng74faPJhI+2JwybsoIIIztrT2E+ucdoBXhvI1Xf3NtZuxOYtm7Fj53boC/4RwU1zazOWLluKTXwkANbUkD8k8NJBQ31CQbcODAfQ2TlajHayJSCKiP40Xq3p4OqnwFnjHbDioNDBIiLgje07drjT2OKlS6AdAsoK2YERT4SWnSMkzefkUbZ4gNZFB5vKVX/MAaX82vntbf1iucLmsBNUyfRB9UC9CCexUb/Gxz6jqRxLl2QYbtzdgtpNW7F+3SZs3LAZu+sbYbl5e8aHUXHsTwW6+rpHTKBtCZRjxkX0kxExwxQKYR8qv4jFSp5kX3j+WWzYsBbaL0I56u5DrFuhjy1c/3Fx0HI88raHwbiOpPGCGGBetLu0zIMgHHS1/F11O91juzV8fBbycEjhvNvKcHna8neUrfHUU6EsS/nJnWjgs6MBTin4nEQ5bq7FqTSu/erXcA1pEK3gUTYPEGRXlZYTPJ+GyQS+NX36YvLJkzD9/Gno3rUrOldV44rLLkdpusgB94rSMpzCx9FnnHEGavrUECxP5hOvkxwIP5Nxx486nofiCGMIlC+afqF7b1zfV7+QfrW4lXLTVMvWibRQZWit1/qVESRMmTwFQ4YMgeGMAy3MeqAXAL1798Y5Z5+NM04/A2MIJEbT1C8XCQAAEABJREFUQnYxHyuffvrpKEpnUEIgMfHEk3D+2efheILycWPGYfq06RgxdDiKaRU/m4++jxs6glNceJAIUFlWhTN4UOjRoxcqK6pw+mmn48wzzoJa2nrREn82/WqZM6yJ7wUYNmQ4LmJ5+v77iOHDMW3aBa5NgedjOA80pxHMlJWUOh0L14FY1w3WX9w6wwYkd6KBo6AByzGoIBUiUJAdElSnOd+6dOnMcTvMWadbCUzHTxivLAAnm1qy+/Tp4748+eZbb7qD56uvvIKlxE6WY1uInSKObxEyg7soMZRhnIJtn4DWGMNYQHkV4Dc3NzsrvFrchw8fBv2eyNChQ3EqrfMDBwxAcUkxunTtglQqgOZVQKzTRusLXtqGnjQedOFTKP1nf++++y6fTC3As88+C33HW/MokDaegb5SxiyI2W51RQQ+gb9a7vWd9ll8Gqhf1nzp5Zfw0MMPQ197U4u5WtLHjRuL07gOdOvWzVnz9f35XC6rYg4bUTOqNKGe6aUVAgqqKF4hgwJNa2jVpOXSEowAGsvEQ7kpR2LKVZnkt1xRFdiqy8LgGZ8LskXTzma89MQruO3nd+DWn92G3/30Vjz76HOoXb0Fu2rrce8f7sfM196BhAa+TSFAmoumB4SCwAbwCfiCOGB8AKMgTxdIEs3rztKRMikY8np55ievF3uwESCRgad1Yx1bm7JYtng51q1ahzgX0xqUhm89SEg+lmtYTorlBrHKCuBFASTvsQ4eZXgw5NUO9lMphBx8bDoO87WPONWhlQix6pQDyrK9SqBiGYQj7So+OgbrBm0nPt4lOrEow7RnE3ocMZJeQAOaSlflK+2JM7DwWD8P7743F//1s9/g3//zF/iPH/8aP//1H/DiK7OQjzKcFCl4fhEs+4Xzl+MhhlCOPoo2JgCUxAcoy9INKT8bxdi0bTvmL16C9Zs2Uw7rw00vpBMbT3EDy2X5fKoRCd0ghTzTIiolgkFIGXlSSKmhxpHA/HmGI/EQcSRpuXlO2BgWLM6RZf8vW74Bv/ndXfjxT3+LH7NNM9+dzfJD6MEvVH7KsqRYYqo8gvU40EwMFgdwQQLHPFgnJFeigaOqAbtf6cKlXeBxHnDao3evPhjYfxDSQZpD10A4ZsUYqGV6yMAhmDjuJBxHIFtVWunWSH3XetiQYQg41wCBjSwqaMUe0n8wJtDSPXL4cSgvLiXQTaF3917Oip7yUgjEc2B9wtgJOGncBPRT67kJ4HFN7lrVBb179EYmyDh5nNToR2DfuaoTSzDwjOfqzAkLXceryioxlHU7gRb8E0aNQf++/VGSLna8URijpJiPqQcOdiB53Jix6Na5G1J+iumC3j17o0vnLs6vdVfg3L9vP1rHSxDAoGunLhjKR9wDagZAX83pzc2/jO3xmCPK5VHEA0wfAvfxo8dCre0D+w5AWarY7SFdWN/+ffrBp25jtzdQPx5zBh50rUByJRo4ShoQ7knGGBgx3IMtevKg2alTZ2QyGegvovTo0Z0Hy2koKSlBZWUlunfrjtLSUpx//vkYQKD80osv4ZFHHnFgejgPoQqitSk1NTXo0qUrUpwXPbr3gAJ4N/ZpoFLZfWv6QkH1gAH90b9/f8yY8QRWr17t5ubo0cfj7bdn4qEHH4L+eooetPX1FMP53rdvDZ+upWE81pcLlcbrO+ddCcT1xzhKS0vcAWLGEzNoqNuAsWPH8il7X3iex/oOdMBe6+cxf6fOndGHh3j9TstZZ53l6vHsM8+4X1rRX47p3bsXhg0dhjPPPBMKwPWd9Icfesi9pjJo4CAUcz3Rw4XKO1yk3cElxVCeIRASEr1tt1VQQdBHNAsYgou2+ENxhExiKZMLK72wYhFTRkSEG9uIZQoMAXKQS2PeGwsQ7QCmjD4dI/qOwrJZK/HCoy+hcXMz6jbtRrYujxTBG7IGO2p3Yvbbc7Bs4UpsW78dm1duxu4t9cg35LB1w1ZsXr8Za1euxYI587F+1Xq07Gpm3hR2bNiBNYvXYFvtDiyYuxBLFi1Bc0MrPALBskwZRgwcjqE1g+HlBWuXrsbuzTuxdd1mLJi9EGuWrYNl2QHrUCJlyNVFWLVwHRa+vwS1a7eyvHXYvGkLstkc2DAcyctSuJWIe1NIIugTDkz4sASsAPXNdC733KjoUWYF5G19wJhDutlVkJjSCDBFqT2XS9gTYBkCIdgX9jNYtiOrpSuB9fOwltbw9+YsRJ/+w3DCiaejdnsWv7j5XsyatwqxLcLu3XmsXbsFM9+chffemYedO3YjYh9s21aHJUtWoiVrud+m0ULVrtm4BavW16KsujMGjxiFrr37ICLA3dXYgoXLVuLpF17GgmXLUU/m5lyE1RtrsXzVWrQSqbeyPUtXr8GKdRuRp65aqZMVazegdkcdmgke1m/ehlffehdvvD0bW7bXQbh5grMjJh+Q4iOzNF59bZY7SEyYdDZlFOOxp57HroYGIPARc4Jb1iXS/jBsO0G49dhHfgT3xWPjAeLD6YifyZ1o4OhpQBeGD5Yuunhx/goMjCmMVePGLQc048B0Yw0U/Ho0ahiuLYb8nnhQwFuYK4ZrgoGmCedOYAJIJDDWg6Whw+Pc0zA4J43KUhkhELTLYx6P8YaukvJB87P8mHm4qDj5luke55vHOaXleCpH+RivZXssx/Gzfob103xqRQPXAW2nEYOYIF2JteWEBbQd7fFCFXkA6w2urgJ9cmDimNtg7Pyip3Tm90UAPqo3EfkiH4EjQ4ONxzYZ7nEUEpKYbqk/S/5QgBwL4MrAhORONHB0NCA6HglqbRuddNKJmHjSSQTfpRg+YjhuuOEGqIW6qKjIPZE67fTTHLDuw333yiuvxCWXXoJTJp+Cr131Ndx444245pprUMynUOeeex5GjRqJMgJ3zaMgXcF3FEXo0aMHLrroIienMwHxd7/7PQfu9YmXPnXStC9d9iVMPHkirvjyFVBZ1VXV0PfEL7hgmnsKJpy7CuoVLE+dOhX6U9maX8u/5JJLoE/E9Eue3/zmt5j/XOh3Ri666ELoAcLzPIgIhg0bCs1bVVXJOvXElV++Euedfx70ydyVX/kKLr/8CpRXlKNvTQ2uoH/atGmYMnUKrr32WqhOiouLDnunmb0SBeCNPZd1PtFIKwBJUIhzCYfwIcwrysfOpgD1MYYOIwnNkeIjET0x6aMS/RLA9OkX4KKLL8IwPq7Ql/drt2wmv8DnopunBWLR/IW47ZbbcO899+KPd/8Rv/nV7/DbX/8Oc2fNw5barXj4wUfwi5/+En+47U48eN9DTP8N3n/3fUTcBJ5+6ln8/pbbceutt+L+e+/D7bfdgUcefgQ7tm9HU0MjVixfji2bt2D7lq24844/4Jc//wVu/d3Nrqzf3/p7vPXmTBA9YsO6Dbjnrnvxh9vvxP1/vB+33vx7V+bzz72IXGsOupiDtcYRvKz2A3UILYf9Ane5COf79D86lN3Ba1mRMMojlQqgp+mvfOVKXH/9Ddi+fQfee28WWqiv19+Yif/8z5/gd7+7Fb/6ze/wK/bn4iVLMWfOPPzyV7/B/AWLqXaDXAjceef9uPe+R7B48WrMmbsUzc0xdvKwdd/9j+Mn//Vrpj+AH//41/jFL27Glq278eKLb+K22+5Bc0uEDRu342Zatf9wx/3YtGkHtm6tx+9/fzcWLlzBE/gc/Ou//gfDd+G3N9+Cm39/GzbS6p7TTZYW9lj1bMTVN88NeMwJ4/Bn3/8+vnT5l9m2DEI+xgcBhCUgEPGhxA84Ai+x/NC7g3I0mFCigc+kBoRDV9pqpm5HKkTvjRHoXyFWP0U/HKlPmKoB0Q+StIXppU/U2UMaEhcre+Lalzph/N7Idh9jubHuDYFcjAOci7ZLRNp8H88RSmnPIe0euvv694bUVyBxOQufzNDx7lAXt453TEv8iQY+RQ3o+BNaxoV7m/EMevfqDf29/oDGJQXg+vOkpSWlUAtwRUUlrcw1SAUpV8NutJJPnDiR4H0i9CdHhw4ZSrDbHzrw1TLevXt3l6+G1mz95SWdx2EYQi3rAwcMdK6IoG/fPrRgn4DutMIbz0MlyxlGK/vkyVOgX8isKC93MvV1FQXTFbTQR3yMns/nUVVdhX79+iGdzhTKqqlxv9Yyfvx4qEX+uONGQOum9e/ffwC0HhEPBEqd+SSskDcNvfRVmJNPPhn6fvzIkSOh1nw9pKguunbr6t6jnzRpEkaMOA5qTRcRzXZYyeyV1gYY9pQhtEC0ETzqWMiqROcQb7WGq1TFi+pqNnGSDAI/gHYOgzRWxO4bq7Pmz8Krb76CVetWQX87vLisCF7KEIxFaCBg1i/I7Ni+E9OnXYjLL7sC+pu28+ctQmNDM0CLyKYNtajf1cDTzUSXXpQuwWOPzCDI3oZdtHbOmT0XNRwcV1zxZafUd995F4sWLsLuunqsXrUau3buQj4fQn8ma+uWbTjrrLPdu4Ce8fDUk09h3br1eId55s9bgBHDRrgT0yA+zt1Ea3wtLcD67Vytxx7shSN4UalCAAhVID67l04E7ee1a9Zg8aKFmPX+u8hns+jWvRtWrlyDBx96FKV8xPz162/EpZddjhWr1uDV199EpqQMK1evwxtvvY1WHsQ2bNyMt9+Zw0nSFbmcYV9swa5dLXykNQ/PPfcq+3Msvv/9v8HZZ0/Ha6+9i2eeeQWZdAUWL1mN1as3Y8Wy9Q7Az52/jHm3Yvny9Vi5aiOCoAxPPvkCFOB/7arr+FjuQveEY/vOnRD2e6gWMBGC/jroa0i7Gxvwu1tuhgL0UcePRlNzlrJWc9zoCPf5uE8Q82mCjbVPRD/aSNPbvImTaCDRQKKBRAOJBo6iBnSfitrAaRzH8HwfIsK9LM89LObe6EO/k6f4xyNYj2iciuIIhn4Fqkqe58HyD9zq9P1y3e9z7l1qIZ/n8msy+KGYT8ioZSkpLgAvBdMiAq2LyjL0e66MGCICYwzrFELLExEHvDVOwxTreER0340dptR44xnHr98B1DYIGbVM7LkstC0i4soVEWi65qOXcvIuP7M5V+ujdY94ELCMFDEu3x5xh8HTAYwDxHewKpQfCii1cCHgMwS66mrSoRJFFFil4OinQFwhqqyIgIVoH9bEML5g8fJFuPn2m/H0i08h5jO/c6edh+49u/EpZYiIyGb9+nVYu3YN9GeyTp1yKsaOGYtzzzkf+q1WjiNQR8ikijB0yBCcfOIknDRhIo4bMRL1dQ2o21XPzoxRVdUZp592JiaMPxH6ZaCYdVi7Zh2EivWMB0M35IDTsL4zNX7cBAL7EzF+/ARs27YdSxYvxaIFC9Gzew+cedoZGD92As47+zwMGjSQjzPZObTA67uB2tYjSdoXAv2DqpBkSAIwDp+hS2DhecKD1G48+MB9+N//61/x6CMP4sorvwT9ctbS5Sswf+ESrOYh58mnn8Vrb7yFNes2YdbsebQ4F+H4MSdgLp+G7KpvwGuvv76g1AIAABAASURBVAWRFKZMOZOTJnAUhh7ef38+li1biwULluHhh5/AW2+9h9raHXjv3bkYPHQk82QIwhdj+85GdO7SndoJsHL1RspdgoqKrug/YCh69R5Ay7vBI48+SdC9G2eccRb69KmBGB9+Oo2QA+yll17GjCeewMUXX0IA3oKf/NdPMWfePPzut78n8H+RB8JWWsgt62VgvBTHkufGOgvscMf0W1JyJxpINJBoINFAooGjqYGY+1VEIgYzBjGBeUzjk6E/ol9rJiLQHyrQOAXrnuczWrEGuLcKxAgA8hA3KdhWwK68IhpvoX7jGSIBOFAbE8wL8+jLEp7nQUQQhnno5TOsjJouUPQABq0mwTMGCvSjaC8oFzGAgJeFylJSHkNetZwLExVrighiFmiJ98gMYT7l8YMAypOiq/GG8cofc7/XsMe2CmUpJoyoF2G9NV7ThR7PePw8fDdbUxBm25pdaLrGCQGmOJCn7+AZInWG8HEulcVszKI5hZoV13hPPBgqyHgGQTpAc64FI0cfhx/89V/ghm/fgK99/WsYN3EsaJBHpigDMaAl0sJ4HgF1FZoaG6Edn0mlUVxciiiyBNshRAwqK6qhSm5pyaG8rIJ8KYRUpCq0tLQURcVFtKzmUFJc4gaHKl+MYRkGEEHAjikuLkZpaRkM4yMOSu0s3/egddbBqmVXVlbCZ2doB+rPcLU2t0C/RKSvquAIXkLZBsJ+4ScPSkIFM6QxTOlwSwf/p+61LLFAOVrBy8tLMe38c9G1SzW2bq51/srKCsScHBH7RoQHGbraR+PGjcUJY8fxEVRnTJ48FZu3bHGvtLz51kxav0e63xEN+KhMRFw/NjU1w+Okqayspjyw/zI455zzMHLU8Sgrr0DvPn0wb/58rKFlfsDAQajpVwP9V7dLly7Dcccdh8qqKky7YBr+n//nH6GP1p57/kXc8vvbsWHjJjdu2BBs3bYNL778MmWOwrVfvwZfv+5aNLU04h/+4R/x6iuvo1/NQFSUV3M8ea4OYT5yLiCAI/BSfdBJ7kQDiQYSDXyqGkgKSzTwQQ0Y8aDgVYmbFyICZSXl1DgF1op3wD3M7dVhSKwVQi/PM9zjYiiP+pUUK4kIuRVH+TDGIy4rWJhjAlyPGApMVz4th/gYHjGdZzy6PqtgCyiUW6XyCF0jBurP5fOuPC3bGEMxhl7LOOvyMSP9MbQ+gJYfIEgFaG3NQvm1fA07YykLVr6I7QkJ7rVeYZ7tEvASiBiIiKu7HhQ8j2GmaD1EhHX1oH6tEw7jZVSWZUvYbno7fmrQwNOfqCPoM9YD2Ri5713IsW/cnpBoqhJj2kCjylDFxLR2a4fof0nSV1GqulSiZ01PDBjUDz379EBxWTFiiQl6mqCvu3Tv0Q2Bn8JCWqZVCRs3bsTylSuwcuVK1wkQrZ6Qv5mdA9cRoOLECB3jwvoKiu8HBFl5WMQO6LdmW53StT5kpD/HDmyBGMpj/dNFaeiBQUG78Q269eiO7du3Y8nSpdDXWtasXoO1q9fC8K+xoYnW+QwER/iiLr1YSzQOlKtPpFBq4bOt/PZAu9sWfWQd7W8SdSfUMUgp38eokSNw4fRpSKdSePnFF2DjEPof/2pq+tLaPRXfuPEbuO666zFw4EDU1NQQdPfEqNGjoe+QPfHEk1hP6/mkSSeipCjFE3yWEwJIBQaDOV569eyGqZNPxje/cR2+fu3XkE57GNC/L/r3642xJ4zC8hWLsH7DakyaNAHHHz8CM2e+hjVrltPyfhx8PpWZPec9rF6zApdf8SVcddXXoGNi/oIFnHAh9LdL9R8KRFEewjblczkeCoZh0sknYhMt8GI8DBs6HOAcyedCeIaWA/aPjhd84KJePhCXRCQaSDSQaCDRQKKBT1cDlihIRLivCYhPoUA1xf1Z9y7d8wxBqO/z6bDncc+N4NGfSWe418XcGyOXT2tsCbQBcXhKiLcUS+WyOWKpPDS/Ald1swTG4BUEKRiWa4xQbkw8piCf8hgWYZyTx2LIm8vnyGtQlMlApL2ulpgvgqUxz2PdjCmAY1cOjampVODqp+WVlpQgJOgOGK/4T/dz4xE3UZbHfIakgD2dSbO+IXnz3MMNsWbAcoV+z7VBRKB/4BXyKYDKKKKhmMHDdhv2B4VZOjGJYEHAhpJobRYWX6w/DxUaRgjIAO0oJbBySs5PCR+8KeuDkW0xtHKLFh0jXZxCpjQNBIAQGHmB705oMUEcTfNIZVIuvrpTNc4670zMXzwfP/w/P8Stt9+Khx5+EMWlRSgqKYIYgZfy4EC8FyNvQyiYTxFMiwd4PJVVVlcgYryWkVdwxXjx2PmI4bNcQ7+entJUspbvMU9IfrXQp1jPisoKnHr6qTAEgbfcegtuvvlmPPTQQ9i6dbuztKvFXAcEjvAVhzEMK+XBhw7IdCqDVEAdEgQCgn2u/YL7pB32gC1IFHVj+i0PJylOJB3YFiefdCKmTjkZDz94P8H1Glqmh2PK5FPw0kvP45Zbfkv6Hd5883V47AdrI1RVlNM6foqzPnfr1hkTxo9GKmXZ1oiTRSnGaaeejONGDMT999+BW2/5FX74b/+CFcvmo2ePKhiTpzV7MKzNoqFhO3r0rEZNv+5obqlDdadSDBjQC6m0RWPjdjzxxMP49a9+imefeZKaBbp368oyPGrTokvnakw8aQLef+8d/PSnP8bNv/sNnnpqBkYeV4NijpVbbrkZa9evo6y0ThGWKyQPyZVoINFAooFEA4kGPosaEN3dCGh10xIR7pOWMeJwnmIZYUjxnZIxhvGWYDWEiIFpI8/zIPQzMyKCVMUjntE4gWeM41NZWkaKQF/zWYJtla1xIuJ4DF0NK2lZHuV6xnAPDiAicLjKwvFa1tkznou3lKVle+T3PcVDMbQemq4HAH1dRf1OLuUoKLfMr2W4djHOM8YdCjxjiC1o7KPMkABeecBL+UUEGhaIa5e6Wg4O40UNsxMo0LK2lqA01iOSwDVaf5aqrLgMmaAIUS4iF28pUMwKtzeGMQe8LS3bSmpRZEG04oJNETaqHXATrJVkMP2S6Zh86ilge6GXNjoM8+jcpTMuvuQijJ8wDn7Gx6TJE/Gtm76J0WOPx8AhA3D9N6/Hd//8uxg5egS69uzswPqJtH76aR8gIB82chgupOxuvbrizHNOx6WXX4J0JgAxLCoIzC+4cDpOooWzd79eOG/6uRg6YgiqulTh4ksvwgnjT4AJqBsnZyguvuwi9K7phd59e+LyL38JZ559JvoN7IfTzjrNlW9oNRdPkM1nqUkc0cs3PgwhoxB8e2xMyguQ9lPwjQcwTuOPaAUOJFy0aMviSXvSLcaOOwHXX3ctevbsjjIenK7/+tX4xg3XwROLyooSXPW1K3Dj9deif/8+OGHMcfg++/OsM6bCZ1NSvsV5556Jf/qnv8b3vnsjOlUVQ5DF8aOG4kuXnk+reC8M7N8D373pelx26TT06d0J084/DX/9l3+G0ccPdbx9+nRl+g247rqvsoxeBO6DnKzvfPs6lJelYONWfOVrl7u44cMGYvSokbSw34iTTzyRdRR4BuQrwUXTL8Bf/9UPMHBADetmceUVl+Hf/tf/x7r9PSadMhFRlEMU5zm2AR3vSgBXD0fgJW1EJ7m/KBpI2pFoINFAooFEA4kG/mQNGIUIAEEnQYNCByH4UACi8UJgV1JUgtKi0gL446chgyHo03QF42hH0NjvIoPKU3IplAWX34PwTzG/T8SVSgeYNPlkHDf6OIhnCH48gh0fEU8m+vMyk6dOJkgeymNChKKyIow9aSyuvOZKXHT5RZhEq+jUMyahZmBvlFeXYtyJYzBk+CAUlaQAArk+/XtiymmT0LlbNUaPH4VTyC8pQSwRSitLMOX0UzD8+OFM74yTJp2EgUMHoqJTOaaeORWDhg2C+31oH+jcvbM7LFR0rsDCpQvxzqy30b13V5w46URUVlfS0tqM8spyWGNRVFzsmnskP4T6i/QUyqcXmVQGRewjjwAd1LEcyYI/RHY7BN/T31CfpfV4OM4/71ykA5+HsRj9+vbBly+/FCNGKFgO3WsnZ50xBTdcdzW+9pXLMX7sKJAVgYk4WkIMGtAHV1x+MSaeOJZjI0bgWYxg35xz5mnoQt3D5tGNB6hLLpqGa676Cq76ypcx7oSR8BDBEiCXl2Ywfdq5OP20yagsK0aXThU48/SpOHXKJJSWpBHlW5DxgAsuOA83Xvd1XH/ttZh6yiQUcVzqgYEPa5DPtqC0OO3yfedbN+DPbvoWFIz36d0NozluL5h+HobwcBgEhN/6JIWHUDhSHaDDpb2j1CEq8SYaSDSQaCDRQKKBQ9JAwvRF1YDZv2EKkhVCWJryLcFeykujsryaVInYxgijEHtAuDLvL6AtrDLavHscYaSTS9kejwHZXA7wBBHBcWu+FblcFvlcHkYMAXkAZ30nqBPygoApF+dgvQhCoG0J1rJRC1rjFjSHTcjTYuplCLRNyLhmFw5tDjHDkclBeQs8Bs35JlemyoslpD9EjhbSvM2SLwshqMpGrWglgeAvT4tnXvIuPlUcoHZbLf54/7247Q+34YGHHkCmJI1TppyC4uIi5PM5HNmLbaT+bGgJWlO02pbzsFRCeK7x+mrIvqUTn0Np39gjE2L3tglWn2WdrHv8YzxBEHjwefiyHEOMRZRrgQLrTFoIsiOoFTyTMjAE1zZshc8+CHwgzjcjZWJi2xCBCNyAjWLy+wTbIXwxyJBZnwqUFBUxLoK+r+YxLmC5HvPEYR6IIpaZQ8xDXiadYjiEpT+VCtDS3AzDcW2EcgMPwjpKHCFkHT0WqIA8XZRiPS3Lj1BMvxB0p1MePD458f2Y86IVVuvOkWdtBMs/OELbJXSV6CR3ooFEA4kGEg0kGkg0kGigTQOmzXWOAggHlgjCFWcL4ZQh/CgrKkPXzt3ce9FgnAPJygAwhA+5LNPaiV7eKlPoxswfEAhpeSGBkBiBJx70L8pHlKtcgOd5iAmOjMd03xA4E+gQIKvVujlHEB5lkc4EsAT0EUFzSAAuTBeCJEuKCKJjAm6on2ApT2upRzmWwEsU7NEl7AKbCSHq8tIe8gr6aeUWD8jru+UBNUNAaEkDhwzEly7/EqbQYt+9Z3eMGTsaX7v6axg8dLCTERGI4QhfRgyKiopQVVGFSlIqlWb15SClqv4PknQYow9WShyHDpNaB26zrGcMEeGhJQsiY3istmGaYR977EMjlkDbQKh3kCxJEMEno41jmFhgw5ggPYKxBuw+imE4FyHKhUgFKT4UIU82DxMbIAQ865EMfOMT0PvwKENYE6Gr/pRhOjtbZRuwfqQgMPCJxENaxT2J4bFfhW3xOSaifBY+x0rEsWRZQMgxKFp3pmn92T0A24PkSjSQaCDRQKKBRAOJBhINfIQGjKYLPwyE8AQwRBLi0U8SAmFYwBMflZkq9OjUC9WlnVHklyKwKUhE9BEKPP32FJWYAAAQAElEQVRXxgQ8Co4M9E9gaI4VyhQRgHGgv0D8ZJyldTMmqBLGC8AyBIbxxEEgTodntEbCVBDYWBR+YgdQ6Z4xjAQCPyAo8p0/ZqaYACjwGVbLMeV7lKcALqJfhYoRGDHIpDOw5BGVzvYxFoYyLQ8hhnFRGCFNUOex/QZwZQeej5igMfADDBs+DJd96VJcd/3XcfkVl2PosKFgUdDDBVgPZuEtH5O0pL0kMGgnqC5JBh489kVpphRdKrqSuqA0xb5gnBGmGQ9H79L27l+6hecxngDb8wzA6hmau6MwxwNUCj79lgA3ol4dH3UXE+BS4wD7UtOMCAz71DKNURBj4BmP6YwXQzZLPdHPOAXiOn6UB57n0lLsa0M+HWtgnxswD/sZEZDiIUaoVyGod5UDIEJ5JFiwDEDzCr0URuN6HsJK+J5AWOeQT0Fc3VM+hHEx2yJGmK8tsxOimQ8DCeXuEaP+vaS+PUmJ55jSAIevDnnwXMnRxpHgbn5A+AcI5w14mIxpkIj4NFENFJbjOyGL/XTwqYdhYugTXquLEWJASfurfflgTPutUe3+xE00sL8G9o4P9SUEHE0d7Ns7il32jTlwyBhu8rQVInB/9DEsHpl9QAgwjAngI4M0ytAl6I3+lcNRUzYIXVK9UOV1QamtQDosQipMIRUFCEIfQaTkwY8DeIzzYh8ewfoegkFAAMlU+IxPIYBHK6bHeMVsvhHuHxYedxol5QmsyvRZhg/JwrlpSbNuASQySNk0y1ViXeMiZGwxgjCNtBQjxT/PleHDCz1A88cppgfMl0KKfiWfdU1FKaQpy+QN/DzLY1oRiuDlKcEGhTqBXa2WUmEdDaDWUF/BXxgi7afJ45O8QyTyUk9adkfyGNdOAdtZ5JegorgSXcq7oW91P/SpqEGFX82aafsy8IV1Ew8iAhhWsI1EhHEMH+HbsK8M+1JdcWVxs9PNnxTr0wmPlmvhUw3fYt3mDVixahUadjdCDNuvBx2rOuWHCCgKxM0QxoMgO+STEm2ESQfg2Q95FhB7BjluXhJ4gO/RF0N8g6bWJroexIAyIhLj6XcHJdbLEkzroU1UBvvLAWj6hX1pbUjMnYNl37ImMNQ7hAc36lb/SZWQD8xPodAxF0gKjS1ZvDt7LuYtXAyeLaF8enAUGOzVBevCvBFJ24aPdTETZQkE0ENDBxLGaz2VxKV7AOcRNALJ9UXXgHZzzEaGYt28CI1BrGsAT72G48BoIg+IMWdK3m9Bc6oBralW5L0QIedjQtFR1EOIvJ9FPmhBGGQh6RiGayOs5Rxmp7LvxJ2wDKMMYjfXhQnJnWgAEOE+qWMFgDEGQhdc+BmNhHBUdWDYGSLCOhTIsp+0j/CBa98Io0Fm4VTXT9HgPiRMMVzcPfhIE5iUp8vRqbwLenXpjb7dCQq716Bn197o2aUXejCuZ5ee9Cv1Qq/OfUg1Hagv/X3Rs7ovXY2n26kv+nTuh96dCuGenRlH2uMqL3l6tZHm7d2pH3pVk9+l1aC35ldifO9qldWf6f1YTg1l06/xmt5ODPdieS4f/Vq2ytR6uHjG9enc39VJ43uzLOXpw/y9XN36sP590bNTb/R0beyL3l003NfF9yJPr8419H809SZvH/L27lJDGXtJ4zpSb5Vf3Qc9qnqiIlOJtEcAzj7RvjHsI4Hg6F7t5be7rI0FwijiEmGhxmghsGYQ99xzH370f3+Cd96bhTC0yOmTC4KIGByO4hPrCvKMy+a5IxGst2TzDFMWg5bhPJE6DdsA80RWEIuhfEEr+Xw/hWw2xzQDj5ZvBfJ5gvkw4uGA8pU3tsxDUKtlRNzwwtgiJqkKozimBZwFmTSsScESiIO6Nl4KwrKNF8BqHtZNmLZtxy48PuNpvPram2huysIwzmM+ZgTQQRf4Uy+VJbCHVeafWqck/9HXgHVVKHwCsY4Pjm8dLZZP+NRQUFldjt79e6P3oL7oOYDr8iClnug1KKGjpYOe1H3PAT3ZHz3YN73Qo1c3lFWWgbgK4CznR+Fmx/J2MeoWIpPPY1kDCu60/YaDxfM8pFIppNNppOmmggAJHWUdaD+QMpkMtF+0f5S0v/AhF9HPh6R2TCK6j/lo3hKsBMZDcVExykpKUVFagU5VndG5qiu6VCp1Q2f3CkV3dC/viR4JfagOupdzIa6gnip6oEcH6k5/9/Ie1CGprDs6F3VFRaoSxaYEPgGf6KbbsX8+k34hsLXwTOAIfLqxfv0mPPHEa3j77UV47fW30KjA2aTQkg2xbMUaLF2xGnPnL8Gjjz2Jt95+B1u27UAqXYT63U147/25WLFyDeYvXIInnnwWS5atYHwjcrnQ8c2fvwi123bi7Xffw44ddWhuyWPt+lq88tpMPPP8y1ixZj2aW0M0Nmcxf9FS7KhvopXdhyHY3rqtDm+/Nwe7m1odCF+xci2eee5FR0uXrSRvI7I8AeRIm7Zsxyus+9PPvohVq9Zj86ataG7OwbAdooeJGOwdnVqCwtXuHpvbaUEHyeeR0ICOLKX20ab+Qjk8uDEggY/iKj5R690LnXr3RHXfbqjs2ymho6yDqr6dUdmnKyp69UA1+6WqV3eky0sBfdInAi4gBTJ02oJIrkQD1ICIQKRAHsF4QACuoC+htAO/nxU9KADXuigo1z4SEfbewW9O9YMn7p9iIPwDDIX68BBIgIBAK4U0UsggcFREf7GjjC1FQh+lgxKkbdEHKBVn4IdBgSLql+F0XIRUnHavv+zfN5+dcDvgFFZJkApoYeYj8zgytCgbvPTCaxAxmD79PMwheF67diOteQZr1m3Cr3/7e/zzv/wQP/w/P8Y99z2EH//kF462bN2JxQTe/++//Bv+/d9/jJ/+7Ne49bY78Q//+P/ioUdmgFgc78+ai//vf/8H/ttf/AD33vsQ6nY1YOY7s/AP//Q/8fPf3ILf/f4P+B/M/9zLb2D1xq349e9+j/sffAxNzXlEksLDtG7/9Je/w5oNW/DCK2/iX/7Xv+M3t/wBN99+N/7tRz/BvIXLkGMb3pk1D//8r/+OH7Fuv7/jHvyMdVm7ZhOiPBCFSpbzw2PbDamgA3p4t+uF3uRONHAYNNA+unSktZNwmCmp9YxecDACAlpWNRRDv4SOIvoTwlHVQ8ZC398HVz8uhxCfPegJ+MDO9Zf2GXix65y33WVUcn+0Br7QHCI6GvY2UUQgUqC9sYnvaGlA1979y45pxFbaP75jmCtAx+DB/VqApWXcaKdzLdcvO3IdgbEexJFPv1JAt0AgeCm8zChI3APrQNxL0NQ7wRw6kOQFJqZuCWQlYl5SuwvqH5+5SyvVTu2VE2IBz1muDQ9tDQ3NeOGFV90/1jnn3PORD2OsWLWWrnATCrBh0zY0NOZw+RVX4d/+7T/x5a9cjfcIfp994SVn0d5Uu9NZtW+44Vv4tx/+ByaePBUznniGFvPZ2FXXgEWL12DEyDH46teuQitl3/XHB9Cpe2/8/f/zLwTq/wfde9bgsRnPoL6hBcXlnfDe7AWob8yiJRfj5ddnonPX3kiXVOBR8lRUd8N//4f/gb8j4C8uq8bDjz6JZSvX4Zbb78HWnQ34q7/5B/yvf/sRpkw5A9u21SEIMjAmVXgCwIMqHyQBlv0GvVQvdEVdJfqTO9HAYdCA4XBqJx1ebkHnsGN0YfhxvbYEeVCLa8qHDQSxsYgSOqo6iD32UMqDTXuIA4OYfaRfKOVmyn5jmo4N9mO70+bVYEKJBvZowOEyt9kUokRkDzAXSfwin74ODvQ6ikihHoVeOvCnW7sPnLRvrDAoInBgHAIbxYgjLhoKFq0HoxQThDtKwcQ+IIbEnJIQDqIDxWviGRguxvuQT5059UlbVupaw+RlJ8Bdn6kP1g9KHSsl7l1s3w/YBg9z5y7A6tUbcN55F6B3nxoMHDwEM999Dw1NrWhtjZDOlGLM2PGYdMpU9BswmO6p6NN3AEH2CjS3ZN0/VjrnnGkE4ZPRr99gnDxpMvwgjQ0ba5HLR+jarRoXX3wxxk2YgK1bt2Ltug245JIvYejwkSyvP04/6xzs3FWPTbXbMeGkSdi2ow5Ll6/C/IVLyb8TkyZPxcZNW115s+cuxs9+/mv8+L9+iYWLlmEW6/7ue3NY//UE4KfjlCmnoW/NAJx77jSMGnU8WlvyiLkoingQERI7q6MqnG72188+DEkg0cDH1oAwB3G1YjhHOsx0lBmuE5bjMKQBRcO6Zlgj0LiYeTQuIZ6Xj5IuYrAvtD9Iscd6cLnQQxK3U2hfMZk123sLvUp0kvsY10DcZmVVIC4iEElI5LOnAx2mHftIwx9GXAI+LHlvmojAM7pqCAAhePQY9iFCvxIM/+hHGzFOPAB+Qh+mA1HQ7XFbPAB5tGJ5KYGhK6pHE4OnHHDpJh2GWyiDRfOTvcbNQb9dyYAOIDqH53ZlWGRbWzF3zhzU1+3E+++/jwcffJDAdyMWLVyEHTt2wPMCONDOMca1BkpgrRRhiKGPcnhDmB7R6g1eWk8R1lvbwMSSkjTKykuYN0JsY4gIgoAHAfLq9zNBPhEPnu9j2LDhqKyoxPLly/Hkk0+QL4VJk06BJWOQCtClSzX69OmLfv36Ydz48TjrrLNQUVlBSYAxRkUhl8tDxCCgvEw6DcO/fD7v0kBgjsN07Vl8nWQ2wskV95l8HOMaaB8O+6lBoz3Pg/E8CMerqCsGxvgw9pNTkvdw6c6DiAEIxvWAZIWruvCDpH2ntE+XfiBin9QkcAxpQPcfEYGIHEOt/nw1VURc/4jsdbXfPqwVXA0+LLlDGoVaR4wTsCBDEuz907h9SR+7xUJglBAOpodIQoSOIrqHQAhh+YfDenGll3aBezztEYfoaj6ljuwWEZ+gRETWtbUbMXfubEw4cSyyuRa0tDahf/8a5MMcwfm7bJFFazaLuXPmYf78+Vi5aiXefmcmVqxcTsvzMBQVp9HU1IR3Zr6FhQvnY8GC+Xjj9dcRMn+/fn3gcVPL53O0UDehqCiNvn16om/vnnjqyRmUNxdrVq/Ae+/ORJfO1ejdszs0/ZRJE/Hqyy/hxReexzlnnwEF4H1790D/mj4Y2K8vLpx+Hi44/2z06dUd/Rk+acJ4un3w9ttvsOxXsHHjOrz11uuYM28OwojA3AB+ykcY5hGzRR01UfDvr59C7Ed9Gs47kQ552V3cuj8qW5J+LGlAhwfJKrW1W4SBNtIhoyRcsT1r4NEEm9BR1AP7AOyswlquPWPZM5Y9pxS3uervSIxO7kQD1ICI8POYuD/XjRQ59H4yh9pStyRQbqykywZdriXQeCeDYed2+IgREZSECRFAxweliDq01FF8SGQd9x6td9D2YfCyD3XsKH18acx8gEx+YCBisWVLLQF4I2767jfx13/zA/z93/8NbrrpmxgxYiiWLFlMoN2ATDpAS0sTHnn0UfzyF7/AH+64AyeffCImTpxAsG2R8gx27dyO3996M2753W8w6/13N5euTAAAEABJREFUcfaZp2PI4IEoK02jW5cqpFMeorAVvXp2w3nnnoG1q5fhtlt+g1/9/CdYs3IpzjnrVIwYNgAZPm2YMO54tDbXw0Y5nH/emYjzLQTe3XDxhedi29ZNuOeu23DnHbfiXYLvitIMylnGtVdfiWKWcfNvf4Vf/eInePXVF9GrdzeUV5SwZ0Lk9T92+h481nVfwEz9fIJuYy6IWjZF0P7nxsAnkHWA7kmiPucaaMN0HHsdRpsU/O1DpN3VpnIq7k3UhISOmj6ET8+EPddOWpGCH5zr+3XMno5DciUaSDTwBdSAOdQ26dIQc4lwxMVeQbnGOUDOsJOjC0Y7cZHxGMmHekjIfIgOPKYp+XQ/mjx47AXB4b3a5QlECvTJ5AuzKdFh/4PHCxtHDEToP6AvvkPwPXzEEFquA8RxDl06V+KrX/kSLrloGkoyAYqLMjjt1Km4/NKLcfrUyfjzP/sOvnXjdbRG94YC5qrKUoLmc3DZJRfhrDNPw1/94Pu48orL0LVzFSaMH4PvUn6vHl3g8UkMcT3OJxj/mx/8Gc4nAD+P9Jd/cRPOPXMqy/Ko6zyGDarBf/+r7+Pf/vWf0L9vD6S9CMUZYdkn48++fQNOnzIRZ51+Cv7y+zfhjKkno7IkhYks5+/+5i9wzVcuw2lM/853bsDf/u1f4vQzpiJTFCCV9kHszPaF0Fds4PQgADoSPngdSgxFsHsgIqRDyZDwfNE1oGuwrsWRAErqb28zo6BkGNFO9OIDke2JiQt8WjoQuKLa30407Ej1qytIrkQDiQaONQ3o0nPIbeZ64aCFujFzuYWfK4eGbTsIV5cgDCRDs43hkpPQwTXgqY5iD+ZjkFCnOEyX9l1BlIAYjyTgBz7ZxbxQas+t0mMYD+jUuRJTpk5CQIu0H1hEURYp+seeMArjCXA98sRhDhVlxRg/bgwuung6JtEqXlPTE2rpFokJcPPo1rUTzjzjNFx4wXmYeOI4lJMfNo9+fXtj4knjUKEWaptjLUKkKX/cmJGYdt5ZuOiCczD6uGEoKSJY5kHAY55KWrsnnzzegeq0Z0GbOuJcC3lSGD/2eFw8/TxcMv18nHD8cJQVp+CbCAFp+JABmDbtXPcaywknjMSECWMwYGAf0CCO2PJJEC3t4uaBReFqdwuhj/tp45jzrk0GO8moQhXx0/9xZSX8XywN6KhQam+V+pXawx9wOS5jnUsJ4WjqwVL/IIlax9vIfc+EfnC2H5g+0Jt/UkSSOdFAooHPjgbMx62KLvRK7fn0kTm4wKurBMQAFxkwTtcUIWJPSHAwHYD6+fiET3jJ3nwEch1CbfEGokBPDMMfTGXkQe6D8VoIk4zhyLARIoJUBd1A6IArEMHGIeI4z7AgQ+u47xvyMewD6XQArYrypAKDsrIiAmwPaiUPyCe0gBuJOeRClhPBUJ4wLCB4jfLQX3OL81nnpsivoJ1ioF4QNAv53Q+E8xAgrAe0Hmy6DVsRh1l4lKVxwroL+T1PEPjiyvEI5g3j0ikfln4tU9hOMA4sH5b1QvtFJTiv6JRwvkP5sGRypBs0SaUISxcHxFlR7Hcpg4va43Gh5OOLqQEdG9oyddupPazuHoqZGlkIyUYxYj6tihLC0daB9gVCCyXLvtFlw/UZ5zrcSsG0Pa6maFjdhBINJBr4rGvAch4rHWo9D7CjHzirbu8ekwKST1K/ZjaQwp/QVeTkqC2VcWDq0SUBPst1UB0ZAB+XmOVj3UJuJQXbSixQqBfXU1zjRejzSxAGVciZUkDDHExwBF5yAGqvtHDLUCpsIUCBV0CZsSEIMPDp9xmf8XwYAoIAgM+nAjRIwyPY7dmtGld99VKcdfrJKC8xzNOClBfDI2hIsb6D+w/An9/0DRw3rD98yVNanm7kgLaCayHgMOKDOB+BSUPgw2M+n4g88BnPdogI4y0raeF5hjWwMEYQBL6L9+gXkjEGvmcgIo5Peeklzg5BJAM2lmQReB4CAEEMFPkB/Yb18piPAJ0+Sx2DZCHkgvvU17pClrE/RSyvnQppBjHroYcND3mAetAfkQmFslMZWOoxVokWLAFtlwDMA61sW0zifHE1IGyaQNj/wtEGzqeYbsSYCOBBM+aYj/MWrTtb0LC2Hrk1TWhd3YimdY1oXteQ0FHUQRPLblrTgKY1u9G8oRENG+vQuqsVyAnnumH/Fciydy17FXQLxKTkPqY1oABPSZWgbj6fRy6XI+WRzSX0mdBBNsv+yCFLt51iPuHWPjsY6Yw/WNo+8cKQMu9PGl+gwifaFw0hp4ICAg8kRLUIDqyHgyiW6sPBiFk+0a394YiC6QqFGCJL4aYNyziPIC8oQ+yXwYoHkAfKpOR4LMAbB7qECRID6gLMJvQKm6AuCI3FgVXDAakA1hA8F4C4ZZpFVXkxThp3PIYO6oNMwDgJYWip9mhh9imtZ9cuOGPqKejVvRq+CUkR1HItBPLaBgMwLOQUV0fPeLAsA1pvmpyE9dJhqInqF20IZWsTC3GA+guyrPMrjxLIp6T5lNewMJUljA8oP80IPWCIK49yIBAd/xDopTIKFGsQCsg/QEyxrIBlFqUYFhHlxySw/jFlW7ZJUkWAX8QYD4xirvbbwhVHGUiuo6uBT7N0drs+kDEcWsKx6MYgR4fl+NFqWJ7gGrY3YOvKTdi6rLZAy7dg64qEjq4OtmLbiq3YsmIzNi7bhI0ra7F7x25YtZRz1QTJktRFYWIjuRINqAZERB1HURQ50Ke/RFagHFqzCR1VHbRmCcJzrl+yBON6UFI3JvZxnXaQD3OQ+CT6GNKACKEiN3JtsqfW3nQKMdFm7BEGqksgW/iHFBYxrdUxd/4CRYgNSSIC7xBC621C1MWH6MHw8OAxfX+SOOThI+STgNgdTtTa73PNFYL6yAaIJQUTFMEjGBcvgOXhSUG79hnZ0Ia9NJhQogEOB6J06kFEEHLDbmlt5QaRRZ4WtDw3iHxrDgkdPR2E3LCjXIgwjEh5hPkQCqxi123ug72X3IkGDq4BtYrrmFHLeEjruAN7lmMnIXCDPGpkaUCz7APtj47uwXuykJKA8YIejvlPEQfpYIyBH6Qg6QxiP4W8GOQ4v/MQRA6YC4EhyW33lp8xiMKRXIemAdXyAYk6Fk5gXUTUNdyVdXJaeIi8NEymDCZdBujTC+PT5UmJfbJvqTGDFMTP5E40oFPaeOJGidsYENPWajiihC4SwtHTAe0byBFA5WjF1L5hVXTqI+ZBXZcBDSeUaOCjNCAiECmQ8uqOnNDR1YD2g0ihT0QEhphKCR9x6X7/ESxJ8hdVA3pq07bpQBER9bqJDc+HV1IBr7gSSJcSlBcRlAfI02YbkiJu57F4iMU4sgxb+i3jjix5+NzLp67iA5AowBYflhApigRhZBHFPPSoRTxdDsO+EILx2KQRsw9i8gHaZ0oAdHdH+2XbPYl7jGpA57alhSbmoU63JnB+CwQO8UUxhOMrIXv09MB+8YzhUuuxV9gvvA3Dvu9DaPQ4Rodt0uxD1IBtO7GJCHTcKIGX5bhKiCve0dQD+8Zy7bXOZV3aXHbPh94JGP9Q9Rx7iXEcc78WWCkCUuUIiqvhl3SCX1QJ+KWITBEipPeQdf4UIsmQGC8JRR+ig9Dpizrazw2ZxxHjQ5MBghJawyuo+0qne2FYreLipwEF7TEIrLiD06HHfSYfiQY6aiDmhqQkhHu+58F4HjzjwTd+QoeqgyPK57FnwMO1RRRFjmIelGDZi0p0kjvRwIE0ICIueg/gcyGBSEIiR18Hrjs+5of5mPwJ+xdIAyIE3Ty17d8kaz3ENs09oYS4rwJBpgqpTCekijvTr8CclKmGTzJKRVUAQTtKOiOhD9eBUEfmACRFnQCSpnulXeCVdYWUdoYUVUOCUlgedqwEsM4ibiB0BaALXtLm0pvciQaoASPGAW8RYQg8YBPwufeTQ1g9cCd01PWgABycudpXvh9ASXhggl6FblNfQokG9tGAAvB9Ihhwc5p7uaYltNcafdR0wT5pv0UEItIePKhr2lIS5xjVQPvjrfbma1gMh4WkaLFJI0KKALAIQqu4T0t5KlOJFAFiQODo0y1QJ/jFJIJMPyF8lA486uhA1J7Poy6RqoT1CiAcJgBo0QTE/RkBgRagrpJAr8Kn+hJKNED4zXmr5tX2cdHuMoXR3LeR0NHVBbhBew58s0PYW4Ueor/gSQZxooGDaqAdZLYziIgOJ5K6CYkcPR24PuHiqn2kfnWV1P9hRNT1YclJ2jGvASvcsdSCbrh5+wCtsyBQBy210FdZHGUQSxoR0xIKPlIPMfV0qGTFc9u0cI8GL/YGOhKj9tyWKdaFlMN5PsMfSdWOjgY4NiyJYwUJAUdTB4XJiuRKNJBoINFAAsaTMXBQDeiW7QYIPTxoFvjUo2QYaZhqPDirrRjE3NgSksOqByhwiql6btxCV39H2tgY7hdXYKnxApHDhcAYJFeigYNpQIBYielxQjiaOkimKgfgp3knZSUa+AxrgGjqM1y7pGpHRQPcq2EctCsAPYWX3MIBhwYt3X3JKjgHmAdufxEgcYE/WQc6OdUirsAbBOAFiqCuaHhPH6HtkraYtmDiJBrYTwOcubCcoAlxGh1tPezXN0kw0UCigWNXA7rfH7ut/2K2/DC0KoZIHkaydHOk0BEkhEWeFNKipBTRLZACRP1tbC+2SOjw6ED1KZbwSYG3IwXiDFPHqm9oGnubMewTBeIEGAwnd6KBD9OAheG8/XyQ1lUp/hzV+VDqasGTgKMP66kkLdFAooFjRQMJGD9WevpjtVM3Ch0a7aRh4dahpHHqFgjtsUKfI4FIQiKHRwcQAJRVIOpeSO71ILpwidCr3aeuhhNKNHAwDegBT49uh0LgIVC/fOQHPsVZRHEEMZrT8gBISEm/5+v3GjQthPJZPs6RtuFpNT+hv8aFcYhUJoU83dBG2LW7Di35VsqJ4GseRDAmBkjWhvCM5cO4sI3yEH0y51nkbQ4x83uesE4x81iSHkRjtMeFIfm1Diw7DHOIojw81lU0C/OKlkdirbFo8QLs2LWd9YidXH4CTGvnAWWoXMt8bupRhmpA443yMV3DSlqkTyb1I455hKAoStbwvgReFIQ20kcV7X6mFG5Lp53oTe5EA0dRA5bGHxGOV0cc/RzfMUlXAh26+TCEuhoXkzd2c9/C8z0Yz+N04MxinFtDKEPzCeck1E9+w3mjeQu/MgReFpoec95pHk0Di1c+DZOBM8uiUA5DHdIi1svxCGcdZcckcpAfCKMIKge8wiiEZZrya5yIuDCTyEvZlGPp0/CRJnOkC0jkfx41wFENjxUPSLoJdySPY7adDDcbJeXnUOJAZiISAg6bDnSx4iKF/UlU3yQWJI7AviiQILkSDRxEAxYcLRaGG9ChkMfxZ3zB7sZ6rFq7Ci+89AL+eN8f8chjj2DW7PdRV7+LW1XsyAQeWnMtzs9CCNy50Smg9jlOeQvBswjzt2kAABAASURBVALxiKDaS/t48dWX8Mobr3JzzCOOcxDhJmkiQvI8jB8jzLcgRfCdYfnpQJCPWvDunLdx/yP34+FHH8SMJx7DkmWLkctnYZmX+z1l5WBYjh+wQEpSN50J4LEOsc0DCvKZblgvsB4tLU14+ZWXsHHTengpDyZlELBulmlgfiHQBsFA7MA8WEeLMMwiIF8q5cPyYAHy+JTpU1fgYSUmKPEg0LBGGeAD+hbqn9FgxelIB6J3n5sdBqWYserSSe5EA0dBA8LBHBNMz5s3Dw899BAefuQRPPLoI3j11VeRbc3CcP9vadHDteXhN+ScjqFAN+R8aGpu4ii2Lg6cGwp+PeMhl8uRJ4aIcL2I4Pkesrksnnv+OTz51FPYvn0HHnjgIbz11kzoFYWR4/N9zj1K1DhjDIwRlhkhz0O4ZzyGDdSNdT6yzjrDIvrV9Tzj6rt9+3bceedd2Lxliytf66r10kOFpWxjDIRyjRgt5ojTp1PKEW9GUsDh14AO249Dh78GicQ2Dbhu4Ie0Eeg6aktPnEQDH0MDOnoOlV0339ZsC1auWoUnn34Ky1csg+5NTS2NeOb5Z/ASgezuxt2Eo7rxkriJ1dfXYVfdTmQJko1nkMvnECoIJnjdsm0LGpsa0dDYgJVrVmH7ju3Ix3kIAXdDayO21G3HzoZdaKbFPCCIVvAeKxjmhmpJS5YvIQBfgubWZmymrGefewZvv/8OctyElTcb5dDIutU31WMH69DKOjS3tqCFbVCekLJC1qWJ+etZ70xxEcZNGIeuPboB3A2Vb1dDHXbV70R9Q73LF9Ca35xtRkNzI/IE5UKg39DUgDpa9vVgYQnsG5nW2NgIUeVQB9puEYGlZQ3twPuASpcDxiaRiQY+cxrgWdByLL/yyssEyA/i7bdn4v33Z2Hu3Llobm5GOp1mlS2y2awjEYGIwPM8ZFJpxuXQ0tKCJs6TiABdjEAvTVeg7NKamqDzaNasWVi8eDHBe4R3330XGzZsgALtJqYraT00t2c85HJ5R3oQ0HqotTubbUXMuvoE7Z4xLm8rDwzNLc0sUqBP8Hbv3o2ZM9/C9u3bIJyz9fX1yLHuAZ8CCmPcP+AiN9gGdY40cfk50kUk8hMNJBr4hBpIsiUaOOoa2LZ9K9546zV06lyFSy67GBdMPx/nTzsfZ519JhRMb9+5jRtfjKXLl+Le+/+IRx97BA89/CDeJUjeRUBsCLTVgv7U00/i8RmP4fEnHsWLL7/AvFsR0wKdpVV89aa1eJZxjz45A48++Tiep79222YoQPYIfnNhjmVE8Gk5GzFyOM6bfh6mXTQN3fv0wBKW29DSgN3Nu/HqG6/hnvvvwYOPPoTHKGfl2pXYUb8DL77yAlavXw21fkcEz8tXrcCbb7+JuqY6LF21jDbwCA2tDc7/wMMPYMbTT+B+um+9NxPbeUB4d9Z7eH/O+2jONbs6P/HMk3josYcQMqceAObMn4PFSxYTFORYR58G8sj5RYR7uRz1PkwqkGjgT9VAzMNwFEV8MhTixAkT8N3vfg//7b/9Ba655lquDZ2xqXYTnnzySdx+2+24+6678cILnOO0bCtY3rlrJ1577TXc+Yc7cfsdt+PxGY9j27ZtSKVSaGluwaxZs3H33Xfj1ltvxRMznsAWWqvVog4I0uTZsGE9Hn3kUcdz22234Y033kATDwBap9276/HM00/jrrvuxD333MNyX8Qf7/kjli9fDhHBunXroZb8u+++y6W/+eYbPBhkYWgo0PYoYG/mIeHxxx/HTB4wstmcFksiRCegD3nQx6dwmU+hjKSIRAOJBhINJBr4HGqAexm20gK9Y+d2HD96FDp36YRMcQaV1RU4YdwYnHPeWagmSN+yvRaPzXgELbkWDDtuKDp360ww/i7emPk6Qfc2vP7G61i0ZAFq+vfFgEEDyNeMrTsIxmmpVgv3My+9iM27tmPwiCHo1a8vZi+Yi9ffeoN8LbSch7RbxRBunkAM4xuUVpahuLwEeVq5Q0LiPOnl11+hlfxt9O7XB8efcDxiEztQrpbu2q21LH+hA98K2t+f+z628hCh4Hzx8sXYWrcN6zauw2NPPIaKzpUYRsDfrVcPKN/CJQtR31yPWQtmQ2VtYb21rJdee5ny6rFr9y68P2cWWlpbWU/rHpfHtIiLFEA493N8fq6kpokGDqwBfV3D9wMHcCsqK9CpUzWpM6qrq6BWZQW8b735Fnr26onSslK88soreJpP03bw6Zemvfzyy+jStQu6d+uOGTNm4P77H0DdrjrMmz/PAemGhgb07NETtbWcq4sWOcBseQDQV1xeJ5DfuGkjevbsieamZtx88y14k2XV1dXh3nvvwwsvvoCKigqUl5XjRfp//oufE4SvxcaNG3EnQfq6tevQqboT1Pr+xz/+kRb9991h2fd8NDY0EuTfg/fee49tM+6AoHM2jiN38CgcCg6sk8MZm4Dxw6nNRFaigUQDiQa+QBqwbEtMAFxO8FtF0J0uSsGKRRjnGRujR6/uqOpUhdlzZ6OxuRFf+cqXceJJJ+K8889FDUHxipUrsGzFUsyZNwsjR43ElFMnM30CTpl8CnoR7GZzrWhsacJmAuNho0Zg8PBhGDN+LAH9CFqy16KFj43DUN8l9blRClpzOSyjxeu+B+/Hf/38p5i3cD5GHH8c9HWUufPnOhB+4qSTUDOgH6aePhX6Cs362g3o2acnNm6pda+eNLc2oa6xHv0G1iD2APd6C+UuXr4EfsrHqNEj0ad/H4wYNRxBURprCdL79OsLfd1ld3MDVq9bDQ33YfsWLl4IteC35lvRr38/lJWWusfyYoyzkKvlzerOjuRKNPD51oAYgSEpGJ5B6/U//uM/4u///u9o1Z6FXTt34rHHHsPkyZMx+ZTJOOvMszBixAjo++WvvfY6Zs+ejfHjx+G0U0/D2eecjWnTpkEt0fpkbebMmSgpKcEVV1yBSy+9FFdffTX69esPvTKZDHK0VPfu0xdXfe0ql++aa67BiSdOINh/2b3CorJPP/10XDj9QlzC/GeeeSZKOQ9znNPz583HkiVL3JO881nmFZdfgbPOOotzM3CH5mwu60D4SzQGXHLxJaz7KQTjAYu2jieTziCTKWL4yN/HLBg/8qpNSkg0kGgg0cDnWwOG1l0xgobGRjQ1NTprFQjD3XvQBJktrS2op3VKw0VFunFlCJrBjcxD586dXZ7m5iZ07tQJ3bp1c/lFBGpVKy4udry7mH/psqW4m4+Y//V//y/8z//5P/Hss89C3/Gs0/c48zlukCmopQqxdZuoPpretmMbpkydjGEE8PrO6e7GBsx4Ygbz/wt++O8/xE/+678IoJtdXfr2q4G++7569WrMX7CAnWLRu09vFBcVwRgDfYdUZbz7/rv40Y9+hB/+8If48X/9BAsXLUBTSzOqaQXs0q2Le491Li15w48bTtB+PN57/z0+OdjK9E4oyhQjn+chhVZxS1K5nlc4RCC5Eg18zjWgB8swDOH5HgYM6I/LLrvMgeOBAwdid8Nu6Nx65JFH8M//8i/4p//xP/DEE09gx44d2LlzB7Zu3YqHHn4Y//zP/4x/+Id/wIMPPujm8apVq5y1WoF7jx49OL0tyivKMWjQQARB4NaLKlreR4wYjurqauia0alzJ2cB37Jlq3vVpYL8/fr1QxHncioVYED/AfQXc81Ic30R9Ojew1nc9ZUYzXvuuedizJjRBNkZ6Hvj+trMpEmTMIEAX7jWqfU85vzNc91pzbZC17ZPo+vMp1FIUkaigUQDiQaOcQ18Lpuv72RWllegiBaqhfMX8JFuA/LZPEKCzg3r1+PF51/Aju3bUVpSilxrzgHzLC1Z+sh5146dLr6qsgpq3aqt3YSYVm79JZEtmzejtaUVuumV04rVr6YfzjvnXHzzG9/EN268EZd/6QqcecYZ6NqlKwI/hTiKEDFvCQH8yBHH4fxzz8PgAQOxcf0GhLk8imnBquRj6imTp+CbN34DN95wA66kpW36tAswbOhQJ0dlqZVsxbLl6NOrD7ReutHS0O/klxYVY9Rxo5xl7tvf+jZuuP4GV4+JEycSIFSgd+/eWLlqBTfwetTU1Di529n2VatW8/F5L5Tx0bxawZVEBApeLB+zA/Zz2fdJpRMNdNSAiOF0sfCMR7A8iNbpE3HaaaehvLyc60MR9DWQMSeMoeX5TFxwwTScffbZOOecc9CXVu0KriHjThiLs84+i3HnQq3Xl1xyMYYMHgIRgc4jBcaeMWhtbYW+9qLAXw+0ra1ZKPBu5qFYLdn6Jc0srd5q/S4uLnGvm7Tzax49GKir80+/VKpfFtf1iMUgz7ViFQ8Am2s3u7WnmOvJcccdh5UrVrKMLS5ORNzrKb5++ZOHaV0D8SlcCRj/FJScFJFoINFAooHPowYsLdHdu3THhBPGY8Pa9Xjj1dcxd85cvPX6m3hqxpPYwk0t5aUwdNAQlBaV4PFHHsf7776Hl55/CQrWhw8dhn59ajCg3wDMmz0Pr/OR9Ttvv4OZb87Ets1bkfIC9KD8wTUDsWXDZuzasgO16zZhyfxFaN7djEA8pAnGo3yMFF0bAfruapfqLjhp3Emo27ELa1asRlGqCONHj8W22i1Yt3odmuobsGzRUqxesQpFQRGqSiswZMAgrFq+ErXrN2IAwX8pwbfEQrl8LB1Zxg1ACa3bm5i+lXLWrl6DlctWIM9DhtZzQE1/7Ni6A/pgoHNVJ3QilRaXYvuWbejVoyd830NyJRr47Gjg8NbE0GosEOitIFl/bYQPx9xPDVZWVbrXT/RwXcO5pU/FFAB7BLODBw/G0GFDob+q1LVrV/To0d29Fx74gQPyw4YNw7Jly/D0U09j1uxZ7suZ8+bN52E2JkUgNsb7fAL13HPPQ3+55blnn8OsWe9j/LhxUCCtT930SZp++XLevHl4nnx1dbtcvm7du/EwH7h3yhctWgx9j/3uu+/GqtWrnIFArelXX3U19B33u+66y33pE7zUKq+A3vMMQ5/O/emV9Om0Jykl0UCigUQDiQYOkwb0C05lxWUYM2o0zjj1TORa81i5dCU2b9qCQQMG46JpFzkrc4+u3XHJRZegNFOCJQuXoH5nHSadOAknTzgZnTt1welTT8OwIcOwmYBbwXJVeRVOnXIqrdtD0K26K8445VTUdO+DNUtXYcOq9ThuyHEYf/w4ZPwiKGCWyMBYHzV9+qOmVz+keQAY0Lcfxo8eDwmBlAkweeIpmEiAvn7VWiycs8DV5bRTTkNFSRkMQfcA5j1p7ImYcvJk1PTsC896JMGIwcPQq2tP9O3ZBxeePx1hSx5LFixGw67drt39mS/tp9GtU1ceSiZg4viJrFcanQnGTznpFIwYOgLafhEClcOk90RMooHPmgYUaINDvG/fGj4J6glwvOuTn5gHWX2F5Ctf+QoPpD7u/eMfMWPGDCigPf7449G3pi8uvuhi9wXLxx59DPd3R87oAAAQAElEQVTff7+zsE+ZMsWB4EmTJuHkk0/Gu++9i/vuux9r167FOALtQQMHQsHygAEDoK+W6GswCpjffOtNnDDmBKiVvUZlX3IpSkvL8Phjj0PfQ9eDgMpUt1evXrjooouwccNG3HHHHe4XXYYPH46RI0eiorICehDoP6C/ewqm9Z0zZw70XXM98BvjOUu5MQafxvXplPJptCQp45jVQNLwRAOJBo6MBtQyrlSSKcWIYSMw7ZxpuPTCS3DJ9Etw1mlnoWe3XohzMYpTJejXux8umn4xrvzSlbjy8q9g9MgxKCOQN5GguqITzjnjbHz5ii8T8F6IqZOmYvr5F2L8mHHwYoM+nXvirFNOx2XTLsZXLv0yphLkVhSXw4cHKNgm+PaNjxNGn4DhQ0c4a3c1Af3EcSdizHGjkUKAknQJJowZj6+w/Glnn4/p503HoJoBDrinJUC3qq648NzpOGPyGagsqYAfGqSZb/q5F6BrZSdkTBpD+g3C9HMuwJcvvQIXsX5jRo5BeXEZTCgE9RW48LwLcLID4xmkJMUDx8nUyfmoKquEuP+iieRKNPCF1ICIQIHptGnnY+rUqQTApc5yrU+E8vm8A7bXXH0NbvzGN/Cd73wHX/3q16BAOp1Oo1///i5800034abv3ITvffd7GDR4EDzPQ2VlJaZPn44f/OAH+Na3vonrrrse3/ve9zDtgmnuvW79YufXr/06brjhBtx44434y7/8S1x+xeXu1TNjPAwdOgTfZJk3ffcmfOfb38EVX74C//RP/8T4oa6Ok06Z5OTddNN38O1vf9sdDLp06YpOnTrhata3Z8+eqOlXg29QxvTpF7JOPrQ9nmdce0UEn8ZlPo1CkjISDSQaSDSQaODzpwERgYJgRKB12aCkqATlZRWorKhEUboIhn+aHuZDZFIZB74ryspRzLR0kEIqSAO0SitQ1VdJKssqUUZLtcpR1/cCx5sxKZSmitCprAqdy6tR5KcJkz2o9dpYgzgfwYYWxUWl0F84AP0pAmwFyqWZYqR9wnHxURwUoYIgvmfXHqgoKqMMH8hbB+iFFrzy4lLoqygplhsQ3Odp6a8srUQp5VqWkaKMqvIKVJSWo5xUzDoJyzIQHgwMtA1pP+UAvlAnEgOlfBrg83E8PuYlH5M/YU80cDQ1EMecR5wHJcUlKCbpO9n6XrW1FiLirN2lZaUE4P3d9ysqKioYDxT4PPdKin5pevCQwdAvUuprICJC8OtBAXnfvn1RU1OD6uoqx1tKa7fmVQt3RWUF48owcMBAyh9IfzmEFusg8B1g1y951tT0Q9duXaFrU5cuXVBWVgYto6ioGFVVVa5ONZRfynjAOqt7165d9gDuTtWdaL2nXBFn1deywSuOOcnpHunbHOkCEvmJBhINJBpINHBkNLA/oIvF7inIbZIa1L2EG6l79NqWqvn2p7akfRy1iusXJ3XTM9ykhNZfjVNwzP0MCsSjMKRVmNtbFLsN2aDwB5YbEaT7xuOOHDtehHTFg7A+Qv6AaR5lGgjBPmBYX6t5yAPyUCAMgS73e/fPP2wYwVAuJVCmhdbHaH7GBSzXUqbK8ujXOqqr/FpOQAAes3zDshSIW/oDyjYWDrAbyvGYT+ujoNzjIcAwTutvaL23BOVarqYr+AfLyvDQoIDcEsi7+lLUodxCJpUtLFtYhrYz1hfiValMs3SZRF9yJxo4FA3oiFI6FN5PxmMIfkVYBm9j+KFjVCcmB6qCcgWvgR9ARNMAzzMwxsC2gVlhsR7nW8Q5rNl88jLKAWZ1lZRfxKCQVxwotmRWQOz7PtKZNFpbWyAiUF5NAy/1+z5nr/E4DS2UXw0EHi3vZCUH4JlCmnVfqhYXZ7nGaF4lNgPahlQQwLJMQFwYH/MSKcj+mNm48nxYjiQt0UCigUQDiQY+sxrQZV+J+waIFxGJBW3IiHUzIVg0dCUfw9I6bMSHcMn3uQF5jO9IZr+wpnEbJbclAZou5HFxdH1uOBJFiMM80wDhhqvpzqVf+TzyaD4ni2UajWdeYb28GAgIQlOsUUwwHxGI6u+XqwwDXtwwiYURSkzDdgjri9sgPVq3fYJoBdhsqiubCWCDoRurJ4YS4fy+bsQUJYzRzbmwwTKCu65uusQSzC/QQ0PMtihgF8pX2Qq4nbZYb08t+6y7xhnW2RHrr/GBlqc81JJH0drWQyHDOvjsMD/yoK6rP3XACiGmyT1iL8bQPwpVRUQGYNkMJXeiAehYFhGIFOYFBBDhB47gxbnLglmAQP8U3KqrQFZdDTPRpYkIYs5zEYGma5qIgIMYZIC6GqIHRnRsM4bzSJhoOdc0Tp82uXyM03glqzwqh/NH57Tmb48vpFGO1pMJxggDvJlH66DEGCfNUIbWj2yufM1bSBeIiEYzXmAI4MGy8LEuYT7j5BjDlbCtPviIy3xEepKcaCDRQKKBT00DSUEfUwN7NgpufsxqsXcj8cSD0JpruLkYzxDvxVA8FzOsfOq2k2Vcu3+PS1nqd2n0q8tdhjJYVhu/xikpn6YRo0L9Shqv5PzclDQNwi1HWEeShrlPOv5Iw23UnkfzaXxIdufnpmbb2qjhPcS67fFThmUZTjb9cRupHKX2cNwhj5ZXIOpI+dvT1FViHChTebS+lnER6+Jk0a9hlyZ79eLSPizs2sGcbBvZoKSWP0bDuj+CCAYsiUH9LEQUfMnnMa4BEQ6cjjrgePy0Bsh+JXesxR6/QJxfnCvO7z44oIVxShpW13BtUP9HkR5AlBSoO15tM+U5f/uHhhmvcoVztj36UFxpY9IyRAqhwmdbwiE7nMGsg8ppJxGBiHyoBK6MH5qeJCYaSDSQaCDRwOdMA9wLAK79Ia1M4ONbcKXPRTnAE1qbCxSRYQ9xo9gfQCrAtORRd/+0JPwxgPcBdKv6CxEjohVc/wOoFSBIBa7P0OFidIdQ4j0CGvjciRT54KhQK7Hl06TPXWO+oBW2XICVtF+0iXrg0LD6D0bmYAlJfKKBRAOJBhINfN40UNiooziEPlIWH/CLfEggyMV5xEagwM9yQ9+HFHQnBHf4+FT0wO4RSzAeI28jmMCDTzAu7B9h+QX6vI29pL6flgZExBUlIvA8D6Ab62MbJNfR1oCCbiWth7oi4vpIpNBnOMhlDhKfRH/RNJC0J9FAooEvngba13cCO21cIaifhaXdeAZFZUUoLitG7Cv4ixzgVN6EjqIG2EWRsXxKEQE+UFpR6r6cJmKAg23azIPkOuY1oACvXQnGGOjrTZ4xEP4huT4jGpA99RARB8a1r/Ahl/mQtCQp0UCigUQDiQY+8xqwrKHlVlzYAIQ+/fKTWr5BS2u6pAgl1WXwMj5CWsyFwF2YgzZy6BcmlfSLloaWNe8w0jEli4+lVYeqy/1JN9mOum5PtxIRjIcIilMor6rgE4w0wI2bHwAEaKM9UUiuRAN8osKxpnoQESjAU8u4MR5EBxr2vey+wSR0BDRgad7YSyjMWk5fEYGI7AHiIoIPuw7QfR/GnqQlGkg0kGgg0cBnSgNta7xAYPinn9YyRCAutJgZ36CyaxUqulYiNpG+Ng6PKz+TAcSwMa2zJLExwfleMnEMR+QxCeFDddCmO6evdr2py3hfgICa9rlpOz83ZY9x1mNk2qCsuhwllaUQRrLbGCmuJ4Ulqo8BOEJyJRr4oAYM53iQCmAIyK0mCz9Izs8xxxDc+GHcF9w9Ku3UJxX6yywx57v6LRUfRTH0SqVSUDLsIw1/GJkPS0zSEg0kGkg0kGjgs6wBrvxt1SvstcL9tn1Zpz1WAGssgtI0OvXsjOpunaCvRYQ2j8iGBICAFwjgWYhPomvI70j9Sgbc6BPS/fRgJATWhrpyOlQ9thN1GVHX1sTULyAMq0Vc9e0VeSjvXME+qYZP6zixdzt0Yh+SF3AukivRwEdowIiB73kwIu4nBfWf3cR6wOYIUqutAsWEYhxOHVg+RbRE3iICMSTVNQF5zFnseewP33evEBkuGiKCj7rMRzEk6YkGEg18xjSQVCfRQLsG3Bpv20NtrkYK1Moai6VNm+k+UFJVSkDeBWUEgF5JCnk/Rt6EiOhagsc8wbkjhO4v7z7Vv9enoYQ+qAHVUB4RNbYfSYSYID0i5ZnaGmcREZinStIOhHfr0xVF7BdwJ+a+Du7nfDqBA1/arQdOSWKPIQ2I7DsQRASGYDBIpZBKp+H5HkQ4/zmgIgJy8FKwnpDB4dQB2A0KxqleiAj7gPKNcYcitYYreXpAYhwO4eIScAhcCUuigUQDiQYSDXwGNUCgDSWtmkCwd0nXWOEmbWmNJSSEJSAsqipC537d0KmmO0q6VkFKUwhTQD4tiIoMYqWMQdRGId0w4yFkfELmoHqIqSfV3wd0xPhcyjodoyRAqqoEZT2q0alvN1T37IJMRQmEByW3qbPrBIVLXaVCiJ/7BBj+lO+kuM+WBkQKA0LHjYhAra8K/FJBgEw6gzRBeUC/MR7AVQFujdAVIaHDpQsBIMJPHnrAS4zAp871QJRKpeG+WEswLkIepn/Uzen/USxJeqKBRAOJBhINfDY1oJvrB2umsbpHqHXceB7Eo6XMA+KUgVeRQkWvSvQY3ItUg64D+qBLTQ9Sd3TuSyJQ70rXEf0urS/TE0KXg+mA+utMcrrq6Pbr4XTapX9PdB/UB72G9qO+e6CkRwX84gAQANzExRcId2PXZ4z64O169IPRScwxpwERcW1WIK4eEYGI0MsxQscPfGQyGRQVFTs3k0kjzXBCPKQcZj0UZYqQKSLxAKQ6V12nUgE8Pp0wtIiLsENwaBen/6ExHhtcSSsTDSQaSDTwedLABxd7jTF7NoHCBg1GWrHQ1yVCH4gIyv2yFMq7laK6VxWqe3chaOyGLrSad67phmq6jujvVNMFCX20DrpST137dUFH6uLiuqNT707UdTmKqjPwywMgJbAE4NAd2JEgJhLXw9MHRx/78IORSUyigb0acPNdXFi9nhH4nkGKwFzBYUJ8KkWQfLj1EKR8OJnpAL7vwygA52IrricKH+2HpkLo4J+6DBw8NUlJNJBoINFAooEjp4E/WbIu+7qMy54tQChTY7gfE+sJ4+HIMORxp6bRBj4ZlDxP4BOYBxkDn2SUigxMR9K4hOB0czA9pKkzJerSdCCPcapXdU3AvmgH4B4g6qf+tXPYLYwAjNAhoe0qeAufUEYkV6KBggZEBCLiAvqpY0dJ/RqpSYYRhp6EhHPrCBA6ygS4rDIG+1wisk/4YAHNe7C0JD7RQKKBRAOJBj7TGtCFvp3gNoL2kC7u7X5hioi4zULjPX4YEqPgiP49iYkfn0gXAuDDqINeRf378RojcH0BQABH2HNpzJ5A4kk0cEAN6Cj5KErS4ebWYdEDhfDeK48BncP4BJcuCZ8gW5Il0UCigUQDiQYSDSQaSDSQaCDRQKKBP1UDCRj/UzWY5P+MaiCpVqKBRAOJBhINJBpINJBo4LOvgQSMf/b7qcc/FwAAAJlJREFUKKlhooFEA4kGEg181jWQ1C/RQKKBRAOfUAMJGP+EikuyJRpINJBoINFAooFEA4kGEg0kGvhTNfBJwPifWmaSP9FAooFEA4kGEg0kGkg0kGgg0UCiAWogAeNUQnInGkg08FnWQFK3RAOJBhINJBpINPDF1UACxr+4fZu0LNFAooFEA4kGEg0kGvi4Gkj4Ew18yhr4/wEAAP//DMAgkAAAAAZJREFUAwBi9Bx3vZY2KAAAAABJRU5ErkJggg==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762" y="4261065"/>
            <a:ext cx="6766100" cy="301238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967728" y="8480453"/>
            <a:ext cx="3621024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Чимит Мижит-Доржу</a:t>
            </a:r>
            <a:endParaRPr lang="en-US" sz="21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mist/intro-image-right.webp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QAElEQVR4Aey9B6BsWVXnvfap+0J3v845kEFA6AZEEIcwpgZRgkpQoZvQTTdNEGYMM+PMN8E0ozMqSBiHcdRxJIiSFVCyoiAime6mm87ddM7xhXvrfOu/q3bdUzlXnVP1u6/+tXZce+3fOaeq3t731M3OOPPleW+d7eUFnXFOfkZRZxbqeqVT2151lOVnwAAGnAOcA5wDnAOcA5wDnAOcA5wDnAOcA2t7Dpz5klfkL3npOflLX/bKll728vPyol5+9qvyXjrrFa/Oi3rFOa/JR1B+zrk/N1DnvvJ1eVGvPO/1eVHnvfpf5YP06tf867yo17z25/Nx9Nqf+4W8n37udb+US697/b/J++n1//rf5v30r37+3+XSz//CL+f99Iu/8O/zcfRvfvH/y4v6t//mP+aD9O/+7X/K++mX/91/zqV//8v/Je+n//DvfyUfRf/xP/xaXtR/+o+/nvfSf/5Pv5EX9V/+83/NB+lX/st/ywfpV3/lN/NB+vVf/e95Ub/x6/8jH6T/+hu/nRf13/7r7+SD9Jv/7XfzQfqt33xD3k//47d+L5d++3+8Ke+t38t/57fb9bu/86Z8kN7wu2/Ox9Eb3/iWvKjf+73/mRf15jf9fj5Ib3nz/8qLeutb3pYX9T/f+r/zcfT7v/8H+SC97X/9YV7U/37bH+X99Af/+49z6f/8wf/N++kP/8+f5IP0R3/0//JB+uM/fnte1J/833fkg/T//uSdeVF/+v/elQ/S2//0z/JBesc73p0X9c53/kU+SH/2rvfkvfTuP3tvXtSfv/t9+Sj6iz9/f95P73nPB3Lpve/9YN5P73/fX+aD9IH3/1Ve1Ac/8OF8HH3ogx/Ji/rLD300L+qv/uqv80H6yIc/lvfTRz/y8Vz6649+Iu+nv/mbj+fj6GMf+0Re1Mc//sm8nz75iU/n0qc++Zm8nz796b/NB+kzn/m7fBT97d9+Ni/q7/7u7/Ne+vvPfi4v6h/+/vP5IH3uc/+YD9LnP/+FfJD+8R//KS/qC1/4Yt5LX/ynL+VF/fMXv5z30pe+9JV8HH35y1/N++krX/laLn31q1/P++nrX/tmXtQ3vn5+Pkjf/MYF+SCdf/6F+SBdcMG38qIuvPCivJ8u+ta3c+niiy7J++nbF1+aj6NLLrks76VLL708L+qyy67Ie+mKy6/Ki7ryiqvzbl2VX3nllT111VVX5VFXXpNfVdDVV38nv/rqq5u6Mr/mO1c1dM01+TUFfec738l76brrrsuLuv766/NRdMMNN+SDdOONN+ZF3XTTTXlRN998cz5It956a17Ubbfdlt82hm6//fa8n+64445cuvPOO/N+uuuuu/JBuvvuu/Oi7r333nwc3XfffXlRe/fuzYvat29f3k/79+/PpQMHDuRja/9mvve+/fl//++/nb/8ZWfnZ57h+5wvfll+pu93vuQlZ+Vn+v+1pDPS/7fTfmXTnnmG+pzt/xf1ft5ne49UZa5mu1b/5KdiNjN+1pgAU4cABCAAAQhAAAIQgAAEIACBRRMIIVgIYdHDMt5aE2DyEIAABCAAAQhAAAIQWAUCwbJazf75S/9s3/zGN+3A5gHTT1bLLPg/izJ+nEDm6nioSGoW556WmlkMBCCwIgSYBgQgAAEIQAACEIAABCCwcAIhhNaYIfj/t1u5dUqUa94hN5OMHwj0JOAnSFv59jXcVjxyZgnn/8ix0RACK05g2Br3sPoVx8P0IFAqAroepVIFRTDLJ6DPUcH27t1rH/rQX1q9bpbn/tnMH3ldn9m8XvkUqM4hKeW7rLe3pK7KyhdoZvOZRHDy0ny84xUCEIAABKYgQFcIQAACEIAABCAAgeURCCFYWNvN39AEn2wzi4FA6QhoEdHXtkxWSgFy7iYS2GoQWI0odQ320oDZaV06aUAzqiAAgUkJ9LomU9mkPukHgUEE0mewYB/72Mfs+uuvN+315v5/q3jmpepBLkaq889/K/L+UdgAVlLqIJAm2mm1a96pVlcH1EqTgAAEIAABCECgRAQIBQIQgAAEIACBJRPI89zyfJ3+36y1hqS0MiOrssUfDN3tW9TiIxhvxNxRDdJ43mg9GgFdn1pKVGs/ACbpfJVUJispPUxqV5Tap7zSCAJrTCC+GOt6GyZdj/3UwS+tYau419p1KhtUH+8GU4PKiwlAYE4ECtdjvI4932n7fnjx90Bdh+laTdb0OpDC9TYpiYVAJKBzIpju8r3ttlvt45/8dDxjQpZZFjeAM8vN5R/ZdOrFLnpK51en9bYWpUZJGqPezMhKzWxFjWY0p9AFR5qTe9xCAAIQgAAEIAABCIxJgOYQgAAEIAABCEAAAoMJ+CJ2bCCrdS1ZKRbyBAEIzJTAPK8tv37Tgv+4Mc8zrHFjoT0EJiawgI5h2Bhq0KlhfaiHQDuBEIKFEGKhXp7f85732J133OFlmW8C51b3Km36qi42mvqp6MnfS0ya2ulSHPgGsD+KO9367YuilhIWg0IAAhCAAAQgAAEIQAACMyWAMwhAoBQEQgi+WBFKEQtBNAhkvsYjNXI8QyAR0HUqpXzTaoWxmexttM7Wu6ZROqy+0YpnCEBgHgSGXX/D6ucREz4hAIHeBHQ9Sr1rKR1CYIWq8/jtSbkF//eVr3zVvvhPX7LcP49tbeU9ZqlzpqgeTYpFPfdCQ7FFpdMiUekJEDwEIAABCEAAAhCAAAQgAAEIDCZAbTkIZBn/BS/HkZh1FFp8kmbtdzJ/iqSoybysc6/iol8xvc5MmDsE1owAl/6aHXCmOx4Bfcpo9igkmyUdRg061dGELARGIKCX5dtvv93+/N1/bltbWyP0WO8mafbb//tMO92pZphNX6FRtK0+cpvUKiQBAQhAAAIQgAAEIAABCEAAAhBYSwIhBKvnWgBb+PRLMKC+Ni0pMZBV2Wjh5XmjbT4hQ/29sHiXb13jto+pr42T2ktHzbm/9Dfv4tfDKc5Ojeqrd7vkvp/NfUVskHp7pbRIoJ7Or9b5oTUtBxsbySofM2Y6EOlYa03M0o/aSMrLSkqn80FpSXlZSW2a8lNJJauodN0mu4pzLPOc9Pqn+KrBXxeC1Lwu4rdWKq3rsJdyy3NtBNQbtvOa7FrvLlx/qhOYNnl99OHWFEeybY3aMvX0+jHh+1ObMzIzJ5DO+2RnPsCcHS73/ErXgK6DolQuNa/Jfh9C9H7ZU+5L15muQakvQ28X32/7Nlj7inReJ1s1ICnuZAfG7/+X+sAHP2g33nSj1ev1+HFMn+0zP4dClJnOyNzfE4qyPj+5n4OSuW0pttV7jhKyRamsetIMqhc1EU9JgO4QgAAEIAABCEAAAhCAAAQgsGgCWpRY9JjlG08LhooqWaXR/AjgeXIC6YpNdnJP9IQABEYloPcGqbO9rsNOdbYhDwEILISALsXWQMr0UqsBCQhMRSCExvn1xX/6ov3933/WrMdbRKOFxQ1g46eNQGa+Ox7VVkwGAhBYWQJMDAIQgAAEIAABCEAAAhCAwFIJ1Jc6OoNDYHQCQ+6b0Jpa6w7F5HVIn9RsEZYxIACBKQhoS0HXs+wUbugKgcoT0HUgcS1U/lBWbAIhBMvzYHfcfqd98IN/aZsHFvV/CJ3vFYPVJ9zeM+m67blPb4ohAAEIQKBSBAgWAhCAAAQgAAEIQGDxBEJoLJiF0LCLj4ARITAfAr4mZ0nzGWGRXnVLSacmGX9Ri5OTxEafdSLAXIcQYP17CCCq15uA3sv0nigKSkvNfNOopnE7pgo61agd+JyuwYGNqFxnArmfVvv37be3v+MdduWVV5pnTZ879adbktaZzyhzb98A5qIbhRltIAABCEAAAlUkQMwQgAAEIAABCCyBQAiNTd8QGnYJITDkXAn4cdVKlNS6E1RLLUUNDkBLqmkRS246Nbi3WfDVsEGyOfy0YpyD74W7jPD8KETrMK0oL+8ZUDq+qlSbooplSiMIQGA+BPz1N37hp2zzmtRd+UX1GnjY+rf6x9fzXp0rU0agEJiQQHo/69W9eZ21rrvm+2V6/+y0rQ8Lfo2mdMutxmllSECgi0B9K7csZPaZz3zGvvGNr9uOHTssZH4uhZpZ5grBzNU8C42f3gR01faoqXtZkid5QAACEIAABCAAAQhUmAChQwACEIDAMgmEEHx9os9/v5cZGGPPiEBwP5KbEjwUSVHzCiktuMlqjK61XRVWQmkG/YIdVt/ZT+tpnWXkIQCB+RBIr3aTeC9cq52bwvGyl+9J/NIHAssmMIPxtZmb3CgtpbwVro1CslXdllCDpLYKz+galDw5i0e8bmfhCB9lILCxsWFXXX21ve/977fNzU3TaRdCZvHzpvlP87RKeQ6/M+nx4H+gPaBQBAEIQAACEIAABCAAgZUhwEQgAIGlE8jz3PJ8hgtcS5/RtAGwFDEtwTL0b667mWwZ4iEGCEAAAjMlEHcV9H4lzdQzziBQfgI6/1OUSkspPzOra0ualUP/RMIuoNmscC7JTz3+lymzm2+5zf732/6P7d233za3cqv7OVjX8ZWWFFsVh53lFVbF+RMzBCAAAQhAAAIQgAAEIACBlSXAxJZLIARfiFpuCCUcPTFJtoQhEtLIBFbjKA6bxbD6kXHREAIQmJiAVvx7aWKHo3fUsKO3piUEVpTAKO+FulikIgLlk4rls04X4tNws3aPv8UR8OO3b+8++7N3/ZldffXV5tmoVgCFQx0r1KBVSaKTQGbpKy5kW7WZp5I8yQMCEIAABCAAAQhAAAIQgAAEIACBgQRCCBbCttQ4hEZe6QWrRMOl9QXZ0IxLVvlmdo2NKGS+eCXpGxY7lTuqQRqEzt2abqToJ9UP6t+vLsWo+pROVmWVUoTrRyFah21FeXnPySSiPSsphAAEZkZAr1K63mT7aYTBtO6d1GpeuL5zT0utOhIQWFcCfi2YpPnLJum9UWX9VLg+0/tp+mBQtK3u8tvKTJiQjyTFV5DCmdAr3ZZFoHEsc9/V/eCHPmhf/frX4mdYi+dj5qUWpeiCP8XTSrYgT/LoICCqHUVkV5cAM4MABCAAAQhAAAIQgAAEIACBRREIQcsTixqtQuOwKLeAgzXCEH56ao12hJZr0sSBtG3+Kr8mU2eaECgtAd4wSntoCAwCpSTAe3cpD8vQoHTcGvrUJz9lf/3Rv7Z9+/ZZ/FhmhR81Ubb51qBskopRNwE2gLuZUAKB1STArCAAAQhAAAIQgAAEIAABCCybQFyw8aWIaJcdDONPS0B3X0zro/z9K3iylh8qEUKgOgS0u1CdaIkUAjMi4J/VZuSprxvddS/1bTBuBRfruMTK0V7nmh87/7j1T1/4on3gAx+yXL+hGGoe3vadvyryAh5jEhDdMbvQHAIQgAAEqkaAeCEAAQhAAAIQgAAEIFAKAr6+Y/pCt2hLEdEMgvAVq9aX0s3A3ZQuUjSyA115g2k3cLUYlzRwrEpWOiCdq/HY6itoKzkJgl5DAqs15SneLNJXPsuOpP5sDwAAEABJREFUC0XD6gUy9uX6Hxcf7VeBgM57Se+FVZmPYpWqEi9xikCeN47Zt799ib397W+3e+671+r+GqxSSW2ilEmKBTyNQoAN4FEo0QYCEIAABCBQXQJEDgEIQAACEIAABJZMQAuISb5y44s6tjKbappPU5bm2Gmnwx/3IJpD9EqnDdh+Vgs//RQPxQThtcaaoG81uugYOvR4nvaKOBHtVUcZBCAwOwJ6ldL1JttPHaNp01bqKB45G/um14CRe5WlIXFAYEoCOvel5EbvhSk9jvXrtfVhoTPt1/RM7vxVnEmKsyAfcpxoabsMAn4eWGZ5PbdrrrnG3vLWt9g9e+/zT15e5uUpIh3KfkptsP0JiHL/WmogAAEIQAACEIAABCpMgNAhAAEIQAACZSOgxTkt1smWLTbiGYeAjmCS+qV1XqWrLc1KM5BNUl7nraQ0ggAEFktgkuV/Xa9Jk0Sr61/9ZSfpTx8ILJrADMfTb5y13E16HUxy3bYGHTOh69SVhhyzN82XR+Dqq6+2N7/5zXbvPffGIDo/T/pR9U3hWGXp8Mo2SngeRoAN4GGEqIcABCAAAQhAAAIQgEAVCRAzBCAAAQhAYI4EtPiWNMdhlug6zU62XxhaVkvq14ZyCEBgOQTStSk7SQTadlC/ZJVGEFgTAtqFa5tqBa6DQW/XbXNZ0UxlpqXX5Mw3czO76cZb7I//+E/s5ptvta2t3OquoJrgz1lBnq/M9EoWaFayeAgHAhCAAAQgAAEIQAACEIAABKYkQHcIQAACiyAQFjHIwscozqqYXnggDAgBCCyVQLr+k11qMAwOgSUT4DpY8gFYueFvvPEme+Mb32i6Azg0v/K569cMVCAZP8MI9KtnA7gfGcohAAEIQAACEIAABCAAAQhAAALVI0DECyXgC6K6S0aKi1daZunUdAHJ9SDpWxoHabrRe/dO46k2pZNVWfWlY+jHNk5EVlKZFAt5ggAEykpAf1tUGie+UDdLsvSTrnvZVIaFwKoT0PucpHnKJnEdiAiahkDjXNLf/NXm79ve9r/suuuuszxk5q/Abs10lknmm77xc6VZqyyWGz/jEhD1cfvQvnIECBgCEIAABCAAAQhAAAIQgAAEIACB+RDQkpQ0H+/jebW2hbLyRGUV/En0ZKUKToGQIQABCEAAAhCAQIkIXHPNNfbWt77FLrvscguZb/7mvtvbJz59+krq04TiIQTYAB4CiGoIVJ4AE4AABCAAAQhAAAIQgAAEIFAqAixFlOpwTBGM7s6YonsFulbsXK0AUUKEwMII6C7gpFEHVftR29IOAitNgPe/lT68C52czqXMspDZtd+5zt7y1v/p9nrLsg2zPFgWtMVrrR/lklqFJCYmIPoTd6YjBCAAAQiUmwDRQQACEIAABCAAAQhAoFwEtKSjiJJVGlWVgK/bae0uqqpz2I5bd6B0aru2d0pfWpjUuwWlEFgUgfUcJ12z6zl7Zg2B+RFI7226xiYdRX17aVJ/9KsygW9843x7wxveaLfceqvlWYifHWV7zYn/JfSiMlkZG8CTcaMXBCAAAQhAoOwEiA8CEIAABCAAAQiUhICWHpLSko6sykoS4hLDiEusjqPuKm6opnTwtdNBWkboKTYPbRnDz3bMCNePQrSaUVFe3nM0lUs9KymEAAQWQqDzWvVrMv0d32SHxZH7+1BRaq+8ebnS1RGRQmBGBPw6Mim503WW0uNY75feV7us+9c1Oo472laQgF5HM8vruX3uc5+zP/mTP7Fbb7/Ntvzwb3qZG/OzpKUKTrASIesoVCJQgoQABCAAAQhAAAIQGJUA7SAAAQhAAAIQgMB8CXQu2qVN4fmOOg/vmskgvwPqtYCdNMgFdRCAQLUIDLjsqzURol0PAnOYpTZtW27TVl2rgAQERibwkY9+xP70T//UbtWdv95LL686oyx4xhU/P3pS5W54zJgAG8AzBoo7CEAAAhCAAAQgAAEILJUAg0MAAhCAAAQWRcAX7hY1FONAAAIQmD8Blsrnz5gRKkFAu3JtgbI914ajTJmSxZKFmm1t5Xb3XffY2972B/a+93/Q9h/Ysjzo9TWzEIJlLuNnIQSyhYzCIBCAAAQgAAEIQAACEIAABCAwdwIMAAEILIOAFkWlZYzdPaYiKaq7BSXtBIbtYg+rb/dGDgIQmAeB4qtaSs9jnKJPrv0iDdLrToDrYd3PgFHnX89zu+666+z33vRm+8d//EJ3t+KptKiX8+4oVqZk2ETYAB5GiHoIQAACEIAABCAAAQhAAAIQgMAQAiE0VjNCCPE320MIQ3rMvLrEDvVFb0la6VGosipTusryeehrEqX4N/M0p04Nnp8WZjJ3I8lNpwb3NtNNOoM0rP8k9YrRQ56ka/n6RHh+FKLVdVuUl7ciLh7XZmHu9UnNIgwEIDBLAnql0bUn20vpevVr0Vzpekx2WChdX+GusZqd4muC+5TfZhEGAqtPoHjOp7SsrrVxZu/t4zXUy7o/XaPjuKNt6Qlk2YZ/KM3si1/8or31LW+1yy6/zELNj7U1lF7BNRE/K0yfJaP1gmQ9yWPGBER/xi5xVx4CRAIBCEAAAhCAAAQgAAEIQAACECgTAS3/KJ5klUbTE8DD9ATS8mPRJq+cr4kEFgKLJTDKtadrdo5RjRLCHIfHNQSqS0DXZi9Vd0ZE3p/APffcY+9+97vtD//wD+3mW25uNdRLqBQLdDoo0SxQNknFaPYE2ACePVM8QqAcBIgCAhCAAAQgAAEIQAACEIBAKQkU7rAqZXwEBYEigeYqZatIS5WtTDkSRAEBCMyPAJf8/NjiucQE2DYq8cFZbmgdd3brb/5efvmV9qY3vcX+7u/+3rY2/XNTnlkINQsuz1kUr6VLOW7ZUkZlUAhAAAIQmCsBnEMAAhCAAAQgAAEIQAACEIDANAS0XKlfVpCVki9WMBMJbDkIrHYUS7reNGz8flK9BkirTZnZQaCbgM57qfj+191qcIn69tLgXtRWgUDwTd2GPv7JT9qb3vIWu/Cii2z/1qaZXj+t8VNImnfYVqOa5wUQYAN4AZAZAgIQgAAEILBAAgwFAQhAAAIQgAAEILAwAr60le6EaP6NM+uy0wWT3PezcY8it8bfUuthjZ8JCBQXvYP3l7SEJnm2dYyVRhCAwPwIpGtPtp9mPLr+LnD8m+7+gjpj13Nwh0sIzJiA3v+k5HbS68D79f2A4v7jdZbGwFaCgH8QzV31PLcDmwfsyquutt95wxvt3e/+C7vn7nttY2PDcq/L/TNSHrLW59LMJ7egV28fiUcnAfHvLCMPAQhAAAIQgAAEIFBJAgQNAQhAAAIQgMDiCaRlrcWP3GvEFE2yvdpQNoiAL1rHatm6p2QlT/KAAASWRCC9onXaeYaj6z69BsxzHHxDYFICc+ynzduWe66DFoo1TejVUDILtm/vPvvkJz5pb3rzm+3CCy6wur8sS743bFHW/eNNvKe1yfhZCAE2gBeCmUEgAAEIQAACEIAABCAwZwK4hwAEIFAZAixFVOZQDQhUR1Hrw1rUG9CswlWamdQxBa1udhS1Z0WmvYQcBCBQRQKN7Y7Gd5ZWMX5ihsAUBLre69L1MIVPus6WwIK81S2zza3ctvLcvnXxRfbWt/6+ve99H7C777rHstoOf4nU557MQqhZcGUhWAjbWlCYDNOHQNannGIIQAACEIAABCAAAQhAAAIQqAgBwoRAdQiEZqjJNrOYShJYzaNYnFUxXclDRNAQgMDEBNL1n+zEjugIgRUgwHWwAgdxtCnkjWYy+krnEIJdd9119kd/9Ef2xje+0S6++GLzHd74dc/xrIhPxs+CCYw6HBvAo5KiHQQgAAEIQAACEIAABCAAAQhAoEAghODrHw2pOIQgs2hVYDwtPSQlRrIqq0D4JQtRX7MnxbtvtTo3ID5V64sb+0n1A7qPVJXiSHakTqVvpHNT56gClVVeaZcmak2ibX/DUG0kb2OyktIIAhAoPQFdy0mtYNO1L9sqJAGBFSeg9y5J05RNGvc68Pa6i7in3Gfu0hCoBAR0LBoKrc8vng81u+XW2+2d73yn/dZv/Zb90z/9s21t+SfHzI+tPzLLLeR1C/XcrCBtGkt1r5eMn6US8CO51PEZfC4EcAoBCEAAAhCAAAQgAAEIQAACECgpAV8nKmlkFQxripB98U7rslN4WPGuDijOMNmY4QkCEIAABCAAgZEI6P2zl0bqTKOFENDx0UCywbds3frj9ttvtw+8//32a7/+6/bxj3/c9u3b5436f4D3LpbkDXmUiAAbwCU6GIQCgZkQwAkEIAABCEAAAhCAAAQgAIGyEohrR74UEW1ZgySuUQjoRlhplLbVbePn6qDg4x1MaiOlhsV0KpuTxS0EIDBbAvGanq1LvEGgmgR4L6vmcRslah3bhoJv20YFsyzL7L777rOP/c3H7dd+7Tfswx/5a7vnnvtsY2OnO1V73yAO5pvEShfl1TxKS0BHqrTBERgEIAABCIxHgNYQgAAEIAABCEAAAhAoNQFfODJ9fW60pY50jOC0my2N0aXZtO5WWsqduB7ytBu4ijvJp1LxhwPxZU1r0yRT0hGdpB99IDAeAVqLQLpulUYQgMDsCOi9TNI1NqlX9e2lSf3Rb3oC7R/AdXT0Z0Vuvf12+4v3vsf+86/8F3vf+99v99x9j28N9x9NZ4b6Sf1bUVMGAmwAl+EoEAMEIAABCEBgegJ4gAAEIAABCEAAAiUlEJeJPDZZX2qKa09utRHspdV++Dy0iyrF+WiOneqeYWoRV9ech3vpbjSDEndd/GtuXWnVTzJM2vSdV9yTxDRxHx27+Lc/fTZKt20A60j18qzlNEl1alNUsUxpBAEIzIeAX7Ot67V5DcZr2dPJDhtYd/wWpfbKx1dLZUorAoPAnAj49RM/zyT3us5Sehzr/fSe2lM+hq7RcdzRdgYEMv/YmVktq1me57blh+HyK66yP//zP7df/dVftY997BN2xx13NV5V/QOit7Sa/8tCsIZqpjI/suaOvF3WVONX54yfUhLIShkVQUEAAhCAAAQgAAEIjEGAphCAAAQgAIGqENCyka84+ZJRVSKeW5y+uCYayb/uotDGasqX3Sr2JMWq2CWlqyXNYlDEw+o7++r87iwjDwEIjEbAXxi1s9DVWNdhUV0NZlugoWbicWaOZhINTlaFwALmoY3b1jB6X+NcbuGoRMJfS+OHsvbtv9w/f9973732pS992X73DW+w33vTm+xTn/m03XXvPabmUmN63r+R6PlcPBuUTurZmMKlEmg/A5YaCoNDAAIQgAAEIAABCEAAAmMToAMEIAABCFSWwODltd7TynyVTepdu7hSxZ60uFHLNpKW1ZLKFhvxQKCKBPq9qvgLn3VqHvPT9Twjv7rDUZtosjNy2e5Gm3KSuLTXkIPA1AS2dwKbroadZ+naneE11BwZ00Ggb1bsk/x4hMzqW3Xb3Ny0ffv222WXXWHveEUMyocAABAASURBVPu77Dd+/Tftj/7wT+ySSy6zvXv3W+7HupZtWAghykw+QkyHEDxXa8rTng+hkQ8htalZUFkrn8ob1vhZKoFsqaMzOAQgAAEIQAACEIAABCAAAQhMTICOEIBAhQmktdRkKziVUMGYu0MeNoth9d0eJyvxcXQuJE3mhF4VJbDsw57G72fnh9XP+/k5n9xzDCs+TehDJCfsOna3RY41dnCV6CCCRVUi6IUH2ed6ELhWLH3atOpJLJLA/n0H7LrrbrBPfvIz9nu/92b7nd/+HfvsZz9rN954k2/6th24QlgcwwKMUibHDYoN4HGJ0R4CEIAABCAAAQhAAAIQgAAEILB8AkRQCgK+UJY3ZVpi6aXuQFMr3dAW074Op7t6dbNYZ2uVFdVZv4x8ikdjp3SyKquU4vHzoxCtH0srysubk9F9dm3yZvrabkldQ2jcAZOsdZ0PTUd9TfAajdeUnBbltfN9NMdNceeeHyiPd8T4QvC2HnwIDevJrkfRVa90V4chBfU8t6KGNDeNqWPZS6ob1n9YfePvJwZL1go/fvnH8TXOvMYvDNczWc/rzqu3YlzOs2fHaQvl3DLLk/wUUVFk4r5zf2HJQ93rPdP2SC2CBb/2zPtH23nOpj6d5SnfrI9jBrM4lqyX5xZMcVnTf+a2n4LXSeZxeFczj9vG+NE4g2QpXtnotx6f01PjvMosCw2l8lFt7g3lsZdU59VTPfrFpb9DWvdzq+u899FSLMPGDyF4a7MQQl/ZgJ/gzHT8HZ4ldcbT2V1xF9VZPyzf2VdnuGLoJct0fZiFEGzSn5AFK6rTjxiLd2N8Hy9Iuh5kMx+75mga55aOZaN/cNNUo6Pniw+vS+VdNnPnrtTcr5/cZVnNeiq162MzZyR1VifOneWd+bpl1k+muLxDCME5NOTZtkfu8xuker1uUlunMTL9Ygu1HZZt7DDzGHOfw2Z9y+7bu9e+fell9r73f8j+x+/8rv3mf/9t+8AHP2SXX3Glz9Hjr214c59vMMtCsGDmL1d+LOqeivJDk+dxg7jur4CdElPLt7x+yxu2S3W9ZPwslYAf3aWOz+AzJYAzCEAAAhCAAAQgAAEIQAACEIAABBZLwBfN4hLaIkdlrNkTSMexaDtG6VOVdzSbTbbPYLNxPgMvxfiUnoHLJboYdAwH1S0i5IWNr8PYS/OeZNsEUwBp0LbKVLgkm2LrZZcUUmtYxdTKjJ0YRHlQ3dgDTdChNb4SSRP4oUt/AsLav1Y1Or8kpYtSWVKxPKVTXadN9Q07fPxGu77PcjBIfTv6HuaAOlXJrex00vzdg5xJnhz1Mai579/a7bffYZdceol98lOfst///f9lv/Krv2q/6xu/H//Ex+3aa6/1jWdt0m74RF2FQbX5m7KKrqhUPoqdtN8ovmkzGwJsAM+GI14gsHwCRAABCEAAAhCAAAQgAAEIQKASBFiKSIdpEhLBVwOl5GOZtixxLJPBUsaeyaA6+4qaiVOcjEjAL2NLGrHL6jbTDkKaXe4ZKeWrajvnoLzu3u2nseepa7fYybnFX0RKtlintNoXpbKiinVKF+s83Rm3F7U/vE9qY55ur/Rciqth07kv65X+aJRbaw7W/iPf0a98u7Y7NtqpPim2axRvP6uPK9bJbtc0Uhpf5UmN0u3nVJ7sdk0jlcqTbZS2nlNsybYqmolUnmyzeNtMG9+2p5hK4yQbCzufNJfOspRXPEWp3PPxPHcbj6PK+km+i+rXLpUX2/ZKpzH72BRXweaelsxtGqW/7TVmsax/z0aN4lJ7WZePqbGlOL7nzc/NvB5MZXndfOPWLISaZWHDy7zW03v37rPrr7vBzj//fPvoRz9ib3jDG+3Xf/3X7M1vequ9/30fsAsvuMjuvOMuC942WGZdP+l4d9quhoMLglcneZJHyQn0OBNKHjHhQQACEIBAFwEKIAABCEAAAhCAAAQgUA0CWjJSpMkqvb7yNT6T4trfjDBoXbyoGbnt6UZxJ/VsUKLCFGeyw0LTcSnKFnzKpjhb1gPWcXUz0aPlx+eh9LhO1KdN7mDaeHyt25Lc3cIeijuNm+zCBveBNH4bSz8mXjzyYxYNYwzuKNllnN+Jva4zD6XPYz5wxL81/lyG6HTanp/t+Mm3rNQHZaG4OHelC1WTJXUipZ4xXYwjpWV9g8tPNs2/KPOydtloP3Gsjqa9yjqbBI/Dw0kxdFTPPasQdd5HeRzdA/Ys7G42YYnmreOeNJkbxSgVeysvFcva03Hu3iSNLdveYpKcO+w6h/qX1ePx1znQ0CQjTtqnMf/GuLnHEWPx2PN6bvv377d9+/bZ3gMH7IabbrKvfv3r9ref/Tt797v/3N78lrfYG373jfaGN7zB3va2t9mHP/wRu/jii+2ee+61za0tC5m2+TTnFJnOrpTusMHriuqoHiVbHGmU9rRZHgGdGcsbnZEhAAEIQAACEJiWAP0hAAEIQAACEIBAyQlo6SEpLRnJqqzkoc8pPF96M8nX/EzSgqBN+JM7ykGa0O3Abq3xBrZaVmWwEEJr8M163Q7Ut2y/L6hqcfW++/bavffea3fec7fdefdddtddDd1x5x0m3XnHnXb7nXfana477rrTWrrd6wfotltvs6l0m/dv6ha3t952q93ikr3V8zffeovdIt3itoduvvlm66WbbrnZpBtuvNFuuvkmb+N+b73dbr5V9la79ZbbG/L8rT2kGKK87paibvM4JMUUJX9eFtPt9maPQdL40o0ex02+uJ3Syiu+qBtusBt66ka78YZBusHr++u6664z6Vq3117fTLtVWmWq66XrvX2KJ8asuHuoO7b2WNp8+7jKx7E9Lau8pPF66drrro1f56mv9Oyla665xgbqaq+XvN3Vrmu+c41dVVDsq/qCvvOda31MZ3Xttc7uWvvOtd9pqVcMo5Zd43P5jvv8jmxTiqmnrv6OXe265pqr3RbVKL/a473qqqtMuvLKK62fLr/8cku69IrL7TLPj6LY54or7Io+utx9XXnVlXbFlVeYbENXe/oqj8Xtld9x+50YX4zxqqvtCteVVzZsTHv+cvcvXz3lsabyK664wq643Me7/Aq3V7ncz+VX2aWXXua61CWbVMwrLV1m377sUm93uV3i9pLLZC+3b3/72w1dfEnDfrtoU1ptmumLL7VvX+x5t5d8+7L4FbSXXXaZXeb+LpO99HK7zGO67NIr3Mr/JdYY4xK7+BLv9+1Lo734EtlLm3Uqv6SZTmWX2iXettFX9dvljbJL7eKLLokbYRdddJFddNG3XW6/VbBKf8vLVO/pb110sV30rYvtQs9f6O0v8LpvXfgtu/CCC10Fe+EFMf+tCy+yC791oV3k7dUvWvdx8bcv9lgv9blfZkpf7Awvdn4t63xiPpWp3rle1LTicLHyHsNFvpH3Lff/LY+rYS+ybykuz1+o2FznX3CBnX/+hRatx7ptL7QLvK6hlE72glj3jW980xo6377+jfPtG9/0fEHf/Ob5JjXaeF2rfSP9zW9+w/u41DdK5d/wPt90ed/zL/DYXBec7/ENUIz/Qrvg/PPtm9426RvR5/keo8YoSmVSKlO6W1/92tdtVH3F237NJZv0ta99zXrL/X71a/bVr3zVvvLlr7hke0l1vZTaNuq+/OWv2Ze/8jX7/Oe/YJ/7xy/Ypz/9GfvIR/7a3veBD9gf/8n/s7e89X/ar//X37Rf/uX/4Pa/2dv+4I/sz979Hvv7v/8HPx++5a/D19t9991nwTLLtOHrH8aUjrcI57mFEFw1l7mCtX7SZq8KlJaNn0L1SVSKBTytKIH1/d/Wih5QpgUBCEAAAhCAwDoRYK4QgAAEIAABCFSWgK/N5YXg68q7CkWlTir2JAXq65DxmwyVXqb27r0vLpCmTbTLL7/MLtemxOWX26XSFZdFq7LLPd+py9TedanauZSXUv5yr2vocru80F9tplGMx+NMPi9z35f65pKspPJklR5H6neZ+/r2pZfat3yj4YILL7QLXckq3dj88HLfWIhpr1f5BZ6P8rzad0ptonwDIvbz9kOt+zrfN1Qk+VP/832zRVK+ly50/xcMkOoHKfVVG6U11vnJX3Nslam+KLX5pm+UfO3rX7evfOUrvnj/5ZGktkV9+Svt/b7keenLX/Zyl9LSl+MYGqddcfPB64o+i+kvu79Bam/7FfuS+5JSudJf+mr7mP/8z/9sX/jCF+xzn/+8ff5z7frc5z5nk+rz3vcfPv85k5IPpSXVdevzPtbn7fOKo6XPeX50pXFk5V9j/cM/fs4+53FIMe9p1UUp7foHj/Wzn/2s/d3f/p1v1nzaPvXpT7Xp05/ysk96mfQpt23yurb8pyy29z6f/PSnTfpU037C2+lveH7K7afkqyiVtang1/vLR+ynNuon62M0ytTWpbgL5Z/0/CdcjTaf8lgaSvlPqX+s/7Rtpz/VSMuP6iRPf+ITn7C/+eu/8Y2sj9hHPuz6SNJHG2WtfCr/iH3Yy/7KJas7GaP1/Ec+8tGuPqr7SKzb7h/zbWN11Kl9j/qPqvyjH7a/+uhH7MOu6MfLlP8rL/+wl304WS9XPrVRHEX95V/+lX3wgx+09733fdt6XzMtm1SsV9rL3yO9/332XrdSzHv6fZLaSL3S7+vtXz6ivF+03rdoo18vSzaO94Ee43tM7ysq9XG/cZ4p37Tvfe977S/+4i/s3X/2bnvnO9/leudQveOd77S3v+ud9g7XOz0tKR3VzKss6h3uT0rlSk+jpp+3u9V4cQxPK563v+sdHntRPrbXqY1iHq532DveWZTP0furn3wkKR/1rnfZ+/38+dBf/aV90q/bL/n7wFVXXW133HGHHdjatLpv6NbruX+c0t3Cefx8pZwX9HkUP0B6y/g3OrS56+muHp3lyktdDSlYAQJsAK/AQWQKEIAABCAAAQhAAAJrSIApQwACEIBA5QkUl+uqNhnFnrSM2EMIVstqZhZ8wfROu/HGG013/1115VV2qW903nzLLSbdt3ev7d23N36tou4ArtfrlvvCqnfzrsFC6JYXmpdapudiveetlY/dlW3Ke7Tqxk/78q5FeWyyitM81npetyhP5y6Vj6Qe/TTvkAXTnUNZtuH8NiyrZU0pLTXzmVtXzeul7XZerjLVuTJXCMH0I/+jqK45unxi5gfDHz5jz4/St1+butMbpF79fGB/NMbe2toySV+lKZtU93JJ7OXDh/GYfbZaUx8g9+pNt5890+rnU3UHZnF93jp+VFlUs+O2p96pZrPWGJ35dM5sbTbmqfnlPjfZour1LdN8pdzPNx3ZzI9vyIIVpeM+qiworNxiDDov3a/S+Va9UdbMq6y/ctvyzZBt1T0/ulp+Rx1fsbnEwE8S0xw0/6451/xVwtmY/+Qe37Z8znXfuGnKp+hzDS4v9/NGed2A12hfj0PU82Aenuk866l6bnVv0JB52ttvNSR/dR+r7j4aVm3Vpu7tctvadG2GIS4aAAAQAElEQVSZbW15ebR1y2OZzod6LPfTweq+B1SPbepW9/q6F9adQ7G/F3n7Zh+dLzpfzTmEDT9HXG4zf13Isppl0WYWQs2Cl0uZrJfXvCwLIbaxkJm5D8szC9E6JJ+LwzAp93S7ci8OLllJ6aJSmazUqBOf3DmJrzWt0sm3yhry8b3e6rnp3NH8Nw9s2eZm3aI9sGlbnladxZ/Mn4PHmqxnPeZ4HXrSfFYNZV7k7cwsyL+lHy/z9rnP32Jbc19e5iY+vM5ieR//qpciO+/n4Tfae1r9VBflbk0/oTl+8IzkRg/FVJT3zf2c0HUX57656Qwk5+DzV1k8Z/Sk/op/kNQmKrOgdoo3KhZ6cFm7msU6L6JiW28zqS2M2Ri/MYDmmPu82+Wh1HOL16jzzKWuNl7vFf6w3Pm2y/vnjXrxi/Jra8uvq6Brw/xc8D47duyyzN+PM78ezPPBfH4eZ3Dp+jD/CbbDnW2YeZmpPpZlFkLwlLmtmZnSmbV+3Fcj7YE3Eh3Pat9RRHYlCRTOipWcH5OCAAQgAAEIQAACEIAABCCwcgSYEAQgUCYCWlyTxowpdUl2zO5laL6s5UMt2OsumSuuvMIuueTbdt1115q+nldf53xg84CFMCCySXirj7Qs6Mscu8+cdQySYpNBzGMDniYhEDcffBNikr6T9PH9it7ddA4W5NsaNqq8oW9eNN26D380M91Gdb3U8tGrcpSyNJS39UfKdVnVSX0rVNlLXR1UoIaySY18i7GyykTrbdw2mDZwebY17ZjwJtG2Khqt9ayqRi+lvEGbX8+rOHZWK+WlWOhPnvaH72DpEVvJZyyKtUp5ItY07QD/2yM0vKTeKm/0VomknFRMK78IFd8jiuk0drGsmE71Jbczej3W60/JZzpleOMc2x5tx+KsX0LQue7yRyvwYrpVaBayHuNZ+hlUpzbF+mJadaiqBCaNmw3gScnRDwIQgAAEIAABCEAAAhCAAATWkkAIoW2DKYT2/JyhVNB93WNOSitdsirzqko/fB6hKdN8eql7glqMkbSeLpu5C0muOlvrJo5BUp9B6vQ3i3waT75SOlmVzUNbed0263W79fbb7bIrrrDv+Kbv7XfeYfft32cH6lsmRuYLprmrbgIaTPnMr8+iggcnpTK1KUp+VC/JTZxXs4/KJM/6RkneLq9Q31nIXZnUPn48UywP2UiqeyBS7lYKeRbvuGrNJ/i56sq75Ns0PrgYSq1N3rozLUoQXO7ez/zcVDVqbMEasVgrpsxLag0Ftz00zHfdAxmkYn+Nb3VfjHfJSi0+HoX1UD4i99SuM5ZULqvxNV5x/spLOlZFpVg6/XXm5XdUDRpfdWnMou303Tn+oHzqa1nNXTaOr+ZanH9mXi71OPa6My75mNSmsWXlT+MFjdep5vgeqBU1bFz57a1glvm5FhrXla634NdcML/+XF4cr/Ws9TrlHJoxxDib6eS7Mw5do5Kf/taQ59xpo53GTK8XSkv1OF7wa88n2HxNyDzE0JC/ETViURwqk61Zw3ejfyMtv8rLSkpLjfHr8eVCrws+U083+jTqPbw4rvlP8DgaskZczsbiTxafzWS7/Q+aX2Os1EdW0tjmxP29IveA6hZfv60ezDwdX8A86Dxv1KtJ47UveDuzhk/ZxvzykHzKeoyZ+5Fq7tttZ32xv7ec+fw9Kp+G87athvUw6j6JpO3xM+fs8npzhZZU5nPxPo155z5vr/SjoLz8NHx4m9bcxaMha17b5nMfrJpX13z+cmzRKoaseR2KjRV+ch80KrSPuz3fPM7Xm9kgFdtrPjrecXM7Hnsftd6Q6tql4x+8uWRxrKIvP2WadaqXPJ68KJUlNfrLv49m5ng1d6UlTVu+i/VZ83XBPfhxq5teO9TOh2gen8yzzsYL1C/vc/56o8ajz/Vl1vDTaMTzqhHQ0V21Oa3hfJgyBCAAAQhAAAIQgAAEIAABCECgCgR8xSuGmWzM8DQygeENgzcpyrMr8bj1ttvs8isut2uvvdbuueceO3Bg0xdAe0zNF0J7lFqRidK92vQrU/ukfm3mWa6xp/UvH0WN66/YV+nGYnPux2D6a1n+ksaNaxbt09iys/A3rg+Nm9TZN3HuLJ9lPo0tO0u/o/rSuEmj9plluzS27Cz9jupL4yaN2meW7dLYsrP0O6ovjZs0ap9Ztktjy87S76i+NG7SqH1m2S6NLdvpV68/nWWzzmvcpFn7HsVfGlt2lPazbjNsXNUnzXps/K0HATaA1+M4M8tVJsDcIAABCEAAAhCAAAQgAAEIVIpAvVLRzjPYqi/K6O6VefDRHq7+tqJ066232iWXXBL/xu+B/fst+EporZZZyELUPMaXz+BPSZ5c+CONLdsafIUSmlfSMqaVxpZl/MUTEPekxY9ulsaWtSX8aNyk+Q2f9XUdx9bdt31bqKJ/f9VavGuwker93L9/8A6B8eN56Cj6PPrza3QYpV5timr0jPw9Keum8Ci27ZUuNO2Z7NWnWNbopHGTGiXpudhW6VQ+W5vGlm33rDGLaq8dniv2Vbp3D42b1KtFqpPtVd8o6+9/NvUNLzxXn8CwM6X6M2QGEIAABFaYAFODAAQgAAEIQAACEIAABKpLQFvhkr66sIqzUNxJs47/lttus0svv9yuu+F6u2/fXtPXNU5/r+l4UQ5efB3P1yStlz3+JDGP02fZ86va+OOwHaUt8x+F0vzawH9+bEfxDP9RKM2vDfwHs102n8HRUVslAmwAV+loESsEIAABCEBgmwApCEAAAhCAAAQgAIGlE/AlutYOqJZYeqk7SG36SvH2H7nobtIq0V22g9Rq2COhDVON00+q79FtaFGa8qT9Bw1w77332rXXX2s333yT7dvcb/rTfJZlluufbg1uds5CsKKMHwhAAAKrS4CZQQACEIAABMYmoP+ZjN2JDhCAAAQgAAEIQAACyyTA2BCAAAQgAAEIlIeA7+DGndwxI/JuxQ1UbXRqY3VML5M31/iuSR0o9iT5UOyS0qNK+7nFvzF4++232/XXX2933XWXadO6zV8WfAvYokb1TzsIQAACEIBA9QkwAwhAAAKTEWADeDJu9IIABCAAAQhAAAIQgMByCDAqBCAAgcoTYCkiHcIp9l+Ti6VZxZ40eRDaQjbb2tyym268yW644Qbbv3+/1bUz7M4z31gPIVjwzd/Jx6AnBCAAAQhAAAIQqCgBwobAFASyKfrSFQIQgAAEIAABCEAAAhCAAAQWSIChIFB9AqE5hWSb2XU0jb3P5d3S6uPrq6WnQT/tUQwh2NbWll1/w/V22+232aani3cEt2LzWLn1t0WDBAQgAAEIQAACEIDAGhCYdopsAE9LkP4QgAAEIAABCEAAAhCAAAQgsBYEQggWQuiaqzaspK6K2RZU2JuWHpISP1mVVXhaU4SumUva1JTNfINT6rUhq69BHqRBYSTKcQxv2GlV78VjPxSnpI6yRalsqHxgXTMHDhywG66/IX7l84GtTdOdvnkIFuSgnlvuir49r7Ikz/KAAAQgAAEIQAACEIAABAYQ0Gf/AdVUlZsA0UEAAhCAAAQgAAEIQAACEIAABCpGwDc7KxZxCcJdsRD8HLj77rvtqquusjvvutO0GWza+I3qnmva+JXtrqUEAhCAAAQgAAEIQAACEOgkwAZwJxHyEKgKAeKEAAQgAAEIQAACEIAABCBQNQK+8WfmSxHRVi342cfrJGbvdIEedXfuWMMFs6yW2X1777NbbrnFdAdwv/7BK5I8ud4PZg8BCEAAAhCAAAQgAIExCVT9/xpjTpfmEIAABFaDALOAAAQgAAEIQAACEIBAJQloR8/qZtHaivxoN1safzpOQjQsnyEPRVLU+FGN3kNxJ43UywO755577MYbb7T79u2N86773KUseKLDSXdJRwOyEFgDAkwRAhCAAAQgAAEITEKADeBJqNEHAhCAAAQgsDwCjAwBCEAAAhCAAAQqRiBtc8r6DmDc1XMbtz4rNpWucH0eug1WivPRHDvV1anVMm6EOw/30t2oWSLXg5Q2YPvZppuZmtZYY3jNLbd7773XbrrpJt/83ec5ixxMG78uMZDGcElTCEAAAqtOgPlBAAIQgAAEJibABvDE6OgIAQhAAAIQgAAEFk2A8SAAAQhAAAJVJ6AtPm2QylZ9LlPG37Hxq7tgtbE6pdeFddcRTNKgil1Supfuu/c+u/mWm23vfXu9WtvBZrG9czCX0kV/3ogHBCAAAQhAYI0JMHUIQAAC0xFgA3g6fvSGAAQgAAEIQAACEIDAYggwCgQgAAEIrBwB3/es7JwUe1K/SQTt7LoOHDhgt9x6i+3bqzt/G5u/6hP0hCAAAQhAAAIQgAAE2gmQg8AMCLABPAOIuIAABCAAAQhAAAIQgAAEIDBPAviGAARWkIBud9W0klW6Yhq2gVvPcwve6O6777b77ttr9Vx3f/eYZO5lkhseEIAABCAAAQhAAAIQWGcCs5o7G8CzIokfCEAAAhCAAAQgAAEIQAACEIDA7AngsdQEfHczfnexW9MSSy91TyC1Mt/0jGlZV3B1tk7u+1n1GaROf7PIp/HkK6WTVVmSNn/vuusuu/32263u/9IcREvS/GM/76B8kmd5QAACEIAABCAAAQhAAAJTEND/M6boTtflEGBUCEAAAhCAAAQgAAEIQAACEIAABMpBYJ7bluPPMEWT7PgeZtvjpptuss3NzYFOU6yyAxtSCQEIQAACEIAABCAAAQiMRIAN4JEw0QgCJSJAKBCAAAQgAAEIQAACEIAABCpNgKWIdPiqTkJ376a5dNqtrS27/bbbTbazTnlt9iYpj3oQoAgCEIAABCAAAQhAAAITEqj6/zUmnDbdIAABCFSTAFFDAAIQgAAEIAABCECg2gS05acZJKv0+kp/EVfSVyNXkYLiTuqMXxu/t91+u+Xx7wA3jre+4bqozj7kIQCBbQKkIAABCEAAAhCAwDQE2ACehh59IQABCEAAAosjwEgQgAAEIAABCECgogS09JDU2Ag0k1WZreWPNn2liMFRaFO0HwjdZTtI/frNszxt+vaLO6/ndtNNN9uBA/tNbeuWm+ar9r00z1jxDQEIQKCCBAgZAhCAAAQgMDWB9f3f1tTocAABCEAAAhCAAAQWRYBxIAABCEAAAhBYOQIdG7915V1VmWdxI1cxa6NXUvqee++xe+6527Ksseyktmmzu82qMYIABCAAAQhAoECAJAQgAIHZEGh8Ep+NL7xAAAIQgAAEIAABCEAAArMmgD8IQAACEFhZAhXa7+06Boo9qVipr36+4447LNQy04ZwnnkrqdlIdzM3kxgIQAACEIAABCAAgSIB0hCYIQE2gGcIE1cQgAAEIAABCEAAAhCAAARmSQBfEIBAFQjo/lZpzFhTl2TH7F6G5r612xFGsHvvvdfu27u3o9yzmqfkSUu26SBlVYUgAAEIQAACEIAABCCwjgRmPWc2gGdNFH8QgAAE62qlgAAAEABJREFUIAABCEAAAhCAAAQgAIHpCayQh7rPJSlt9cmqzKsq/fB56JZWyTSfXuqeoBZjJG2EymbuRopuOprHu2h9o7Sf7WjelnW3faNSpKpv6zBiRnFKah5tPTfZjSyz2++4wza3Nq2e57bl0rwkn0Lbtz+rvfrHeXkid/GAAAQgAAEIQAACEIAABGZDQP/PmI0nvCyAAENAAAIQgAAEIAABCEAAAhCAAASqTCBt8yVb5bnMM/YF+PYdWW2+zmKkEILlvtl711132b779po181b48eFMUlGy2gBXHkEAAhCAAAQgAAEIQAACsyXABvBseeINAvMjgGcIQAACEIAABCAAAQhAAAIrQUD3nq7ERKaeRNUXZdJdvAIRQrB77rnHtupbyloIrW3emE9PxT6pDNtBgCwEIAABCEAAAhCAAASmJFD1/2tMOX26QwACEKgGAaKEAAQgAAEIQAACEIAABFaPgLbCpVndiStCurc6Sfm+8kbTbsYq7qR9+/b5BvC9cbhgIdrikw8Xb/iN7VNFd7NUg4XA2hJg4hCAAAQgAAEIQGAWBNgAngVFfEAAAhCAAATmRwDPEIAABCAAAQhAAAKlJeA7mHFH061piaWXuoPXpq8U90m9qzZHu1s1SrRJO0hp+H62V0SpzIduDDLmc2usQr97773X9u7dayGESEK+JWv+aI5tKlY222AgAAEIrDkBpg8BCEAAAhCYGQF95p+ZMxxBAAIQgAAEIAABCMySAL4gAAEIQAACECg/Ae1kSmNG6l20IZp61ZV3pXzZrWJPMgt27977bCuvWwjbk9hOWePHC7R5bG4bBTxDAAIQgAAEINAgwDMEIACB2RJgA3i2PPEGAQhAAAIQgAAEIACB2RDACwQgAIGVJcBSRDq0q7IPmue56Q7gLNs+tumu5eJcVZbyWAhAAAIQgAAEIACBJgEMBOZAYPuT+Ryc4xICEIAABCAAAQhAAAIQgAAExidADwisLoG05Zns6s506Mx0+6waJat0xZRbblnI7O577rbNzU2r1fovM7WOuObbqYrNm3AhAAEIQAACEIAABCAwKwLz8tP/k/m8RsQvBCAAAQhAAAIQgAAEIAABCEAAAv0IrGC5lh6S0jagrMpWcLojTEkzl3z/1GQz3xCVet0hq69MHiT1GaQRwpm4SdB3OdeC7du/30Lz7t+uWHPfJnZpkOBPg+TVPCAAAQhAAAIQgAAEIACBGRDQ/zNm4AYX8yWAdwhAAAIQgAAEIAABCEAAAhCAwIoQ8M3OFZnJHKYxvcvODdbpPQ7w4IPt27vP7tt7n4XgmQFNU5Va9VKqx0IAAhCAAAQgAAEIQAAC0xNgA3h6hniAwHwJ4B0CEIAABCAAAQhAAAIQgMCqEIibv74UEe2qTGryeTiJyTuXpGdto2YHDhww3c1ckpCqGwaRQwACEIAABCAAAQhAYEYEVuH/GjNCgRsIQAAC5SNARBCAAAQgAAEIQAACEFgpArr10+pm0dqK/Gg3Wxp/Ok5CNExfmzx+73L0uPvuu21rc8tW65gaPxBYOAEGhAAEIAABCEAAArMkwAbwLGniCwIQgAAEIDA7AniCAAQgAAEIQAACK0IgbXPK+kZp3Px1G7c+qz5Fn0f6A7xxPppjp7rnmFrETVPn4V66GzVLkvt+ttlsaYbN36WhZ2AIQGB1CDATCEAAAhCAwMwJsAE8c6Q4hAAEIAABCEAAAtMSoD8EIAABCEBgVQloq1Pbn7KrOscR59Wx8VtX3jVi79I0y83/5RzP0hwQAoEABCAAgYoRIFwIQAAC8yHABvB8uOIVAhCAAAQgAAEIQAACkxGgFwQgAAEIrA2BCu73dh2bra0ty+u+AcwmcBcbCiAAAQhAAAIQgMBAAlRCYI4E2ACeI1xcQwACEIAABCAAAQhAAAIQGIcAbSEAgTUi4HumcbbJxkz1nupbdd0D7Kpe7EQMAQhAAAIQgAAEIACBZRGY97hsAM+bMP4hAAEIQAACEIAABCAAAQhAAALDCdCikgSCWd6UaYmll7onllqZb/7GtKwruDpbJ/f9bGf7Yl7u9IXb/aT6YvtJ0roDOJj/C2GS7vSBAAQgAAEIQAACEIAABOZAQP/PmINbXM6GAF4gAAEIQAACEIAABCAAAQhAAAIQKDcBbXxK00S5hL4esjaVpx25njfuAJ7WD/0hAAEIQAACEIAABCAAgdkRYAN4dizxBIHZEsAbBCAAAQhAAAIQgAAEIACBlSTAUkQ6rKtAgj/9m47mFJauEIAABCAAAQhAAAIQmDGBVfi/xoyR4A4CEIDA8gkQAQQgAAEIQAACEIAABFaTQGhOK9lmdk1N+mrmWdyJmxDqa52TUllP6416feV0z7YUQgACcyOAYwhAAAIQgAAEIDAPAmwAz4MqPiEAAQhAAAKTE6AnBCAAAQhAAAIQWDECWnpIShu/sipbsamOOJ208WvC4PK92L49tUk7SNo8HiRR7icfuu+4VEAAAhCAwNwJMAAEIAABCEBgbgT0f4C5OccxBCAAAQhAAAIQgMA4BGgLAQhAAAIQgMDaEPDd1+LGb11519rMn4lCAAIQgAAE1poAk4cABCAwXwJsAM+XL94hAAEIQAACEIAABCAwGgFaQQACEIDA2hFYhf3eVZjD2p14TBgCEIAABCAAgeUSYHQILIAAG8ALgMwQEIAABCAAAQhAAAIQgAAEBhGgDgIQqDIB3ccrjTmH1CXZMbuXoXme5xZCMP0rQzzEAAEIQAACEIAABCAAgbITWFR8bAAvijTjQAACEIAABCAAAQhAAAIQgAAEugmsQUnd55iUe1oPWZUpXWX5PEJTpvn0Uvf8tBgjmXeVzWRdctXZOg9mg6Q+g9Tpb6Z5xZxllvu/mfrFGQQgAAEIQAACEIAABCAwFQH9P2MqB3SeBwF8QgACEIAABCAAAQhAAAIQgAAEVpGA7xjGaSUbM2v8NPup+36xFTX7Edo9bmzULAu+CZxzTNvJkIMABCAAAQhAAAIQgMDyCGTLG5qRIQCBngQohAAEIAABCEAAAhCAAAQgsNIEdJfsSk9w5MlVflHGd5prtQ0LIUSNPHEaNgjwDAEIQAACEIAABCAAgTkRqPz/NebEBbcQgAAElkKAQSEAAQhAAAIQgAAEIACB9SGgrXBJX/FcxVnrzt+dO3dayILp7wFXcQ7EDIFlEWBcCEAAAhCAAAQgME8CbADPky6+IQABCEAAAqMToCUEIAABCEAAAhCAQOUIhO0/0GtaYuml7klp01cy7y4N+vLkQX/fV3Xd3hdbUqtlpo3gEDSZxY7NaBCAAAQqSoCwIQABCEAAAnMnoP+ZzH0QBoAABCAAAQhAAAIQGESAOghAAAIQgAAEqktAG5/SmDPwLsWN37ryrjG9LLe5b/pu1DYsbmLzN4CNHwhAAAIQgMBwArSAAAQgsBgCbAAvhjOjQAACEIAABCAAAQhAoDcBSiEAAQisHQGWItIhr9p+b4pbVrGHem47NzZspzaBVYggAAEIQAACEIAABPoToAYCCyTA/7oWCJuhIAABCEAAAhCAAAQgAAEIFAmQhsD6EdC2oWadrNJrqnT7b7IVxBD8MIaQ2Z5D9sSvga7gFAgZAhCAAAQgAAEIQAACCyGw6EHYAF40ccaDAAQgAAEIQAACEIAABCAAAQiYrREDLT0k+Y5hnLmsymJm7Z40c8l881c2k3UFVyeM3FENUmf7Yl7u6l7QT6r36rEfilPK89y0Cbz7oIMsyzSTsV3RAQIQgAAEIAABCEAAAhCYAwE+nc8B6uQu6QkBCEAAAhCAAAQgAAEIQAACEFhxAvmKz2+k6ZWgUXNjedpIfA/Ydu3aGTeCp/VFfwhAAAIQgAAEIAABCEBgNgTYAJ4NR7xAYHoCeIAABCAAAQhAAAIQgAAEILDqBOLmry9FRLvqkx0+PycxvFGJW+gu4OA7wMGC7dmzp8SRliw0woEABCAAAQhAAAIQgMCcCVT9/xpzxoN7CEAAAoshwCgQgAAEIAABCEAAAhBYCwJBs6yb7xfa6vxoN1saf0ZOwiR9xfP4vXv3UCRJvVs0S72RNnCbuYmM4pYsBDvs8MOtVtvQt1pP5ItOEFgXAswTAhCAAAQgAAEILIIAG8CLoMwYEIAABCAAgf4EqIEABCAAAQhAAAIrTkBbnEnaddR03catT6WrLJ+HdlGlOJ80z6Ltnl+qNW2Iu9xLd6NmiVwPkjZgB0kLP/3kQzdHGc+0xvNuKfYdGxu2a9cu098F9mIeEIAABCDQTYASCEAAAhCAwMII6P8ACxuMgSAAAQhAAAIQgAAEigRIQwACEIAABNaNgLYLtf0pu25z75iv774WKdSVd3W0Km1WsUd5zNoQzrKaHXzwwVbLMjaBS3vUCAwCEIAABJZHgJEhAAEILJYAG8CL5c1oEIAABCAAAQhAAAIQaBDgGQIQgAAE1p6A751WloFij4q7wPHJ9uw5xGq1mtXzPKqykyNwCEAAAhCAAAQgMEsC+ILAEgiwAbwE6AwJAQhAAAIQgAAEIAABCKw3AWYPAQhAwLRnKgzJKl0xxQ1gj1nWjW1s7LBDDz0sfbO1ihAEIAABCEAAAhCAAATWmsCyJs8G8LLIMy4EIAABCEAAAhCAAAQgAAEIrCMB5rxSBHzrU99/LJmWWHqpe8KplTaBY9o3gTNXcHW2lutBUp9B6vQ3i3war9tXHu8C3rVrd3cVJRCAAAQgAAEIQAACEIDAwgjo/xkLG4yB+hGgHAIQgAAEIAABCEAAAhCAAAQgAIFqEvBN4HjP6yjRz79NiibZ+Y/YPsLOnTvjJrDxAwEIQAACEIAABCAAAQgsjQAbwEtDz8AQaBLAQAACEIAABCAAAQhAAAIQWCsCLEWkw111EulOYNk0pxCCHX744bZz165UhE0EsBCAAAQgAAEIQAACEFgQgar/X2NBmBgGAhCAwHwI4BUCEIAABCAAAQhAAALrRUD3pWrGySq9vqr71CV9xbMnK/dQ3EnF4Dc2NuywQw/1Io6zQ+ABgUiAJwhAAAIQgAAEILBIAmwAL5I2Y0EAAhCAAAS2CZCCAAQgAAEIQAACa0JASw9JaUNQVmVrgqBjmtr0leI3RzuKHn/6t9VDd9cOUqvhAhNp01dxJ3UOf/jhR9ju3fwt4E4u5CEAgbUkwKQhAAEIQAACCyewvv/bWjhqBoQABCAAAQhAAAKJABYCEIAABCAAgbUn0LHxW1feVRUuaeM3bgZ70Mq7aT2yLLOjjjqqlScBAQhAAAIQWE8CzBoCEIDAcgiwAbwc7owKAQhAAAIQgAAEILCuBJg3BCAAAQhAoEmgQvu9zYi3jWKP8p3faLerWqlDDjnYjj3uOAu+GWz8QAACEIAABCAAgXUjwHwhsEQCbAAvET5DQwACEIAABCAAAQhAAALrRYDZQgACq0jAd0BNGnNuqUuyY3YvQ/O08SvbGU9oFh5x+OG2a+cu26rHL722PGD2kxAAABAASURBVK/whDsnSR4CEIAABCAAAQhAAAJ9CCy7mA3gZR8BxocABCAAAQhAAAIQgAAEIACBdSCwxnPUxl9S2vyTVVnVsfg8QlOm+fRS9xy1GCNp31g2cxeSXHW2jl+x7Jup/Wxn+2Le3faNSpGqvth+1LTilEZq7zvBxx57rO3cscM2t7Y0ZauzCTwSOhpBAAIQgAAEIAABCEBgUgL6f8akfek3NQEcQAACEIAABCAAAQhAAAIQgAAE1olA2nJMdl3mXsJ5NjeV5x6Zb/YedNBuO+64423Xzp3mw1rmm8JzH5cBIAABCEAAAhCAAAQgsMYE2ABe44PP1JdMgOEhAAEIQAACEIAABCAAAQisJQHde7qWE++adNUXZXQXcD8VJ6uvfY5/D/jY42xjY4eFELpUbL9yaSYEAQhAAAIQgAAEIACBBROo+v81FoyL4SAAAQjMhgBeIAABCEAAAhCAAAQgAAEIaCtc0tc7z4qG7q1OGujTG2nzdmCbIZWKO2lI07jhu2fPIXbwIQd7urEcpY1haVhf6iFQZQLEDgEIQAACEIAABJZBoPGJexkjMyYEIAABCEBgPQkwawhAAAIQgAAEIACBlSEQzFo7oFpi6aXuyWrTVzLvLvlebHejZok2aQcpDd/P9ooolWn45jBjmTSWOqXYlJaUL1qlk0IIdvxxx9nhhx9muU9am79JqQ0WAhCAwAoRYCoQgAAEIACBpRHQZ/6lDc7AEIAABCAAAQhAYL0IMFsIQAACEIAABFaPgLZRpTFn5l18D7TVqa68q1VQkYQ2gxVqp1VZt4LVNjbs6KOPtsMOO9RCyCyECk7a+IEABCAAAQgMI0A9BCAAgeUSyJY7PKNDAAIQgAAEIAABCEBgTQgwTQhAAAIQaBJgKaIJwlZp61N3/ma+o52U5thuc8vruWVZzY47/ng76qgjrVartTchBwEIQAACEIAABKpOgPghUAIC/K+rBAeBECAAAQhAAAIQgAAEIACB1SbA7CAAgUQgbXkmm8rX0PpmaZx1sjGzPk87NjZ8A/goO/KII23D0+szc2YKAQhAAAIQgAAEILDKBMoyNzaAy3IkiAMCEIAABCAAAQhAAAIQgAAEVpEAczItPSSljV9Zla0nHs1cMt/8lU13zeou2k4i+mrlQVKfQer0N4t853jJp77GOkllne1SXnPWncA7aht29FFH2cknnmQH7dptqs8s+BnTrRCChdBfxg8EIAABCEAAAhCAAAQg0CKQtVIkFkiAoSAAAQhAAAIQgAAEIAABCEAAAmtKwDc912fmi59p8CGL8mypHopNG9/RemRZltnBBx9sxx9/nO3evdtLeEAAAhCAAAQgAAEIQAAC0xJgA3hagvSHwLgEaA8BCEAAAhCAAAQgAAEIQGBdCcTNX1+KiHZdIWzP20lsZ9Y8ddBBB9v9Trlf/FrojdqGaZO48kiYAAQgAAEIQAACEIAABJZEgP9rLAk8w0IAAutJgFlDAAIQgAAEIAABCEBgrQkEzb5uFq2tyI92s6Xxp+MkTNJXPI/fe/k9FHfSLKLJajU78sgj7aSTT7KDDj6YTeBZQMXH0ggwMAQgAAEIQAACEFgmATaAl0mfsSEAAQhAYJ0IMFcIQAACEIAABCCwpgS0xZnkG6Vx89dt3PqsOhKfh/5wrRTnk+ZZtN1zTLVxI9x5uJfuRs0SuR6kZrOFmrTpOyjuSQIKzmLHjh3xK6FPPvlkO/HEE23Xrl1Wr+eW57MezfiBAAQgMC8C+IUABCAAAQgsnQAbwEs/BAQAAQhAAAIQgMDqE2CGEIAABCAAAQg0CGgTT9ufso2StX32zc4ihbryrqrwUOxJijltCis9C21s1Oywww+zE084Mf594Fptg03gWYDFBwQgAAEIzJkA7iEAAQiUg0BWjjCIAgIQgAAEIAABCEAAAitKgGlBAAIQgAAE+hCo0H5v1wwUe1JX5YwKQgi2+6DddvTRR9sDHnB/O8qt7hCWe+4IFgUEAQhAAAIQgECpCBAMBEpEgA3gEh0MQoEABCAAAQhAAAIQgAAEVosAs4EABCDQl4Bun1VlskpXTGGB8e7cucuOPfZYe9CDHmwnnXSS7dy50yqMboHkFjOUjkVRixmVUSAAAQgsn0DxtU/p5UdEBBCAwLIIlG1cNoDLdkSIBwIQgAAEIAABCEAAAhCAAARWgQBzWAsCvgXa+u5jLbH0UjeI1Eo7mDHtK8aZK7g6Wyf3/Wxn+2Je7vSF2/2k+mL7UdOKU1J72aJUNg+JU82C1UKww/YcZg/xjeBHPOy77JSTTrZDDjrYdm7ssPrmluWbdcu3fMb13IpxDUvX89wGyab8yfxUyTyI3rKhsdqUP4PmpjoPbWgMvdoorFxPOkA6iZsK3lhK8w153f33l2IYJA0xSCEEC2GAPEgPyWOwiWRDfkIYMLbXDek+NKbMgg2SDfkZxFZ1Q7oPHFtxDWM7zP+w+sHXT+78+p9bw869UerTedzPjuJjmjb9xk3l0/gepa/Vt2yQRvExqE2aRz87qO8s6vqNO6xcr3GSNV/3klWZNKx/o94shMGvHyHMt974gQAEVpZAtrIzK+XECAoCEIAABCAAAQhAAAIQgAAEIACB1SIQfDqSm9ajAgkPWZvKFYi0K0RfC48L5lmW2eGHH2EPeMAD7IEPfGC0x59wvB17zLF2yCGHxDZdnZdWkPcf2Tef+1fOv8ZPhRkMMmB+M/COi3UnwPm17mfA6s6fc3t1jy0zg8DyCbABvPxjQATrQoB5QgACEIAABCAAAQhAAAIQgIATYCnCIcRH1Unorr84kSU9hRAs152lbnft2mVHHHGEHX/88XbCiSfY/e93f3vIQx5qD37Qg+z+979/LD/uuOPs8MMP76kj+pSn9od5/aGHHWZ79hxqB/vm8iAd4vV7Dj7EijrE8/20Z88eO/TQQ+0w9z8PHX74EXaksznqyKMs6RhPJx3t6aOO8roRdeSRR5q4KNZDDz3MDnMd3iGxkmLdYYfbET6++vXTUe6zX12x/IgjjrRG/ii3RaXyhj3a53T0EUeZdMxRR9sxxxxj+grxaXS0+zjSGSmGLnn8R/SR2B59dCMGxSEde7THU5DKJpXOa+n440/w87y3TtB10aYT7ARvn9TZ90SvizrO2x13fGTXLz4xbYx/vI/fX8f5+KMoXsM+5gkFHe/pfjrhhBPsxJNOtJNPPnkm0lfMy+dxxx9nLfn4x/WRGJ544onxq+nVdy468SQ7qVMnNcpOPvkUO+V+94uvc3qtG1XqI2Ynup9BUptTTjnF7udjzE2n3M/u10eazwMe+AB74IMeOHs98IF2/wfcP4598kl+/vTQic5dx/iEE040/XKRzvc9/j6w55A9dtBBB9mu3btt985dtmvHTttR27CNkOnLPazu7015Pbek+lbdNjc3bfPApu3bu89iI9/7VfmSfwdoSe/gDAsBCCyCQNX/r7EIRowBAQhAYGoCOIAABCAAAQhAAAIQgAAERCDda5isytZXdZ+6NMs7cX09Oa0ru/cBD2847Qau4k4aMNISqoJltcx27txhh/gi/WG+AXmcb/5K/TYwTumz+dDalPDNjwc+4IH24Ac/2B72sIf11Xe16h7ibYrq3+dh3/Vd3lb1spPqoe6jqKIf9/1dXvddHk9SK06vi2mve1hRqbzbPuIRD7dHPeqRduqpj7LTTmvq1FPttB469TQvP+00bzdYp57q9QN06mmPdh/So0zpU91vUae16tXm0R7bqd6uKY/rVK9vk8qKGlZ/6qPtsY89zR7/+MfZE5/4va4ndEhlDcX6J3h9U094whPtCd5HinWefuITn+j9iyr0HbP+CRrniT7eEx/vPiX5Ur5TKpc6y5VXufpK32vyKT3x+55oT3rSk+zJT/5+e+rTnmxPe9pTGnrqU+1pSU97WqMs1UWrsm09NZY1+8b0dt3TevYvtlW6s30h/1RPu576tKd6jNPrB37gB+yHf/iH7elPf3pBp3u6n4rtFpg+vTnW6R6X6/Snn27j6Jk/+qP24z/+4/bc5zxnoJ7j9WXQc5/zXI9zxnruc+15P/U8e8ELX2A/+7M/ay960Yu69GKVvfhFsf7Ml5xpLznzJXbeea+0V73qVQ2dd17LvuTMM+2lL31pbPuiF7048n3mM59pP/CDP2A/4OfVE/214Lv89f4hD3mI6ZdCDj7kYNu1a5dZqPv7tj4NSP7mbJ0/KlOdpHRnPXkIQAACvQmwAdybC6UQgAAEIACBWRHADwQgAAEIQAACEFhzAlp6SApNFrIqa2bXzGgJVzJhcA1aztUm7SClDdh+VpT7yYeeiHxrrIl6z65T3rxtSjZJ3kNhYlv625W+tK76LGTWS8HLNzY2bJi0qRz0x0g1SEEhBAshWC3LrBYks8zTWc1sI7Mo9e2nYBb7t24J83iL6RBCrI8+5bcoH6O2Eay2UbONHT6HljLPN6T6HZpfrWY7soZqtWDSDrdSrVazmvvYltdvZN7Gy1VXUMiCmT9y2/IwtzyZe8R+Fnuc1lSwYJlL1kb4qdU0Vi+Zx+BqzrmmODztza2ozMukWuY+XJnPS9rwWKWa21rWqKtlbr2+1tTGRmYbtZqJUUs7PN8mZ+ttapnPKpjp73u2ycy8eFt+0bbVe2VEY9Zo06zXvYJSrPM2mftvyMyTBWWeLqqzPhTqlW6v3/C5bJ8fNYtz1ryTmvWN+ddsh+ejapltOLvMgwkxcmv8ePyWZPHVrFHeelZZUa2KZmK7rvF3UIMfz8zHMrdmWa2hjcy8LFitljVVc9tHmZcP0UZNx3GwMs1VB8RPaT+xfdbBz3OzEMIo6mojf1JN58881Lxu+81tx8YOk3bu2GlF6fVOMYUweF7mPyEEf57sEfz8kTTWRMoax1UMJ1GtyXz7/Pfjv2NbWS2zLGRxcnqf6JQqVL9Rq1ktczVtlmWmO353ievOnbZr92475thjox5wyv1MevSjH22nnXaafd8Tvy/+IsWP/MiP2POf//y4yXz22WfbOa84217zmlfZueeeYz/90y+Mv3jw+O/9HnvwQx5kJ5x4vB1xxGG+QbzTMmeoO4ot/jRPTL/uQtBxkWIFTxCAAAS6CGRdJRRAAAIQgAAEIAABCMyIAG4gAAEIQAACEIBAHwK+Zqtl3FRbV96V8mW3ij1JsaZNYaXLoBBCayNmKfEEbXCJUGP0oJ2kqEZ+Ns/b/s03A9rVMUKMx2OSlTqrtZnX8pH8JtvROM7DfUWb6tRWZY18aJjZPSs+xR2lsTpcp/o4B9Xnth1D7o0lxZfkRcVH9Ot1yRbrYrpQpzaxrPCUxled0oWquFEaWSmG3OPKvVZyEx9KJ/k4cQ6xYvsp+vW6ZLdrmqlCXef4sYX8e5vo29OCU9TQ+FLfZKPTwpOXp9hkCzWNpNfHsZNtlLaeFXPs57E12zWuGbVQWVEqQxAoI4HRYwoh2EEHHxR19NFH2YMe9MByhzp8AAAQAElEQVT4TQFPf/rpvhn80/Eu4rN8k/jss8+yM858sT3/+c+zp/3Lp9ppjznV9JXnuw86yLJazQfUteFmwGN4iwGdqYIABCpNIKt09AQPAQhAAAIQgAAEIACBshIgLghAAAIQgMAQAtp/GdKktNWKPamMQYYQLISGFJ/u4JKdrdJmlmy758xX3DPtijeLg6djPvelOK9rFi/NeBQmpQBCnlvWiquVSNV9bIjleg7epaGin1g9oycfoOWpmE6FxbJGDIon1SqtOFN+9rZ9/G7/xXqLe8KKyZo/Ss8uvvaxGkMUy4rpRm3nc4yn0EyxSZ3txsrLgdSzUxqsYXVubm8AWxcv4wcCJSAQQojvMzULVlQIjfIQ+ltr/uiOY29mustX1vTLGP56vHvXLtu9e7cdceQRpj9d8MhHPtKe8pSn2LOe9Sw766yz7Bd+4RfszDNeZD/xk8+1f/Evvj9+Lf+xxx1jhx66x+r65gu/iOv5lqc3La+7PG3NX65ot41rzviZngAeIFBCAno/LWFYhAQBCEAAAhCAAAQgAAEIQKC6BIgcAhBYJwJaPJXGnHPqkuyY3cvQPJQhiEXFoONU1FTjOjn5GtmHGvfSyA5MewqDW3tMrQbFdKuwI9HeRrmG9NzRdCbZot9iOjkvlhXTqX4GtngIutwVxyymvaH6+QaRpwY/YrvBTUar7Rg/diqWeVpjFRXbzO/JR2ycgxpz4DCxZbNFMd0sKqXRpKRlB6cYemnZcaXxe8U2SlnqP09bljg656i4tstCCBZCaBT4JvEpp5ziG7+Psh/8oR+0n/iJn7CzzzrbdMfwWWe93J7tG8VPfMIT7MQTT7RDDjkk9sm9T0y0PbWP0VbVzKhFUc1iDAQgUCBQ1iQbwGU9MsQFAQhAAAIQgAAEIAABCEAAAqUioIWzovoER3EXgbqXJGkJ0bNxN0plSldZPp/QVM87a3rPUYsxkjDI6s5LSa46aeS+1jtI6jNInf5mkU/jyVdKJ6uyeSiEEBe+Q2i3nWMVr9FiWn8/sZ/y3I9T3Y+jKx4PdzrY1q3mB69mwW2Id85m0ceW5bmU+9mQmb7Wu24bJm35wruUu/WHtwuW+3hRKvBWVlDwAJJ0+2MWzEfLu5Wbd8s9hsyCD5jlWUzrfCoqeLlkbqW6uhW05X62/ETL3UeuSq+Lj+CZTnmF7qhuqOa5YEHBtt1T7MXNh+asZLJKdyr4oL1lFjy24LEp/oZ8PDMLZttq1luMIZhlmSuYObjczxnJcZtQS1b4iXE5lzzOXcfF5Y1UnmReJzXGz5oxWcEGT6tcCj5s1pLXmOe8Xqlg5lErntyTDfl4zRjNWzZk7T8enxVVqFWMisu2gjXklZpsm1QWPIZGfMGzbfJAguSxmSuP8Zjl3ihX2uPKXdZUCMFCaMjiT2aD+AWPffvczOJ1U7MQbTBzr8Fj84SXmefqUUHIo2IMPp7Femv70fxVkKzS0yqEYCG4Mvfk53/QxWR1z3Sr7te8kzJd+9ajTSx3H7n5a8MQmbfrpdS3s64Yl+JIMss91obi+B6XbKfMy0dSn7g640l5xZWU/Cs2K8SltCN2zh5qn3LVWzPGztiL+TRuLyt2Klf75KvbNlhZMw6N2ynzOEJQOz8HOnjId1EabyT5dWGu4G7bpLEkfx0KLp1+7ar7FZKb+qg8Xkshs50bG3bYnkPt/qfczx73mMfaj/3oM+2V55xr55z9CnvpmS+xp//I6fbIRzzCjj36GNvIalbf2vJp5ZZvbUaFvG6ZO03SfCV/U7GiVCY12pkfwzBQxg8EILA0AtnSRl6rgZksBCAAAQhAAAIQgAAEIAABCEAAAhYXV8Uh19MKavlTCh5CUZ7lMQKBxGyEpmM0kdcRm6tpUR3dilW90h3NF5xNES142LbhUgzJtlV6JpUn60ULfARr/DO3DVnHT/C85GYJj+BxSea2IVvcz8hvB2FxMbVGGjm4Vo9KJYR0FC16Up0xpfE7y1M+1a+YndX0jjjiCHvgAx9oT37Kk+15P/U8O++88+y8V51nz3ve8+zU0061Y4891nbt2mUh04g25s+KXyNj0qA5BMpGgA3gsh0R4lk9AswIAhCAAAQgAAEIQAACEIAABAoE6oX0eiervigTWPdtP4E7c3lxMV1HO6mzYRXzmltSFeMnZggMIaDTu9VkymtXrwVSy9+iE5qMNK9xp+QzKKz4PqPYXTE9qPGkde47/vLDpP2H9MudjzSk2fjV+jw1uupbmxa/HKFmdvTRR9pppz3afuqnfsJe97qfs9e+9rV2xovPsKc8+Sl2ysmn2O5du2M4W3X376pv1i3U83gjcKzgCQIQqAQBf/WpRJwECQEIQKCSBAgaAhCAAAQgAAEIQAACEIBAPwJ1r5CWui/gMUz6UNxJk/ooTz/tLHRqHtHpiM/D7zJ8atNkGeOWc0yiWgaBdM1OMHbxa3w7u8dTW75Tha5b5WNFKhzd6rdlpNF7dLTU+FJHcSur2KRUoLTUL5/Kk5VvKeU7reqkzvKUV52U8p1WsfRSs106Fs1sm4nIU9+2mkJGY0uForak6qS2wkJmiP8UX4yl0C0lR61P7ZNN/VJ+SbbuG7uHHXaYPfShD7Ef/uEftpe+9Ew799xX2E/65vAjHvFdduQRR9pBu3fF73ARqSWFybAQgMAEBLIJ+tAFAhCAAAQgAIHhBGgBAQhAAAIQgAAEILDyBHw1uLUDqiWWXuqGoGVoKd5wJBfdTVol2jMYpFbDBSbSlFdiITjC9aMRrWZUlJf35JqOc8/KjkL5KErVKa80ggAEJiPQea36dZU21JLt5XhQndqr3txX3O5SQZLG8xdsS9d/0QZvlOo8qUf0o0RBugt0mFrNFUMr00yorKhmcYxV8TXr2l7PUhtZxSjr6hVfnHfTR0x7u7ZHsU7ptkrPiImb+FA8MeFPSrtSXMl6TdtDMUlx7IJ/hS3pTdPdNPoU6hsF/qyyoryo7VGsaznyFikdB/G8P2IcKpc8Hx/eP5a7jTHGwsKTlw+q17Fvtfa2rfTyEyEEy32qwQ/hxo4NO/Kow+20Rz/aXvQzP2OvPO9ce/lZL7Mf//Eft5NPPtny5h3BW1tbns5NG8i5Oi9/GkQAAQh0EPBLuqOELAQgAAEIQAACEIDAlAToDgEIQAACEIDA+hAIPlXJzTgP7+Jrra0edeVdrYKSJxR7kkJNm8JKV0uaxaCIh9UP6turrlyL/r0ipAwC60GgcC1q005qm3jx2ldaamtQyOjFW0pFqW2yGktK+dRumFUfqV871Un96lXuY2pukrJtUl+prbCQUZ1UKOqZVBupWOnjxk3SzvJCG8UkFYp6J+VD6qxVmdRZnvKqk1K+aBVfyitdbKe81/XbqPaqxkN9pEau/7PaSJ0tVCZ1li8zr7l7TD73EGV20EEH2YknnmhPeMIT7OUvf7n90i/+kv3ETz7XTjvtMXbY4Yeb7x0vM2DGhgAEBhBgA3gAHKogAAEIQAACEIAABCAwNgE6QAACEIDAEAIsRSRAxe2CVFYVq9iTqhLzYuLk/F4MZ0aBwCIJTPtqp9cFSX4WGbfG8jF156lknlbRzKW5STN33HQo39K84pdf+W8ON3Mj39LMHc/MYbqDN1nTb3W5d23uKvJayKzmmZ0bG3boYYfa9z7+e+0Fz3++nXfeeXbGGS+2Rz7y4XbInkPMm9n+/fvMfPNYviRr/SKAbyzHtK3WD7OBQIkJZCWOjdAgAAEIQAACEIAABCAAAQhUigDBQgACwwhokVVtklV6TaWbbDT1ZJWumFbjKA6bxbD6ih00woVAZQnoxbKoMk0kxZViSq8byabyZVvFuagYZjz3GHp8mtEEivEV03LfmVfZuqrBovFcZJBblgXbc8gh9rCHPdTOPPNMe+Urz7WfeO5z7Xse/z22e/fuYuOBaR3VogY2phICJSNQ9nDYAC77ESI+CEAAAhCAAAQgAAEIQAACECglAd3VkGRmpnQpA116UFp6SEpLiLIqW3pwSwlAM5fMVzxlM1lXcHUGpJtwBqmzfTEvd3Uv6CfVe/XYD8UpqaNsUSqrlCJcPwrR6rwsyst7TiYRVaXaFFUsUxpBAALTE9CrVS8N8ayvF+5Uq4tft7ortihrlsn2vFs2XfudNsWm8uYA8ttMtkxnLL3yrcYeS4xjAtv2etZy6AnF6UaPGN8EvttikqOiCvOP/Dr8p7ha1usVR6daYxR866VZb5rRqtz7ttpNkm45krOmOvi04vS2Me3jKNbOcVVWVKu+6TYZHe+UbrVxn62yJSUUV5KHEELNQsgsuDXzuZtZPdexbcj3fS2oOGxZyLZM+a3NA3bEYYfaYx9zmj3/p37K/u0v/ZL9zAufZ498+ENtz8GHWM39bWSZuVfL/END5v1DCO4nmGU+QPog5Lbx1dO5dbYLIcT2IbRb780DAhDoQ0CXV58qiqcngAcIQAACEIAABCAAAQhAAAIQgAAE2ggU1lfbyiudqWDwwUzr2RWMfE4hOxDr1JyGwi0EIFBuApV/n0qvZWXDnOJKdsz41G3MLtM114BFTedttXr7ReIPcwV/Ssp8c7aWZVar1ew03ww+8yUvsXPOPcee/Zxn2/0f8ADbsWNHE4N3bKb800j8Jcrev0hZbNfqQAICEBiRABvAI4KiGQTGJkAHCEAAAhCAAAQgAAEIQAACEGgnENfxfCki2vaqdcw5iUpPO6zFcRxhkm1HsepHtW0yZCBQLQK6C3NQxMPqB/WlDgJrRUAb3yNMODbT+2RS3Tvlpg3hvJ5bXq/b0Ucdad/7+O+xs856mZ119svsyU9+sh1+2OGmDd8trzdvF6Tcu7r1Zx4QgMCMCPCpdEYgcQMBCECgSIA0BCAAAQhAAAIQgAAEINCDQFwo9MXBaHvUV7JIK5bS+ME7CZNmeSeuIkkaGJE3mnYDV3EnDRyrkpUOqHF0PHodJTcjPcZpO5JDGpWcAOGtEoHm9btS71GrdHyYy0gEdP6mr3SWHalTZ6Pie2BnXUc+judlsm50R280HU/a8H3Qgx5kP/5jz7Sf//l/Za94xVn2PY97jB26Z4+FECx4e8kNDwhAYEYE2ACeEUjcQAACEIAABJoEMBCAAAQgAAEIQAACbQS0oJ7kC4pxdc9t3Fxra1jBjM9Du6hSnE+aZ9F2TyvVptVO99LdqFki14OUNmD7WS389FM8FM1xxjGtscbpVKm2OkI6KlKvwBNR1altUcUypREEIDA/AnoVkwrXpO7ylTSobFHFMqW1OVZUKouv58oMFQ0gUC4COp87z19dIiNHmd7P0vtfsiM76GoYQiMAmc3N/Vav121jx4Y9+EEPsBe+4Pl27itfGb8iWpvD9XpuW5ubZm67HFEAAQiMTUDvjmN3ogMEIAABCEAAAhCAQC8ClEEAAhCAAAQgMJiAFhK1uCg7uOXK1/p6aJFCXXlXVeat2JMUc9oUVrra0qw0A9kk5XXeSkoPnoBeCQAAEABJREFU0ihtBvWnDgIQGI/ADF844+bZeKPTep0JlHnuxfciT497bus3z1rT8/6m98NWwdgJbf5KsWOMpW4hBJfZ0UcdYd//pO+zl7/85b4ZfI499rGPtV27dsamkz4p2qRJfdAPAqtAgA3gVTiKzAECEIAABCAAAQhAYPkEiAACEIAABCAwJoEwZvsyNVfsSWWKa3axpNnJ9vOqZbWkfm06y9W+s4w8BCAwGwLDrq9h9bOJAi8QWD6BKc91/VZX2yS0ndpWMFFGXwOtjskqHfea67ltZMEe/MAH2M/+zE/bq1/zKvvBH/iXtts3gvN8y7ef62aNhmbxDmfPR9sdl0o65Z1m/8AjBCpAYMpXggrMkBAhAAEIQAACEIAABCAAAQjMmQDuIQABCIxNQKuT6pSs0hXToK3Rik2lEG5xVsV0oQlJCECgRAT6vIj2KS5R4IQCgQoR6PN+qOusqJ4zUoOeFd2F3lSbwyeddJI9/RlPt1/8xV+MXw998sknWxY8BqnZy5tanmsjuFlQNN7UkorlpCEwIwJVccMGcFWOFHFCAAIQgAAEIAABCEAAAhCAQBkJxJjyXMtQ5gtRDRsLeVoDAr66qLtkJNMSSy91Y0itzE+XmJZ1xZtbOprL9SCpzyB1uJtJNo0nZymdrMqqLx0VP7ZxIrKSyqRYOMaT+hSlrimvNIIABCYn4C+ceiFtOShuBuk6a1U0E4X63OuTmrUYCFSegM7p+HlEMymc47FcZcPkfWL/4vueypQv9lW+oRAyC11Sndr7NdrnA0K8szffMtNXQrtC5n38Ya4DBw7Ez9QHH3Kw/YsnPcle++pX2ZkvfpE95IEPsIN37/Imfi3XN/2D95YF3wROyq1uufsyt9syfiCwtgSytZ35XCeOcwhAAAIQgAAEIAABCEAAAhCAAARWn4Bm6CuVvhSpVBmUokm2DDFVMwYRVOSyktIIAhCAAAQgUHICvucaI0w2ZubxpPfGXpp8rBCChRDaHCgrffejvtte8YpX2BlnnmHf87jH2c4d6e8Ez32ibfGQgUCVCLABXKWjRazVIECUEIAABCAAAQhAAAIQgAAEIDCAAEsRCU7VSeimnjSX1bRDjtBEk56Hz4kCoRMEVoCANoqkGU1l5LskZzQebiAwNwL+XjPVpTFV5wlnVfd+/aU7hkOW24Mf/EB7wQtfYK97/evsCU94gu0+aJfV803Lapkp6tX/bOKYeEBgRALZiO1oBgEIQAACIxCgCQQgAAEIQAACEIAABCAwiICW5lSfrNLrq7TMqa94riIFxZ1UxfjbY9YdRJ1qb9GdS0dQtru2d8k4bXt7oLQcBIiiLAT6vJ/oa2CTeoWa6mR71VMGgaoSiJeE3mtcE5/fxffDfiCKbXql+/WbvjzPczvuuOPsp3/6p+1V573KnvqUp9qOjQ3LMra7pqeLh1UiwBWxSkeTuUAAAhCAwDIJMDYEIAABCEAAAhCAQE8CWnpIiquS3kpWZZ5cw4cvyca/Tte4VcVMy6b9MOhOlkHq12+e5WnTd1Dc8xx/pr4jXD8i0WpGRXl5z8FULvWs7ChUu6JUnfJKIwhAYHQCeu/oVEdvbXhJHcWtrOokFeiO36JSWfwbqMr0FRUQKCeBeG7rPaYQni6ZQnZwUn2l4nthrx6F+vT+2WkHfrrp5XP0Mn0ltDaB61t1O+GEE+w5z32OveY1r7Hv/74n2Z5DDrHcy2shsxjS6G5pCYGVI5Ct3IyYEAQgAAEIQAACEFg4AQaEAAQgAAEIQAACYxLwBVktn6ZedeVdKV92q9iTFGvaFFa6WtIsBkU8oF4L7UmDXLTVaWG9rYAMBCAwFgG9UCYN6li41npep35t9yx3n17lzzwg0IdAFYoL579+5Uzn+jhha+e01V6++lwUuhRb7RafyH2TOSrP7fjjj7dnPetZ9vrXvz7agw86yLgjePHHhBHLRYAN4HIdD6KBAAQgAAEIQAACEKgaAeKFAAQgAAEITEhgyeumE0bd6KbYkxolPI9GgKW40TjRCgIjEJjqN0/0CtY5BtdnJxHyVSUw5bmsa6tt6n02gNvaLDeT+0Z3VjM7/LBD7Qee9hR7zavOc/tUO/jg3RYiDm1k99KYcdMcAhUiEE/9CsVLqBCAAAQgAAEIQAACEIAABEpDgEAgAAEINL7AeYKF0dQl2Qqi7LV9Ur1pDJvFsPrqzZiIIQCBIQS47IcAonr9CIxyUegDjbRsOo0YjjnmGDv99NPt1a9+tZ366Efbzp07lx0Y468AgapNgQ3gqh0x4oUABCAAAQhAAAIQgAAEIACBMhDoG4P+JpnUt8HaVRTvtmgsyjU2TVVedRg+H31NomSaTy91z1GLMZJ5d9lM1hXddDTXTTiD1NG8Lesu+0alSFXf1mHEjOKU1Fy2KJVVShGuH4VotcBdlJe3JiNiSc3C3OuTmkXdxttYUWqR8kojCEBgOIHidZla+ytY2DKT0itd29fc+nWWrs9kzX/6pb3K5Cf60LXu/pXXC3Ws4wkCFSCg8zu+5yjWjmtARUPlfWJ/XXMpLav8oM66Xppqez8d1GfaOl2nSbllIbiylkIItmPHDjvu+OPsjDPPtLPOPtse85jHWPpa6HqueM1/6kPk1TwgUFECunorGnoZwyYmCEAAAhCAAAQgAAEIQAACEIAABPoTSIttyfZvWe6aFYjO13K1RrsCM5nRFByIdSq55nxNJLAQWB4BXZ/LG52RIVAZAuktK9mlBL7o6zVNVrYh3/8tzDy3Bz/4QfbCF77QXvrSl9pDHvpQ27lzh/ELmwVEJFeSABvAK3lYmdRSCDAoBCAAAQhAAAIQgAAEIAABCIxAQHdajNBsDZpUfVFGd/6u/mHSQnJxlsGsmB07XfWjPvaE6QCBchKId0oOCk0bWLpeZQe1ow4CZSTg5+5Up+5UnZcERO/XBelDSryjf7tsx84Ne+R3P8Je/vKX2gte8Hw7+pijbP/+/THekGUWQuhSrOQJAhUlkFU0bsKGAAQgUCoCBAMBCEAAAhCAAAQgAAEIQGBcAtoKl2Z5J+72MueQaLyh1kaHtBpYrbiTBjasZKUDan39q9JpEiElJrQ64hN2pVspCBDEihDQxlDSikyJaUAgEohvU3qvcekcj4XjPul9z/tX6SvQNe+iWlPWXFqZmNi5c6c97nGPtde//vX2zB/7Mdt90EFmza+Ejq19I1i2WRT78ASBKhJgA7iKR42YIQABCECgTASIBQIQgAAEIAABCEBgbQn4SmNrB1RLLL3UDUdLqpJ5d0mLjN2tGiXapB2kNHw/2yuiVKbhG6OM99waa7xuFWqto5OOiihJiZqmUUwrP0jyVZTaprzSCAIQmIyArsuk5jWpu3qL6uVYG2JSrzqVqb/JnzJdogAC5SYQz229xxTC1GVSyA5Oqq+U3gOTHdyrmrXBDvKN3x99xjPiRvDDH/EIM9/4zbLM8nq9IXaAjZ9qE+DdrNrHj+ghAAEIQAACEFgqAQaHAAQgAAEIQAACWlmVxiThXYrLqnXlXWN6WVpzxZ6kINKmsNLVlmalGcimRXClVTYLyecs/OADAhAw04umZBP8FK5FbZpJyUu85Cf1m5xgV49AlWZUOL/1bRbF83uUaeg3z1rtdEFIrYKVSuSW29FHH20ve9nL7Gd+5mfsmGOOsX3793upuVZ33it1EJlMXwJsAPdFQwUEIAABCEAAAhCAAAQGEKAKAhCAAAQmJMBSRAJX5e0FxZ6U5rNats/stNM9cKKc3wPxUAmBqhDQtc7dwFU5WsTZRWDK9yKd/y2f2gSVWgUrltDc6pY5ssc97jH2+tf/nD372T9mhx22x2o1/ywQN8PrZtpI76kVw8F0VoqAn9YrNR8mAwEIQAACEIAABCAAAQhAYO4EGAACoxDI89yKGqXP6rfxhbQ4yWRjZj2f8ua0k21mq2RW8ygWZ1VMV+nIECsEVpGAXiz7aRXny5wgUCYC1Xw/3I6632uHyts579ixYT/8Qz9sr33ta+20004z/zC/3SBse9wuJLUOBKo6RzaAq3rkiBsCEIAABCAAAQhAAAIQgAAElkGg75jFzV6l+zZcuwotPSSlhTNZla0djDhhzVwyX3eUzWRd8SaT2GL7STfhDJL6DNK2p9ml0njymNLJqqz60lHROaqZyCqvtEsTTXcAtX2lptpI3sZkJaURBCAwPQF/gdQLZl+NMUK8qzd9Pa6s1Oyva7pT8Xpv1mMgUHYC8fxO7z9ulU8aKXbvE9/D0ntfMT+Sg9I1yvx1IwxQzTd1axZsW5ltZDU79qij7SUvPsNecsaZduwxx3gLM9uqmz4GFOWlPCBQWgK6gksbXHUCI1IIQAACEIAABCAAAQhAAAIQgEA7AW0CJ6lGadm1l9bxKwuh/IFrybao8kdc1ghFUbElq/QCxPWxAMgMAQEIQGCFCaT3kWRXeKqjTk3v5P00zMdjH/tYe93rXmdPetKTLNP3RA/rQD0ESkSADeASHQxCqSgBwoYABCAAAQhAAAIQgAAEIACB0QjExUhfioh2tC6r3MpJVHp6ugOm0hMYGnzHEepsr7uq4p1SxXbFdGeHIfl4XXj/aIe0pRoCEJg9gXhNz94tHiGweAL+XqIdz4kHnqrzxKMup2PdrPPO/0I+z7fs4IN22/Of91P20peeaSefcqJt1Q94H2v+eH++KaDJAlM2Av5KULaQiAcCEIBAdQgQKQQgAAEIQAACEIAABCAwBoG4nugLZdGO0a/UTbVbJ40fpJOIS4b6iufxey+/h+JOWn4000agY9ipSXzqqE7QT0M3vmDSO6/UBeLzWY0Hs4AABCBQCQLxLUTvRS5tZE4UtN6UvL/JTuRg5TqFEOzUU0+117zmNfaDP/iDtmNjozVHUZJaBSQgUBICbACX5EAQBgQgAAEIVI4AAUMAAhCAAAQgAAEIjERAC4hJvjwWFybdxq3PkRyUuJHPQ7fBSnE+aZ5F2x1+qo37fc7DvXQ3apbI9SA1my3UpE3fQXEvNKBpBotw/YhEqxkV5eU9fWs5TVKl2hRVLFN6mOQnyU+G2NytIMc0TxCAwPwINK893fkraaBoVa5MSyQgUA0CccNX70mFcP0tpZAbklRfSe+Fapqs0ust/SmX3DfEd+/ebT/5kz9pZ7/iFXbSSSdZvZ7b5uam5W7rObzW+ywp3+x5NyvfMSEiCEAAAhCAAARKT4AAIQABCEAAAhCYjIAWxooLi5N5WYleviArGmkudeVdKV92q9iTFKv2KyWlqyXNYlDEw+o7++r87iwjDwEIVIrAuJd9pSZHsOMTqGKP4nuRp+PG8Bjz0C9FtZp7f9/4bGXXOeGvDfV63Td96/aIhz/CXnHOOfa0f/k023PIIRZ/qc9G+3E3kajsaD1oBYHJCLABPBk3ekEAAhCAAAQgAAEIrCsB5g0BCEAAAhCYEYEK7fd2zVixJ3VVUjCAAEtxA+BQBQEIQAACMyEw5ayn7+QAABAASURBVHtN1290rfFWZefxcBS6G3irfsAOP3yPPec5z7IXvfhn7YQTjvM9YG2Wd6rdgXdvbf6mdHsLchCYHYEpXwlmFwieIAABCEAAAhCAAAQgAAEIlJ0A8UEAAhCYGQGt+slZskpXTNoArljIPcIdNoth9T1cUgQBCFSbAJd9tY8f0c+BwBpfFEOmvlGr2aMf/Sh79atfZd/zPd9jvgtsrZ/Qp7OKk1qNSZSRQNVjYgO46keQ+CEAAQhAAAIQgAAEIAABCEBgEQSmGkN3CshBskqjVSDgq3e6S0YyLbH0Uvc8UyvdAhLTvgmcudq+cbHZTa4Hqdmsp3GX1nkfSjGv+p4dhxQqTknNZItSWaUU4fpRiNaPZ1y5TdbLe04mUexZ2VEoH0WpOuWVTr5k0xFxK6iqRhCAwPQE9PW3RbVer5uuU52ySsdXTmUQBCpGIC++v3ha+aSRpuJ94vWh98GUllV+JAcr1yj4+3HwD2ltchwhBAshmOW5eRM7bM8h9uIX/az99POfb4fuOdjqW5tW84rMP+yFvO5t6p5ytV5j6s5KcsMDAnMioKt3Tq7XwS1zhAAEIAABCEAAAhCAAAQgAAEIQGD1CQyaoS/+mTSoTQnrPGTteZYwsiWF5EDicSzaBYaiYX1puDFi3jA8QwACEIAABMYlkN5Ckh23P+1HINAbbq2W2ZOe9CR77Wtfaw972ENt88Cm7w/3bjvCIDSBwNQE2ACeGiEO1pYAE4cABCAAAQhAAAIQgAAEIACBCQiwFJGgVZ1EWIs1zdwsHbCZ2AFHPW4C1y3uQxs/EIDAcAK6aKThLWML3QkZE32e4p15feoohkClCPh7zRiXRvfUpurc7W4lS/z92uoW7xD2D0SypnyW24knHG/nnnuunX766bZjZ81qG1kkIKreNKZ5gsAiCDTOvEWMxBgQgAAEVogAU4EABCAAAQhAAAIQgAAEJiGgpS/1S1bp9VXdpy7N8k5c7ckmufv+D2807SKk4k7qP1BVaxyQL+RavCtXR2lW8xjii0tjVqBn5gdHZSfQ56LRZm5S2adAfBCYJYF4Sei9xqVrYCLfxffAiRysZacQIvw49107d9mzn/McO+uss2zPIYfEMp4gsGgCbAAvmjjjQQACEIBA1QkQPwQgAAEIQAACEIDAWAS09JCUFsZkVTaWo5Vp7EuycWvRhMGlZdZ+k9Mm7SClDdh+VpT7yYfuN+zA8tZYA1tVuVJHSEdF6jWPRLRXXWeZfBWl+pRXGkEAAqMT0KtWpzp6a8NLUrHu+C2qWKb0cNECAtUiEM99vccUwtYlU8gOTqqvlN7/kh3ci9oGgTxv8KrnztC5524f/vCH28/93M+ZbC1kjY9+3qz12a7RlWcIzIVANhevOIUABCAAAQhAAAIrSYBJQQACEIAABCAAgRkR0MJgwVVdeVehqNRJX7uM98bKKtC0Kax0tdWakU9DacmTccveF3SVnEqz8DFVAHSGQMUJ6IUyadBU/FrTZpg0qBl1EOhLoMoVfv63wvf0uNeBdidb/fU+KLUKypkoaYjBt3yPPuZoe+Urz7WnPe1pFrLMS6wl4wcCcySQzdE3riEAAQhAAAIQgAAEILA6BJgJBCAAAQhAYMYEwoz9LdKdYk9a5LiLGyvNTrbfqFpWS+rXprNc7TvLyEMAAhMRGPibJ72utV5lhZF1t3AhSxIC1SUw5FwfNjFdW6022lmVWgUlTfj79SzDnNEs8/jrcma1WrDnPe8n7ayXvsQOP2yPbwDXo2xmv2A2o4Bxs1IEpnwlWCkWTAYCEIAABCAAAQhAAAIQgEBPAhRCYJYE8ubXw+V5fZZu8bU0AlptlMYMIHVJdszuZWgeyhDEzGMozqqYnvlAOIQABCAAAQhUhEDZ3w8L8ZX4c1Xu/wd4/OMfb+eec64de+yx1voJhfhbhSSWSWBVxmYDeFWOJPOAAAQgAAEIQAACEIAABCAAgXkQmJlPLfpIcrht12ETWHNMSqtysioTjSrL56GvSZRad3BoXkV1z0+LMZJuCpHN3I0U3XQ01004g6Q+g9ThbibZNJ6cpXSyKqu+dFTSYqyspDJp3NmpT1Hqn/JKIwhAYDgBXYNJhda9Xnh0F6+kZrKS0lH+2qyvwpXia3YsNFMbSdlodY0qgyBQMQJt56+fx8onjTQV72OSrjfZJOVHcrDARik2WcVXkH+uWmAgfYby1xt/nQlBwUj+UpPXbXPzgN3vfqfYea88zx71qEdZyILVt+qW51tWd7WcjXXcWr1IQKCNgK6OtgIyoxCgDQQgAAEIQAACEIAABCAAAQhAYDICeZ4WgRp2Mi9V7ZXmnGzZ51G9+ArLn6Z09WZQlogTPVmpLHERBwTWlcCY1+E0bzPT9F3Xw8O8y0Mgnb/JlieyBUQy5uvEAiJqDNF9MI466ig7+6yz7RnPeIZtbNT0O4GxaXfLWMwTBCYiwAbwRNjotNYEmDwEIAABCEAAAhCAAAQgAAEITEFAd0RM0X2FulZ9USbe1LJCx6NrKvEuqO7S6UqqftSnmz29IbA4AsOuNa/vusPOyxYXICNBYI4E/Fyeai90qs5znNcg12WPWVu728pqZrUdmT396afbOee+wg4//HALIVher1u9+cuig2ZLHQRGIeCvBKM0ow0EIAABCIgAggAEIAABCEAAAhCAwCwJaH0n53f+Z4m0Ur60FS7pK54rFXgzWMWd1CyqsNlelLV4TSo/bDo6eknD2qZ6tU9pbJkJEFsVCOg6lWYVa/P6DLPyhx8ILIFAPH91Lrvi151PEoOuK+8f3w8n6b+MPopZWsbYI4yp41JQCJ7x/wiEEOzhD3+4nXvOOfaABzzALP52nbPXsZOMHwhMToAN4MnZ0RMCEIAABNaLALOFAAQgAAEIQAACMyOgr4FuqG55XVvArhKvWc1s4ivnSIt3TcW7RbXM0qnuSfuynknmXaVBh17rgIPU7X3+JWnTd1Dc849iRiNEuH40otWMivLynsOoXOpZ2VGodkWpOuWVRhCAwGQEOq9Vv660WVJUL8fFu36LbZVW+2jrSiEIVI9Ar/NXnzVGnolfR/ETiq4vdUpW6bIpxSqrOAsaa85LnJdv/mZZsFqtZg968APtJS85w777ux9pGxsblunjZDwWxg8EJiYQT6OJe9MRAhCAAAQgAAEIrAUBJgkBCEAAAhCYJwFfsMpd8xwC33MkoFVGacwhvEvxqNeVd43pZWnNFXuSgkibwkpXS5rFoIgH1GuhPWmQi7Y6LVS3FZCBAATKQkDXc1liIY4lEliFoYvvNZ4e99zWL0W1MHj/0t8JrPdqlz5HSa3Yq5EIIZh+MfSEE06ws856uX3f9z3Bgm8MZ3EXWPylasyFKMtFgA3gch0PooEABCAAAQhAAAIQKBsB4oEABCAAgRkTYCkiAa3gGmUKXTcut9QqJDECAc7/ESDRBALzJ5DuBJad/2iMAIEFE5jyvUa/1dUWsW+utuVLmJnVh6olTE2bv1tbW7a5uWm7du20n/3Zn7HTT/8R3wQ215TH0vhZZwKcPet89Jk7BCAAAQhAAAIQgAAEIDCQAJUQWBQBLfwsaqzljpNW55JdbjRLHT1vjp5sM1slsxpHcdgshtVX6YgRKwSqTEAvlkVVeS7EDoGqEeC9cB5HbJvq9mub/k9Qr+f2jGc8w57z7Gfbjo0NNoHnAb+Pz1UrZgN41Y4o84EABCAAAQhAAAIQgAAEIACBWRBYmA8t9Fi8l1KLP7aCP1p6SEpLXbIqW8HpjjAlzVzSNyrKZn7opbZvXGz60U04g9Rs1tO42/jX4/TFgb2k+p4dhxQqTknNZItSWaUU4fpRiFbnZVFe3ppMkWCzUHcOJjWLuo18FKUWKa80ggAEhhPQq1UvDempr72VhjSjGgIrQ0DvSab3GM3IrfJJKhoq7xP7670wpWWVH9qZBhMQyPzDYHBljnhbudVCsB/8gR+0l730pXbQzl224ZXBP9Vl/qFrW2YhhIEyftaagK7etQYw3uRpDQEIQAACEIAABCAAAQhAAAIQmAeB3NbmzwBrDX8eCGfqcw2cBTPtea7BTEecogOxTqWunLSJBBYCEIAABEpOIL1lJVvycAnPuj59FD+NnHbqaXbOOefY4YcfbrWsZvrRL49K/klOWQSBvgTYAO6LhgoIdBAgCwEIQAACEIAABCAAAQhAYI4EtJCTNMdhlus6Lkb6UkS0yw2lDKM7iTKEMXEMYVWPYxuRzklqWbatwZiZqh/1MadLcwgsk8BYdz56oGrvhgcEqk/A32umeruaqnP18ZVoBnm+aQ996IPjJvBxxx1n9Xrd8rp/NtFDtkSxEkr5CPgrQfmCIiIIQAACZSNAPBCAAAQgAAEIQAACEJg/AV/Jmf8gyx0hrifWLd7qYKvyo+MmjT8fJ2HSLO/EVSRJAyPyRtNu4CrupIFjVbLSATWOjkevtJv4iCdxTE32pCM+WU96LYYAo6wJAX01dNKaTJlprgmB+Dal9xqXzvGJpq33Pe9vshM5oNNMCDh/fVjz43i/+51sP/8L/8oe8fBH2Gp9jjZ+5kiADeA5wsU1BCAAAQisBAEmAQEIQAACEIAABOZOQHf+apA8r5sU0yvzW/1aQEzSQlacnT+pzE2lH5pPU3GzUHPqVPcEU4u4gOcLte6hu1GzJK77eYN+Nm3A9rNa+OknH7o5ynimNdZ43SrUWkfIoceIRUlKFFVYTCs/SPJVlNqmvNIIAhCYGQHdwVtUL8e+kWKS6optlTYzi1bXuBogCFSMQDy39R5TiFtvYYXs4KT6Suk9MNnBvaidA4Hg7KXmJnye57Z712576cvOtMc99jEWQuPAqlyaQwS4XAECvJutwEFkChCAAAQgAAEIzIsAfiEAAQhAAAIQmC0BX8yKG6Wys/VcOW++blekUFfeVZV5KPYkxZw2hZWutjQrzUA2LYIrrbJZSD5n4QcfEIDAdAT8WtRmmdTpaJaXfKdv8iUmsEqh+fndmo6ne53nrfoeibjxmMq9f3MTMpVgF0VAL0aSHwMdQ9cRRxxhL/zpF9ppjznNsrQJ7OGolRseEGgjwAZwGw4yEIAABCAAAQhAAAIQaBLAQAACEFgCgfQb/MkuIQSGXCCBCu33dlFR7EldlStR0Gd22ukeOD+W2gbioRICCyWg61EaddBx2o7qk3YQWAaBKc/lrve6NdheXMZhmmDMzQMHbM8he+y8V55rT/i+7413Am9tbpn+7yBN4JIuK0xgyleCFSbD1CAAAQhAAAIQgAAEIACBtSXAxCGwTAJavMmt8W+ZcTD2nAmktdRk5zzcPNxri3QefpfrszirYnq5UTE6BCCwQAJc+guEzVDVIMBFUa7jlNv+/fvt+c9/gT396U+3HTs2jCM03RFa1d5sAK/qkWVeEIAABCAAAQhAAAIQgAAEIDAJgVL0qdfrpYiDIIYR8OU23SUjmZZYeqnbR2rl+/yNXr4JnLm+M2C1AAAQAElEQVTavnGx2U2uB0l9BqnpZqYmjSenKZ2syqovHSE/tnEissrHjJkmGr/G3K/R4LL0ozaS8rKS0ggCEJg/AV1vUudIukalQnn8G78dZYVqi6/K/oLcVkYGAhUhEM/vdC24VT5ppCl4n3gNBG+d0rLKexGPBRMIFkLNgisNHPxwNBRs965d9qNPP92+//ueaFsH9vtHlLofvdyCf05pyNNBPvor+cWuJgE/XVZzYrOdFd4gAAEIQAACEIAABCAAAQhAAAKLIaA7gC3PLW4C54sZk1ESgUls8E6SmxI8FElRJQipoiGIokJPVukFiGt+AZAZAgLDCHAhDiNEfYkJpNM32RKHSmiTEwi+zaveO3fusBe88AX2zB97pu3YscNy/6fy+P+JZlp5tJ4E2ABez+POrMchQFsIQAACEIAABCAAAQhAAAILJBCCL+m48nrd94EH3aW0wKBmOhRLEQln1UnEm2HTZFbBds1hyBHSXVWmNlLqXEynshFtXKz3/tGO2IdmEFhrAsFnL7nhAQEIFAj4e8lUl8ZUnQtxkJw7Af8wtnPnhj372c+2H/qhH7Isy2xr0///4J8l8ro/zT0ABigzAX8lKHN4xAYBCEBguQQYHQIQgAAEIAABCEAAAsskUM9z3wRepcWbtKCY7DLpLn9sX54zSV/xvPxoxo9AcSeN37tsPXSddWqSGHVEJ+inoZt381jLGj8LJMBQVSXA+0lVjxxxz4lAvCT0XuRq+1MF44ynNyXvzx2k40BbUlsdp7pv/Jo961k/Zqf/yOm2wzeEUzC6E1hKeex6EWADeL2ON7OFAAQgAIHRCdASAhCAAAQgAAEILJVACL6Cpw3gyv/2vpYeknxOkaqsymJm7Z4aS3U+bWFw5Z7s9wheOUj9+s2zPG36emjzHGYxviNcPyLRakZFeXnPKHTuSqpUm6KKZUoPk/wk+ckQm7sV5JjmCQIQ2Cbg10b8BYmi3a6dIkVXCKwGgbjhq/ekwnR0uRSyg5PqK+m9UC2TVRqVioCOtVQIKmTBfuzHftROP/1H4i+QhhCi1QZwUqE5yTUgoE+YazBNpggBCEAAAhCAAATGIUBbCEAAAhCAQDkIxMUa3X3B+ls5Dsgso/AF2eJhrSvvmuUQ8/Sl2JM0jvYrJaWrJc1iUMTD6jv7auG8s4w8BCAwOwJ6oUyanVc8rTOBVZx78b3I0x0bhUNnrF+KajXy/vos2sqXNDHu23VJpzF+WDo+28pqmW8CP9NOf/rptnPnziocufGnTI+RCbABPDIqGkIAAhCAAAQgAAEIrAUBJgkBCECgZAT097vqdV/YWduFrZIdkBmGoy2MGbpbqCvFnrTQgSs/GEtxlT+ETKA8BPRbJ9LMIvL32vjF/DNziCMILInAlO81XddVFT6E+qeSScJc0hGax7AhBAsh2MbGRvw66Kc89cm2e9dOHyo3/VkZKf5yab7moJzIujymfCVYF0zMEwIQgAAEIAABCEAAAhBYBwLMEQJlJJBbbtoA1oJNGeMjJi2iSWOSSF2SHbN7GZqHMgQxdQzDZjGsfuoAcAABCEAAAhAoOYGyvxcW4qvw56pZngS1rGbPfvaz7Huf8L2W5/rllll6Xx1fqz4TNoBX/QgzPwhAAAIQgAAEIAABCEAAAhAYhcDS2+R57gs03fJCj61R7nvBnq7aQ4tOSWlVTlZlVZtLZ7w+D31NohTvGtOcOtXZx0yLMZKOp2zmbqTopqO5bsIZpI7mbVl32zcqRan6tg4jZhSnpOayRamsUopw/ShEGzz0orzcS7ofoid113SXyEdRapHySstPUjoibgVV1QgCEHACxevSs+mh60RKr3T6mttRtP0q3PCU+jRyPEOgugTy4vuLp5VPGmlW3ideH7rmUlpW+ZEcLLCR4kpSfAX52+gCA1naUCFozpmFULMQlFYodf+vw5bpq6B37NhhL3jB8+0pT3mK1wuK6mTN8nqIUg+0ugSy1Z3aLGaGDwhAAAIQgAAEIAABCEAAAhCAwPIJaHO4Xt8y2eVHM00EjUUnX3aaxskc+q6hS18n1J7nGs68z5QdiHWqT9N5FGto/UZA9J2uk5jhCQIQiATiRRJT7U9cL+08yK09gXRJJLtWQPq9TqwVhLbJ7tq5y57/ghfYaaeealtb/n8Jr13LU8PnvY4PNoDX8agz59EI0AoCEIAABCAAAQhAAAIQgECJCGjzt57XLa9XfdlGdzuWCOwSQ6n6oky88W6J/GY29EBHs77eBhz1uG7t10e0A4OiEgIQmISA7oQc1I87gQfRoa5SBPy9Zqr3kqk6L4lUFWOeJyr/PGH+/wbbst27d9qZZ55pj3rUo/z/EXXLdLcwuOYJvzS+/ZWgNLEQCAQgAIHSECAQCEAAAhCAAAQgAAEIlJFAXb+5X9eCThmjI6ZxCehISrO8Ezf3IJI82f/hjabdwFXcSf0HqmqNA/KF08bd6jpKs5rHEF8syM4K9Mh+aAgBCEBgpQjE9xG917j0Sw0TTa74HjiRgyV0UszSEoYu8ZAhxBPC9hx6qJ3x4hfbyaec5NGK0zTnh7vgUQkCbABX4jARJAQgAAEILJAAQ0EAAhCAAAQgAIFSE9jKfcFG6zaljnJdgvNFtdYOqJZYeqmbhR/BuLWYvnF40OHUJu0gpeH72V4RpTKPvju4EUpaY43QtppNdIR0VKReM0gEe9V1lslXUapPeaURBCAwNwK647coDZTySpvxDIHVIhA3fPUeU5jWWG/26qv3Pkk+klW6bFKsSYqzoLHmXLZ5zSOe3IJ/mDz2uGPsleeea0ceeYRt1Td9IPFzw2NlCegT68pOjolBAAIQgAAEIACB8QjQGgIQgAAEIFB+Anm9bvX6VvkDXZsItcoojTlh75IXutSVdxWKSp1U7EkKNG0KK11taVaagWyS8loklZSeRrPwMc349IUABCAAgQaBVX4uvtd4Om4Mjzpff+/zzcLt1t7fvGy7oIQpxefS5yiphBGWJaQTTjzezjjzxXb0UUf5JrCObVJZIiSOWRJgA3iWNPEFAQhAAAIQgAAEIFBdAkQOAQhAoEIEtra2fBNYCzYVCroVKksRCUWV1ygVe1Kaz2rZNDvZfjPTuZzUr01nudp3lpGHAAQWQ4DrbzGcGWX5BKY81/VbXW2T8M3VtnwJM4PernuFu4ZleZ77/x+27OEP/y478yVn2KGHHmIqW0MUazPlKV8J1oYTE4UABCAAAQhAAAIQgAAEVpgAU4NA1Qhosabum8BVi9ssrc4la+v7k9ZSk60gidU8isVZFdMVPECEDIGVIqAXy15aqUkyGQiUlADvhyU9MGOEpdfP7eaPfOQj7XnPe54dsmfPWm4C25r8sAG8JgeaaUIAAhCAAAQgAAEIQAACEIBATwKVLNQSTr2eW32rXoFFGy09JKUFRFmVVRL/1EFr5pK+UVE28wMqtX3jYnMU3YQzSOozSE03MzVpPDlN6WRVVn3pqOgc1UxkJZVJKhtH6lOU+qa80ggCEBhOwF8k9YLZV3086GtvpVZ14Zszcr8Ok1r1JCBQcQI6p83P7TgNt8onxbJhT94n9i++76lM+WF9qV80Af1CqMZMVulOhbxukv+nwe2WH93cZabPnf/iSU+yp//wj9iOjQ2vq/dUpz/y1SKgq7daES8kWgaBAAQgAAEIQAACEIAABCAAAQiUl0CIoeW2uXnAtiqxCRwDbjxpHb+RKsHz6oWgc6Oo1ZvhomYkihpLVlIaQQACEIAABEpOIH3OSrbk4RLeMgjkpn8a+Rk/+gx7ypOfYlnwzzr+UBlaHQJsAK/OsWQmsyKAHwhAAAIQgAAEIAABCEAAAhUiEP8esP6mV1OlDj0uRvpSRLSljnQhwTmJhYwzr0F01++8fC/E79BB5nGE5uFz6ERoAAEIzIWArmdpLs5xCoEpCPh5OdVm3lSdp4ibrosmEPzD3E/85HPsux/1KN8EzuI3Cw26o3jR8THedAT8lWA6B/SGAAQgsEoEmAsEIAABCEAAAhCAAASqRiDP65bX62a+AVz62ON6oscabemjHTFA7WZLIzYvNHMSJukrngvFlUkq7qTKBN03UB3DTvVt3KzQ0UtqFg01aj+0EQ0WQIAhIDAdgZV6I5sOBb3LRSCemnqvcbV9Bfo4Yer90Pub7Dj9aFs1Avp/xO7dO+2MM15kJ550fNXCJ94hBNgAHgKIaghAAAIQWBsCTBQCEIAABCAAAQhUkkAIIX4NdL20G8BaQEzyhcS4MOk2bn1WEnkhaJ9HaCrOJ82zaAvNm8lUa2Lhcg/Nmm6T3Pez3T3mX5I2fQfFPf8oZjRCBOtHJFrNqCgv7zmMyqWelR2FaleUqv9/9t78X5asLPN9V+Q+e595qFNzFVXFWCiCtsyISNutgECj0KKA2v3p2/e/aj/X/uHe27S2divdjq3I4IyUVwbBYpCqEmqiznz2lBH3fVbmyhM7d85jROR3n3hyDbGG9/1GREae9e7IncrKIwhAoD4EtJSe5G/e9TEcSzeFQAz46h5TcniqU1V9Jd0LNUZKlUfNIqDjLBVW+P8h7rp8l/3yL/+ynb9w1k6caFnIQlSzfN48b3TH2jyv8RgCEIBA1QhgDwQgAAEIQAACEIAABOYi4Is3egp4rjFW0VkLiZ3FplXMVuk5gh15riZX2VVpm0vG6UgmqToFhZWvl+TFKItH7NdCe9KoIY7s0/l/pILCphHAXwhAAAJLJ1C+13he96pp5tQvRfXae/8jn1h6O8g0gYCOtSvPD+1lL3vYPvrRj/YCv0U+4jNQE3zfAB8IAG/AQcZFCEAAAhCoNgGsgwAEIAABCEAAAosgkPsiTd7O42/xL2I8xlg+gRrFe4/BkO1Jx3ZSMYIAS3Ej4LALAjUlMPm7YU0dxOzaEZjzXqPf6jriM4HAIzgaVdCxLSzPcwv+VvaGN7zBfuqnfsqKvO1e5i6v9Fe2ehKY852gnk5jNQQgAAEIQAACEKgIAcyAAAQgAAEILJBAYe1225WbvsptgQMz1DIIaL1N46ZU+ZqpGUuC47wYt79mBw1zIQCBGQnwXjAjOLrdIVDjHOd/jQ/eGNN1bKVOs53tHXvve95rb3nrWyxGhK3wf51vranxR1bb1B8CwJt65PEbAhCAAAQgAAEIQGDNBJgeAhCAwGIIKNgrdUYrLM/blheedtWp53U5BHzBTE/JSKYllkE6PnNqpRW1mPcVtcwVXP2tNfQo9bcvlzWcnt0YJu0vt580LzsltVdalupqpQjXj0JM/XhaWV7fc6ZMsVtZ+P6kbtXxxNscOTfUItUpjyAAgfkJdK+pdD32p3NPoPH13jBsIL2bSsP2Uw+BFRHQuR/vOZrPz1uVk1Q1Vt4n9tf5nvJKVR7bmQYjCVR0Z+/zT8e+wtp2YnvLPvyRj9jLX/kKy71chNx68hpzhSI3qdOL16oS0NVbVduwCwIQgAAEIAABCEAAAhCAQDMJ4BUEY8PzpQAAEABJREFUlkjA475W5PkSZ2DoowS0KCodra18yU3Wml/l7VyZgQ7kSPBX5TR5kTKkEIAABCAAgWoTSLeslFbbWqyrJIHCLt11l/3Kr/yKnTx5spIW1s6oNRlMAHhN4JkWAhCAAAQgAAEIQAACEIAABDaTwPK9LizPCw8CV3Xlj6WIdA7UnYSe/E2+NDftv47KgeFZvK77UZ/FZ/pAYFkEdD1KCxpfT0ouaCiGgcB6Cfi9Zq5LY67O63Wd2RdCIM/bdv/999snPvExO7Wz3Xku3D8ScWYsBO/KBvF3gpXNxUTDCbAHAhCAAAQgAAEIQAACEIAABCCwMAL6Sui8kk8Bp2WjlC7M5boMdMROPactLfJJXF+bs6Qjk/UXvNG8AVzZndQ/fP3LDsji0XFXlPckbvOeuxozDsQLBCCwEAIzXpPBr8WkhdjBIBCoCIF4Sfj5rXuYzvGZzNJ9T2MonWkAOjWEwFvf8hb7yZ/8SWtlrfg9KQ1xa2PcIAC8MYcaR6tLAMsgAAEIQAACEIAABCAAAQgsmkBhCgDn7dwUDF706NONp6WHpLgq6d2Vqs6zG7hpSVWKK2mOYtTyqoK0o5QCsMNSUR4mn3om+r25Zupdh046OumoiJKUKMr+cl7lUdJYSUrVVqmkPIIABCYnoGuxX5P3ji0VEJNU0BO/ZaW6+KybCggCNSMQz+2++4sumYndUF8p3QNTOvEANGwIgd5nzxDs/e9/v73m8ddYCJllXpZCFkxqiLuNdUOfWBvrHI5BAAIQqDwBDIQABCAAAQhAAAIQgMDSCBTWbrddeeeJUP1x4KXNxcBTEwgWj0vql6vsSuWqp1oSTpKtKSisfL0lr+SB0rQIrrzqFiGNuYhxGKN2BDB4QQT0Rpk0z5B+LSpYJvUPs8hLvn9syhBYCQE/v3vzeH7Qed7bPyCj6F+v2vsf+cTS21GtDNftQo+H3mU1oP77cOLECfvFX/yYXbx4QVVW6E/N+I71/5JpNIeXEQQIAI+Awy4IQAACEIDAMgkwNgQgAAEIQAACEFg+gcIDwB4EPmxbSCs5y5+UGSYkUOdDItuTJnS3Zs2GeKdI90hPWGobiYedEFgkAV2P0iLHXNJYDAuB1RKY81507LqqQ3TV79t1MHO1J8JcszlRi78L4AHfB+67xz7+i79gJ05sWZ4fehC4bUWhXw6Yawo6L5nAnO8ES7aO4SEAAQhAAAIQgEAzCeAVBCAAAQhAYIUEOl8H3c5zX6hhZWzx4MVUmnLk1CWlU3avQnMtDFbBjsXaUPaqnF/sLIwGAQhUmACXfoUPTi1Na4DRVb8oSvbV+HNV9U6UwoJJHcsef+3j9s53/pjt7OyY77Cj32XjRbbKESAAXLlDgkEQgAAEIAABCEAAAs0mgHcQgAAElkOg6H4V2+A0t/Zh2ycuXKve9HRAUppfqepWbcui53M/9GiEZPJnkI7PqcUYydfUTGnmw0hxmL7meghnlNRnlPqGW0gxzafBUj6lqqu/dFTSYrJSlbteydF0rI98pabaSGqnVFIeQQAC8xPQdZhUGk3Xo1S+JnVdjlKve+kaTe21T/k4ngpJg97by3WpHSkE1kxAf9M6frKQHX6Oq5ykqrHyPrG/rreUV6ry2M4rbiC7kmRfSf65asXGjJiu2rtCCBbCHWVZZlJ89Ffvr1G55Xlu29s79pEPf8QeffRR79Py+K/4p/fCavu5qdbpCG2q7/gNAQhAAAIQgAAEIAABCEBgtQSYDQJrIqCgcLt9aAcHh27BOlfF0twpdXPYFkog+GhleZFtJgKiqI4pVX4F4tJYAWSmqCeBYdciF009jydWL41AuiRSurSJqjjwsPeJKtpaR5sKy1qZ/eLHftFO7pysowOrt3nNMxIAXvMBYHoIQAACEIAABCAAAQhAAAIQ2AwCVfBSQeB2O1+zKeuef83ul6av+6KMHgopudPA7JgjpKeq4pNS5Xbl/JRI4mK994/plH1pDgEIjCcQr9kRzeLTvyP2swsCtSHg95K5YqFzdV4TpTravCZUM0yb+SmV9MgjD9sv/OLP24nt1gwj0WWVBPywrXI65uojQBECEIAABCAAAQhAAAIQgAAEILAyAoorKQhs+u7hlc3KRGY2EIJC4ZK+4nlgg4pXyu6kips6gXm6Ovo1QbdjTXREj1WOr9DUlhavUzq+Gy0gAAEIQAACRwjEW4juRa6Zf6lBNyXvX6vPi7JZOkKDwoIJhBBPMHvHO95hb3jDGxY8OsMtmgAB4EUTZTwITEyAhhCAAAQgAAEIQAACEIAABFZLQEs27Xa7Al8FvVq/lzebE+1FQLXEMkjHZ9eSqhTjfRrieJNejZ6yHaVewxVmksuNWGaNcP1oxFQeleX1A7mm46ydalNWuU55aZTSWEr9ZIhNPRXkmOcFAhCYmYCe+C1LA6Wy8ggCTSMQA766J5Uc81tKqTQmq76S7oVqmlLlqybZmSQ7S5rK56r5VR97PvrRj9o9995bq18TqA/dxViqT5eLGYlRIAABCEBgcgK0hAAEIAABCEAAAhCAwBoJHB4e2MHhuv8e8BoBLHRqrTJKUw7qXbRUmXrlKrtSueqpbE+SrYpXSsrXS/JilMXj9vf31WJ0fx3ljSaA8xCAAARWTqB8L/J8DAxPYYR+KarX3PtXPsSne7VLn6Oknu1klkUgWLBLly7Zv/3IR+zkyZPLmoZx5yRAAHhOgHSHAAQgAAEITEuA9hCAAAQgAAEIQKAKBNoeAF5PEJiliHT8Q8rUMJXtSTU0f40mc/6vET5TbzyB1V9/G48cAGsiMOe5fuw3ujy4uiZPJp5WH0ombkzDRRAIHgT+ode/zt7xjreZxV8a0C8LGD8VIjDnO0GFPMEUCEAAAhCAAAQgUH0CWAgBCEAAAhCoDIGiKExfB91ur3KxJnT9T2m3uIlJWktNaQ0ZNOMojvNi3P4aHjhMhkAtCejNcpBq6QxGbwaBBnnJvbBBB3Ohrmxvn7Cf/dkP2eXLlxc6LoMthgAB4MVwZBQIQAACEIAABCAAAQiMIcBuCEAAAtUjUOS5HR4eWu7p8qzT0kNSWkBUqrrlzVrlkeW5pG9UVJp5TEOKD0/0Ga6HcEapr/mRog9rCu8Pk/Yf6TBhQXZKaq60LNXVShGuH4WY6rwsy+sHOpOIDtzZV6kxytLuVFY+jaU0HRFPBVW7EQQg4AT8mtAb5lB5k0GbvvZW6u3TddYtpL8FrLRbRQKB2hOI57PuMfLEU5WTVDVW3sck3QuVJqk8tjMNjhBoeEHvrS59XDlz6rT9yid+yU57GorcOjJPjZ81E9AVvGYTmB4CEIAABCAAAQhAAAIQgEDDCeAeBCpMIM/bdnBwYIUv2KzETK3jr2QiJhlJwNdyFfMc2WajdjoQ69cKAWjqGNzSnFwkooAgAAEIQGAGAukWktIZhqALBKYl8Lofep298Ud/NHYLIX6oifmNfamI4wSAK3IgMAMCEIAABCAAAQhAAAIQgAAEmkmgDl6lILD1AlBLsjouRvpSREyXNEeNhnUSNbL2uKl66uN4bdNqFn2yjjjqcb00txiHNn4gAAEIQAACsxLwe028p8zaf67Os05Kv1oS8M8t+r6ZIrcPf+Rn7aGHHrIs8/Ovlr40z2iOxHqOKbNCAAIQgAAEIAABCEAAAhCAAAQqRUBfBb2/v+82LTrg5UOmLa4n+kJRTFNl3VPxkgb6MbLSSWjJzBb5JK4sSRo5ue+cN4Aru5N8uIZtoqgjlNJFuacxR4zVqGtjhJ/sggAEIACB5RCI9xHda1zBNdMsuvclzTQAnTaNgJ93586es49/4mN2Yrvl3uvckzzLtjYCBIDXhp6JN5cAnkMAAhCAAAQgAAEIQAACEKgegRCCtdv6OuhDN06Lfp4sZNPiT5KP6wtEZp7G0OdCJljjIO6HoqhS9Cf5WU6Pm5f2xic9nYePcrxRt0ZDj1IKwA5LtfAzUD6pT92dZbqkN9d03WrUWkfIAcXzdJDZieigfeU65TVWWeU65REEIAABCEBgQQRiwFf3nNJ4U93s1VdK90ClpbHIQmAoAT9v/Px7zWtebe94xzustaUgsBp7ffyMrDxaNQF9Yl31nMwHAQhAYHMJ4DkEIAABCEAAAhCAAAQqTkBPAh8cKAi8DEO1kKiFIKXLGL9GY/qCbJlCrrKrLh7I9iTZnILCytdb8koeKE1SWeetpPw8WsQY88xP35URYCIIQAACayNQvtd43gNzU5mi3zzrdfD+Q38hqteIDAS6BHJ73/vea3dfvsvsyHlkvZ/06Uppr5LMUggQAF4KVgaFAAQgAAEIHCdADQQgAAEIQAACEKgHgcIUBNbTwPWwt75W1ijeewyybE86trMRFck7pcMc0rJa0rA2/fVq319HGQIQaBoB/IHAegnMea/Rb3UdcYBQ3REcFIYSyPPczp8/Zx/84AcsC8c/Q+lM6tfQwdgxN4E53wnmnp8BIAABCEAAAhCAwCYQwEcIQAACEIBAzQgoCHxgWsSpmeH1MVerX7I2pcrXTMeX9WrmwEBzy16V8wMbUwkBCEAAAhDoJ9DAMvfDBh7UhbtUFHc+1L7xTW+yx1/7+OA5dDolDW5B7YIIEABeEEiGgQAEIAABCEAAAhCAwGAC1EIAAhCoHwEt37TbuR0c7Fs7b0cHirwwKRZ46RLw1Ss9JSOZllgGqdu0lKRW+kbFmHfgmWvQN+Vp6FFSn1EqTbuwbJpPA6Z8SlVXf+mo+LGNjiiVVCfFyile1KcsdU1l5REEIDA/ge41VXg6SPNPwAgQqAcBnf/x84jM7bseVDVW3if2L9/3VKfy2M40iAQ29yWEYCF01Gq17EMf+pCdOrlj/h8IM///RF60rYhfR66vFU/aXF6r8FxX7yrmYQ4IQAACEIAABCAAAQhAAAKbRwCPIVBTAiHaXZiCwPv7+5b7ok2s4mUAAdGSBuxaQ5UsKWsNJjRkSlGUK0ol5REEIAABCECg4gSKrn0p7RZJILBKAiEEe9WrXmU//s53WpZt0OeoVUKeYC4CwBNAogkEIAABCEAAAhCAAAQgAAEIQGBaAs1or6d+c9vfP/AgsH5T36yY+0lgliLSuVF3EnrqN/nSzHQZR2gZYzaTPl5BYDwBBRWk8S0nahGfnpyoJY0gUHECfq+Z69KYq3PF2WDeMgmEEHpPAWueD3zgA/bA/Q9Y0f166OZ/dpTX1ZG/E1THmA2wBBchAAEIQAACEIAABCAAAQhAAAK1I5Dn7fh10PP/TeDQ9T2l3WLzkok8Ukhd0lc8T9ShYo1kd1LFTJvBHD0q1a9xw+joJY1rm/arfcqTQgAC8xOY8X6iryFNmt8IRoBAdQjES0L3GpfO8Zks0/3Q+5vSmQagEwQigYsXL9j7fuZ9pq+EjqdmrOVlVQQIAK+KNPNAwEAAAQhAAAIQgAAEIAABCECgvgT0ddAHBwe93+Cf3BMtPSSlpR+lqpt8lCa11JKqZMuwzVYAABAASURBVMLgGrW8qiclRmkdXFLQd5Td67BrpjkjXD8aMZVHZXn9wEFVLw3caWblerUrS/tSWXkEAQhMTsDfMNMbZy+dvHdsqYCYpIKe+C0r1dnm3p+EANWYQDy3dY8p+aDLplQcnVVfSfdCtUyp8ggC0xM4PGzb2972Nnvzm99sRZ533rn9tEofu6Y6PaeffuN7cDfb+FMAABCAwEoIMAkEIAABCEAAAhCAAARqT0B/E7hth4eHtfekEg74ipevf/VMyVV29SoqnpHtSTI1BYWVr5fkxSiLR+zXQnvSqCGO7MuPlCg0kAAuLZmA3iiT5pnKr8Vh1++Iy36eGekLgdUR8PO7N5nnda73yhNkFJ3rNfP+dXgSmOu2d8SqlCn83MlCZh/84Aft3Nlz0bT0Dq40VvCyNAIEgJeGloEhAAEIQAACHQK8QgACEIAABCAAgeYQUBD40Np529Lf8mqOb6v3pM4LX7I9afXk6jwjS3F1PnrYXjECFfzNk4oRwpyNJTDnvUbX1hF2dYiu+qeSOph5hOtmFBQEvu++e+wn3v0uy0JhwfKuis0AsEYv53wnWKPlTA0BCEAAAhCAAASqTwALIQABCEAAAo0jkOe57e/tW/vw0IqchRszMZCmPNSpS0qn7F6F5r7UWgUz5rRhnBfj9s85Pd0hAIHqEeCyr94xqYdFDbay6hdFyb4af65q8AlkJ7ZP2E/91L+2e++514O/pePVZKcr4BsB4AocBEyAAAQgAAEIQAACEGgiAXyCAAQgUC8CeqJ3UuV52/Y8CHxwsG95Ox/jqPYnpVU5paob07Xyu92P0JXJn0E67oQWYyTFjpVmPoSkofpb6yGcUepvXy77sEOtkqXaX24/aV52SmqvtCzV1UoRrh+FmGpBsiyv7zkjYkndyv6/HdqtPppojLK0N5WVRxCAwHgC5euy1Dq9+aR3On3N7Tj1uus67BZSHxWVj+OpgCBQMwK6L1k6tz1VOWkiV7xP7K9rLuWVqjzRACtsJLuSZF9Js37Amcv6zew8/P8O+ragtkPpfHZqt9t2/vx5e+/73mvbO9tm8bzUMevs94ZsSyCgK2QJwzIkBCAAAQhAAAIQgAAEIACBDSaA6xDYAAJFkdv+/oFpQUeBzMlcTityKZ2sF62WQMDX3BTzXMLINR3SgVi/kiucr4kEKQTWR0DX56DZuT4HUaFugwmkSyKlG4Vi2PvERkGotLNvetOb7KEHH6q0jTMZV9FOBIAremAwCwIQgAAEIAABCEAAAhCAAATqSWCzrC48CLxvu7u3TV8NPZnv+k3/yVo2vVXdF2XCRiwu9zs57+Jy3Y96069K/Gs0AT1xNsrB+PTvqAbsg0BdCPi9Zq7b1Vyd1wSpjjavCdVaptXn/9x2dk7Yh372g3Ziu2XGe64t+8ffCZY9BeObGRAgAAEIQAACEIAABCAAAQhAAAKNJKAngQ8PD+327q4HgfuDZY10eZRTU+3rLIWZLfJJXB2BpJHGeKN5A7iyO2nkXLXc6YDi18AqlZIT8y4w66insUghAAEIQAACCyYQb1O617hmDrDpvuf9TemC7VvacLJVWtoEDLwAAlmW2etf/3p7/DWv8dHiyeop27IIEABeFlnGhUCPABkIQAACEIAABCAAAQhAAALNJ9D2IPDu3qYFgX3hqhcB1RLLIB0/9lpSldI3Do9arlSQdpTS9MPSQRalOrf+uHET1PTmmqBtPZvo6KSjIkpSoiaPynmVkwalGqsstUll5REEILA0AnrityxNlMrKIwg0jUAM+OoeU3JMt7BScXRWfaV0D0zp6F7r2Ss7k2RnSVP5vB7rN3XWEIIVRWE/93MfttOnT20qhpX5rU+sK5uMiSAAAQhsHAEchgAEIAABCEAAAhCAwAYRODw4sL1NDALHSO6UB9oXJ7VUmXrlKrtSueqpbE+SrSkorHy9Ja/kgVItLCuVVLcIacxFjMMYlSOAQRCAAAQqQ6B8r/F8DAxPYZx+86zX3PtX/klg3add+hwl9WwnU1UCjzzyMvuRH/mRaJ7Hg2PKy+IJEABePFNGhAAEIAABCEQCvEAAAhCAAAQgAIFNJKCvg97b37N2WwuGm0hgcp/rvEYp25Mm97hOLYd4p0j3SDdYahuJh50QWCuB5V2fa3WLySFwjMCc5/qxe50HV4/NUbEK3bYrZhLmDCeQtVrxKeCzZ89aO29b7lFgaXgP9sxCYM53glmmpA8EIAABCEAAAhBoPAEchAAEIAABCGwsAX2tm54E3icIPPocSGupKR3dupJ7m7nWWvaqnK/kIcAoCGwQAb1ZDtIGIcDVqhLYALu4H27AQV65i3fddcne8Y53WAiEKZcFH7LLIsu4EIAABCAAAQhAAAIbSgC3IQABCEBAQeCDg0MjCDz4XNBijKRvVFSaeUxDOvKNi92ueghnlNRnlLrDLDRJ82nQlE+p6uovHZW02K1U5a5XctT0dLvryFdqqo2kdkol5REEIDA/AX+T1BvmUA2ZQdeo1Nvt123Kp78FrDTVkUKg7gTi+ZzuP56qnDSRb97HpHTvU15SeaIBNrARLk9DQP9HKOvtb3+7nT93bpohaDsFAV29UzSnKQQgAAEIQAACEIAABCAAAQgMJcAOCECgR6AoclMQeG9vzw4P2716MssloCXaspY7W5NHF0X5l1LlVyDFuVYwDVNAAAIQgEBDCaT7SEob6iZuNYPAYy9/1N75zndGZ4KFmNbqpeLGEgCu+AHCPAhAAAIQgAAEIAABCEAAAhCoBwGsPE6gEwTet73dXQ8CHx5vsOE1dV+UiQ/DNvoYjjlCeqoqPilVblfOTwknLtZ7/5hO2ZfmEIAABCAAgR4Bv5fMFUubq3PPCjIQmITAT7z7J+zkyZPWarUshHBEk/SnzXAC/k4wfCd75ibAABCAAAQgAAEIQAACEIAABCAAgY0ncNg+tNseBNYTwc2LbcmjYqZjrC8jlfQVzzMNsOZOsjtpzaYsYPp0HMvpLMPqiM7QT9Na6HZMabdIAgEIQAACEJiUQLyF6F7kOvIV6JMOoHa6KXn/+LXrKiMILJ5ACMGKorD77rvHfvyd77CDw73FT7LhIxIA3vATAPeXSYCxIQABCEAAAhCAAAQgAAEIQEAEQgiW57nt7u3a4cFBXE7Ugo+k/fWVL5DqMVgp/V3YY+lx77SkKsV4ny/U+ijHG3VrNPQodZutNElB31F2r9SgeSaLcP1oxFQeleX1A8fWcpqknWpTVrlO+XHSOEl+MsTmngpyzPMCAQhAAAIQmJBADPjqnlRq77eUUmlMVn0l3QvVNKXKIwgskkDuwd+2q3O+/eRP/qTdddddPkGn7Bm2BRDQJ8wFDMMQEIAABCBwhAAFCEAAAhCAAAQgAAEIQOAIgbj+WBQeBN6zg/2DGAQ+0mDTCg6kvKyaq+yqCwbZniSbFa+UlK+X5MUoi8ft7++rhcv+OsqNJoBzEIAABCpHoHwv8nwMDE9hpH4pqtdc90GpV0EGAgsk4Oen/6/g/gfusze/+Y2dcf3zMGdcB8W8rwSA5yVIfwhAAAIQgEAfAYoQgAAEIAABCEAAAkcJpCd9lRZ5Yfv7e0eeBFZr7VO6SfL1rdq6K9uTauvEWgxnKW4t2JkUAksiwLAQqCaBOe81R36jS6E4qZqeYlUTCBSWZcHe/va328lTO+5Q26xoW+HyAtscBOZ8J5hjZrpCAAIQgAAEIACB5hHAIwhAAAIQgAAExhIo4tdB7+3td54E3tQ1xeR3Ssdyq14DBYCrZ9W0Fo3zYtz+aeejPQQgAAEINITABrnBvXCDDvZaXM3zwh5++GF761vfavv7B2uxoYmTEgBu4lHFJwhAAAIQgAAEIACBNRBgSghAAAIQmIZAUeS2t7dnu7u7dnBwOE3XCrX1BVE9JSOZllgG6bi5qZV58DfmlbqOfONit5uGHqVus4GJD2m57xkm7ffdU2+yU1JHpWWprlaKcP0oxNSPp5Xl9QOdSUQH7uyr1BhlaXcqK5/GUpqOiKeCqt0IAhCYgED3mio8HaQJRqAJBBpBQOd//Dwib/quB1WNlfeJ/XUvTHmlKo/tvGENcHcRBPRxp6O2bW9l9r73vMfOnTlrVhSmeut9kl3EbJs3hq7ezfMajyEAAQhAAAIQgAAEIAABCCySAGNBAAIzEijs8PDAdvd2PU1B4LotMspeaUYE6+rmJivmua7pqzevAzkS/FV5hVbG6YruhCntFkkgAAEIQAACkxJIt5CUTtqPdhBYM4HCg74PPHC/vflNb4qfyNZszujpa7I3q4mdmAkBCEAAAhCAAAQgAAEIQAACEKgkAYyan0CR53b79q7rdvx66PlHrMcIdV+U6TyZUQ/Ws1u56BX0EUc9BoFzY9XT+IHAhAR00UgTNh/XLD49Oa4R+yFQBwJ+r5nr0pircx0AYWNlCRT24+/6Mds5uW2FtS2EMFKVdaMihvk7QUUsaZYZeAMBCEAAAhCAAAQgAAEIQAACEIDAFASKIrf9/X3b3fUgcLHooNsUhkzX1FvLVsmzU24e6otfbLfIJ3FlSdJIc7zRvAFc2Z00cq5a7nRAnaPj1utIebKQbcxYYSGTMAgENojAjBdN8GsxaYNo4eoGEIiXhJ/fuofpHJ/J5fI9cKYB6ASBmQjkeW6vfOUr7Qd+4AfsxIkTM41BpzsECADfYUEOAgsiwDAQgAAEIAABCEAAAhCAAAQgMCsB/T3gvd1dy3MtPs46yqr6uY2KokpaaB2o47Z0l2XNtEjr8lFs2I+GHqUUgB2WauFnmHzqYdOOrO/NNbJVnXfqCOmoSIP8SEQH7euv01hlaX8qK48gAIHJCehdq1+T944tFRCTVNATv2WlOtM1rgKCQM0IxHNb95iS3bpkSsXRWfWV0v0vpaN7sRcCiyKQewA4hGDvfe97LQu8F8/LFYLzEqQ/BCAAgTIB8hCAAAQgAAEIQAACEIDAnAQK298/sL29XWv7ItCcg1W3uy/IlpdVc5Vd1TX4qGWyPUl7UlBY+XpLXskDpUkqa0FcUn4eLWKMeean78IIMNCaCOiNMmkeE/xaVLBM6h9Gl35/HWUI1IqAn989ez0/6Dzv7R+Q0W+e9aq9v9XgoqiBiT2kZMYSeOyxx+zhlz3caecB4U6G12kJEACelhjtIQABCEAAAkMIUA0BCEAAAhCAAAQgsCgCnSDw7Vu37fCwvahBKzeOQhiVM2pCg2R70oRdatYsead0mOlaVksa1qa/Xu376yhDAAIzEVjjb57MZC+dILAyAnPea3RtHbG1DtFVv1/XwcwjXCkMI7C9vW1vf/s7LC8KyzwAzKEdRmp0/ZzvBKMHZy8EIAABCEAAAhDYEAK4CQEIQAACEIDAwgkU1m4f2u3d23ZweOij+9KPr+15phmbuxMdSWks1OulSYfjDvmyV+X8nRbkIACBhhPg0m/4AZ7bvQ0coOoXRcm+Gn+u2sATa6DLIQQP+mbgaFSWAAAQAElEQVT2Yz/2Y3bu7FnTT+kIq4gmJEAAeEJQNIMABCAAAQhAAAIQgMBgAtRCAAIQgMAkBIqisFnU9uDvrZs37caNm3awfxDHmGS+1bTx5Sg9JSOZllgG6bglqZW+UTHmfbEycx35xsVuNw09SuozSt1hFpqk+TRoyqdUdfWXjoof2+iIUkl1Uqyc4kV9ylLXVFYeQQAC4wnoGkwqte698eRe6dLX3I6Tt+xsug47OUt9VFTefCzlEQTqRkB/0zp+HpHhfo6rnKSqsfI+sb+ut5RXqvLYzituILuSZF9J/plqecYw8qIIhKBjZhZCOCb9n+HUyZP20z/1ryzz9/rg78vHxYG2MT+6QsY0YTcEIAABCEAAAhCAAAQgAAEIDCRAJQQgsBICWgQ6ONi3Gzdv2N7eXvWCwBZWwmGSSWRJWZP0oc0gAqKoeqWS8ggCEFgfgWHXIQGA9R0TZq4kgXRJpLSSRi7LqGHvE8uaj3GXQUCf+wvTP7O3vOUttr29M2SaNZzkQyypajUB4KoeGeyCAAQgAAEIQAACEIAABCAAgUoTwLjVE9CCkL4Sen9/z9rt9p1AcE3X++q+KBMav+62jCO0jDFXfy0yIwRqSUBPQo4yPD79O6oB+yBQFwJ+r5nrs9FcndcEqY42rwlVjaa979777Ed/9Ect+L8amV0ZU/2doDK2NMEQfIAABCAAAQhAAAIQgAAEIAABCEBgSQSCj1vkud26fdt2d3ft8FBfCZ1bCNrjO1e3LWSm3EeR9BXPnq3dJruTamf8MYMVze7XsUZ9FTp6SX27hhbVfuhOdkAAAhCAAATmIxA/Eule45r5lxp0P/T+pnQ+c1bXW7ZKq5uRmZZPQM8Bv+td7+pM5IfXt3hWprSzg9dhBAgADyNDPQSmJkAHCEAAAhCAAAQgAAEIQAACEFgFAQWB9/Z27datW7Z/4EHg3JeH9DeGPV3F/PPOoSVVybRI69Ii1rAx9ZTtKA3rt8z6FPQdZfcy51/o2BGuH42YyqOyvH7gZKqXBu7sq1S7srQ7lZVHEIDA0gjoid+yNFEqK48g0DQCMeCre0zJMf+cUSqNyaqvpHuhmqZU+apJdibJzpKm8rlqfmFPmYC+/edlL3vYHnroIWvH0K9Z7sc3KR31ch/ydwgQAL7DghwEIACB2QnQEwIQgAAEIAABCEAAAhBYOQF9DfTtW7c7fxc490VAXxBauRGzTui2atEqdddClgKrqVz1VLYnyVbZLilfL8mLURaP2K+F9qRRQxzZ5+fpkTKF2hHAYAhAAAKVJ1C+13he96ppbNYvRfXae/9u4K1XVbmM7tUu/2wVf7mucvZh0KwEsqxl29vb9ua3vNlaWRaDv+XPm8r7ka/8GWpr+iEAvCbwTAsBCEAAAs0hgCcQgAAEIAABCEAAAusjkOdtu3Xrpt28ecsO9jtPA6/Pmulm1jrldD2q01q2J1XHqjpYwlJcHY4SNjaVwPzXX1PJ4FfTCMx5riuqdgSJQmxHKqpX0IeS6lmFRQsgEEJmb33rWz0QvGOZn4r6/QSl0gKGb/QQc74TNJoNzkEAAhCAAAQgAIFxBNgPAQhAAAIQgEAFCOjr4fb39+zGjRu2u7drhZ4GXpldvhI1y3MH6iYbU6p8zdSMtdZxXozbX7ODhrkQqC0BvVkOUm0dwvD6Edhgi7kXbvDBX6Pr6T3f7PLly/b446+x+KM/+xIzfl6qSczzMogAAeBBVKiDAAQgAAEIQAACEIDAWAI0gAAEIACBqhEoitxu37pl16/fiF8Lnbf1tYXLtNJXnfQYgmSaa5COz6/FGElxY6V6gkGKw/Q110M4o9TX/EjRrRtqlSzV/iMdJizITknNlZalulopwvWjEFNfSLSyvL7njIgldSvT3xJV2q06nmiMstQilZVHEIDAeAJ6txqlISPoa2+l3m5dw92CrtukbhUJBGpPQOe06R4jTzxVOUlVY+V9Yn/dC1NeqcpjOze8Ae4tmkDhgVyNmVLl70jv13e0vZ3Zv3z3u6zValmR+/3AP7epu87MpDt9ySUCunpTnhQCEIAABCAAAQhAAAIQgAAEJiFAGwhAoLIEtIh0cLBvN2/ctJs3b8avha6sses0zFfLfO1snRZUbG4HciT4q3Iy0RcaU5YUAhCAAAQgUGUC6ZaV0irbim0QmIhA52R+/PHH7d777o2f1lI3fVqTUnlpaU0HJgBc0wOH2RCAAAQgAAEIQAACEIAABCCwHgLMWhcChe17IPiWB4Fv3bpl+Uq/FnoyRnVflNGTv5N5WudWnUXHOx7Mu8xY96N+hwQ5CEAAAhCoKgG/18x1u5qrc1WhYFeNCbQPczt58qS9+UffaJmHgPUZVKqxSysxPVvJLM2fBA8hAAEIQAACEIAABCAAAQhAAAIQqBgBLV+287bt7u5aDAK3210LtaebnS5ZaOv0xXaLfBJX4cqkkcZ6o3kXzmR30si5arnTAcUv0FYqJSfmPXd01NNYpBCAAAQgAIEFE4i3Kd1rXEe+An2aeXTf8/76WxXTdKMtBJZEQGekhn7jG3/Uzp0741mdn5Jn2YYSIAA8FA07IDApAdpBAAIQgAAEIAABCEAAAhCAQLUJFB4E3rNr16/HQHC7fbggc32VtRcB1RLLIB2fSstVknl3KS1qHW9ppiDtKKXph6WDLEp1mt5m+OnNNUPfenTR0UlHRZQkUZPkgVJJ+XHSWGWpfSorjyAAAQhAAAILIhADvrrHlMbTLaxUHJ1VXyndA1M6uhd7IbB8Ap3z8mWPvMxe9rKXmT4/W/xRvRQLvPQRmPTTal83ihCAAAQgEAnwAgEIQAACEIAABCAAAQjUhEBhh4eHMQB83QPBe3t7C7JbK6vSlMN5l/Kyaq6ya8pR1tZctifJiBQUVr7eklfyQKkWFJVKqluENOYixmGMlRNgQghAAAK1IVC+13g+BoanMF6/edZr7v15ErhHg8w6CRTWagV7x4+9zY3QZ7OcM9NJjNoIAI+iwz4IQAACEIDACALsggAEIAABCEAAAhCoH4GiKOzg4MBu3LxhCgS3e18LvXpfahTvPQZHticd29mIiiHeKdI90j+W2kbiYScEakoAsyFQLwJz3ouO3esUbKsXAaxtJgF9jn/d615n586djb/YaYSARx7oOd8JRo7NTghAAAIQgAAEINBUAvgFAQhAAAIQgEDNCeTt3PZ29+zmjZu2v995GjgEBf1W5FhaS03piqZd5DQrpLVIs8eMVfaqnB/Tjd0QgAAEINBUAvh15/t2YQGBtRLI89wuX75sr33tay1kmZ+ZfFYbdUCyUTvZBwEIQAACEIAABCAAAQj0E6AMAQhAAAJ1IKAnBMrKrbB+tb3m9v6uXbtxw65ev2a7+/teY6YHX/q1SJ+1GCOZB3+VZkpdR75xsTthvx39ZfUZpe4wC03SfBo05VOquvpLRyUtKCpVueuVHI1nSW525Cs11UYy/1EqeZYNAhBYAQFdb65iiFZgAVNAoBIEdA2YXwfRGE9VTop14168T+yf7n3l8ri+Td2PX1UikHnQV0HgN77xjba11aqSaZW0RVdwJQ3DKAhAAAIQgAAEIAABCEAAApUjgEEQgEAjCehroG/fvm1Xr14xpXnh0diaeqol27Jq6kYFzBZFmZFS5Veg+p56K4DDFBCAAAQgMJZAuo+kdGwHGkCgfgT0NdCX77q8fMNrPgMB4JofQMyHAAQgAAEIQAACEIAABCAAgdUQYJbmE9ATBddvXPdA8FXb3d2zzhPEy/O77osy8WHY5eGpwMhjjpCeqopPSpXblfNTuhAX671/TKfsS3MIbCQB/YKGtCDn4zW9oLEYBgJrJeD3krkujbk6r9VzJt8MAufOnrVXvvKVm+HsHF76O8EcvekKAQhAAAIQgAAEIAABCEAAAhCAAASaRKAobH9vz65du2ZXXQeHB/LONWwxVNE6yZts2Fb+Our6u65j2K9ZvMpn6WT6OnCzdI6l1PiBAATGEpjxetFXuCeNnYMGEKgRgXhJ6F7k0jk+k+m6H3r/zs1pphHoBIFlEshawd74pjfGKXS2xgwvxwgQAD6GhAoITEqAdhCAAAQgAAEIQAACEIAABCDQVAJFkdvu7q5du3rNrl+/YQcH+90gXdljX3LSY7BS+ruwx9Jy++nzGnqUph9x/h69wO/8Q61/hAjXF7lj6sczLnan1Oujhf0vWk6TVK82ZZXrlB8njZMUV+29g6eC7Dk2CECgTMCvjfiLEuW0vH+CvAJikprqid+yUl18sl8FBIGaEYjntu5JJbt1uZSKo7Pqm+6Baqm8UgSBahHwj+n26le92i5eumStrGUhhIGqltWrt0afMFc/KzNCAAIQqDsB7IcABCAAAQhAAAIQgAAEGk8guIft9qHdunUzPhF8/cYNOzw89Fo2LQkniYbilZLy9ZK8GGXxuP39fbV43l9HudYEML5iBPTOnDSPaX6tKlgm9Q8z7WXf358yBNZOwM/vng2eH3Se9/b3Z/wC0C9F9aq9f/zlqF5FNTNudjUNw6plEMiLwi7ffcle//rXmx05X42fEgECwCUYZCEAAQhAAAKTEKANBCAAAQhAAAIQgMDmEVDg9/atW/HvA9+8ecv01dBafNo8Eh2PU/hFaaeG18kIsBQ3GSdaQWACAvqtE2mCprM2oR8E6klgznvNseuqDtFV/0RSBzPreUJVzuosBNNTwG9729tiWjkDK2LQnO8EFfECMyAAAQhAAAIQgMBqCDALBCAAAQhAAAIbTKCwIj4BfOPGjW4g+KYdHGzuE8G+1NqAs2GcF+P2NwABLkAAAkcJcNkf5bG5JTzvEaj6RVGyjyBw76htQuaRRx6xCxfOu6ulc8BLbB0CBIA7HHiFAAQgAAEIQAACEIDAGALshgAEIACBTSagh2HuqLD9wwO7fvOmvXTtmqe3bO+gbW1vkFtmR2Venp2cD2mjNGrkwnfqixuHSfu9ydSbvmlPUkelZamuVopwfXksplo8LMvrBzqTiA7c2VepMcrS7lRWPo2lNB0RTwVVuxEEIOAEytelF9Om60SK77J+Delrbscp9fX36l429VGF8nE8FRAEakZAf9O6d277vUblpIlc8T6xv665lFeq8kQDrLCR7EqSfSX5bXR+QxihCgSyLLOykk1FUVjux/n0qVP2qle/OlWT9hHQFdJXRRECEIAABCAAAQhAAAIQgAAEjhCgAAEIQGAggcIODw7s+nU9EXzF9GTwoQeGY1OtQ8ZMRV/cPsU8K2rdGsxyINavFZqhqc1XMuOUKY0FXiAAgUggXiQxd/SF6+UoD0obTyBdEindKCDD3ic2CsJGORuyYI8//rjF31vwz3ELO+0bQpEAcEMOJG5AAAIQgAAEIAABCEAAAhCAwHIIMCoExhMo7MADwQoAX7ly1W7evBEDw+V+elJBKtfVPR8fvKu7E2PtX/RS4oiluCBj9BSjUgQBCCycgJ6EHDVoyxldzQAAEABJREFUfPp3VAP2QaAuBPxeE+8ps9o7V+dZJ52zXx1tntNlupt+d+6Hf/gNdvrkKafhn9m0Ff7iJTbrxMUBMTUBOkAAAhCAAAQgAAEIQAACEIAABCDQfAJTeqhA8L5du3bdFAhWQFiB4UoGfn1tbN4Arp4gTpoSVA2aO6D4NbApXZTJHuAdNVQYtZN9EIAABCAAgTEE4n1E9xrXzL/UkO59SsfMV5ndslWqjEEYsnQChWWZ2f333W0PPviA5XnbZ+QccAi9zfH08mQgAIGJCNAIAhCAAAQgAAEIQAACEIAABCAwikAnEHz9+nW7evVK/Gro/b19UyA4z/MjHVXKfbFWSsHUcqog7SgdGayv4MPG3/zX4s8gaX9fl4mKPfsmal3HRjoqWkCUBtmfaA7a11+nscrS/lRWHkEAAksjoCd+y9JEqaw8gkDTCMSAr+4xJcemutmrr5TufyktjVeZrOxMkp0lTeVzZRzCkGkIpA/H3kd/C/gNP/wGK/xffCQ4/gKf72CL/w8AAwQgAAEITEqAdhCAAAQgAAEIQAACEIAABCYmoEDwgQeAr9sLL75oL7pu3rwVvy66PxA88ZAVaVhaZo0WpaBwLNT6RZ7JAaVJKqdFZuXnkcaZpz99V0aAiSAAAQjUlkD5XuP5GBiewhkF13rNvX8MrPUqKpjp3q8V+JUqaCEmLYlA5sfez9fXvvY1dvr0SZ/Ey/7K1iGgX1ns5HiFAAQgAAEIQGAkAXZCAAIQgAAEIAABCEBgVgLt9qHt7e3Z9evX7OqVq3bLA8H7+/sWA8G+VlW39UrZmzQrk2r3S94pHWapltWShrXpr1f7/jrKEIDAaghMfv2txh5mgcCyCMx5ruu3uo6Y5h9UjpQrWBh1u66guZi0WAIve9nDdvnyXYsdtAGjzflO0AACuAABCEAAAhCAAATGE6AFBCAAAQhAAAIQmItApj9S5iMo4Lu7t2vXb1y3a9eu2c2bN213d9cDwWlxVSuYkjeu+FYPK6eFWPaqnJ92HNpDAAKLJaD3yEFa7CyMBgEzA8IxAtwPjyGholIEdnZ27KGHHq6UTVUwhgBwFY4CNkAAAhCAAAQgAAEIVJgApkEAAhCAAAQWQCDzxdOuihCsXeS2u68ngq/b91/6vr3wwvN248ZNOzjYt6Ioul+2GKzwbpNoARZOPETwGIykDkrLUl39peUyBx8dUSqpToqVU7yoT1nqmsrKIwhAYDwBf9OxURoygr72Vurt1lfZdgvpbwEr7VaRQKD2BOL5rHuMPPFU5SRVjZX3iX81tHzfU53KYzs3pAFu1JXA6173g2b6rF1XB5Zgt67eJQzLkBCAAAQgAAEIQAACEIAABBpAABcgAAEILIGAx39LoxbWbrdtd2/PXnjxBXv22WftxRdftFs3b8Z6BYPV2GPCStDKCITuTEqlbpEEAhCAAAQgUGUC+l0J2ZdS5REEGk7g8LBtr3/9G+b3smEjEABu2AHFHQhAAAIQgAAEIAABCEAAAhBYDAFGgcCqCGTdiHCwEIO+N2/dtCtXr9r3v/99u3Hjhu3v75uatFot63yVtLcMmdcdVeZ1q7JZ8+jJX6XNVbYE15Yx5hLMZEgIQAACEKgxAb/XhHnMn6vzPBPTFwIzEciyYKdPn7ZHH3nU8qLofJuOpzMN1qBO/k7QIG+W7wozQAACEIAABCAAAQhAAAIQgAAEINB8Aiv3MPMIrxavFOBVPm+37fbu7RgIfumlKx4MfsmuXrsWg8FZy5dzfG3Wu7idnUUuM09dXrGyrfzV1CubdGkT6VGpfo2bTF8nmzSubdqv9ilPCgEIQAACEFgwAf98YKZ7jevIV6BPM4/uh95/xZ8rprGQthAoE8iylm1tbdljjz1m+hxd3rfJef8fwya7j+8QmIYAbSEAAQhAAAIQgAAEIAABCEAAAqsjEHyqIs9tL/6t4Gv2/RdftOdfeMFe+v737fat2x4MPohPDBdFbkXuAWBX7nnJu8ZlWy3fDpOWd9VuWvUCv9N2rGJ7PcasBfKYioiUJHKDjFa9NGhff53alaX9qaw8ggAEIAABCCyIgO5nMfhbGk8fJkrF0Vndn9I9UC2VV4ogUHUChbVamf3Q617nactCCFFVt3rZ9hEAXjZhxocABJpBAC8gAAEIQAACEIAABCAAAQisgUAIvoDl84YQ/NXsYH/frl69at/97nftueeeNT0dfOv2bQ/2egDYX2OjSV58OAVyJ2k6qI2WhJO0X2NJytdL8mKUxSP2a6E9adQQR/blR0oUKkgAkyAAAQjUnkD5XuN53asm9snve/qlqF577z/N54tePzIQWDWBEJ8Abm1trXriys5HALiyhwbDIAABCECgKgSwAwIQgAAEIAABCEAAAlUi4Euzpq+BPjg8tJs3b8Qng59+5hm7cuWK7e3uWZ7nvlRbmGLG8engZf0NNA8iV4lLPWxhKa4exwkrN5UAfkOgGQTmvNcc+42uohlY8KKxBEII8XPvvfdetnvvvdss/hID5+2c7wTGDwQgAAEIQAACEGgyAXyDAAQgAAEIQAAClSMQ3KIkz1rhAV79zeAbN27Ycy88b88995w9//zzdv36dds/OPAFsRDbWOqkVB3nVSPW1cbBGLd/Xoj0hwAEIACBihDAjKEEuBcORcOOyhF41ate1bWpER9Uu77MlhAAno0bvSAAAQhAAAIQgAAEGk8AByEAAQhAAAI1IpAFy62ww3bbbu/t2c3bt+zFl16y5z0Y/PTTT8eng/f39u3w4NDah4eWt/WVjuZ9uvK13XyE9DBQkqh40148OZZ9jS0+bKFCnRSd8uWxmJa9Ut7re76IV1K3svD9Sd2q44m3sbLUIpWVRxCAwPwEutdUuh770/knYAQI1IOAzv14z5G5fl2onKSqsfI+sX+6B5bLYzvXvAHm141APEv982cm+WfgzFXkhb32NY9by53R/u6nXC9t5qYreDM9x2sIQAACEIAABCAAAQhAAALDCFAPAQhAoKYEMg8ESzI/z9u250Hf3b3dGAB+7rlnTU8GP/f883bbA8SFL5IVvlimtkq0UJYU68a8qO2YJjXaLW/6lcz3lcWUJYUABCAAAQhUmUC6ZaW0yrZiGwQWTKAocnv1q/UEcOh8+82k4ze0HQHghh5Y3IIABCAAAQhAAAIQgAAEIACB2QjQCwJNIqBgcBayuAh2cHBgu7u3Xbv23HPP27e//W373ne/a9///ot27dpVr9+zvPCQcHfRWOHQJrGYzZcujF7neamwFNdDSQYCcxPQ9SjNPVBnAD0p2cnxCoGaE/B7zVyXxlyda84O8+tNoLDz58/a3ffcZaGWX02zWPr+TrDYARs6Gm5BAAIQgAAEIAABCEAAAhCAAAQg0HwCjfIwhOCLX8FiEDjr5EPw1PSjwGZh+/v7HgD+fnwyWE8HP/u9Z+3ZZ5+1a1euxq+Tji1jUNgDwypsjMRHX/msVEqOh5SZMdWYM3alGwQgMIDAjNdk8GsxacCoVEGgtgTiJeHnt/7Ig87xmRzRfU9jKJ1pADpBYC0Esiyz7e1te/ljL4+fgddiRIUmJQBcoYOBKVUlgF0QgAAEIAABCEAAAhCAAAQgAIFmEsjz3BfIOk8I7+3t2o0bN+z6jev2wosv2tNPPWXPPPOMPf/c83b9+g27dfOWB4wPzOPB+sboqBCCg5E8qf2WHMg9kxa95ZukJTTJd5lSSflx0lhlqX0qK48gAIHJCeha7NfkvWNLBcQkFfTEb1mpLl7jKiAI1IxAPLd1jynZrUumVBydVV8p3QNTOroXeyFQJQKFf1B9xSteYe22zuUqWbZ6Wyb9tLp6y5gRAhCAQBUIYAMEIAABCEAAAhCAAAQgAIGGE8iyYHpiIgSlLk/Nw7uH7bbt3vag8M0b9uKLL9j3nv1eDAjrCeEXnn/BXnzhhRgYbns78x8tuHkycPO1uIH11atMi91KtXCoVFqUpRpzUWMxzkIJMFhNCCialTSPyX5dK1gm9Q/ju8w0h/EDgZoSKN9rPD/oPB/l2ZGvzvX+/plgVPNK7IvXbSUswYg1Ewgh2KOPPmqtVmvNlqx/egLA6z8GWAABCEAAAhUlgFkQgAAEIAABCEAAAhDYZAKd8EdhRZ6bgryd9NBu3LhuV69dtStXr9rzzz/nQeGnXf9sL3hA+KrX6SlitdfTxSkorCBzCMFUjsoLK1zV5SvvpT4LiwF1fU0oQgACKyKg61Gaabqj13JniNJSucZNTwfHJ4K1b5g6vXmFwB0CCpom3aldXU7n6hyz6fw/0r0O0VW/putg5hGuFBZNIIRgIQS77/777Pz5c4sevnbjzflOUDt/MRgCEIAABCAAAQhMQoA2EIAABCAAAQhAAAJOIITOQppnj256pNelQK/+jvDt27dMwd/nn3/evvvd79q3vvUt+853vmPf+9734t8UfvHFF+3KlSu2u79nHvp16Rnj44qT+JwxnfIlBpbdpim7xeZaM5bMgt35Kefv1K4jJ9tGadE2KThfVv/4o2wZtK+//7LLg2wo1y19/iK3oiyfsDz/sLw3W8s2zJ5Uv3yjRl9ryY7Cr8/CjemXV1ViK/z9Z5BWbdy0fMrX+qD8tPb3MxjWP7U7tr/fgTHlQTaX646Nf7ziSE2yK6VHdm5sYfQ1un4sJft0vqzfICxYM4Hz58/b3ZfvXrMV65+eAPD6jwEWQAACEIAABCAAAQhUigDGQAACEIAABCAwDQEtknu4y6T40FAWYn7v4MCu37xhV69fsxdf+r4998IL9tQzT9k3PTj8rX/6ln37O/9kzz7/nL3w4gv20pWX7PqN66b2N2/dslu7t039D9rtOJbGzn19N/cAi/KHeR7rCw8Wh5Yvb2WumAZre3i58LazqO3jt33xuKPCOql5qnxheXA5nGhLyLw8WG0PVJVVeNuRssytLit4+Y70sPQwFZqrMMt9jLY7PVBqM4XKtlrWclucb2iZdVX4WGUNs031atcuOvblIbNBKs83KJ8XwaTCfRys4DbeUa75Sir67fVx8pLaPv4o5V27B9mmurwI0b6Ulm0Us7ywI/YVffakcrswP9cGKXj9YOVum8412TFU7qtsyotwxM47ZfP6wSrcVtmV+xhJbR9nGuk9YpTyQnMPs0312j9AZlYE3597xu0bOoe/H+SuQlK7KO8b08zH8Lz2hTzmc/fZcyapj9533EQbpo79ssEH8b5WUvBrRqxyn2uc1K5fuRtQuPEj5WMXJeWFHTmebTN/XxwgH1vzmfcdJtmvuS09DT0g1f6yjrXtjt9vl1kwGyB/G7ZpZN3xB6XB+cs22aR0kMbZdceW4Ha5usdDY0qaoye//zl9W9uPjk/kIQv8fVvlJFWNlfeJ/YO3THmlKntVpTbZlST7SvJrYHJTadlEAn5rsMde/lgTXZvKJ10hU3WgMQQgAAEIQAACEIAABCAAgcYSwDEIQAACEJiaQAjBQuio3Nmrymo1GuQAABAASURBVEXPF6anstp52w48OLy/v2cvff/79rwHhp999jl75pln7KmnnrKnn3Y99XRM/8mDxP/0ne+Y9M++/9nnnrPve5/r16/bjRs37aYHmG95wFhPIB/sH8SvqvaJ5txCX/9SWVmpr8Xii5pkWi3OCgW8khRU64w8rT397TujLOe1f65x5eVYkUYVs7LMxtkzbr+t8SfZtkYTjkyd7FGadpTzqe5OuqpYULpm+tM7lkyfW4zt4jNIHXtkb/l87c93Wk3+Wu6vXnrfV9ovzWt+bSjAqnRWlecblLcpf2RXWeY2dmRjfzrzj2223AbppEnpcmer2Og6zytmEuashUAWMnvssZcf+cWdgYY0vJIAcMMPMO5BAAIQgAAEIAABCEAAAhCAwGQEaAUBCKyWQGehvDClFpfoOvMfHh7a3sG+3b69a/t7e7Z7+7bd9iCvvmL6xRdfsO9+73seLH46fsX0P/3Td+ITxd/4xjfs61//mn3ta1+zf/z61+0f//Ef7cknvzGFnvS2ZanvN+1JH/eb3/yGfcP1zW96+R+f7Izt6ZNT6B/crlH66j/8g5X1D16eVF/96lfty1/5sn3py18aqi9/6cs2q/7+779k/9//9/f2d3/3d8f0xBNfPFbX3+6JJ56wJ1xf/OIX7Yt/+7cD9Td/8wUbpi98wfuor4/xBe//hS98wY7rb7xuuP76r//K5tFf/sVfmPQXnk6rP//zP7c/+7PP2+c//7k5pP6D9bnPfs4++5nP2J/+6Z+OkPaP1qe9/+c//2f2uc997og++9nP2Gc+o7E/7ePPJo396T/9tA3Sn3z6T+yP//iP7X//7/89RqnNH3m7O/qjP/pD+8M//AP7/d//ffv9PxisP/B9Umzj+Zj+wR92+vy++ipflo/z+53y7/3eH9jv/u7v2//6X783Qv/L9w3W//yfn7JP/c7v2O/89m9PoU952zv67d/5bRuk3/Fx/8dv/w/77//9v9tv/dZvDddv/qb91iD1+vym/eZvJf2W/eZv/vee/tt/+y37jf/23+zXf+PXZ9Jv/MZvWNSvezpA//W//lf75Cc/af/lv/yXqfTJ//pJU984dppjQPrrv/7rsZ3mGKr/8kn75DC5bWIrxn/i5+oX/T3vK1/9ij333HO2u7vrd67C9GcQOnev9Bq697VUXkfqYZ+5YqFzdV6Hwz5nHW12s9mWQkC///CKl7/8zq9vdH7TZClzVXlQfyeosnlrtw0DIAABCEAAAhCAAAQgAAEIQAACEGg+ATysEIEQgoUQLItfpWkDf7SwV/jSe17kluvroH1hL3e1Pb9/cGC7Hji+veuB4652PZ1JHnzWE8aSnjaOunHDbtzQE8iT66b3mUaLHn/a8SZqf1McbjoLpZNK7QdpeP/r16/ZtWvX7OqVq64rdsXTjdPVK3ZllMYxGdW3u++qj/G8vpL9hRfshT7pKf159MLzz9sLz/u4XZXH0lfDa75yXX9e+194wcfos6tT7+Om+tL4GjfpWDu1V1uli5DGKkn2p7mVDpx/mnnT2N0+Gl96zpkonX18MZW6DPvmSeNqjrJSfUrL+5RP9Uqfdxtl53MvvmBJalNW3J/aeao+ZQ3a/+yzz9o/f/ef7amnn7bv9El1Tz31tEX17VPb4/uf8jHu6Kmnn/Jxu3rqKfvHbzxpX3vyH+0v//qv7Q/+8A/tf/3P/2W/9mu/Zv/pP/0n+9X/9Kv26c/8qX3jW9+07/u1dOj3oIE3rVVWBk2W+4sruDw3/da5y5Z/OWv6MVbdI9m86nmZr4oE9MuFd99zt128dDGaF0K8MGJ+k14IAG/S0cbXKQnQHAIQgAAEIAABCEAAAhCAAAQgAIFlEQghdAK9nvbPkXXrQgi9XSGEXnvtn0a9QQZmzBQ4HqW83Y6BZi0oagil0yiEju0hTJpm7usdac7KyQPu7o6blRbdh6eFB+pHKYRRXDKfo7M/y1rWakmZp3fk3Z2XDZUFs7LGte/fn/r216+qbM56lMbZEX9JwgNTw9LC9+n42JCfaa61QW3LwxY6Fl6ReypZFkxnTgjBs4OlX+4YpRCChdCRD2JesJj62EpT38I5HpXP7ZP36tygmE9pt71N8SP/fEiLafDwmeT9VefJmC3z/ZInpa3wwaLywpIvbStMclNj3ajxo09F4adQn3y8oqw4j9vcbZv7HFE+eO770tzTpOl9Vd/s0FP70A5LSm2mSWWDjnPwYzxQrWBBmmC/u+eeut/OXHmFTMtSne+Km/JtvZ8Fsxu3btoL33/R/vZv/9b0pPF//s//2T75yV+3v/JA8UtXr9nhYe4mtiL32HkVLzHgmx+dyW09WjGqpL6SPE0a1X6d+2RnUrK1m07l8zp9YO5lEchCsBMnTtjp02fiZzzb0J/jd5QNBYHbEIAABI4QoAABCEAAAhCAAAQgAAEIQAACEOgS6C4pHwkSTFPXHWaKpH/00V37W/eXR/de/t5kz/CZUotJ0+EjTb2HDisloCOsoKXHE3vzKh/Vq5k9o/HjWKUAUCpr3+wjT9ZTc6T5Uo9U1r5UN2uqMdJ4aYxU1r5Ut6hUY0Y5z0HzHNundqXJ67i/ZH7M9vyWb65YWXrR+Zx7sOnW7u34JPAf/tEf2a/+6q/apz71Kfv6179u7Xa71HpVWQVG01yej4HhVJ4gDTpyqZ33j3e/VK5iKntdOj5SFU3EppUTUBD45Y895vNu7klBANgPPxsEIAABCECgTIA8BCAAAQhAAAIQgAAEILAaAiEEC2G4+q0IYXjbEGbfp0XCZUpPq41Sv59NKye2IQw+RkOfUOw+iThu/yi22pfmT2kIg+0I4Xi9joX6KUWLI3AkvrS4YXsjTTp+7FD4ErmkQkqVn0NTzd8/j2woq3+/l+ca3/uP3pyHuZINoxuzNxIo4r1MTxxm2ZYdHuT2D1/9uv233/gt+9X/9H/ZX//VF2z39r7l7cKK3N9nrOW9uow9V7lNUe8jRhVHSpUshEpahVFrJvDAAw9YK9vck8PfZdZ8BJgeAhCAAAQgAAEIVIcAlkAAAhCAAAQgAAEIQAACEIAABCDQfAIr8fDFF1+0P/mTP7Ff+7Vfs7/+67+x69evW/qlFhkQLCipuOpgY8URYt5aCDz88MN24sT2WuauwqQEgKtwFLABAhCAAAQgAAEIQKACBDABAhCAAAQgAIFlEUiL3VVNl+V3GjcLwUbJ+n76OfXtPlYcNbb2Heuwpop+v1J5XnPk4yj1j5/mnSRNfTV+ytctle2jtGx/ipBZUjBfjs6D6SlI81QKRWZR2jdAWWhZR957wLWkhxU7yjyU5vLxzBXH9DSzlkne28xzd+RFbfp6XKk/r/IEKvr807zl+VWOOjJ35iP3y6u0yZaysmDm0jzBsshK44udFMd2P7XPG9qkKhxaVM9+M69y5VHmNgTJRwyFWdAcktuQ5gie79Vrn+R1ddqvc+OIeudby3Te9fsXmTmolOoYlCUm8l/HK3e2oZWZ/m7wS1ev2B9/+k/s//5//x/70le+Yrd2dy1stUxtNU+/zM/mjmyKn+Bt9ZXNnsy0Zd5L0jhKk1T2XY3acKYJBPrv4/0+PfzQA34l5a7C38M8LY6qv33TyrqCm+YT/kAAAhCAAAQgAAEIQAACEJiOAK0hAAEIQAACEIAABFZOQGGlpGVMnsZWuozxx42peZPGtZ1lfxpb6Sz9J+mjscvq71Pepzz77xAYxOPKlSv2qU/9jutT9swzz5gFtRomm+6nmK45rSHQdAKXLl20ixcvuJt9F4fXbMJGAHgTjjI+QgACEIAABCAAAQhAAAIQgMBQAuyAAAQgAAEIQGB1BMqhrmXMOvP4IV+IOTPPP+Hsyx5/QjNoNjEBhWA6KiyzvAjWzs2+/vUn7f/5v/9f+9NPf9r29vdMTzJOPOTSG+osW/okTACBpRPY2jph9993/9LnqeoEeuepqm3rtIu5IQABCEAAAhCAAAQgAAEIQAACEGg+ATyEAAQgAIE1EFh2eGnZ449Dtuz5lz3+OP/YPxuB8nELIdju3p79+Z//uf32//htu3r1ai8InBeb+bTibFTpBYHhBPJ2bpfvvtxrUPhFmJfU29HQDAHghh5Y3JqHAH0hAAEIQAACEIAABCAAAQhAAAIQaD4BPIQABCAAAQislkDmgd+y2u22fe1rX7NPfvKT9p3vfMdC8OiUB4AJAq/2uDBbMwnoyfoHHnjAMgum4K9+tSKmuswkd1t1njRyyxrpFU5BAAIQmJUA/SAAAQhAAAIQgAAEIAABCEAAAhBoPgE8hAAEIFAVAh6IevbZZ2MQ+Itf/KK1tlqmILEpaOXBYOMHAhCYiUDIgl28cDH2VaA3BX9jhb/EslJXE7esiU7hEwQgAAEIQGAWAvSBAAQgAAEIQAACEIAABCAAAQhAoPkE8BAClSLgkakQgu3t7dnv/u7v2l/95V/ZYfvQ8rwdvxZaTzFOZq9Hkk0hH2myHotppXmlVc+7GOsZpbkEtlqZXb582bZ3TvacDH692Vquk54JK8twRa4MNRNBAAIQgAAEIFBhApgGAQhAAAIQgAAEIAABCEAAAhCAQPMJVNpDfSX0H/7RH9lf/sVfmr4GOoTQsbebdAoVeY2BtGRLFQ1MtpFuLAE/Le+6fJe7f+Rk9bJvqpI829SNAHBTjyx+QQACEIAABCAAAQhMSIBmEIAABCAAAQhAAAIQgAAEIACB1RMoQmaSZS2T2hbsoJ3bpz/7Gfvs5z9vh4e5ZdnWlE8Cyw8P/RQlqWphCj5SV/E7dJX3qlpsGLkRBPSYr8svJds5ddLOnD9nWQgWuteE7/IrzY7IGvjj7wAN9AqXIAABCEAAAhCAAAQgAAEITEKANhCAAAQgAAEIQAACEIAABCpGYG931/7sz/7M/uIv/sL29/fNCt+m+XvA3n65LgUfPsmzbBCoGAF9dXpe5Hby5Cm7eOGChSwzK9kYPJ/k2UZuBIAbeVhxCgIQgAAEIAABCEAAAhCAAATGEWA/BCAAAQhAAAIQgAAEqkRATylK29vbVuS5feYzn7GvfPUr1tpqmR5XVFDLRv10n3Ac1WTx+zyM1nsS2POLn4ARITA1gRCChdDR5bvvNv0SRfBRotZynfjkK94IAB8FTgkCEIAABCAAAQhAAAIQgAAEIACB5hPAQwhAAAIQgAAEIFBpAnqId+/wwH7nU5+yr/3jP1q2tWUe0fI4VmFjA8G2rB9ZNUhpvrQvlUkhsH4C999/n+3t77khuQXLzUJX1uwfAsDNPr54NxUBGkMAAhCAAAQgAAEIQAACEIAABCDQfAJ4CAEIQAACEKguAYVQ82Cmh2pPeNBXwd7f+Z3fsZdeeslDV4W1izsBYO1bjifRCh/aA2U+q/Wk+pLiH1P1cn9qXue92SCwTgIhBPPN7rnnbjtxomW5Xzsde9J53Sk19ZUAcFOPLH5BAALTEaA1BCAAAQhAAAIQgAAEIAABCEAC3SrpAAAQAElEQVQAAs0ngIcQgAAEakRAgWDp+s0b9ru//3tuuQKrruDZdWyat6x12DBoTkcyqJo6CIjA5cuXLc9zDwbrRJFUK+X+InnSwI0AcAMPKi5BAAIQgMB0BGgNAQhAAAIQgAAEIAABCEAAAhCAQPMJ4CEE6ksgs29841v2t3/7d9ZqbVuwlpllFkLwlM3MOZTjesYPBO4QuHTpkoUQXLpmpJbnW3caNDSXNdQv3IIABCAAAQhAAAKTEKANBCAAAQhAAAIQgAAEIAABCEAAAs0nUDMPwzF79QTjH/3RH9kzzzzjwavj+4912JiKEguCwBtz1Kdx9MyZM3bixJYF/zdNv7q3JQBc9yOI/RCAAAQgAAEIQAACMxKgGwQgAAEIQAACEIAABCAAAQhAoFoEgszRt9LmwbIi68o8NTs8PLRPf/rTtnd4YEUWbHk/GntM+EjBVv2h4kFaeqBNtiXJ1pJk1zEwVGwyge0TO3bu7IUBCNI5NGBXA6rkXQPcwAUIQAACEIAABCAAAQhAAAJTEKApBCAAAQhAAAIQgAAEIACBihIIbpfkSXfzUnB56Vvf/Kb93RNPWFGsMdJ5ZGrZ1S83dOWbbFj5pExYAwInT56wnZMnu5ZuznlCALh7yEkgAAEIQAACEIAABCAAAQhAYDMI4CUEIAABCEAAAhCAAATqRcCDVulJW8vsr/76r+3a1avugkI8kmdXtcXgr9sTn/JVuqqJR81TFTtG2ci+dRHQ70qcPXvWp9e1onNFqeRVDd6a7+FkB49WEIAABCAAAQhAAAIQgAAEIAABCDSfAB5CAAIQgAAEIACB2hN44YUX7Ktf/eqS/FCEN34H9fHxtatXq0Bar7DmjAyT1mwG01eTgJ+qFy9edNt0Xus8USp5VYM3AsANPri4NikB2kEAAhCAAAQgAAEIQAACEIAABCDQfAJ4CAEIQAACEGgGgSzL7LOf+5xdu3ZtgQ4pICYpQNY/rEJJkkfSKvHkr+xMkr0lycR+8ylvNIE8L+zs2dNdBjpXdO4o7VY1NNEV21DXcAsCEIDABARoAgEIQAACEIAABCAAAQhAAAIQgEDzCeAhBCAAgQYRUIxzd3fXvvjFL1qh77ddpG/BA2NJx8bVzNKxHWuscHvNJbOkNVrC1NUlcOHCBbPggV+d26YfP2fMy1EqN08EgJt3TPEIAhCAAAQmJEAzCEAAAhCAAAQgAAEIQAACEIAABJpPAA8h0EQCinV+6Utfslu3bh11Lwa5PLCl9OieyUqFj5w0tIe3iU8CD22w2h0yZ7UzMluNCIQQ7PTpU12LFfjtZhueEABu+AHGPQhAAAIQgAAEBhKgEgIQgAAEIAABCEAAAhCAAAQgAIHmE2ioh52I57PPPWdPPvlk9LFIT8HG0iJfOnMNH1EBtUEa3oM9EFglAY//2oULF1c5ZSXmIgBcicOAERCAAAQgAAEIQAACqyPATBCAAAQgAAEIQAACEIAABCAAgeoT0Nc7D5ZZUQRrZZnpKeDc46+dMG1us/8oXCSVR1C5M3K51mf3oib1+fSVusPkrda7MfsmE8j8FJV0ep7IWqY0yqEMOqu9ulGbrt5GOYQzEIAABCAAAQhAAAIQgAAEhhJgBwQgAAEIQAACEIAABCAAgYYQyFqZPfXUU/a9737PTpzYXpBXKTSW0mHDenRt2C7qIVAFAl0b9ATwxUsXLQuZFX7apl+q6O5ubEIAuLGHFscgAAEIQAACEIAABCAAAQhAoEyAPAQgAAEIQAACEIAABJpEoMgL29/ftye/8aQdHB64a4sI+Sjwq3GU+pBsEGgAgTNnzlgIwXK/ZnTdKBBspvNcaoCDA1xormcDnB1QRRUEIAABCEAAAhCAAAQgAAEIQAACzSeAhxCAAAQgAAEIQKCxBL75jW801jccg8DMBOL3PRexu5769Qhw59vLVdOJACvXWBEAbuyhxbHxBGgBAQhAAAIQgAAEIAABCEAAAhCAQPMJ4CEEIAABCECg2QSef+EFu3rlmsUnG/PgQS4P/RSuZruNdxAYQiD3esmTuBW2s3PCtk/seMmvD8s8FtzyfLO3rNnu4R0EIACBIQSohgAEIAABCEAAAhCAAAQgAAEIQKD5BPAQAhCAwAYQuHnzpn3nqac3wFNchMA0BBQEdulJYO9WWGEhCx78DV5q/kYAuPnHGA8hAAEIQKCPAEUIQAACEIAABCAAAQhAAAIQgAAEmk8ADyHQdAKFx7GkrNWyb3zzG5YX8lhhnySVEQQ2lUDnOig8Bnz27Hk7sXXCzC+YEFoWXE2nIu+b7iP+QQACEIAABCAAgUSAFAIQgAAEIAABCEAAAhCAAAQgAIHmE2i0h4rzSsnJLMvsW9/+tge3Ug0pBCBwlECwVkuB32BFUURZw38IADf8AOMeBCAAAQhAAAIQgEAiQAoBCEAAAhCAAAQgAAEIQAACEKg3AQV+y5I3Kt+6dcuu37qpBxxjcEtBLu3bTOH1ZhNQ6FPqUAiW2alT26bUNujnDoENchpXIQABCEAAAhCAAAQgAIENI4C7EIAABCAAAQhAAAIQgAAEmkQg3HEmz3PL2227cuWKWSjtMH4gsIEE+lxOl0TW0hPAmRV5EdXXrHFFAsCNO6Q4BAEIQAACEIAABCAAAQhAAAJlAuQhAAEIQAACEIAABCDQZAIK+eqJ32tXr5q+DjqE4HHg0GSX8Q0C4wkUfg1IallYvDba7UOzYBZlzf7Z1ABws48q3kEAAhCAAAQgAAEIQAACEIAABCAgAggCEIAABCAAAQg0k4AHtPod0xPAim31109X1sC5d1HqCRsE6kog+Dkc5Q74hXH+4gWzLMSvSdcZ7rWN3ggAN/rw4txgAtRCAAIQgAAEIAABCEAAAhCAAAQg0HwCeAgBCEAAAhBoHoHgLpXlxd5288ZNawXt7VVNkVFITPKgWeyV0ljgBQI1IqDzWLpjss7mw/aBB3+DaY8eDFaddKdVs3IEgJt1PPEGAhAYR4D9EIAABCAAAQhAAAIQgAAEIAABCDSfAB5CAAIQaDABhXilfhd3d2/b3t5+f/V0ZT0x2euh8JjUq6hmpgYmVhNc061SqLcjnSK5FabAb/JadUmprkkpAeAmHU18gQAEIACBkQTYCQEIQAACEIAABCAAAQhAAAIQgEDzCeAhBDaFgGK1Ue6wAsI3b970nFlReKDLFQvTvpQjZFaX8Jh7L1On9ZX2DSegEGhS57rI4gWjk8UDw37aNBmAPG+yf/gGAQhAAAIQgAAERABBAAIQgAAEIAABCEAAAhCAAAQg0HwCG+2hAr8hBAuho8XACIsZZmmjlOxTXG9p8zBw3QlcvHjR/OIwDwW7fGv4+UIA2I8xGwQgAAEIQAACEIBAkwngGwQgAAEIQAACEIAABCAAAQhAoPkEdnd3zUrxUJvqR+EiSQMoTVJ5qoFW0DjZplT2JXna8KDeCuA2YAqdF5nlfjpEdT0KRW55u22ZFX6Z5C7ryRr4IwoNdAuXIAABCEAAAhCAAAQgAAEImBkQIAABCEAAAhCAAAQgAAEIbAiB4OGsqIU+AVwXeKEuhmLnsghMOa7OGGnKbrVpTgC4NocKQyEAAQhAAAIQgAAEIAABCEBgGgK0hQAEIAABCEAAAhCAwCYROLG9vQB36xgSq6PNCzhUDDGagP6etdRrlVn8E8C9crMzWbPdO+YdFRCAAAQgAAEIQAACEIAABCAAAQg0nwAeQgACEIAABCAAgcYSKNyzKI97Kr4V816XZV7h6XybRst9CKWe1GKTrVItjMXINRFYxNWxJtNnmpYA8EzY6FRPAlgNAQhAAAIQgAAEIAABCEAAAhCAQPMJ4CEEIAABCECguQQU5uxX8vb02bNWzBwEVtBX0ugaMaXKV02yM0l2lrRpUb6qHZoK23P12jUrdKqYQqNShY1dgGnN93ABkBgCAhBoAAFcgAAEIAABCEAAAhCAAAQgAAEIQKD5BPAQAhCAwKYQ8EBnfPrX07yr5Hph/q8T6UpVk6chRsi67RVkLZe71ZVKZJ/LGZhUKdswBgLrI0AAeH3smRkCEIAABFZEgGkgAAEIQAACEIAABCAAAQhAAAIQaD4BPITAphM4c+aMHR7uW1G0PQTcng2HospHenpw9Ui5ggUCvxU8KBUwSb/MIPVMUUjUT5bCU6lX38yMe9lMx/AKAhCAAAQgAAEImBkQIAABCEAAAhCAAAQgAAEIQAACEGg+ATx0ApcuXbQQFODywsLitj6eD8cGgboT0Jks1d2PSe0nADwpKdpBAAIQgAAEIAABCNSMAOZCAAIQgAAEIAABCEAAAhCAAASaRUABrCgP8IYiMynzNPPy+fPnLMsy6/9K6MkIZN5M0uhKk1T2XZXeMA4CZQL66vLcdE1E+S6dzTeuXTXzXTqjVfbqRm+b4GOjDyDOQQACEIAABCAAAQhAAAIDCFAFAQhAAAIQgAAEIAABCECgoQQUwCrLQrDCfb148aJntUclr2CDwCYQmNRHv05aWTcsugGXSNfTSenQDgIQgAAEIAABCEAAAhCAAAQgUG0CWAcBCEAAAhCAAAQgAIFNItDKMjtz+rQpAGwhd9cV3VLq2ak3BZCn7kQHCFSWQFEUtru7Z4cH+xayzTm/s8oekcUaxmgQgAAEIAABCEAAAhCAAAQgAAEINJ8AHkIAAhCAAAQgAIGNI7C3v2/33X+/ndzZsfgo8ObEuDbuWOPw7AQUCDZ9B7QUf1Fi9rHq0JMAcB2OEjbOSYDuEIAABCAAAQhAAAIQgAAEIAABCDSfAB5CAAIQgAAENpOAAluPPfpojP0W8XUzOeA1BDoEFPqUOiW97u/tWztvW57nZmGeJ+StNj9HCdTGbAyFAAQgMCEBmkEAAhCAAAQgAAEIQAACEIAABCDQfAJ4CAEIQGCDCWxvb9tDDz/sBDyw5Ztn2CAAgS6BEIKZqyhyDwAfmvV+ScKDwXoa2GuauBEAbuJRxScIQAACEIgEeIEABCAAAQhAAAIQgAAEIAABCECg+QTwEAKbTuD06dN23333OYZgIXMFl6dewQaBzSVQBI/1BisKs+vXrlvezj0OrLrNQEIAeDOOM15CAAIQgAAENo0A/kIAAhCAAAQgAAEIQAACEIAABCDQfAJ46ARe8fKX287Ojuf6No919dVQhMDGEUiXwcHhgekXJDbla9IJAG/cqY7DEIAABCAAAQhAoOkE8A8CEIAABCAAAQhAAAIQgAAEINBsAoW7p6+0LSy3V7zy5XbiRMss5GZe9pfu5uVY1y02LsEhCExGYHdv1/Lcrwc118WjtOEiANzwA4x7EIAABCAAAQhAAAIQ2CgCOAsBCEAAAhCAAAQgAAEIQGADCMSnGv3l0sWL9qpXvtLabf1t0w1wHBchkAhMmvp1cuXKFb9GugHgSfvVvF1Wc/sxHwIQgAAEIAABCEAAAhCAAAQgEAnwAgEIQAACEIAABCAAgU0iEDyw9YYf/mHbAy6EygAAEABJREFUOXnSiqKwrLAj2iQW+AqBUQT093/9EjErymFR5aVRPeu7r7medY4JrxCAAAQgAAEIQAACEIAABCAAAQg0nwAeQgACEIAABCAAgY0jsLV1wl772tdacM+zjHCPY2CDwEACL125YoXvyf1iSfJiozfeERp9eDfdOfyHAAQgAAEIQAACEIAABCAAAQhAoPkE8BACEIAABCCwmQQee+wxu//++y3zEHBQdKuLQXmpWySBwEYT0J/+3d3fjwHgwgPAhV8xHVmsayqcrKmO4RcEILDhBHAfAhCAAAQgAAEIQAACEIAABCAAgeYTwEMIQAACG0zgzW9+sxV5YSHEqNbmkig213U8n4CAnx9Xrly1TvD3TvtU9t13KhuUIwDcoIOJKxCAAAQg0CHAKwQgAAEIQAACEIAABCAAAQhAAALNJ4CHENhUAgcHh/aqV73KHnv0USus3cOgp36lVKG8lMrNTTc8AN7cA7sQz4JHQm/dvBnH8jMlppvw4m5vgpv4CAEIQAACEIDAhhDATQhAAAIQgAAEIAABCEAAAhCAAASaT2CjPdw5uWM/9s53Wmtrq/P070bTKIX0mvoo50Yf3/mdL3Kzl65cOT5Qw88XAsDHDzk1EIAABCAAAQhAAAK1JIDREIAABCAAAQhAAAIQgAAEIACBZhLoxKqCB3zNXve6H7D777/bMsstK+SvR7hCbvErbUNmhe8pSy2aJYW2koK7VlLk4VVsG08g99NC0nVx+/ZNS0/DB79uOjLzJlHWwB9dIQ10C5cgAAEIQAACEIAABCAAgY0igLMQgAAEIAABCEAAAhCAAASaTMADm/pTv2fOnrF3/fiP287Ozh1vFcW6U9rQHBA25sBP6eju3q7t7u4e66UzRjq2oyEVBIAbciBxAwIQgAAEIAABCEAAAhCAwKYSwG8IQAACEIAABCAAAQg0nYCCv0VR2Fve8ha7cOGCtdttMw8KW8jddWU82dityWG8jT2oC3M8z3N76aWXLPOLKLPQST1vDf/JGuofbkEAAhCAAAQgAAEIQAACEIAABCDQfAJ4CAEIQAACEIAABBpPwOO+0ccHHrzf3vzmN5mFwhQMLkzBX/OfVQWANY/kU1Zqk01SpYzCmIoQ2Nvbt929zhPAm/SrAllF+GMGBBZIgKEgAAEIQAACEIAABCAAAQhAAAIQaD4BPIQABCAAAQhsBgEFe89fOGcf+jf/xlqtYHp4sSMP8RQDNDcWBVPHae5J5hhAge+kPjvDHMPStZEErly5Znm78OsmdNXytNVIX8tO+TtDuUgeAhCAQM0JYD4EIAABCEAAAhCAAAQgAAEIQAACzSeAhxCAAAQ2hEDhfuZ529797nfbXZcvekk1SV5c2pbmKKVhaZPNMXDXPtkmzTESXZtJ4KXvf9+yrGV6kl5qppfHvSIAfJwJNRCAAAQgUFMCmA0BCEAAAhCAAAQgAAEIQAACEIBA8wngIQQ2hUBRtC3PD+3Nb3mT/eAPvtZCyCy4zBTplIwfEQCFKKAhBJ5//nlrH7a7AeBgRd7RkOaNqc4a4wmOQAACEIAABCCwyQTwHQIQgAAEIAABCEAAAhCAAAQgAIHmE9g4D1/9qlfZe97zHmu1UjhH0c6kFePQw7YrnpLpIDAvge89+6xt72ybTt8ivs47Yj36p3eMeliLlRCAAAQgAAEIQAACEDhGgAoIQAACEIAABCAAAQhAAAIQgEBTCOQeosrNQtsefvhh++C/+YBtbWUWghQshDuypf0EHzkbINUn+e6Vb0wIgekJvPDCC9Zuty3za0eafoR69tAVXE/LsRoCEIAABCAAAQhAAAIQgAAEIAABCEAAAhCAAAQgAAEINIBA5+nEjiMKsV68eNE+8IEP2LlzZzuVlXiVZVIljMGITSMwo79Xr1yxotAVNuMANe1GALimBw6zIQABCEAAAhCAAAQgAAEIbDoB/IcABCAAAQhAAAIQgECTCBS5nvwNHvQ9Zx/96EftnnvvdvfuBK4yz2ZFsKzIoowfCEBgJIHr16/bjRs3YgA49yCwNLJDg3Y2LQDcoEODKxCAAAQgAAEIQAACEIAABCAAAQgMIUA1BCAAAQhAAAIQaBQBPVcbPGJz77332Mc+/gt2//33d/3zym6uk3gUuJM5/hoHURC5q+MtqIHAxhAIHvC9cuWq3bx1K/q8aU8B979zRAi8QKCeBLAaAhCAAAQgAAEIQAACEIAABCAAgeYTwEMIQAACEIBAcwgonKvAVPDg7cMPPWQf+tAH7Z577o1/szR5mXkjyUwhncyClyXzNLWx4EFfk3o1ZsH4gcDGEghZsKvXrlr78DAyCGGzLogses0LBCAAgboTwH4IQAACEIAABCAAAQhAAAIQgAAEmk8ADyEAAQg0jIBCUiHL7DWPv8Z+/qP/1u6+57J7qMiu5Nmpt3IQ2PMxMDz1IHSAQCMIXL1yxQ67AeBGODSFEwSAp4BFUwhAAAIQqCYBrIIABCAAAQhAAAIQgAAEIAABCECg+QTwEAJNI9DOc9s5edLe/e5328/97M/ZmTOnLfNgsMVHewvTU79SKBTKyUxP/UqJQ+YZBZA9YYMABAYQePbZ50xP2A/Y1fgqvT803kkchAAEIAABCECgsQRwDAIQgAAEIAABCEAAAhCAAAQgAIHmE2ikhw89+JD9/M//vL31rW+1GN01/zny4O+Rgu9kgwAEJiVwcJjb008/bZt6FREAnvRMoR0EIAABCEAAAhCAQMUIYA4EIAABCEAAAhCAAAQgAAEIQKDKBHI3Lqmw4BGZvGjbzslte8MPv94+8YmP2SOPPGxbW5m1Wr5ToaqQW/D0yJO9sS4387QoKfdGhaUfL/T/DeC0q/YpDkBgegKtLNjzzz9nWQhHZBvyo3eUDXEVNyEAAQhAAAIQgAAEIACBxhDAEQhAAAIQgAAEIAABCEAAAhUncCc4K0MLa2WZPfjAA/bhD3/Y3vve99r2zrbleW5WqGWS2poHgW26H3WfrgetIVAPAjNa+dKVK/bSS1dm7F3/bgSA638M8QACEIAABCAAAQhAAAIQgMBGEcBZCEAAAhCAAAQgAAEIVJ1AjMfGF7PcA7x333OPvfPHf9x++Zd/2R555JEYDFaAZsuDwnp2t/O3fT1XuBT+9b7dXPxbwOblqvuMfRCoEoErV67YrVu7XZN0tXWzG5I0xeMNOVy4CQEIQAACEIAABCAAAQhAAAIQ2GgCOA8BCEAAAhCAAAQqTCB32zoK+jpmj+BeuHjR3v0TP2Gf+MQn7G1ve5u1tra8TdoKD/V2lGrMa6z34wN4XiMeqfY6NghAYDSBp59+xg4O9kc3avBeAsANPrib4xqeQgACEIAABCAAAQhAAAIQgAAEINB8AngIAQhAAAIQqC6BwgO+RVGYhcLa+YHdd/+99v73v9/+/b//d/aOd7zDTp06FWO4Cum2vE0MEJv3KnKvLzqKT/+a1/reEDxV3sx33skbPxCAwFACuoa6evrpf7ZWtmUhtCyE4FLqyjzvGjpGQ3YQAG7IgcQNCGwsARyHAAQgAAEIQAACEIAABCAAAQhAoPkE8BACEIBAxQkEt+/8hXP2+je8zj7+8Y/bv/t3/85+6Id+0La3T8SvgI7BYW9zdFPgN/eqwlXeNJrUqevf26nltUcAQD0UZO780sQ/ffvbVvi/DpM711On3PxXAsDNP8Z4CAEIQKCxBHAMAhCAAAQgAAEIQAACEIAABCAAgeYTqLeHCu4N0qK8GjR2uW7eecpjDco3ffzcw0e5B3DbPRVF21pbHloJhQd3t+3BBx8yfbXzL/3yL8Wg73vf81579NFHTQFfKRFSPi+KOE6qy3z0FJZKqZmPbcGbSJ5MvKm9+koTd2pIQ/edIHBDjuV8bug0yPPc2u3cnn/+eY8Gh861qLcvv97MlEmab66q997Ed4KqHxPsgwAEIAABCEBgPAFaQAACEIAABCAAAQg0mIAW7wa5p8XzjgbtpQ4CEIAABBpIYO0uZVlmFy9ctEsXL9r9991nr3n8cXvrW99qH/zgB+3f//t/bx/72MfsJ37iJ2Ig+MyZ0xbiV8sGC+GOyk6EcsGOlo7sojAhgRLDYR8gJhyJZvUnoLNhayuzKy9dsevXr1sICgAnvzbrBCEAnI47KQQgAAEIQAACEIBATQhgJgQgAAEIQAACTSJQ+Fpcnhfx6YyUavFOT0lpnxS8zVbI7OTOSTtz6nTU2dNn7MK583bp/EW76+Ilu3zpLrv7rst23z332kMPPGgPP/iQveyhh+2Rhx+xVzz2cnvly19hr3zFKwfq1a98lQ3Ta171apMef/VrLOm1r3ncynr81a/2fa+Keu3jrzHpB177uPX0+A/YD4zQD/7AD9ow/dAPvs5+6Ad/wF7/uh8cqjf80OtsmH74Da836Ud++A02i9RXKo+vclIa81/8yA/bML3xX/yIjdKbfvRf2Ci9+Y0/asP0Jt/3xh/tjP+jPo/0Rh9vmNReesub3miT6q1vfpON0tve8mYr6+1ve6uV9Y63v81GSW3T/h97x9st6cd/7B02id71zh+zmfXj77SfGKN3v+vHrax/+e532aT6V//y3Sb965/8lzZMP/WvftKG6af/9b8y6T0/9a9tmN77np+yUXrfe9/j+3869v8pH2+Uftrnkd770z7mBHrfe37apJ/xOY7pfT9tP+N6/8+81+7ofZ7/GXv/+ySvf990+sD7f8akD37g/fbBD7yvqw96Kr3fPvTBD0T97L/5oE2qn/vQv7GB+tkP2s+5PvyzP2dRP/ez9uGf+9ARfeTDP2fSv/3Ih20SffTffsSkX/j5f2u/8PMf6eqjnkqqO65f/OjP2yh97Bc+agP1iz9vH//YR10fs098/OMupaP1y5/4uEm/8kufsF/5pY+7Pmb/53/8P+0//of/YP/ulz9h//H/+A/2K7/8S/ZhZ/Yuvz5/6Adf6/eei7btwabMCtPf9c0sWEvyoFPLlfn9S+rUddt4vXWfQsy9bWHeO/cab6tfcrJchbZXtOO9MdbZtD+ZWVHStN0r036YIe6bc7Oo4I1Kco5ewbapBIJ/pvTPlf/8z9+z/X2/jvwcCS4Lefd60nXVkTX8R1dJw13EPQhAAAIQgAAEIAABCECgMQRwBAIQgAAEGkYgWKuV2fbOtp08dcouXbpoly/fbffcc489pADuy15mr3jFy12vsJe/4hX2socftpd53WOPPmqPPfZYzD/kdQ888IA94EFfpffff7/dddddUZcuXbILF87b2TNn7fTp03ba5xgs7Rsi9RurU53x1W7QHKe1f4QG9enWnfL0lMadVd5/sM9uzzT7yvMP6jfSR2db7r/A/LmzZ+3C+Qt+7lyyu/x4T6pLd12ySZXOp4nTKewYZe/S7OteH9Ef2RrLzu/yMPn1dLmk2N7LE6S6BudS9zhFW4fNd8ltGalLds/dd9t9991nD/p7xSR64EF/T5lADz70oBmojNcAABAASURBVEU96Gm/enP5Pn9/ejDqAbfBy/1tJy33xvRx3L4HpVTn+Tt2P2gP+JiT6EFvN1C9cbv2xrLnox/d1Ofs8OyWy/sG5JN90W71PSIfY4AtD3ndKEX+6TiU0zR2siOV+9Pol/P0NNnX4eZ1PnfnGr3L71EnrZUFy2Lw1ob+hBAshJIyz7uGdvAdKV6ZUq+af1voYPObs5oRwmqmYZbVEZhxpnae27e+/S3v7ReCb57ZyC3bSK9xGgIQgAAEIAABCEAAAhCAAARqRwCDIQCB6hPQU0ppnS3LMpO2trbsxIkTtr29Y2fPnrNz587b/fc/EPXylz9mr3nNa+xVr3qVvfzlL49BXAV/7/Yg8KULF+zCuXN2+uQpO3nypPfftlOe11gaN85VFFYUeQSjtPByu9223Bf+krTTWylBMxAIIVjWyqy11epJx/SYWlu2NUStlvedR6W5y3YoHzywEvxc03mXZJP8pMYTpDqvRsp0hpVlXnNH48yRCQPbaMcEGmmbXxMWfHRXh1Ww/jRzflnWsiwMU+b7ZlQc2/uOSlu+f4hablcr8/1zygn4e0Vx5L0hvUfMlbZzy/vec46N5+9R+REdWl64Su9T6lP4sZpYfob12lrbSy6fw/RUqY/jztqk6o3j/Y7lfeQijd9Li1gbX9UnlnJ/Ha+OTTLNe6tvlPdz24s0fqy7sz/38igVubcdJO8X/emNm/v0krdP+5S65V4TX72BG+dni9crr/4hFCb5KejXjnk+WPqJc3tbtYuSHeWy5y09hZs6xVT3rcxzkie+5XeG9dIc28D55hivNl0XBbA2DmPoMAKFnwuuZ55+xlv4tRa68tKmbXfeYerpOVZDAAIQgAAEIAABCEAAAhCAAAQg0HwCeFgTAic9QHvKg7UXL12yS5fu8oDuA52n0PQEVnzqqvOE18VLF33/pRjY9dX0I96FECwcqblTyBUk8AV1LdbfqV1HzhcTFWjpadE2FD5gdw4tXHqJDQKNJBAv9tL57mG4o35qn9S9HuI1d7TF1CVdU2WNHaA8v/LlDipLc9hXtkX58vDKq64s1U2lsm3K93dWXVn9+8eVy33For+96lIb5aX+NqPKqW9K+9qW2Sjft3t8MY2rVLZJ43tN3EI2SRN3qHpD8ZGqZqdskqpmF/asg8D+/r4988zT65i6UnMSAK7U4cCY6QjQGgIQgAAEIAABCEAAAhCAAAQgAIFlE/B4q+nJpjwvTF+pp3yWZaYnQE96sFdP7Orrl/UVovfff1/8WuZ777nXLl++bGfOnI1P7aqdngAOIUZ7TD8K4h5ZqvWCFqok7ZeC14VCuekUQmeeEDrpdL3HtVaQwNtoQT/Ji4vbuk73xvZyDIopXdwsjASBtRPQBR4DuuVzW3ldY0kqS2Vr075y3YR5XVexqcaIGdPfhYyy/h/Nq3ZK0z7lVZekcllql/bp3UxSXUnpCU3ZIpV2xazqyoqVpRfti9xKdTHr73eFa+iv0MRG/pLs66apS0rj2L5PZW99Z5Mv0p2a4zmx8L5pjJiqLrVUPinVddPEpVvsJbKjrDhmeY5ey05GfKROqfSaBilVHcsm2zT+0Z3BWk7W5feVEDSWdX/UNqlbZQM4HbFpwP7UtTKpWCS/yqnqk9Zp7DCb3Lby4Vmnicy9NgJXrl6x733v2aPz6z0m1uj6S4oVjX2Rl411DscgAIEGE8A1CEAAAhCAAAQgAAEIQAACEFgggeGrpVrnPqkne0+dsvvvu9/ucz3y6KP2yCOP2IMPPmQXLly0M2fP2NmzZ23HA8IhbMByU1zI90Xm3hFIC9G9ijkyGlfjKU3DKJ+U6jYkxc0GE9A5LfeU6pyXlFddkpcVKNY1l5R2zZymeZRKwwbyueMupWonKR8r77xE+7w+pmpzZ9dkOfUpq79XeZ/y/fvL5QHv5YlbSsvNY15jlqQhpLhvkpdS3/jLKv19nE0K2orRwDb9fcrl8vieT7YpldLYvbTcd5J8yb5om8qT9Ju0jdscbZu0fcXbReZVs1HHzCXbpKqZhz0rJ/BP3/4n058EWfnEFZtwAz6RV4w45kAAAhCAwNwEGAACEIAABCAAAQhAAAIQWCSBYFkW7ODg0A4P2/HJ3jNnzph0+fLdHuh9NH6V80MPe7D33Dk7f/6cbbVa3iezViuz+AcTi8Jy/T3Ldjs+LeyVcdNavxQLU7yoT5T30VpuzBdeqNQmy5Zp0LLHX6btjA2BaQiUL+5y3uzIKHp6SzpSOWthmuurbFM5P2zuvjayuaxh3RZWn3zrppr72NjdfcfqJ6hI46X0yNOuyXfdG9JYqS6Vx6XJtpSWx/K+cTjfF1MvT71pPO/fs1v5/kEG1aU26l9Wqh+WprZ9+8VP6qumOCOBUYdsxiHpVl8C3/nOd6ydHx53QNdcWcdbNKpG7z6NcghnIAABCEAAAhBoNAGcgwAEIAABCEAAAhBYOIEiBnMvXbpk9z9wf+9v9j7wwAN24cJ5D/K2LPNA7+RrqxOsyqtJvwb4lZoM2NXwqslpNxwE7jWVQDzF44t7mFLPWjmv8jqVbEmpbCnnVR6kSdoM6lfnuuRzSsu+DKor7x+aX+GOOti4QhyjptKNedR+9kGgAgS+9e1vHfmFxAqYtBYTsrXMyqQQgAAEIAABCEAAAhCYmgAdIAABCEAAAhCYhUDhi7WFv+Quz8YnfHd2Ttr58xfsnnvutYceftgeeeRRu/e+e73uvJ04ccLyInd5YNiDMa0QLPOOmedDCFZ+Glfjmv+E4PWu2MbbWp6bVPg4kvId+c7c5bb4ypwlZT6G5Enc9GcsBynuHPASQmf+/l2FzyP115fLWejMHDIfY4DUNsjp+BWe7pcq9PRISj0fQstCVFCthdBJY2GiF2eSxveuIWQWolreO1jHRt9hko39CSFYCB2pcQhBycQKfRxGdUx8lfZrVL917ZONmltpksrrVNY9PiFMd5zWafNkc+d+ibfNgqfWtqIrlf3iNzP5m5n10pS33k/u17D5m4G/lfhYRVfeW5dMauXjxzH700H7Y53mUUapy69hk7xK54QnVuh9qmdXstPbxjq16CiPhgVv72W3M43jJd/0fuHqtyuVvUVn07hldWrvvHb2BX+PMVNe/pcB3GkZ7bHEKbfkT7RLPkqxebm/xiwrNhj+Ivu119M0fjxM7r9S7bL4ftbJmQUztzuT/d7GvJz62YAfXQbxPSiYKbX4U7LP68199GHiHvOxj6pb7UmaJ6Ve5ZsfE/Xv2piFzDpq+b5gwctxfC8N3tS/rMGtxtY6v3jejm24rgbBJy5xt5RXfZI3WdrGwBCYjcDt3Vv2zHefsdDqXNO9UdI152nw61/q7WtoRldtQ13DLQhAAAIQgAAEIAABCECgMQRwBAIQgAAEZiYQfJ325MlTdurUKbt812W7dOkuu/fee+2uy3fZ2bNnYsB39GK3WQg+iM3/o1EGaf6RlzlCOVCyrHl8jgTm2BRph9JjO6mAQLUJDD1t/Zz3LcbhxnqgQaRyw/5yed+q87IladVz12m+CRmpmdxKqfL9GrWvv+1EZQ2YNFGHDW4Epw0++KtzfcaZ9Mse3/72t+3qtWudz646XWccqwndCAA34SjiAwQgAAEIQAACEIAABCAAgQYTwDUIQGAyAoql5Hnnya+QZZZlLQ/6nrZ77rnH7rn3Hrv//vvjE75nzpyxlp6KUAcP7Orpw8xC5ylfr9PTvjbkJ/j+IbsGVmssaeDOulf2nqRbhiNasUxaxviMCYE6EkjXhNJ57c/mHYD+EIAABCBQMQJFEezJJ7/pn2pbbpnfKwp9cNUT+17cwK2ud7oNPFS4DAEIQAACEIAABCAAAQhAAAIQ2DgCODwFAV/mslOnT3mg9wG77777TF/pfM89d9uZM2dtq7Xli2FqMWBArY31Vaul1Fdtvq7WXzWynPsg0shGa98pAIO0bsMc3rpNYH4IzEtAl9bAMeY5vzWopEV9aeAEs1fKtPjbLhpbmn0oekJg5QTi+evnbehq5QYwIQTWRyDLgn3jG9+IBuhp4JjZ4BcCwBt88OvrOpZDAAIQgAAEIAABCEAAAhCAAAQ2l0AMe+SF5UVhLQ/s6olefa3zAw8+aPfde6/pq55P7pw0SU8BjyKlp3O1VpzaxJiHF1Kq4K2kwK/ku2IQOOXVriyNpzZSaqP8bFpBr7LxJrJl5SswgCkg0GQCWnp26Wn5Yyq/80zKoHx9Kq8xho3v9ZMOW26noJnp2tf45R3kIVADAr3zt2SrLpNSkSwEGklAHzpd+3v79tWvfNUK/5zcOfV1L5Aa6fVYpzbX87FoaAABCFSSAEZBAAIQgAAEIAABCEAAAhDYcAJa0NKTvg/c/4BdvnyX3XX5cvxq553tnfi1z8vE42trUw2v9tJUnVbaeFyQZ9z+lRq7WZPhLQTGEtD1qWDt2IYzNEhjK52hO10gsFYC5evC8zEwvFaDmBwCKyAQ7OlnnrG9/T0r/K1bWsGklZ6CAHClDw/GQQACEIBAmQB5CEAAAhCAAAQgAAEIbBIBX7uy9Dd9zYLt7Jy0Cxcvmv6W7z133207O9t28uRJ32PxZ9BX3WW+R/Jk5NZ7ENZbKe8J20wEJqE908B0gsBGEZjMWV1v0mStp2uld2D1SKnyCAJ1IbCs66Iu/mPnphL40t9/xfK2EQDungC8E3RBkEAAAhCAAAQgUGkCGAcBCEAAAhCAAAQ2ikAM5nrcYWurZefPX7B7773X7rrrkp0+dcpOnDhhIeg54I1CsiRnx3Ect39JZjEsBCAAgc0lgOcQgAAEpiPgn4sLK+xb3/pWr59/jO7lNzVDAHhTjzx+QwACEIAABCAAgdoQwFAIQAACEIDAZhEIIXiQd9suXbrogd/77OLFi3by5I5tbZ2IEo0QjgYmiyI3yXJf7ipJfwNN0gLQIGksSV/THOUFpZ6YngTOfDhJ5UFSWynty0tmqX9S2l+51I3Pc7fKU0foGTmQJGJeNXJTm7LUOJWVRxCAwOIIpGszpYsbuTeS/laxBxF6ZTIQqBOBeP7qHiSjPVU5SVW1EEZCYBYChd2+fdu+8Y1vxM76/DnN59fYqYEv/i7QQK9wCQIQgAAEIAABCEAAAhBoBgG8gAAEINBwArlHH3MFbC1Y1mrZ6dOn7Z5777X77rvXLly4aDs7O5ZlneUbxXw7UvDDhv5ob9LQRuzoI5CIldO+JhQhAIEKEFjFNVpUwE9MgMCMBNLpm9IZh6EbBNZCYMZJ2+3cnnrqKbty5YqPoPuEJ2zW+R8EICAAAQhAAAIQgAAEIAABCEAAAhUjgDkQaCqBvChMQV8peHD31KlT8Snfuy9f9vSSndw5aVtZy7xRfApXTzHMyiJ4R2nSB9qK2Ng7sXUJ9K+gjwPEUlsXHAkEVkBA16M04VR6EnLCpoObcX0P5kJt9Qj4uTrFpVE9+7EIAtMROHGiZU888YSFEFzmUhps03/8naDHI0McAAAQAElEQVRWCDAWAhCAAAQgAAEIQAACEIAABCAAgeYTaKSHCiUWHvzVclSrlXmw96Ldd+99dtkDv3ry98T2toUsxK9yVjtBUFul0yjO4x3Kqc0ykI+xuZvoxe+GdgTKexK3cSDVJzbkBQIQWAoBXY/9GjBR8GsxacDuyavSNd+fTj4CLSGwUgLxVPXz31y6BhY+ebr+Fj4wA0JgZgK7u/v2ta99zfSLjPpzJEkzD9iQjgSAG3IgN8MNvIQABCAAAQhAAAIQgAAEIAABCNSLQFwm9aCvnvY1L5w4ob/te8nuvuceO3funG1vn4hBXwV+5Vn8e2XxK6HNA8GF5UXnb/vqKWBJbUZJC19H5I19Wn+t07ZuW33RXAcrmqGVdElLaJIqlUrKq21Z5TrlEQQgsDgCejcra8DICnhJ2qUnfssq1yk/VrrO0/WvVB2Uql55BIGKEYjnvu5JJbt0ypaKk2d1rWmsfqk+afLRaAmBZRJ48cUX7XvPPRc/vfU+B/uEm36mcrfyk4ANAhCoAQFMhAAEIAABCEAAAhCAAAQgUCMCWnDKPfArkzN9zfPpU3b33Xfbvffe64Hf87azvW16KlftbIk/aRFsiVM0bOh0RJRq0VupNKmb6jNpW9oNJEAlBCYmoOtNGtTB6xUMkwbtpg4CjSbg53/PP88v8jqYOaDcM2g5mWlu1cuxgFHXSOCZZ56x3du37cjnXj9XY9nt2tTTgwCwH3w2CEAAAhCoNgGsgwAEIAABCEAAAhCAQN0IKOh74sQJO33qlF2+fLddvuuynfYgsJ70zfO2jVuI0pPAPdnsP3pqWJp9hE3t6auGitD3u6+VxP46yhCAwMIILG6gQcveg+oWNyMjQaA6BDbxXPf79rgPV9U5QFiyYAJPPPGEHRweWgjBMgsWQke24T/ZhvuP+xCAAAQgAAEIVJsA1kEAAhCAAAQgAIFaEdDaY9bKPPB7Oj7xe9fly3bq1EnT3/zVE8FFXlj3wWDr/wn9FQsqL2vcBZlXsWHKtMr5ipmJORCAwBIJ6NqXljgFQw8iQF0dCOiDTuXsLF2vlbSvcsAaZZAO+d///d9blqVwJ+dDOsCJSCqTQgACEIAABCAAAQhAoCIEMAMCEIAABCBQDwKFR3RzD+xubZ2ws2fO2N2X77GzZ89aK/NlF+1zme/XE72tEExSvqyWhSNPLOTBTNKzwm3vrwdPJRvzo6d9j2hMe3YPIuDHzY9HZ48fCD8ynby/Cq4nnU3tkjo1vEIAAmUCuRdc+vrZY9KSve9e9Jb+5q/GLedVNrclpv6S9intty1e/7r2vV3c1C/Zq1TluIMXCFSLgM7n3j3L708qJ01tqa4BHyOOV05VnzT1oCM6TLtrmE1umy7TaYejfe0I6DAX/n795S9/1a7fvGVZaFmm893rlEp+NnjJomwDf7IN9BmXIQABCEAAAhCAAAQgAIGqE8A+CEAAAhUmULhtCvgqNV9Sam1t2fnz5+3ipYsxbW21LGQhPunrsVtvYSv92fTFrsXAFkWNlFLlEQQgMDWBoZdQ5x106vEm7bDw4dOAKZ3UENpBYMUE0ima0oVPr4taWvjACxiwqnYtwLWmDzGjf7mf51/+yles3c4H/nkVnRHSjMPXvhsB4NofQhyAAAQgAAEIQAACEIAABCDQLAJ4A4E6EAi+mrSzvW1nz521Sxcv2TlPt09se9C3sNwXoeITv2YWFAH21Sk9JTxM5j/a58nCNzezE4D2BbKFD974AVk2a/whxsGaE9A1Kg1yY1j9oLaT1vHk76SkaLduAn7+6wPAus1Y6fwb5/BK6VZ1sr29PfvSl77S/azb+bCrb9ipqr2rtsvfCVY95Uzz0QkCEIAABCAAAQhAAAIQgAAEIACB5hOorIdaUkpP/bZarfik74ULF+3c2bO2vbPtduuJX7UKFoLLgtf5pipPVrV1Z43TaeqkZE7cwcsAAolUOR3Q7EiVgkFJR3ZQgAAEEgFdUil/JC2/Wx3ZsZhC+WudB404bv+gPtRBoA4E4qXVvTfpPK+DzQuxUW820kIGY5CaELh69ap997vf7VobT37P6zzoXgNe2uSNAPAmH/3a+I6hEIAABCAAAQhAAAIQgAAEIACB9RHQ07lSq5XZ6VOn7K5Ll+z06TOmsh7wLXItNFn8aXnwV8oyX4Ty6szLR/5sbGy1uBeNfUTdoX1q098Mjmm3rvrJGiyM8HyRMKaJVkq9fqBJqpcG7qQSAhDoEdDSs0t/k/GY/D2y127SjPqUNaCfAl7SgF2xSvukWOAFAg0jEM/tvvuTLpmGudlxR34mpft2N22szx3PN/41fsDt3Fu++LdP2O7uniPxcvxtx+45YDo3lPddG7yJyga7j+sQgEDlCWAgBCAAAQhAAAIQgAAEIACBdRDwwK25QgieKPB72i5fvtvOnjtnWasVv+pZQeGi0ALTAAMrsuYU18jCAPuo6hIYd6BG7NdCe1J3NJI5CNAVAhMR0Bta0qgOpffmgdep9ieNGod9EKgjAZ3byW7P6xpIxUamule7JnlraKT/G+iUjrW7/bnPf95OnNjyXNp0HrhiUamf/zEYHCs27oUA8MYdchyGAAQgUB8CWAoBCEAAAhCAAAQgAIG1EfA1Iz29u729Y5cuXbRzMfCbWfB/Hv11swpPvJFyHgQuijtl8+rg9UekOpdXs0EAAhCAQB+B2YqZd5M8ObYNqz/W8E6FnlK+UyIHgRoTmOH8r7G30XR96IoZXjaCgH+m/udnnrFnv/c9yz3Gm/c+h/u5r99+NE+jNoLGUCdFYehOdkAAAhCAAAQgAIE1EWBaCEAAAhCAAAQgsFICCuDGxaPurFtbLQ/6nrezZ8/a1tYJr/WVJl9cMkV3vRRCsBCC59Lm+7v7rFRdqk0NSStFoHSwBto1bv/ATlRCAAIQgMDkBGgJAQhAYCoCeZHbE3/3hO0fHFihCHD8jJ6G4LNbIkEAOJEghQAEIAABCEAAAhCoCAHMgAAEIAABCKyWgIK0IQTLssx2dnbs/PkLdv7ChZhvtVrmuywLmenPxPqrScpLWTCTWsFMsvg1c7kVoaPcF6QkPYwg2YJ/NKaUhpUvygd/kX2exC3310Hy6ok2jTVKEw1SxUaCp6f+YhqpuZUpzTyftjK9bl3s522UdqtIIACBZRBI16TS8vjpuizV6XqUVKW0rFQX36dV8OvXXKmNqpRXnfIIAnUjcOT8LZ3bsb6qzmAXBKYk4B9IQwj2N3/zRctCy/RBPZinfp7rFzr9o7d1Un0q9uvAJNvIn831fCMPN05DAAIQgAAEIAABCECg4gQwDwIQgMCKCWhpKD454AtJ58+ds/PnztvJkzu25YFfs7g3WqSwQwh6jUXLPCCceVk1Uqd2wKt2SgN2UVUlAjpI/Ur26TxIeVIIQGA9BHR9TjHzPJftPH2nMJGmEFgKgXT+pnQpkzAoBBZEYMZhnnn6Gfv2t78Ve095d4h9NuWFAPCmHGn8hAAEIAABCEAAAhCAAAQgUHECmAeBVROITwjkhZ06dcounD9vOzsnTU8By47gC6dlqQ5tIgE/EY64zTLjERwUIFBZArMse8/Sp7IAMGyjCfi5zO1qo8+Axjofv7Els7/6q7+Jv4x5zM/Cz/2yjjXYrAqnUWmHMQ4CEIAABCAAAQhAAAIQgAAEIACB5hNYqYcppLe1tWXn9NTveX3d80kr/F/nqd+VmsNklSSgs0RfL6tUSkayop5IkEKgeQR0zbtXXOYOga22BOL5q3PZFVwLd0T3RGnhAzMgBCYm8MQTT1he6PzuSue6NPEIm9Ew2ww38bKeBLAaAhCAAAQgAAEIQAACEIAABCCwWAIhZHbCA7+nTp22CxfO2+nTpyz4YqmCv/ErnX1NU0/+Wvcn87LULfYl6tiVaYllkPq6rLDolsW/Wyx/BlmmuhWaM2Kqqu3SYqIf+GhWpOg50ZI82zvWyiMIQGA9BHSN6lp1adF/kMYa5n3NlfqqvfKqUx5BoG4EBp2/uo3N5EfpGovXhF8rMVV90kwD0wkC0xOIT/76yezbt779Lfvn7/6z5Xkef3XzyGC6BqQjlZtbSJ9cN5cAnkMAAtUkgFUQgAAEIAABCEAAAhCAAAQWTcAjvTs7O3bu3Hk7f/6cnTix7cHfztJIGDPX8P3aI40ZYE27ZZm0pulrOK0WtWW2Ui12K5VUh5ZCgEEhUBUCBA2qciSwY24Cun+lQTy/yHObDxUJLOnKCQT/3B7sc5/7vB3sH5iXzOJTwPqc5ud5/AWFlRtV6Qk7/8uptIkYBwEIQAACm0YAfyEAAQhAAAIQgAAEILBoAidOnLCzZ87ayZMnbevElg8fXIV5TNgVjqnlO1pWqi8sPvfpndg2gkBwLyVPypueQCmXj+VZajuGhAoIjCDALghAYBkEuBctgypjrp/A9Wu37At/87cWQrCiKDzVuT7g89r6Ta2EBaJTCUMwAgIQgAAEIAABCJgZECAAAQhAAAIQgMBCCGhRKA7kC0StVst2PPCr4O/29gnrLBMVxg8EjhPonB2d+nK+U8MrBCAAAQgsjAAD1ZEAH5/qeNRqb3M67b78lS/blatXYvC39k6twAECwCuAzBQQgAAEIAABCEAAApMQoA0EIAABCEBgMQQU/A0h2I6+7vnsWTt//kJ88jfLFNCTLC4cqV1S8JUlKVkQv0jOm+ZlpZ2kDSeQuX9+4P3V4q8LqGydn3iSxLPD7MhXaqqNZP6jVPIsGwQ2mkDpWtH1ckT+pjsXG12jus5cxRCl8Y/MK5u8ffxOh246tH93fxqHFAJVJ6BzOZ7bMtTPX5WTVDWVStdYHNPHi6nqk6YasK8xRQhMTqB9eGjtPLfP/Oln/JNZsBBaFlwWz8l0birtjpne97vFTU1KRDYVAX5DAAIQgAAEIAABCEAAAmsngAEQgAAEFkig1dry4O/JGPTd9iBwa6tlmQeEO1PMG3TojMJr0wmEroMp7RZJIACB6QgMvYR4L54OJK0hMCGBdGmldMJukzfTRS1N3oOWEDhGYMoK/SmXZ7/3PXvyySen7LnZzbPNdh/vIQABCEAAAhCAAAQgAAEIQGDdBJgfAoskoAWiU6dO2unTp21r64SFMHqRUg90Sou0gbGaQmDMspmeqjK1kZLP5XyqI4UABCAAAQiskoDfi0Z//FmlMcwFgbkJ6Bt7vvjEF+3gYN/yYmm/3TC3nVUbwN8JqmZStIcXCEAAAhCAAAQgAAEIQAACEIAABJpPYIEeBmu1WrZz8qSdOnXK877ksZLFTy1CSVbJH1kmLcO4wvkmLWP81Y4pSv2axQJ9vews/egDgYYS0GU10DV/AxlYv6DK9PWfShc0JMNAoBYE4qWle5GL878WhwwjxxM4ODiwz3/+z6ztTXMrLP2JFi+yjSDg/xsasZddEFgLASaFAAQgAAEIQAACEIAABCAAAQhMRiCEzLa2tuzs2bN26eIlO7mzYyH46qcrI0xzugAAEABJREFUBE/t6I+e9i3r6N5pSx7ZSIOZL7QO1LRjLq69W2cpQLtI69KYGn8+ayvQOx4/pxNTeVSW1w80MfNayZNjx7xcpzyCwCYT0HXi0tPyx3T8/XkhpBTwkhYyGINAoGYE4rnfd+9a0qVWMzKYW3MC//C1r9nzLz5vee7ndxY6n2/dp/SpzbNsAwj4HXhALVUQgAAE1kWAeSEAAQhAAAIQgAAEIAABCExMINj29gkP/p6znZ1t88iv6UeLQUrR8giIcZJmSUFh5esleTHK4nH7+/v6wmR/FeXBBKiFwFIJ6FpMWupEDA6BChLQuZ/M8nwMDKdyQ9Npb9cNxdA0t/TVz/Lps5/9rB0cHnYCv+mXGjyNnz+9AYffIQzYsgF1VEEAAhCAAATWQoBJIQABCEAAAhCAAAQgMAkBLfJkWSt+1fOJ7W2P+wbTnwPTUwHalxaLJhkr8w7SJG1pc4eAr7lZ0p1achCAAAQmI7CaVlr6llYzG7NAoDoENvG8908l/pmuOscASxZCwCO83//+Ffu7J/7e8rZZCMH0pS3W+wYW42cEgU18JxiBg10QgAAEIAABCKyJANNCAAIQgAAEIACBkQQU1M09yqu1vSxkdvLkTtSJrRMj+7FzeQTC8oZe4cjjvBi3f4WmMhUEIACBZhDACwgsmEDpXq0PigseneHWRSCYDuef/dmf297+3rqMqPW8BIBrffgwHgIQgAAEIAABCDSBAD5AAAIQgAAERhPQ4k8IwbIss52dHTt37qxtb++YWTD9hNBNs06qOgWMe8p9hCTtLCn3LlKpaoqsdy66Mi2xDNIUwy24qVsWn5LQkxKDLFPdLFNqPEl9lZalulopHj8nEdNIzM1Pqdd76fiWe5XkCRsEILAmAv6+np4A09fbJvWsKV2/x/7+sO8r1/X6kIFAzQnovI6fR+RHVc9z2bYIuX/RV6Xpvt1N9fawiCkYY00EdEyllt3a3bXPfv7z1tYvgbr0mdM8LKy0J7dSR94Ttj4CothXRRECEIAABCAAAQhAAAIQgMCKCDANBCAAgTEEFMTV9zuHkNm5s+fs/LlzHvzdtlAK9o4ZYsm7teQkLXmaGYeXZdKM3Teomyj1a4Pcx1UIQAACEGgGgRT8TGkzvJrQC93HJ2xKs/UQmHDWYCG2fPLJJ+3ZZ5+N+f4XtUjq30e5Q4AAcIcDrxCAAAQgAAEIQAACEIAABCCwYgJMB4FxBBT8DSHYzs5JO336lG1ttTwW3FnRDL4wFIK/ujROdQLCsmYzpCcvmu9p53xrvp94CIEGEtDTkFIDXcMlCIwmkJl/TLLN+gmb5W6DvdWRLMw/fxW5/fEffzr+7V+zzEJwud+hCBY8ZRtPIBvfZKUtmAwCEIAABCAAAQhAAAIQgAAEIACB5hOYyMPgCz36yueTJ092nvr1cqH1oIl6r6qRG6RFqlVNV6F5fP3Nkipk1oJM0XHV1zyndEHDMgwEIFB9AooshHTt632g+iZjIQR6BHT+lr8evbdjURldG9KixlvUOLJJWtR4jLMuAjqKwYJ961v/ZF/+0pdMf89Ev++pOvOf4GKbjAAB4Mk40WolBJgEAhCAAAQgAAEIQAACEIAABCCQCIQY9N3x4G8Wv+459J7+LfT3fFOztaa+RKUggZQWW4+low1UaEF/g1hKwdRyOrr3evb27Jt5+qp31FHxY2vSIFszr5Q8YYMABNZEQCEAXYcuPeU7SLNYFnT9S8Ou/1kGpQ8EVkSgd/6W5tOlUipOntU1oGuhX6pPmny0xbcs25Xs6aYz+7x4KxlxFgK5fwLL7Y//5A/t8HA/DuD/C/BUx9zf8z1nplSKBV6GEIDQEDBUQwACKybAdBCAAAQgAAEIQAACEIAABLoEQggx+KsnfzPPd6tJKkSgu8TqC3Qdo1JQuFOq86s8k/1Kk1TWoqOkPJqLAJ0hUAsCuv51zSuthcEYCYESAZ27qej5GBhO5TnTMGf/pXTXdeqSbdJS5mDQZRMIIVgIIU7z3HPP2pe+9PdmXgzxlyuNnxkIZDP0oQsEIAABCEBgoQQYDAIQgAAEIAABCEAAAiLgS3eWZS07eepU/Ju/rVbLQsgsuLQfVYeAr8dZUnWsWqQlyTulw8bNfEeSZ9kgAIGxBOrTQHckWZtS5REE6kJA96a62LogO0fdrhc0BcMsl0AR/85LZiG07Itf/Du7evW65bmHf/VbhkemzszStz4cqafQT8BJ9VdRhgAEIAABCEAAAisjwEQQgAAEIAABCGw4AS2t577gozTLMtPf/JUCQd/Knxmh8hbOYmDZq3J+lrHoAwEI1JdAuv5TWl9PKmQ5pjSBgD6wNcEPfKggAb3fFnblpSv2x//7j21//6CCNtbLJALA9TpeWAsBCEAAAhCAAAQaRABXIAABCEAAAk7Ag78p8Hvu7Nn41c+97xX23dXefKFKTyVIvb9FpqWWskZ7EFv6YmrmCgM0uvd69iY7NXvKp1R19ZeOih/b6IhSSXVSrOQFAhCYiEDurVz6+tlj8jc831uJrWxbz6B03SvtVZKBQLUJ6KnI+HlEZvo9S+UkVU0lnfs+RhyvnKo+aZoBaQuBUQR0jgULWbAvfOELduXKNctCy8z/nxBiN+2XYsEsvW8bP6MIlIiNasY+CEAAAhCAAAQgAAEIQAACCyTAUBCAAAScgJ78DVlmCvyeOnnSQkjLFBUKDLidozctS0mjW7G3bgTSMVUq1c1+7IVARQgMvXzq9D5fEZaYAYFJCKRLK6WT9JmqjS5qaapONN50AmP875xRwfZ29+33fu/3bG9vz4PB/v+CECyEMKY3u4cRcILDdlEPAQhAAAIQgAAEIAABCEAAAhBYPAFGhIAIaF0y84Dv6VOn7MSJE6ZAcAjBF3m0F9WBgJ76rYOds9vIstns7OgJAQhAAALrI+D3r7C+2ZkZAtMQCCHEL//R61/+5V/bc8+9aEURLAst81cz8/PZX9mmJ1AVctNbTg8IQAACEIAABCAAAQhAAAIQgAAE6kYg2qvgbwjBzpw5E4O/7Ty3IletFJvwsiACIiotaLgjw/janCUd2VHLgij1a5wjuTdI8iwbBCBwnIAuq+O1XhNca9zS14cqXaMZTA2BhROIl1b33sT5vXC8DLh4AkVRWAjBXrpy1X7vD37fsq3MiixY7udyCP6y+Ck3ZkQCwBtzqKvsKLZBAAIQgAAEIAABCEAAAhCAwCYR0N/8PXP6jG1tbZkWfQoPAJsVMb9JHJbta+ETpABtdynY+lNvMvWWxtT403WuYOvgXmiBPKae9/NQ52JHojXIZtVLg/ZRBwEI3CGgpWdXMUjzLurretV16IrX8ID0jiF3cqntnRpyEGgOAZ3f8U5fcmneS600FFkILIuA4rz/8PWv2feefdba/lksftb0yfROL3mWbQYCfvedoRddIAABCCyKAONAAAIQgAAEIAABCEAAAhtBQIFeOaqg75nTpz342/KAry/YqxLVjoAW45JkfFyoq+Uis7yQB8M0Yr8W2pOGdaf+DgFyEKgUAd1/kiplGMZAYAEEdG6nYTyve1UqkkKgggQODg7tD/7g9+2gfWi5ngi2zofK+PnS7R3xacz3sg0jQAB4GBnqIQABCEBg6QSYAAIQgAAEIAABCEBgMwgo+BtCsJ2dHds5ecpara3oeAjBQugoVvBSGwLBLU3yLBsEIACBkQTYCQEIrJJAtsrJmAsCcxP4q7/8S/vOd75j8f8Mc4/GAIkA7wSJBCkEIAABCEAAAqskwFwQgAAEIAABCGwQgRBCJ/jrAeCtVuaeN+n3+OWL5G5t2KYAcP1dHufFuP31J4AHEIAABJZM4P9n7z285UmqO88bWe9nuhtoI0zTWDmEkRAICWSREBokQDihRQgYjYahQdKsdmfOWZ0z/8Ge3bPn7KwQwqgNRiBEG4RpGm+bxnthu2mgvfe//pn3KnPvN6rivXzlfWVmfarrWzcyMuLGvZ/MrKpfRGc93EMAAhAYSEALvmbBPvqxj/nir/U/NvMrdj+HGWv0r64Zu9INAhCAAAQgAAEIQAACsxCgDwQgAAEIbBaBYAcPHrKDvvgbQuapD15QCyFYCMH3d55FkftE0J46tVV79Vmp3b8dm3twg+TVa3qKZgpP5AdpltCST/VN5WRVVyvF3xZ0MtFGYh5+sl7vW51n+dh2aqz8d027VRgIQGBVBHSd6hp1la/FcjmFop+/TUp15v2Syn3K5bR/tw8FCFScgM7feN4qTj/HtZ2kqrWIQSEwgkDWsi9++ct29bXXm3/1t9A9X2WjvKve7SUv8pySgL8LTNmD5hCAAAQgAAEIQAACEIAABGYlQD8IQGCjCIQQ7ODBg/Hu38zLZr5gGrVRGNaarCbMpLUGUYvBRalXKXCdt6mMhQAEIAABCFSYQPrISrbCoRLaBhAYk+L29rZ96EMftvbOjrVz/c92+zukb2b7a9malEA2aUPaQQACEIAABCAAAQhAAAIQgAAE5iFA380hoDnHLGvZ4cOH4+JvXPvdnPQ3JtOgA934bHuT1FRk45MmQQhAAAIQqDUBX/bh46rWR3BTgv/KV75qP/7xT7qLv37eeuKcug5hQc8O0QU5m8ENXSAAAQhAAAIQgAAEIAABCEAAAhBoGAHd7Xvo0KHu4m+cxmlYhqQjAulXk2W13Sxp4Vd3oshKKTvO50QCC4FKE0g/+Sxb6UAJDgILJhA/pvT55VrK+a/PRGnBceNuIwl8/OMf28i8V5U0C8CrIs04AwhQBQEIQAACEIAABCAAAQhAAALNIxDiwu+BAwes8PlB3f0bQpyNbF6q5nlp9VOKf3Mv8xx75VUjnj49a7m7keSmVyO6rm3XbowTR1C3hjoqfvLGsP3g6DjvHl9VpmOsMoIABCpFQAteUqWCIhgIrIhAPPf1GVYaTx9jpc3Ji/ocHKfJvdESAnsEOt+jLrvsc3b11ddZu61zVnXeovs3gL3EcwEEulQX4AkXEIAABKYhQFsIQAACEIAABCAAAQhAoIEEgh0+fMh12ELQjKMmDhuY5r6UlKe0r7LxGzqySUo2LQqrXG8pK2UgqwlJWUl1aCYCdILAWgjo+k1aSwAMCoE1EtC5n4b3clwYTtvTWH3+9aiqX3kU5jSp0XZNBDon0H1H7rNLP/BBO3H8+Jri2IxhWQDejONMlhCAAAQqRYBgIAABCEAAAhCAAASaSKCz+Hvw4KF456/ZsJk4piKacPQ1fZfUhHz6cxiSnVa6+xuXaji/SzAoQsDWi0DXozRDFEGfYb5wZtIM/ekCgbUSmPG8X2vM8w7un9u6bOd1Q/8lEwim/z772cvtpptvshCCZaHlcmtdG+t8263xmItANldvOkMAAhCAAAQgAIHpCNAaAhCAAAQgAIFGEgh26NDB7p2/SnDYDFzQTleyXuRZWwLNPIrlrMrl2h4mAocABKYlEC/9YZ9j0zrb6PYk30QClbw04kXboV3J+FA8wWUAABAASURBVDqh8eoEisLuvPNO+9jHPm7b2ztD/3dRb8lzAQSyBfjABQQgAAEIQAACEIAABCYgQBMIQAACEGgmgWCHDh/yBeBDlue5FT6xI+3lmnkxKU3QyarOd234UxQyn6yUdMNZr6qIJ8Wo2FI5WdXVXzoqOkeViay2VXYp0XhHYG627yc11UYyf8hKXuQJgY0m4NeJrhddK33yN7652Kj/AP+7PkvXYPqbksPsbh8vKE7F7EWeEKgdAZ3jls59t9pOmjqZ9PnnfqLPZFWfNMrpsveleGRTPF2rt4dlD4//KQnoOGW2027bxz/+Sbv11lttq9VyHzpmei9X0a3egyXf5Dk/AVGf3wseIAABCEAAAhCAAAQgAAEIjCLAPghAoKEEOj/7fNLhw5Pnx6Tc5KxouUYCmpDU8MmqjCAAgakJDL2E+DCYmiUdIDAJgXRpJTtJn6na6KKWpuq0osZVjWtF6VdpmJ5YgoVYo4Xfyy67LP4PoyEErw2xnpflEGABeDlc8QoBCEAAAhCAAAQgAAEIQAACXQKYphLoLP4ePHgoTuJMlGWcjPSpiGgn6kGjChOIN8NWOL75Q/NzdZQT3VW1e1dUajimT2qGhQAElk9A16i0/JEYAQIVI+CfRRu3rrZxCVfsnBsdTqvVsnY7tw9c8kG75957vHHm/35Ix8zPV6/huXgC6yK7+EzwCAEIQAACEIAABCAAAQhAAAIQgMCKCHQWfw8fPmwhpMmbgUPvr4xN9fNu+6vrvaXVbKmaWSgyaRnRFX48k5bhf7U+RalXs0Tg5/cs3egDgaYS0GU1MDd/AxlYv6JK/cRo0oqGZBgIrIRAvLT0WeTSOb6SQaswiN5spCrEQgy9BI6fOG7f+c637Utf/Yq1i8JyP0+l3na72zp3pd0KCrMQYAF4Fmr0mZMA3SEAAQhAAAIQgAAEIAABCECgvgQ6i7+dO3+VxbjJNp+AtCRv6xM+Zm5jnfrXWZ6HboOVYj4pz7JdX34enaUF2nJE5fIs0SWf8j+6fw326thpgjFaZVSWSA3KQdNpkvapTVnlOpURBDaZgK4Tl+7C7VP8MJgDjvq7b92F3+fb61U3yHu83nXNDtrpdbGf9/ciTwjUjoDO7/h9pBS5LpXSZnOKuo6Typ/dXm5szvU9etsntu0Dl15qx48f9zPUj1HmBykE81KUxffelJ+Oaypj5yHAp9k89OgLAQhMT4AeEIAABCAAAQhAAAIQgECNCXQWf/fu/NW0zTTpqL0mdWSn6UfbqhHQEUxSbGlRWOV6SVmMinjc/t6+Or976zZ0m7QhUGkCpWtVi2ZSijde9r44kbaxEKgdgdL57cttVj6/a5fLJAHronXpspUm6UKblRL4whe/YFf+8Ie27/uiH6u47ZH40fPX8lPnsFSuozwtARaApyVGewhAAAIQmJkAHSEAAQhAAAIQgAAE6kygs/g7+Z2/dc6V2McR8Dk7SxrXlv0QgMDmEah9xlqV0N3FUbXPhgQ2jsAGLvvoS8nGHed6JHzbbbfZe9/73t1gQ3m1N975u4Hn6y6N5RYgu1y+eIcABCAAAQhAoEOAVwhAAAIQgAAEak0g2KFDB+3Q4cOeRWFFkbtk9+Q7eG4YgWbMtY7LYtz+DTvopAsBCEBgPAFaQAACEIgE8jy3T3zik3bPPfdYu92OdbysjkC2uqEYCQIQgAAEIAABCEBgMwmQNQQgAAEI1JtA8IXfQ3bw4EHLmbjpOZS+OKi7xKR4l1jm+3vlVWt6enSmuyyk3qjS9iyhyZ+kvrJlqa5W0rHT3SfRRmIefrKi5Jt9T/0kodS3gwoIQKDqBHS96ydxy3GqTorv490demOL7bjWu0QwdSCw7zz2zzBtJ60sfgaCgAj4+efvqd/+7vftY74A3Pa30uDb8a3VzL+f5h35+2yQ9v1MeaeveXvjMRcBkZzLAZ0hAAEIQAACEIAABCAAAQgMJcAOCECg5gRCvPP38KFDFkKIueRFYYMUd27ki7hI1UxekUnVjK5KUYlSr6oUH7FAAAKrJVD+jdLVjsxoEJiLQDp1k53LGZ0hMCWB1Lx7/v3bu99tJ06cSLX7bPlb174dbCyMQLYwTziCAAQgAAEIQAACEIAABCAAAQiUCFCsP4HWVssOHDho+vm2whd+u3M5cybGVMScACvTPd3FUZmAlhLIYs76pYSGUwhAAAIQgMBAAv5dKwzcQSUElkuge8e5/g3xqU9+yq6+5lor9Csr3VGDZRa8jax52XgslUC2VO/9zqmBAAQgAAEIQAACEIAABCAAAQhAoBYEgh06qDt/zbQEJk0R9pCmoVufbHez1kZkpOmTyL2LVJoX85r6PBV3Un2injRSHdN4dLyDrBueEIBAwwl0r/UmfUQ1/IiR3gAC8fzVueza97O6A9rOVKXPR2mmznRqOoHuLwbdcMON9v5LLrG8nVs8JUt5926XdlFcMIFswf5wB4ERBNgFAQhAAAIQgAAEIAABCEAAAnUgEEJmhw8ftlZrEdMG8pGUpnxkVVcHGqNi9AlQ3QYrWe4NB8mre56plQmDy730tKj2Zlr0HR53teMfH52OkLKTBrXWuSsN2kcdBCCwGgK6PnWturTINUhjA/G+eu9OfdVeZdWpjCBQNwKDzl//njFbGrrGxmk2z/RqIIHCvxdJVliWZXbpBz5ot95yWylR31++41dtpVILiosnIOqL94pHCEAAAr0E2IYABCAAAQhAAAIQgAAEakEgBC3+HrIDBw/4FE7n7t9aBF63IH1CVtOqKexc2660XXWr2JMUa1oUVrneUlbKQDZJ27m/SG54jibAXgjUlUBcPKtr8MQNgTKB8ueVl2c+t9PnYMnW6LtKmQjl1RDQvyO++rWv2Ze//GU7cODAagZllKEEWAAeioYdEIAABCCwKAL4gQAEIAABCEAAAhCoBwFN2hw6fMi2NGFTaLKvHnHXNco6z6Eq9qS68h8dd8pOdlhLTaslDWtDPQQ2i0Cts+VutFofPoIvE9BnU3mbMgRWQ+CO2++0iy682I4ePWp5kfcPqvdZKe1RWUrb2IUS4J1goThxBgEIQAACEIBADwE2IQABCEAAAhCoCYGs1bJDh3zxt7UV/14Xy7+23EcCnOxyR1uK91FLo0sZcCVOy1mVyysZnEEgAAEI1JkAsW8CgRp/b9mEw7PuHD/84Q/bzTff3AmDc6XDYY2vLACvET5DQwACEIAABCAAgWYTIDsIQAACEKgLgSxr2YGtLcuyzIrunb9FXlhZs+ei//s/Kc0Eyapudq/V6BnMdn/7WFMsg9QfaWpljiGWZV3B1d+6ejWKU1JksmWprv7SUfFjGxORlVQnxUpeIACBiQjofd6ln5/t07xveKXrUnePDVKKsXfs+Hco/Xoutvw9XFLZpfbyE/drA0GgZgT2nb9+Tms7aepUStdYvCbcX7SqTyo7pbyRBLrn19aBLfvOd79jl3/us/7vifL7ezpvunR634/Tdnc3ZrEERH+xHvEGAQhAAAIQgAAEIAABCEAAAhCAQK0ItFotkxS0FoAllRevNCGU7OJHWL1HJkFXz3wVI+q4ahxZSWUEAQhMTWDo5VPhz4EKhzY1fzpsHoF0/ia7cAK6qKWFO8ZhjQncftvtduGFF9qxo0etnec1zqRZoWfNSodsIAABCEAAAhCAAAQgAAEIQGDdBBi/RgRCiAu/ra2WdW/8teU/mBRKjOs+KaM7f1MuzbR1P0LNPCpkBYHlEeCaXx5bPK+WgJ/LrNGuFvkGj7a9vW3vf//77frrrvd/T/iJV2QWQojaYCyVSD1bURQMAwEIQAACEIAABCAAAQhAAAIQgEDVCBRmW1tb5lM0i4oMP1MQ0FK4pF+RnqLbVE39EOuXpqfqM2ljxZ00aZ/qtkukynZctDp6SePash8CG0pAl9TA1MPA2oVVpp8VlZ3Yqa5nb7zk0HwEnhBYHoF4/upcdk11/i8vJDw3l0Dh3zK/+73v2qc//Wlr523Ldf5lIdpYbm7qtcgsq0WUBFlzAoQPAQhAAAIQgAAEIAABCEAAAtUjEEx/r0t/91exhaAZG5XQsgn4lKxJvvJu0tD1EZvvIb9pgVbjDdIsIySf8r+/fw23dBuzJsijVUZlidignFQvDdpHHQQgsEdAU8+uYpCW9JkTr+cJr8/UNlkFrnLnHVpbCAL1IjDo/F3SpVYvMES7LAJ33323XXLJJb4M7Cdapv+p1Cwu/GYtM1f6VrWs8fE7moB/+o5uwF4IQAACcxGgMwQgAAEIQAACEIAABCBQSQJa/D2wteWxBRfPlRNw7JoUS+NqskwLq2m76laxJylWxS6pXC8pi1ERj9ivifakUS42ZR95QqBSBLQInDRhYLqeJ2xKMwhUm4DO/RShlzfh3B7xcZ1IYBdPQIu/V111VXTsX23j4m9R+p9KC6/UoZFiI15WSoAF4JXiZjAIQAACm0WAbCEAAQhAAAIQgAAEqklga+tA/Nu/q/u7v2UOTEUkGj4nloq1s4o9qXbBEzAEILBwAtV0qM8bqZrRERUElkdgE897/1bCKuPyTqnkOa7oZhZCyz7/+S/aZy/7nGVhK+116/u6bUy//uA1PNdHIFvf0IwMAQhAAAIQgECDCZAaBCAAAQhAAAIVJbC1tWUHDmxZ8P/MVj1TFrpUku1u1tqIoTRlEqlLslN2r0LzZhzFcVmM21+FI0EMEIAABNZKgMEhsGYCpc/qGn+vWjPEscPrfxwt9OItr73mWnv3u99t2zvbFv9JYXqUjoM2JY6HKKxNLACvDT0DQwACEIAABCAAgaYSIC8IQAACEKgqgZBlpgXgEAZM0NiyHpp6SErjyqpuWWOuyq/PaoWuLPdBB8mre57KXNL6u2zmLiS56mk616Yoy6cUx3Fvvdarpn7Kn6SOsmWprlbavUvFaakcZzG9HK1opWzKx7ZbpztbkrpVGAhAYFUE/I0zve/q522TdocvXb/pOh1md/tQgEDNCegct3Tuu9V20tJSW5djzy/mKps+t7tWbw/rCqup43a/I+W+AHxi+4RdcMFFdtttd+qrrKku9/2+y3zDitwPQNE2c3WPSPxW1VQ0Vc5LV0eV4yM2CEAAAhCAAAQgAAEIQKBOBIgVAhCoLgFf9N1qtSzzReBcEzNxymYN4fqc0BpG3dgh08TbxgKYOPFEqmxTZ07aRAILAQhAAAIVJ5A+spKteLiLDU+f4Yv1iLf9BPI8t4985CP279/+dmdR1/99sb/F3paORtJeLaVVEshWORhjQQACEIAABCAAAQhAAAIQgEBzCZBZtQlo8Xdr64Dp/84PIVgImQXXSqOOk5GZrWvteaW5TjCYk5igVXWb6M7f6ka3qMjiSVtyFkplihCAQKUJTHvno9pXOiGCg8CkBPwbxsZ9XG1cwpOeDAtpp59+Dhbsmmuu8wXgj1kWWhZcVgT37+ebv+qprSRto/US2Dsyy4kDrxCAAAQgAAEIQAASc9SrAAAQAElEQVQCEIAABCAAAQisk4Av9mrhd2tra5lRTOZbM0L6yc5oJ+vS5FbpR4Xj3FkNE1XcSTUMf0zIWvjVEZKVUnNO3kQCC4FaE0g/GS1b60QIHgI9BOLHlD6/XEs5v/WZKPWMu/ZNxSStPZDGBRAXf7PM2u22vfVtb7N7jhyx3M8zaVCyvmtQNXVrIMAC8Bqgb86QZAoBCEAAAhCAAAQgAAEIQAAC6yYQLFiW+WvoTAGEoHK/bGkPn4C0JJ+YCxrIbaxTuc7yZHZXQMV3kPrzSzT80JgkGlajR0p5L+4aBT9RqDpCKTs/xjpIlo6tHJTL2kYQgMDqCeja7F6LunN3kAYFpQUxSft6+6S6eL1rA0GgZgTiua3PsFLculRKm5MX9TkoX71SfdLk3hbfshxXiqdrZ8558VE2wWMIwXZ2duytb/9nu+baa63w7cIZd2mbbBPybGIO+pRsYl7kBAEIrJsA40MAAhCAAAQgAAEIQAACaycQQrAQgmUt/Uxbp2xrfWiKSBN2smsNZIGDB/cluZnm6V3KFHQXhSbTpnGxzraKPUlxKHZJ5XpLWSkD2XSuqqw6NJAAlRCoJQG/vrVYJvXGzyXfS4Tt2hHw83s3Zi8POs93909Z8O8vU/ZYQXNdtC7FJq1gxE0b4vLLL7evfvWrZlkwS6uKwUzf/Zy8SZvGpA75pkNVh1iJEQIQgAAEakKAMCEAAQhAAAIQgAAEqkEghGBbB7Ys+H/ViIgoygRCeaNmZcWeVLPQJwx3SHaa6Rzpgam2kXjY2TgCzUqI67dZx3OTs9nAc1kf25t8yJeUewjBrrjiSnvve95nx49vW5H7QG2HnX5BwTd5VpfABr4TVPdgEBkEIAABCECgAQRIAQIQgAAEIACBihAIIbMDBw5aK2sZjwoSSLdKJFvBEMeF5NN/45rUcH85q3K5hqkQMgQgMBsBLv1JudFuEwnU+HvLJh6ueXO+5ZZb7C1veYvdc++91m63reg9/r3b8w5I/4USYAF4oThxBgEIQAACEIAABDaZALlDAAIQgEBVCIQQ7ODBA5Zl2W5Ihc/YjNJuQwpLJ6CjIun38mQznzyTgtulD76AARSnJFeyZamu/tJRSStAstruZqVkTbe/uPb9pKbaSGonK6mMILDJBPw60fWia6VPa3rD011rimnoYdG1u6bYhsbEDghMSCCe3zqH1d6ttpNUNZXS55/7ib/5m6zqJWkqhzSuEYGiCLa93bZ/e+/77Mabb7EdX/wNIVjmMn/o61CUyl254VkxArpqKxYS4UAAAhCAAAQgAAEIQAACtSNAwBCAQKUItFpb+xZ/KxUcwUCgFgTSxHaytQiaICFQPQJDL6EqL7JWObbqHWIiqhiBdPomu/DwdFFLC3eMwwoROHHihF166aX2+c9/wfI8t5D1HHOPVTVJvsmzggRYAK7gQSEkCEAAAhCAAAQgAAEIQAACdSJArNUioMXfra0tD0pTMm4q92QqIh2SupPQnR8pl2baMUdId1WZ2kiJQLmc6rAQgAAEIACBVRLwz6Kqfg1cJQbGmp5AEWxnJ7fvfPs79tGPftT7Z5YF/buiFcvm332C5Fvx6WXVxTIvlSPg7wRLiQmnEIAABCAAAQhAAAIQgAAEIAABCKyYQAiZafE3hJXN+tl0jxRXstP1rmZr3WIjTR9d7l0kn2vz0nKeikxahnfFnbQM/6v1KUq9miUCHdFZ+tEHAg0loMtqYGpN+hwYmCCVEFgPgXhp6bPIpZ9eX08UjFpLAsH0ln3jDTfaO9/5Tjty75FOFvGc6hRN55TU3ezbTvXYShBgAbgSh6FpQZAPBCAAAQhAAAIQgAAEIAABCKyeQLADBw9YCOVZmtVH0T+iph6SUmyyqutvXa8anyYLXcW/KemTrX22P6PUyoTB5R76Gy2gRn7TAm0as9fOMkzyWdgsvSvWJx4/pxJtJOYBJuv1vtX/1LkraY/alFWuUxlBYJMJ6DpxpTvE9ll/85sLja7T7rWnxYhBmss/nSFQQwK6DuL3kFLs815qJVcUm0wg86+lmd1zzz12/vnn25133m1bWwct839XdFR4WQpu/aTSuSYZjyoTyKocHLFBAAI1JEDIEIAABCAAAQhAAAIQgMBKCYQQLIQsLv62spaFEIxHDQj4YdLyRYo017YrbVfdKvYkxZoWhVWul5TFqIjH7e/tm/dWNHebzCAAAQhAoKIEyp9FXmahrqLHqVphndg+YW95y1vsmmuuGRGYn0/xfzJIdkRTdq2dAAvAaz8EBAABCECgOQTIBAIQgAAEIAABCEBgtQRC0IphsFbLF34tWFFMu1hlPNZIQEdvjcPPNbRiT5rLEZ0hAIFaEmhu0FrUaG52ZLYpBFj22ZQjvag88zy3Sy+91L77/R9YEbJd7fnnnNpjUZ8SR60+x4pIIQABCEAAAlUmQGwQgAAEIAABCKyJQAjB/BmlELQIPEjahypEIK3VJ1uh0CYNJUzasNLtxmUxbn+lkyM4CEAAAssggE8IQKBRBIJ9+ctfto985CO2fWLb9I8KfT2VjEetCbAAXOvDR/AQgAAEIAABCECgCgSIAQIQgAAE1krA16eyLPO5GsnchoGytT10N1VSmkqSVd3aglrQwMFs97ePM/c5SF7d80ytzDHEsqxLf4a2p+lcmx6dyacUx3Fvvdarpn7Kn6SOsmWprlaKx8+pRBuJefjJer1v9T917kr9e6iBAARWRUDXqa5R176/LVzaTqHo52/LMm8TlRokW76u/U05/sypbNqPhUDFCeha2D23/TzXdtLCQsdRMwj4+eHnSpEH++GVV9nFF/+bbe/4e2AIlr4S6d2v8DYWpaw7fVRC9SCgI1aPSIkSAhCAAAQgAAEIQAACEKgeASKCAATWTCDYVqtlWdaKi75mwar90FSSIkxW5bpLzKVq5qHIpGpGV6WoRKlXVYqPWCAAAQhAAAITEEhfsZKdoAtNNo2Avu90cr7+huvt7e94u911112dinGv7K8VgaxW0RIsBCAAAQhAAAIQgAAEIAABCFSGAIGsn0AryyyEYEWRj9X6o00R5Kmw8TarOQHd+VvzFCYInxn0CSDRBALNIaA7hWM2WiDRu7RsrOAFAjUi4Ocup26NjtcqQ/Vzw4K122277dbb7G1vfbtdd92NVuSF5UUR7/4dGI3uJB+4g8oqE9DRXmR8+IIABCAAAQhAAAIQgAAEIAABCEBgJQSCZVu683ct/7Q3HomAFgiltD251VK4pJ/am7xXdVoq7qTqRLWoSHRM49Fxh7JueEIAAvUhoIXcpPpETaQQmJ9AXPjV55ZL18D8Hns86PNR6qlmswYE4skR4zx+7Lj989vfblf9+MeWW2FtV9zBS6MI8K/ERh3OdSfD+BCAAAQgAAEIQAACEIAABCCwKgItX/zNgv5ZzyTcqpj3j+PsdRus5NNnNlD9vXxKNrY0zcO53Et/owrXFMEsLvxWOMb5QtMR0lGRBnnSdScN2kcdBCCwVgJa8JJmDSLe5cb1PSs++q2ZQDz39RlWisO/Z5S2pijqM1C+eqX6pCnc0XTNBPS+Fmx7e8d2XG97+zvsez+4wvRdNIRgIYT43S5+pTUz2WBmkvGoLQEd9doGT+AQgECFCBAKBCAAAQhAAAIQgAAEILAyAiEEa2X8k97q/PAZNU2fphRybbvSdtWtYk9SrHFBuEbxK+bBUlbaI5uk7TQBrvKGi/QhUAsC6ZqVnTJgXfose0wJjebVIlA+770cF4YXFGFVP+vjdbugHBvoJh022QsvutC+8tWvmjmz9P1Ntpy22knlOsr1I8C/Fut3zIgYAhCAQOUIEBAEIAABCEAAAhCAwCoJBNvaOmAhaFrGZ25WOfRCxmIqImHUEUzlulnFnlS32CeLN2UnO6yHzuWkYW2oh0CzCNQrmzmuz7gaMkf/eoEi2sYR0LnbuKTGJOSf13X8Wjwmq0XsDiFYO88td33sY5+wyy//gm219G+JLP57IoTgtuUKcbjMOcY7gN3GCl5qSyCrbeQEDgEIQAACEIBAFQgQAwQgAAEIQAACKyawtbVlrVa2O0mz4uHnHK4zsWSWrG3uI02qJVtDEs08iuWsyuUaHiBChgAEILBYAniDgOmu0ephKH1e1/h71dK4dpl88pOftEs+cIkdO3p0aUPhuFoEsmqFQzQQgAAEIAABCEAAAvUhQKQQgAAEILBqAlmWWdbKLC+6MzmrDmCm8TT1kJQm6GRVN5PDCnXyPHSXmGTKZ5D6w02tNIkay344090W/a2rV1O+KySVk61etLNEpKPixzZ2lZVUJ8VKXiAAgYkI5N7KpZ+f7ZO/8fne2Z/q777NVfa967B0verv+o7Sbh8KEKg5AZ3n8fuI8vBrQNtJqppK5c8+92VJqk+ayuGCG6d4ZFM8Xau3hwWPVj934pIU7Etf/Iq99z3vt+0T25b5vyf8HxMmZX5+hCizaLvnT+Hvq5Klh2+nosU2yfdeLaXqEdBRql5URAQBCEAAAhCAAAQgAAEIVJsA0UEAAmsgEKy1tVX/e2cbNykXzOp/VIxHLwEdV9XJSiojCEBgagJDL5/GfRhMjYYOEFgKgXRpJbvwQXRRSwt3vACHVY1rAanN6CL4d9QfXHGlvfvd/2bb29vRSwgh2vSiraRU12epqCUBFoBredgIGgIQgAAEIAABCEAAAhCAwPoIMPJ6CGRZ8CmcYEubz1tFWjF4n4qIdhUDVnsMJ1HtAMdEp7t+xzSp+e66H6Ga4yd8CMxLoPBrWJrXD/0hUDsCfu6H2gU9Z8Abl/AQXn7sLYt3+ebt3H7wgyvs/PPOt3vuvdv8HxIWQoiy3kffe2XHT28ztutFQEdxERHjAwIQgAAEIAABCEAAAhCAAAQgAIElEAihM1GTtVpL8D61y/k6BHXXz3XKIiehHy+1+AvSS8KhtXZpGe4Vd9Iy/K/Wpyj1alwE6QjKjmvLfghsKAFdVgNTjx8IA/espFI/Z5rUO6BCi/+Hi65tqbcB2xCoMAGdv/HbhZ+7OscrHOpiQ9ObjbRYr3XzFkI8AeLdvjfdfLOd++bz7dY77oxnBHTqdjTnj5cF4PkZ4sFAAAEIQAACEIAABCAAAQhAAALLIBBCZxIny1pW5IXlRW5FUUTlbqVljLtYnz4BGaedZH3qKabkNtYtdqS6eBMJycTCJRrLiF1+0wKtxhuk6cbttE4+5b9TU+NXLfJogjxaZVSWiA3KTfXSoH3UQQACewQ09ezSnWV98je/vYYzlNTffZurz3e3bpDXeL2PuH61P34+6b1gkAPqIFBhArvnbylGXSqlzeYUdR0n6XotqbE5jzp6mYXQ+Z9FQ8jsqh/9xF73j6+3O3zxV/+c0L8f9O+G9B3O4vtc4uc2njvJf5YK2JoT4EjW/AASPgTWToAAIAABCEAAAhCAAAQgAIGlEghZZiGEKNPc1lJHW7ZzJeCTTPVPZH5QwfZRyLXtmt/x5Hh0pQAAEABJREFUajzoSCZpxL0JRW3VScpiVLwj9muyNGmUi6bsIw8INIqAPou6CQ28jnXtq41stx0GArUhoHM3BetlneNps5FW16lL36OkRuY4Pikt8poFu/rqn9hb3/Y2u/XW2yx9P9u1xmOTCGSblCy5QgACEIDAYgngDQIQgAAEIAABCEBg2QSCT+OEOEjQ3wB2xQ1eGkGgc2TrmYpiT6pnBkQNAQhMQ2Dz2vpiUkw62bjBCwRqQmADl330paQmR2dZYYaQ2Q+v/KG95c1vs9tuvd1C1rIQQlT/mDpHpP49sSb9skLc4KWuBEYc4bqmRNwQgAAEIAABCKyAAENAAAIQgAAEILAiAiH4xA0LvyuiPcswWhyQpuybuiQ7ZfcqNA9VCGLuGMZlMW7/3AHgAAIQqCSBdO0nW8kgVxUU40AAAhUnEEKwG66/3t7xjn+xG268IUbLu1fEsNEvLABv9OEneQhAAAIQgAAEIDALAfpAAAIQgMCqCGSZ/7Od2ZtV4Z5hHF+93f3bsbn3HySv7nn6UTXJvLtsJuuSq56mc23q1JFPKY7j3nqtV039lD9JHWXLUl2tFH8T0alEG4l5+Ml6vW91nuVj26mxdHeMbLcKAwEIVJxAvF51PZfiVJ2kd+ZkTe8Deg+QLbWlCIEqE9g9fxWkn7/aTlLVTKJTJQmk49q1P/zhj+wNb3ij3XTjjRZCsGC5hSI3fccMhXk560jvc67drz1etijb/9DPhkv7a9mqGYGsZvESLgQgAAEIQAACEIAABCCwTgKMDQEIrIxAq9WyrJVZCGFlYzJQ8wjo7JGal9miMxKlXqUxfOY0FbEQgEDzCXDJN/8YNznDdP4m2+RcNzk3fWXp5q87ft/ylrfYTTfdbHFhN/eD78/ublPTpFQ3saVhrQlktY6e4CEAAQhAAAIQgAAEIAABCEBgZQQYaHUEQtA0zerGW+1ITEUk3nUnoTtKUi7NtaUZ1Jhkk6/NmCAvEIAABCBQewL+DYOPq9ofxYEJxDt+gy/qBvMXu+qqH9kb33iO3XLLLab/ebTQ4q9N8Ih+/DyZoClN6ktg3iNc38yJHAIQgAAEIAABCEAAAhCAAAQgUGUC1VoEXhApn6yKnpKNGxv7knvmku7W8GLtnoo7qXbBjw1YC7/x6HhLld3EJ+duxMALBBpJQNe8J8Zl7hB41pZAPH91LruW8hO++kyUakuo3oHH4xus8P9+/OMf21v/+Z87f/M3yyz3uomT07khTdyBhnUkwAJwHY9aZWImEAhAAAIQgAAEIAABCEAAAhBYBoEsa1kIcYZnGe5X7FNTD0kpJ1nVrTiUhQ/neeyugCqfQeof1KdkfZLO6727uao/jeqxlp4p5brFXUphTFFHKGXnB0gHKf59PB1fdZWVVEYQgMB6COga1bXq0iLGII0NzPvq3Tj1VXuVVacygkDdCAw6f/UxNlMepWssXhPd6yUuMmqfNJNjOs1CQHfs+neRotDSb2E/uOKHds5559vNuvN3a8s69WbpO5p5232K/dPAOpapjG0yAb6tNvnokhsElkkA3xCAAAQgAAEIQAACEIDAUgi0Wi3+9u9SyC7LaXDHkptpnt6lPHWaa9s1jYt1tlXsSYpjb8JRW3WWslL8spoglZVUt6EibQhsCoG4eLYpyZJnswno8ytl6OVFnts1+q6SCDTGdr+OfOMb37Q3v/nNdsftd+wu+KbvYd0mE6Ts50Vc2J+gKU1qSyCrbeQEDgEIQAACayPAwBCAAAQgAAEIQAACyyMQAjNry6NbLc91PtKKPalaVBcVzZDsNMM6cgim2kbiYWftCGxUwPvukNuozEm2cQT4LGrcIdXXEk/q8s9+3t7xjn+xO++6x4p4l69XxifHPGLgZR8Bzop9ONiAAAQgAAEIQGAMAXZDAAIQgAAEILAkAiEEC4F/pi8Jb/Xcpls0kq1ehGMjCmNb1LFBOatyuY65EDMEIACBuQjQGQL9BGr8vaU/merX6KedY5TO/eOf+Lj967++044fO258Q4lUeBlDgH9ZjgHEbghAAAIQgAAEIACBRAALAQhAAALLIhDiwm+wEEIcosh9lieWmvCSexJJKS9Z1fmuDXxqMkYyxyCbybqCqw44FKekWGXLUl39paPSuRbNZLVtnYeSjT+Z6Ofvvp/UVBtJzWQllREENpmAXye6XnSt9GneN7x0bfq1pjt3Bymh7x073jWnfltmhaSyS+3lJ+7XBoJAzQjsO3/9nNZ20tSplK6xeE24v2hVnzS1UzpMSqAIVnR1/Ni2XXLJpfa+917idWZ5kfuRCNby7yiZH98QZRat7zF/FP6+J3mx8/TtTkGv6VjKahs1lQBHuKlHlrwgAAEIQAACEIAABCCwSAL4ggAElk4ghGAhBB9HctPIZ9HNKtnuJgYClSOQrsNkKxcgAUGgHgSGXkIV/hyocGj1OOhEuVYC6fxNduHB6KKWFu4Yhz0EggXbPrFtF198sX30ox+1drvtC8B+YP1Zbhp8I8mLi3nipREEWABuxGEkCQhAAAIQgAAEIAABCEAAAssjgOcVEtDszQqHW89QuiNsPSNXbdS6T8rEm2GrBnWh8Yw5QoX2J6WBtZ3KWAhAoF4EuH7rdbyIdjgBP5c34jvlcAK13VP4gXOFLLM777zTzj//LXbZZZ+zdt42Xw+2rJVZCGFXlh7xO0nakM38RXLDc2MJzHoGbCwwEocABCAAAQhAAAIQgAAEIAABCCySQAiaxLHORI4Fq9iDcMYS0G0Y0tiGfQ20FC75PF/fvkVVKDJpUf7KfhR3Urm+nmVR6tUsmeiIztKPPhBoKAFdVgNTW/LnnX7uNGng+IMqu9fvkkMbNDJ1EFgYgXj+6lx26RpYmGMcrY5AsDvvuNPOOfcc++a/f8vCVmZ6K5ViDPEYxxIvEBhJgAXgkXjYOZgAtRCAAAQgAAEIQAACEIAABCCwCAIhdGZwQuCf54vguXofPhWn22Al/Z3LgeqPyqdkY0vT4Xe5l/5GC6iR37RAm8bstaOHGbw3+ZT/wS1qVKtjpwnyaJVRWaI1KBddr5L2qU1Z5TqVEQQ2mYCuE5fuTOuTv/ktA028nnVNTuA8tU1WXVTuvENrC0GgXgQGnb9LutTqBaYG0Xa/XG1v79h1111nf/+6f7SfXH2tmf9bIc9zy4siKn1LMR1rKb5f+XteLFv34e+73RJmswlwJmz28Sd7CExPgB4QgAAEIAABCEAAAhCAwEIJhNCZmQuhYxfqHGfVJeCHW5N4KcBc2660XXWr2JMUa3feUsWaSVmMCnnc/t6+PgnbW1XXbeKGQK0J6FpMmjCRfQsoE/ahGQQqSUDnfgrMy5twbk/7cZ3wVMoG+/4Pvm+vf8Mb7NZbb+ks+Pp3w/QdS7ZS4RJM5QmwAFz5Q0SAEIAABKpDgEggAAEIQAACEIAABBZPoCg6M1bJLn6EqnlkKiIdEZ/TS8XaWcWeVLvgCRgCEBhLoBkN9HkjNSMbsoDA5AQ28bz3byWdr9STY6pQy5122z7zmc/Ym897i915x12Wt82y0LIQQtTUoaZfXZi6Ix2aRGAT3wmadPzIBQIQgAAEILAqAowDAQhAAAIQgAAEFkAgdH0k293cRJMmKZOtIYNmHMVxWYzbX8MDR8gQgAAERhNgLwRqRqD0WV2T71Xl//HzzjvvtHe8/R12wYUXWKEF3ywz7a9JKjU7VzYrXBaAN+t4ky0EIAABCEAAAhCYgQBdIAABCEBgWQRCCLP9X/3LCmgpfjX1kBS6I8iqrrtZW+N5FF2Z8hmk/uRSK/OZvViWdenP0Pa3nr3GIzP5lOI47qrXetXUT/mT1FG2LNXVSvH4OZVoIzEPP1mv963+Z+5VkhueEIDAmgj4m2b5b1/qJ26l3WhK12+6E26Y3e1DAQI1J6BzPH4fUR5+DWg7SVUTqS6NPL+Yq2z63O5avT1UPI0QWtZuF3bzLbfZeW9+q33la18387rt9o5bf/qXq+DvccGPX1mFf1+RcreS7TKw/Q+9H0r7a9naMAK6OjYsZdKFAAQgAAEIQAACEIAABCYmQEMIQGBpBELY0H+S12BSbrqDHry55KaCT0UmVTC0ioUkSr2qWIiEAwEIQAACEBhHIH3PSnZc+0bt1+d4dRPSXb2m4yJ5mD/5yU/sH173Orvmmmu8uujc9Zvv/x/MlFFZ3m25T7w3isCG/muzUceQZCAAAQhAAAIQgAAEIAABCCyFAE6XRyAETeV0Z3+WN0z1PMeUfSoi2uqFt+qInMSqh1zoeGEjjuNGJLnQ8wJnEKgMgcLfZaVJA5qm7aQ+aQeBtRDwc19fNdcy9roGrUfCWatz5++nPvUpe9Ob3mR33HGXtXdyK/L0fcOP3e5dvSqviyfjNoHAtGdQE3ImBwhAAAIQgAAEIAABCEAAAhCAAARGE1jO3jg3l5tFaw15aMJOmj4dJ2FSUVMeijtp+uyr3kPHNB4dD1TWDU8IQKA5BPTTqEnNyYpMIGCd71j63HLpHLdFP/T5KC3a77z+FJM0r58l9VdoIdhdd99j737ve+zCiy+2e++7zwfr3PnrBZ4QWDgBFoAXjrTJDskNAhCAAAQgAAEIQAACEIAABBZBIIRgIYRFuKqBD5+AjMucsj77FdN2G+tqEP7IED0P3QYrxXyUY6/6HaQWJhYu99LfaK01owdPi751i3t0VuW9OkLKTirXp7Km06S0jYUABFZPwN88011yunN3kAYFpQUxSft6+6S66FcbCAI1IxDPbX2GleLWpVLanLyoz0D56pXqkyb3tviW5bhSPF07c86Lj3LXY8jslltvs3POPdc+/8UvWOHblrV8d7AQpJZbSWVJ5Zbv5wmB2QnwbXV2dvSEwGYRIFsIQAACEIAABCAAAQhAYCEEQtjkf4prYk4TdrILwVlfJ8GsTCHXtqsuCSn2JMWcFoVVrreUlTKQTdK2zltJ5YaL9CCwEQT8etZimdSbry793jq2IVArAn5+78br5UHn+e7+KQuV/K6ii9al2KQpU1p08xCChRBKboN985vftNe//g125VU/tPuOHdv9DqjvT/oOWGrsxXJf3+QJgRkJbPK/OmdERjcIQAACm0eAjCEAAQhAAAIQgAAEFkMgBE3o+ATVYtzhpeYEdDbUNQXFnlTXHEbHnbKTHdZS02pJw9pQD4F6EdjsaHU9bzYBsm8KgQ08l0d9XK/0sDp7X9XNfd09bxd25MhRe//7LrG3ve2f7ZZbbvGF4cyCdWRure+ReU1wdZ/plwq6mxgITENAZ9M07WkLAQhAAAIQgMBmESBbCEAAAhCAAAQgAIFlEEj/H0CyyxhjyT5L05NLHmmV7stZlcurjIGxIACBtRLY3Et/rdgZvCYEavy9ZVWEhSgLmd12++32jre/wz75yU/a8WPHLIv/I2jwBeByJME3JDc9e1SDIDAPARaA56FHXwhAAAIQgAAEINBoAiQHAQhAAAKLJBBCsJAwtwoAABAASURBVBCSMi/vSeOEEGRQrQj4MSu6sswjHySv7nmmVvr9v1j2mcLMFVw9TSu5qTglBSdblurqLx0VP64xEVlJdVKs5AUCEJiIQO6tXPr52T6t6Q1Pd9OZx+SRDX7qOl9TbIMDohYCkxOI57fOYXVxq+0kVY1U787yZ5/72v2eo/qk3j6bvO2MnHWwYHme2+c+9wX7x9e93v79u9+x7bxtReb7nWHovr3oe58U3478LanIgxXRFm73ZOm9c5PRkvvMBHTWzdyZjhCAAAQgAAEIQAACEIBAQwmQFgQgAAEITEggeDvJDc8GEUjHVFZqUGqkAoFVEhh6+XRXQVYZy8RjVTm2iZOg4aYSSKdvsgvnoItaWrjj+jt0LEeOHLGLL36362K78867Yk5FUfiysO+MW/tfVCvtr13DFkM2kgALwI08rCQFAQhAAAIQgAAEIAABCEBgdgL0hMByCTAVkfjWnUS6iyXl0zxb9yPUvCNCRhCAAAQgMAkB//xiVXESUAto46wts1a2ZVf98Mf2//7P/88uu+xy29nJLYSWBd+XubXuI/h2KNTHOg+Vpc4WrxBYKIHSmTbSLzshAAEIQAACEIAABCAAAQhAAAIQaD6BJWeYZiOTXfJwFXefe3ySfkXai0t5Fu5VcrPwp+JOWrjzlTsUpV6NC0JHL2lcW/ZDYEMJ6LIamDqfAwOxUAmBeQnES6v72aSfD57XH/0nIvDhD3/E3vCGN9jNt9xqWSszvfXpO9KgzvEQxR17pbiZXnTcklIdFgIzEGABeAZom9eFjCEAAQhAAAIQgAAEIAABCEAAArMS0NRDUproklXdrD7r3a87LWsmDC5NEtoSHvKryUcpjdlr9w872Zb8RU3WvNqtdBtznGR1Wip3pmw9Zt+Of5jPi33PRLFvBxUQgMA+Anqfd+nutj75m9++ttNupGvUr8d4DQ+w07qkPQTqTkDXQu9n17yXWt2ZLCn+druwrdZBu+nGm+xNb3yTfeDSD9h2u+3fIoLbwtr+naJdFL5tUWb+XhiVAtJ2SBsdq+MndbZ4hcDcBHSWze0EBxCAQIMJkBoEIAABCEAAAhCAAAQgAAEILJ6Az/lp+SI5zrXtSttVt4o9SbHGBeEaxa+YO1IWndLg1xH7NUmbNLhzvWqJFgIQgAAEGkIgL+XhZX1WlWoozk8gC5l95rLP2Ov+8XX23e9+t7PK69+D9n0fKm2P+DYxIJjc65K8yBMCMxJgAXhGcHSDAAQgsAkEyBECEIAABCAAAQhAAAIQWB4BnxdcnvMle1bsSUseCvcQgMAKCDBEIqBFl1TGQqCuBFj2WfyRE9PMsmzLbrzhZnvb295u7774PXbkyFHLWls+XGbBJH8N+oZkgx/p1xAG76UWAgslkC3UG84gAAEIQAACEGgKAfKAAAQgAAEIQAACEJiIgO7pkCZqvNcodUl2b09tSiOmN2uTg/l0rY18NCPLkSmyEwIQ2HQC5A8BCExI4LLLLrM3vumN9rWvfc30A89F/B7Hd4UJ8dFsxQRYAF4xcIaDAAQgAAEIQAAC1SdAhBCAAAQgsAgCIQQLYb/kN4RN+6d47mknxVky35ZVnRdr/fQ8Qlfxb+4pp171J6gzQPKZQ5PN3IUkV/2tZ68J3lU+pTiOb/dar5r6KX+SOsqWpbpaKf5Wo1OJNhLz8JP1et/qPMvHtVNj6S4e2W4VBgIQWBUBXae6Rl26BgcphaKfvy2r886b9pasrvO06W/M8X1dNtVhIVBxAroO4vmtOHuuDVUNFJXDCBS+ulv49/bQ2rKrr73W/vENb7B3XXix3XX3vWZZy9r+llFYsLwwf7fw5WBvH+TMt8OuMgt+XGK99nXfiwrvJFl3O1rtj8r8NcmLPCEwIwGdRTN2pRsEIAABCEAAAhCAAAQg0DgCJAQBCEBgqQR8Niz6TzZu8LJEAppwlJY4RENci1KvUmqcr4kEFgIQgAAEKk4gfWQlW/FwqxxeCMHuvfeIffzjn7Bzzvkn+973vjdVuOVvFVN1XGVjxmo0ARaAG314SQ4CEIAABCAAAQhAAAIQgMDkBGgJgdUQyFczTA1GqfukjO5uqQHmOUPsnUHXdO6cLukOAQhUl4DuxovR6VrXu7RsrOAFAjUi4Ocup+6Ex8tZFUmC5mVrWbtd2BVXXGXnnXe+vfvif7O777rPtrYOWrDM8virIZkVudrbvodqkvbt6N3Qe43UW882BBZIQGfzKHfsgwAEIAABCEAAAhCAAAQgAAEIQKD5BMhwDQS0FC5pHnENw889pOJOmttZ5Rxo4TceHY9MZTfxqWndWOAFAhCoMgEtrCRVOU5ig8CiCcSPKX1+uXQNLNq/6TNRWrjj9Tjcl0qwIgS7/c477IKLLrJzzjvXfvLjn9jBQ4csyzLL89w6zbtsh/CNh2A92TAqBPYRYAF4Hw429hNgCwIQgAAEIAABCEAAAhCAAAQgAIHhBHyKr+jKNMUySP29fdrQJPOuUmcysb/d6mqmGymlXLe4J89SRydl1z1Iu8dXXtJxVhlBAAKVIqAFGWnWoHQnYLzeZ3VAPwiskUA89/UZVopBH2OlzcmL+hyUr16pPmlyb5Vrmb7MdAMrfPu+4yfsM5/5rL32H/7RvvDlr9rxE23Li8K2t3eitfjeIB7qJCupjCBQTQL6xlrNyIgKAhBYLwFGhwAEIAABCEAAAhCAAAQgAIEJCARvI7mZ5uldNH2auuhXBH3uMW1W3ir2JAWr2CWV6y1lpQxkNbErK6muoSItCDSSgK7fpCkTjJe8v0lP2Y3mEKgOAZ37KRovx4XhtD2nbcyloUSkDo9rrrnGzjvvPHv/By6x2+68w/Kd3Hzt1+J3m75VNGfa6eavKkte5AmBihHoO3UrFh/hQAACEIDAGggwJAQgAAEIQAACEIAABJZHgKmIxHZv2jHV1Mcq9qT6RD1NpEOyizPBo/xwfo+iw77qEWh2RLoepRmyjNe6+koz9KcLBNZKgPO2D7+u6a4Kt7mv2W5tHbRbbr3NLrjgInvta19nP/nx1dZuF9YKLQtB3wPcS7FlFlVmWi57G54QqCgBztSKHhjCggAEIAABCKyJAMNCAAIQgAAEILAAAiF0J40W4KtZLhKXZJuV3VTZxDvMvEeyXqzbs5lHsZxVuVy3o0O8EIAABMYSoAEEpidQ0+8tnbD1uR5M/x0/cdw++clP2hvf8Eb74he/aLmvCO/stK3IOy29kYUQpudDDwhUiAALwBU6GIQCAQhAAAIQgAAE1kuA0SEAAQhAYF4CIYTdyaIQOuUQOnZe3/Xtr6mHpNBNQ1Z13c0NM8pcMp9jlM1kXcFVBxSKU1KssmWprv7SUdE5qkxkta2yS8la7gXXvp/UVBvJd8W/EZjK2kYQ2FQCfp3oetG10qd53/DUf4D/XdSla1B/13eUdvtQgEDNCeg8j59BysOvAW0nqWqfxm2kzz/3E30mq/qkcT4qsL9QrFn8ft5ut63dzu3LX/manXvO+XbppR+yO+6629+lvE0WLHNZ4e8t/vQelvl3+Mw/96P8y1pnuxXrzTLbL9/kCYGKEdBZWrGQCAcCEIAABCAAAQhAAAIQWDkBBoQABBZKIISwUH+NcuaTao3Kh2QaSiBdw8k2NE3SgsCyCQy9hPgwWDZ6/G8ogXRpJbtwDLqopYU7ns+h8u2q0CLurjePVfW+fcMNN9hb3vpWu/DCC+zqq6+27e1trx3+9J6WNLxVTfcQ9kYQYAF4Iw4zSUIAAhCAAAQgAAEIQAACEBhOgD0QWBmBOAHnUxHRrmzUyg7kJCob2ySBhcYfxzFHSHdV7d4BlIiN6ZOaYSEAgeUT0DUqLX8kRoBAxQj4Z5FWLisW1XLC8VzjZ7ES7iiElg+VWXunsODl6667wd58/j/b69/wJvv+966I9UURTPKG+54dD2ayNvShMYfuZAcEKkNg2JlamQAJBAIQgAAEIAABCEAAAhCAAAQgAIGlEVit4zibltuYWTWr16PwcCU3Uz6dhEk+Bzllz8mbKzJp8h6Tt1TcSZP3qmpLUerVLLHqiM7Sjz4QaCgBXVYDU4sfCAP3rKSy/JPUvQMqtPh/uOh6lnobsA2BChPQ+Ru/Xfi5q/O8wqHOH1pMNrrpvNVoWwu7hX/VDKY7fi+46EJ7/RvfYN/+7nfsvmPHbKe94wu/be/jfCInL/Y85aWnik0I1JIAC8C1PGzLDhr/EIAABCAAAQhAAAIQgAAEIACBRRFIE2yyhfmMnJn++O2QSTffWaOn8ukq5qMce9WfTmoRWfgso3vob7SAGvlNC7RpzP12tkGST/mfzUOFemmRRxPk0SqjskRrUKyaTpO0T23KKtepjCCwyQR0nbh0F26f/M1vLjTq775151+fb69X3SD/8XrXNTtop9dpf3w/13uBb/OEQJ0I7J6/paB1qZQ2m1P06zx+kfJvlX655n5Zh9C58/e22+6wCy9+j/3TuW+2z33+83bUF36V91Zry4K6ZYLiHeK1rj0IAs0koNO9mZmRFQQgMBsBekEAAhCAAAQgAAEIQAACEFgaAZ+hi5NtsksbpB6Ofe6xTCHXtqsewftkqweq+CUvWloUVrleShkMi3rc/t5+mlDuravoNmFBYKMJlK5VLZpJ+3jo2lcb2X072IBADQjo3E1hernv/E77mmFDCFbkRbzj96KLL7bX/v1r7bOfvdyO+cJv4Yu9+o6i71lS54ruvHaydz7xu2lni1cINIkAC8BNOprkAgEIQGBOAnSHAAQgAAEIQAACEIAABFZHoEbrvX1QFHtS304qIACByhMgwHEE0gJRsuPasx8CVSLQ5GUf5eYqMsvbZjvtwm657XZ7/wcutX/4x9fbl774ZTt2fNt8Tdi2d3bM8pZZseXyPn6IMt8RQmYhC1FexRMCjSWQNTYzEoMABCAAAQhAYBoCtIUABCAAAQhAAAIQWCWBtKaQ7CrHXtBYYUF+1utmXBbj9q83ekaHAASWRSBd+8kua5y1+GVQCNSUwN71GLx42+232Xve+177+//v7+3Tn/6MxTt+C/9iJQ3N0DsO3ccOCDSLAAvAzTqeZAMBCEAAAhCAAARmIEAXCEAAAhCYl0AIwULY07z+6F8XAsH2fvtYUyyD1J9LamU+RxnLsi79Gdr+1rPXeHQmn1Icx131Wq+a+il/kjrKlqW6Wkm/C1k4lWgjMQ8/Wa/3rf4nPxfZz4QaCNSEgK733p97VZ2U/p6wrOl9QO8BsjXJjTAhkM7jSMLPX20nxTq91FO5f/Run9i2EydO2HXXXmfvuvBC+/vXvta++IUved22tVqZhRD86i6ifMtaFvxqzv019+9rbbO8MK0NF/6S++e+ZN6iI+MBgcYRyBqXEQlBAAIQgAAEIAABCEAAApMToCUEIAABCMxJIHh/yU0Fn4pMqmBoFQtJlHpVsRAJBwIQWA2BYjXDMAoElkIgnb/JLmWQNTj1fK6/4Qa74IIHsXGWAAAQAElEQVQL7J/OOce+9KUvWbudWwj67O7E4006hZ5XtUjq2bV5m2S8UQRYAN6ow02yEIAABCAAAQhAAAIQgAAE9ghQgsB6CDAVkbjXnYTu/E25NNcOm05ubsZkBgEIQAACdSfg3zC04lmHNHbvUPaY0924XhdCy6PPTHf+futb37Fzzzvfzjv3zfbvXj527ETct7PTNt3N6xv6UZVdaXu0NNboFuyFQBMI9J7pTciJHCAAAQhAAAIQgAAEIAABCEAAAhAYTWBNe9NsZLJrCmOhw2qBUJreae5dpKKmOBR3kqfSsKeOaTw6npesG54QgEDDCXSv9Zq+Jzf84JDepATi+atz2RVck/abuJ0+H6WJO4xpOMCX53D33XfHv+v7f/8//4/9y7++035wxRV25NhRy4u9nAb0jGOpRe4+pFjBCwQ2lAALwBt64AenTS0EIAABCEAAAhCAAAQgAAEIQGDRBDT1kOSzcdG9rOriRo1ffOpRt8FKFqcbPZde61U9z9TChMHlXnpaLHtzPv9p0bducU+etY6QspMG9dK5Kw3aRx0EILAaAro+da26tMg1SGMD8b5670591V5l1amMIFA3AoPOX/+eMVsapWssXhPd62X3Plvtn81z7FX456gUgoUs2PaJtrV3Crvh+hvtve95v/3j699ol1z6Qbvjjrus3S7MgrdzWWh5BMEyC/Fv/Fr3EdxK3tJ8l8XvKmambcmLPCGwcQSyjcuYhCEAgcEEqIUABCAAAQhAAAIQgAAEIACB1RHwWcryhKTuUtFk5eoCmG8kxZ4kT4pdUrneUlbKQDZJ22niW+Wai/AhAIHBBOLi2eBd1EKgXgT0mZUi9vIiz23//pI8z227vu644w779re/bW9+85vt9a9/g11++eV2u9fJv75b7JMqx0if3rGJ+499fWO3zss8IbApBFgA3pQjTZ4QgAAERhBgFwQgAAEIQAACEIAABCCwegI+L7n6QRc0omJPWpDLirlJ2ckOC03TaknD2lAPgWoRIJoRBHQ34ojd7IJAfQjos6li0fpKbOHayQvLtg7Ydp7b1ddcZ//27vfbP73pfLvoonfblVdeZTs7ubVaBywLrajgtqzerPQjLElp36hP7tQGC4FNIJBtQpLkCAEIQAACEIDAUALsgAAEIAABCEAAAhBYB4GiO2iy3c06mWZOsJazKpfrdGSIFQIQgMBAAlRCYH4Cc31vCXbXXXfbZz5zmZ17zrl2jusLX/iC3Xbbbb7wu2MhhKiBQWpcaeDOIZVqLw3ZTTUEmk6ABeCmH2HygwAEIAABCEAAAkMJsAMCEIAABOYhEEJnkiqEEN2E0LFxg5cSgdzLSWkWTlZ1vqvWTz/mRVemKZZB6k8wtdIfpotlx5G5dAdLf+vq1ShOSZHJlqW6+ktHxY9rTERWUp0UK3mBAAQmIqD3eZd+frZP/qY3kY9hjUrXpe7cHaTUtXfs9H5dbJlF+bWt/mofrW+rjCBQNwL7zl8/j7WdZNMmU7rG0jUTrepLSt+Dyja2y6zdLizLtuzee++zq6++xv7lX99p//APr7P3vv8S+/E119qJnbaFVmbZVsu8YHKRW2G5ta0oOrLc3ytcpRFND7XtVWrjLix+N/GGqU7WN3lCYKMI+LvARuVLshCAAAQgAAEIQAACEICACCAIQAACayHgk3hx3GTjRs1fNKUo1TwNwu8hkI6prNSzm00IQGAyAkMvnwp/DlQ4tMmg02qjCaTzN9mFw9BFLXUdB5V71B37+uuvtw9+8IP21re+zV73utfZN7/xTTt69Fi3Y8d0m3Y2Brz2eB7QYnhVue/wVhuyhzQ3kgALwBt52EkaAhCAAAQgAAEIQAACENhkAuQOgfUSyNc7fIVGr/ukjO6uqRDOJYRS9yO0BCS4hECjCXDNN/rwblRyfi5r9XPZOfsY+ru+utP3wIGDvrh73K659hr79Kc/ba9//evtnHPOscs+c7ldf/0NtrV1yEJ2wArz2HbvSi6Xe4P1fWrbWz1m20OypDFN2Q2BxhPQVaQkEQQgAAEIQAACEIAABCAAAQhAAALNJ0CGFSKQeyySfsLQi0t56s4aaRnOFXfSMvyv1qco9WpcBDp6SePash8CG0pAl9XA1LVEM3DHYirLP/s8sUddz954yaH5CDwhsDwC8fzVuezSdbCkkXRpF0Vhx0+csNvuvMM+8KEP2Vve9lY777zz7SMf/Yhdc801dsL3tQv9qLNZHmJgS4pmv9vVjbR/XLYgUDUCLABX7YisJR4GhQAEIAABCEAAAhCAAAQgAAEIQGBVBHxK1qR0i4omUZcxtvymBVqNl5tPwPpA5bJvTv1MPuV/6s5V66DbmDVBHq0yKkukBgWsemnQPuogAIE9App6dqW7/fbZJS3RxOt5wusztU1WgavceYfWFoJAvQgMOn8XcKlpobfdblur1bLC/zty5Ihdfe219qnPfNbOO/98+4d/+Af7xMc/aT+5+mo7dmLbcl8YDtmWZa0DZr7wG0JwE2I5Cy0vu/w6C5JiTrL08PeNVMRCAAIzE+BKmhkdHSHQEAKkAQEIQAACEIAABCAAAQhAAAKrJ+DzoFpqTAPn2nal7apbxZ6kWNOisMr1krIYFfGI/WnCWnaUi6rsIw4IbBQBLQInTZg41/KEoGhWfQI691OUXp7z3M5CZsePH7crr7zSPvCBD9gb3/RGe8tb3mof//jH7Lobrjfd5bv/e0znC00IwfT9IO/aGFH3Y1UtpFjHCwQgsBQCLAAvBStOIQABCNSDAFFCAAIQgAAEIAABCEBg9QSYikjM6zzxqdiTUj5YEeD8FgVUPQIbH1H57uONhwGA5hMofxZ5Wee/uZVULknrsVqkLeIibbAQgulO3+PHjtuNN95on//cF+1d77rQzj3nfPvnt73DvvD5L9rtt99uJ3xBuN3OrSh8kdflvbxvyxXMLFgIwToPjRssmPa1LMu85Psyr5Fs2CPFOGw/9RCAwFgC2dgWNIAABCAAAQhAoIkEyAkCEIAABCAAAQisgUDojplsd7PWJk6dTp+BuqlXsirXTM04iuOyGLe/ZgeNcCEAgU0kQM6bTEDfM0Z8lGl3wnPnnXfYN77xDbvgggvs9a9/vesNdumll9q3v/1tu/XWW217e9vyvNwj9ezavl0jBu52wUAAAssjwALw8tjiGQIQgAAEIAABCFSUAGFBAAIQgAAEVklAUw9JaSJQVnWrjGMZY/lM5+7fjs19gEHy6p6nMpfMu8tmsi656mk616Yoy6cUx3Fvvdarpn7Kn6SOsmWprlYqnFK8y0jWZWWJ1qBsvE36Oc3YV+2S1L5c1jaCAARWRkDXtOm9uHsdFltmuk7LAfRul/dRXjuBwhcYy1p7QFUPwL8/6G/0xjDjua1z37eKlp/7LvOyP1tbrXhnbwi6Y7ewnbxtt9x2qy/uftfe85732z+89nX22tf+o11w0bvta1//pt1++11W5N7WP/Jy/8KSez/LfEMKHb++ZebHSwp+3Wk7WGZ6dO4M9lJ3vxVtkwq3UvTpfr3F4Kc+Z6XBe6mFAAQmINC5GidoSBMIQAACEIAABCAAAQhAoAEESAECEIDAugn4ROW6Q9ik8TuTsZuU8ay5JlJlO6sv+kEAAhCAAATWRGDf9yx9pnXiuOfue+yaa66xb3zzG/a+973Pzjn3XPunc86xd73rXfa1r33Nbrv9dsvz3Bdpi+6yrPpKnf4h/g9SnXL5NfhGWb6571nep/K+nWwsnwAjbDQBFoA3+vCTPAQgAAEIQAACEIAABCCwSQTIFQJrJxAnJX0qItq1R7P2AJzE2mOYJ4DAcRyAr+5HdUBKVEGgEQR0bSY1IiGS2BgCWjaVBp+/utPWfHE2hJaFrGV5kdvxY9t29OhR+973vmef+MSn7Pzz3mL/9E/n2lvf+s/2vvdeYl//+jftxhtvtu0TO9bKMpN3KwrTXbkWgmWuEIIXg5llHe3eXaxtr0r1KvYptenbQQUEILBCAlyJK4TNUBCAAAQgAAEIQAACEIAABCAAgTURqMawQWHkZtHaxj+chE+2msVfLK0hDcWdVMPwlxSyjuqSXOMWAhCYg4CuzaQ53NAVAislkL4wJdszuFcf39m2G2+5xb7yta/axz7xCbv44ovtDW98g/2///N/2oUXXmifvuwz9pNrrrY77rrTjp04YSdc6U7fHm+7m7n7TdqtpAABCNSOAAvAtTtkiwwYXxCAAAQgAAEIQAACEIAABCAAgWUTSBPusoV1Fn/dxqVPq/nDZ0h3V0A1xTJI/SmKhBRZyEV/kwXXLNZdSllHcbGea+hNf59QiudzPKqehKzkRZ4QgMCaCOgadIUds3iN2t6jd3tvDyUIrJ+Af7gWReFfETLbah3Qjbl27NgxO3LkqN122212xRVX2uc+/zm75NIP2hvfdI697nWvs/PPP98u/eCH7bLLLrNvf+d7dsedd9r2zo61i9xCCJZl/v3ErVlhhdvCv3vEX/HQ3+e1vUdWeDkLsY9pw1X455u0/zpyf96UJwQgUG0CXKnVPj5EB4HlEcAzBCAAAQhAAAIQgAAEIACBlRPQzGLuo8q6acQzeBaSm2me3qVMQXfaaEJ2GhfrbKvYkxSHYpdUrqJ8Lj1Oog+yileT7bKzSv07avs4he3/b1avC+onNz7h7zP6NlTGAwLrJOBviEOHH7VvUKch7bXomzSo2ybXpTfzYXbdbIbFlerXHd8Cxw8W7NbbbrWrfniVfeELX7T3vu999s53vtPe8S//Yuecc479k+ud//qv9olPfMK+9vWv2w033mj33HuvndjZtuPbJ2wnb1vuH3RCo7Bk9f1C0md0ET8LtAysvcNVhL19KkftVVGCAARqQoAF4JocKMKEAAQgsEgC+IIABCAAAQhAAAIQgAAE1k+gNL+6/mCmjECxJ03ZdQ3Ng2nOO8uCDVIIwcyfWrT1ldvOzLhmzcuy8kONfUpNfw+xq+C+y8pCZnvy9uXuw8r7xutsqGem+FIfVfQoZMFCcGWZha50t1dZwfuPUrltLIdy/P3lEEJnzGQVwyB19/vw8SnGs2jocelg8mPmBV/08NX3WO4sxvtIXreQsgfg3oa++g4f11P0MDplL/jY88TjgE3HorXVsnHa2tqyYYr1Ld8/Qq2WjzGNJoip1W2jHEIIDmfUU/szbzBI2if57omfPX6616lNa63HT8928O1gLT/MoSNzO0AWV888h7HWx5s2xgHtCx9nnwbEVJTqzMsjNWCMXpbBOYTQsiwc8PN2a4h8f7anlpcnUebn7kgFH28SZd6uR4pbrPLcbKgK6xxf56o229ttz69lFjIrLJhuolW9/Jh5nftqZQes8FXXY0dP2IkTO3bP3Ufs1ltvt+uvu8EXd39s3/3O9+1LX/qKffQjH7f3/Nv77K1v+Wd77d+/zv7P//P/sje+8Z980fdd9tGPfdS+4Yu8V131Y7vhel/oveeIWLVkwQAAEABJREFU7fjYQWP6GIUP2sqyGIcXvTaz4McghGCZW+t5hOA99T7tNnOl3aEwi7K9h7b3toaU0nkxZDfVEIDA+glk6w+BCCAAAQhAAAIQWCEBhoIABCAAAQhAAAIQqAIBn3CNYSQbN+r1EmoSribJd3Z2fBL+hB0/fjz+lOZ9991n9957766OHDli0r1HvG6Ajtzr+8vqtlefqPI+L5d9qxzb9PYZte0+NKb63nPPPbaru73co7vvutvuvtt11112d1d3uS0r7lebISq3jeW777K7Rupu37+nGIPi6JWPd5e0G4/38TZ39Whof2+nfTGmXR8e26LLinGEFMMoLSO+O++4w2655Ra76aabx+rGm26yUbrJ9y9W42O6aTfumzz++XSjxz9IQ3O60ccry/sPbTvXPnHwsW7u6GbPeZBu8vrJ5H5GxdMd56Zd6+Pf3K+bva4ri9bHHxRXqhsf2/i4brzxRl+kvMGuu/5au+666yfStd5uEl137XU2Utf7/knk4/XFNmG/a6+7zn74wx/aj370o6ivf+Mb9uUvf8W+4vrsZy+PP7384Q9/2D74wQ/aRRddbO94xzvsvPPOs3PPPdfOPefcePfuO97+Dnu711900UV28cUX++LvR30R+Ev2rW99y66++mq7+567rd1u+2pz98NV3w9KC7XdWrN9df5J7O2CBTPJyzbwof0Dd1AJAQg0mAALwA0+uKQGAQhAAAIQgAAE9hNgCwIQgAAEIACBKhDQZIxkPlErm8m6JrrjpgIJKE5JociWpbpVKviEdwjBLAvx5y+P3Hef3ekLlzfdcrP9+Oqf2A9/dJVdcdUP7QdXXmHf+8EP7PtX/CCWr/S6q378I0tSO0n1g/SDH15hZcnPfl3pvvf0vR9c4eOV9X3fHq7vfv8HVtZ3vvd9m0bf/u73rKx//853raxvffs7No2++a1v2yh945vfsrK+9o1v2iB99evfsK9J3f1fdztIajdKX/na122UvvzVr1lZX/rKV22UvuiLNmV94YtfslH63Be+aKN0+ee/YGV99nOft7Iuu/xzNok+4wtJZcnH5e5rnD7r/kcp+fz0ZZ+1QfrUZy6zUfrkpz9jZX3ik5+ySZX6lf2numQ/8clPur/h+vgnPmmD9NGPf8Kkj3zs4zZKH/7oR2wafegjHzbpgx/6kI3SpR/6oEX5ot+lrksu/YAN0vs/cIlNovdd8n4bJf0ccFnvee97bJDe/Z5/s7Iu/rd32yhd9O6LbZQuvPgiG6ULLrzQLrjowtjmIl/YvFDlAXrXhRdYWf96wbtsEr3zXf9qo/Qv73ynjZJ+Pll6+zve7guw+6V6qdxf22Wlfhc6B+V5sfP8wKWXxjt0P/rxj9lnL/+sX/+fs6994+v29W9+w6744ZXxs+XmW2+xu++9J34mHTtx3I4cvc922m3bbu9YaGVWBF/rdaks+dcAy31b0mdaEbLO3cVWWB7V7lhvGH/m2R0UXvYu/klortwlq28WZmaZb2dmubfIfTveqlx4nZf96d2to8xt5mMFK1Th7XX3cqdfsFBkHXmffU9+Un0fDjYgUEUCWRWDIiYIQAACEIAABCAAAQhAYMEEcAcBCEAAAhBoHAGfrLbC7rjjDrv22uvsmmuusat+9CO7/vob7NZbb7W7774n3uF79NhR297Z8ewLF08IQAACEIBA9QiEEHzdtyOb4hG8bVm+ue9Z3qfyvp1jNtQ+aUxTdleNAPFAwAmwAOwQeEIAAhCAAAQgAAEIQAACEGgyAXKDQLUIMBWRjkfdSejO35TLqmye5ybpJ5yvvfYau/LKK+OC75133hF/3tnnz31/O4bTamXW0t81zbI4qR4rF/aio1fWwhzjCAIbSKB8LQ0qT4tkkA/qzGBQLwajznsdy3n2D+8bfFeSF3lCAAI1JJBCHvdOkdphIQABCEAAAhCAAAQgAAEIQAACEKgfgYpFrClFhZSsynWX7iqVps8j/iKjd9MvLrpZylORSctwrriTluHfBgR+x+13xL+/+KOf/Nhuu+MOu+/YMcvXsRK9lIRxCgEIQAACEFg/gSZ9S1s/TSKAwPoIsAC8PvZrHJmhIQABCEAAAhCAAAQgAAEIQAACqyKgqYekNKUoq7pVxbCscXyFUouPkqXl3F7bP3ZqEf8Qn6NwL/2NFlBTmFlaoE1j9tpZhkk+lxX3bkzORnf7SjfeeKN997vftetvvMGOHD1qRVFYttWy0MpMcYTgjb1jCMFCCF7qPEMI+7Y7tbxCAAIQgAAEIAABCECg2QSa8K+tZh8hsoPAogngDwIQgAAEIAABCEAAAhCAAATWTyD44mwpilzbrlJVpYtadE1SoGlRWOWZJYc9nfX3fX/0ox/Z7bffbnk7t8yCZVr09YVdjembJomfZDz2CFCCAAQgAAEIQAACENhYAtnGZk7iEIAABDaQAClDAAIQgAAEIAABCEAAAtUhUKP13j5oij2pb+esFe4whGAhBLvjrrvsRz/5id10y812fPtErNPCb5TvD1mwTLYr4wEBCOwjwAYEIAABCEAAAptNgAXgzT7+ZA8BCEAAAptDgEwhAAEIQAACEIAABKpEoOgGk2x3s04mLCHYo0eP2g033GA33niDHT12NP688xKGwSUEIACBJhMgNwhAAAIQgICxAMxJAAEIQAACEIAABBpPgAQhAAEIQGARBEII8S7EEDp2ET43w0fuaSal1U5Z1fmuWj+DmX6HWIpTLJpm6VV/gqmFOYZYlnUFV3/r2Ws8OpNPKY7jrnqtV039lD9JHWXLUt200t/zbe+07Z577vGF35vs1ttvs7woooRWP+2cO6wktfedVuQOrEfaN0jTxkR7CEAAAhCAQD0JEDUEIACBDgF97++UeIUABCAAAQhAAAIQgAAEmkeAjCAAAQhUioAv2MV4ko0bNX+Jy6yVzaHa0XWwhRDs9jtutxuuv96OHLnXQuhOVyn4ThNf/u0WBhg1SxqwmyoIQAACEIAABCCwGQTIEgIlAt1v1KUaihCAAAQgAAEIQAACEIAABCDQCAIkAYFqEmjCnb+LIVv3SRnd+Tsvie0T23bN1dfYbbd17vrNMqfiq7nj/hcBb2JJ88ZAfwhAAAIQgAAEIAABCNSdQG/8/q26t4ptCEAAAhCAAAQgAAEIQAACEIAABGpOgPBXRkBLldL0A2opXNLPHE/fe/09FHfSrNHceOONdvTYUUt+ZCf1pQXgSdvSDgIQgAAEIAABCEAAAptEgAXgTTraRrIQgAAEIAABCEAAAhCAAAQgAAEILI6AL/zqNljJtJQ7SP2jpVbpFlb30t9orprldtYibdQcwxw9etR+9KMf2ZFj91m7EJGOsxB8WTcLlrkNwa3DyVxeazwgAAEIQAACEIAABCAAgckIsAA8GSdaQaD+BMgAAhCAAAQgAAEIQAACEIAABKpDwFc0fV1zN55c267diooXFHuSQo0LwlPEf8MNN9ixY8esKAoLIZjyT5K/KVypOSoToAwBCEAAAhCAAAQgsPEEWADe+FMAABCAwCYQIEcIQAACEIAABCAAAQhUhwBTEelY1HmRU7EnpXwmscePH7cfXPEDO7GzbZaF+NPPWvgd1Dfe+VuYxRusjQcEIDAJAdpAAAIQgAAEIAABEeBfXaKAIAABCEAAAs0lQGYQgAAEIAABCECgQgRCN5Zku5ubaHxhM6adbNyo18ssR/Gmm2+Kd/wq0xDcg6QNBAEIQAAC8xKgPwQgAAEIQGCXAAvAuygoQAACEIAABCAAgaYRIB8IQAACEIBAFQho6iHJF/xiSLKqixs1fvE8dn/7WPkMUn96qZX54m8sy7rqcqer4pSUmWxZqhukEydO2HXXXmf33Xef7eTt+NPP7cKTTo1zL5ekn4aWcockpWZYCEAAAhCAAAQGEaAOAhCAwH4C+nfG/hq2IAABCEAAAhCAAAQgAIH6EyADCEAAAlUl4Ot8VQ1ttrh8Edik2XpvSq9bbr7F7jt6X0xXp4DUi00Uk2JDXiAAAQhAAAIQgAAExhOgBQQGEGABeAAUqiAAAQhAAAIQgAAEIAABCNSZALFDoLIE4qqfT0VEW9koVxaYk1jZWMsYSHf+jvPbylp2111329GjR/c15RTYh4MNCEAAAhCAAAQgAAEIzERgWKe6/1tjWF7UQwACEIAABCAAAQhAAAIQgAAENpFAtXPW7Z2WW++dn7ahDychGqZfkV4WAi20Ssvwr7iThvm/79hRu/HGGyz31eK2FW6HtaQeAhCAAAQgAAEIQAACEFgUARaAF0Wy0n4IDgIQgAAEIAABCEAAAhCAAAQgsC4CaZlT1pci4yKwW9P2umJa77jKXIoL4c5DNBYT0X4v8psWaDXeIO3vMdlW8in/43rcfMsttt3esbzYa62Sp22+HmyZb0hxe5wz9kMAAhCAAAQgAAEIQAACExFgAXgiTDSCQI0JEDoEIAABCEAAAhCAAAQgAIHKEPDVvrjwK1uZoNYTiK94link2natJ5jpR1XsSeqdFoVVloKvbt911112/MRxO3jokMX9vkN93PBcBgF8QgACEIAABCAAAQhAoEuABeAuCAwEIACBJhIgJwhAAAIQgAAEIAABCECgugRCdUMbG5liTxrUeHvnhN16662W57kvBZuFECxkXYVgemhSKviKsKRtBAEIzE6AnhCAAAQgAAEIQKBMQN+1y9uUIQABCEAAAhBoBgGygAAEIAABCEAAAhBYCQFfwTRpysFSl2Sn7F6F5p1l3P5IggW76aab444QX/1FeSb5Jk8IQAACEFgYARxBAAIQgAAE+giwANyHhAoIQAACEIAABCBQdwLEDwEIQAACEIDAagj4iqZuX5XiT1vnPmyvvKrnqckYSevGsvobuFJ009N2nk0tvsqnFMdxZ73Wq6Z+yp+kjrJlqe7IkSN24sSJ+Dd+0z6NG+PxBsl60eJPQ6tCGwgCEIAABCAAgSkJ0BwCEIDAYAL6/j14D7UQgAAEIAABCEAAAhCAQP0IEDEEIAABCECgREBrq1KpaqlF/eTz3ffcbXk7t8L/Kw+mOJLK9ZQhAAEIQAACEIAABGYgQBcIjCDAAvAIOOyCAAQgAAEIQAACEIAABCBQJwLECoF6EGAqIh2nupPQ3b0pl2Tvuece0x3AeeELwEWRqrEQgAAEIAABCEAAAhCAwAIJjHNV939rjMuP/RCAAAQgAAEIQAACEIAABCAAgU0gUJMcdf+nQk1W5c1V+rFo/QxyHSko7l7dc+Re227vWG99HfMjZghAAAIQgAAEIAABCNSVAAvAdT1yE8VNIwhAAAIQgAAEIAABCEAAAhCAwLoJaOohKS38yqpu3bHNO77nkVY6TfkMUv8YaeHXvLs0/32y/WMssyalrLiTNN599x2148dPmIVg5XrjAQEIQAACEIAABCAAAQislID+ZbLSARkMAhBYEQGGgQAEIAABCEAAAhCAAAQgAIEVEOiu4k47khyemWQAABAASURBVHfTImnqlmvblbarbhX77kKwx90uCrvjrjvtRHvHygvAyktSe+OxHAJ4hQAEIAABCEAAAhCAQA8BFoB7gLAJAQhAoAkEyAECEIAABCAAAQhAAAIQqD4BXzetfpATRljkuR07ejTeBx3z0os0YX+aQQACsxGgFwQgAAEIQAACEBhEgAXgQVSogwAEIAABCNSXAJFDAAIQgAAEIAABCNSBQLolNtk6xDwixnvuucfaOzu2u+bbkLxGpMwuCEAAAusmwPgQgAAEIACBoQRYAB6Khh0QgAAEIAABCECgbgSIFwIQgAAEIFBFArkHlZRWBWVV57s28KnJGEl/KFc2cxxScFs3HIpZOnLvkRi6yloElmIFLxCAAAQgAAEILIEALiEAAQiMJqB/Z4xuwV4IQAACEIAABCAAAQhAoPoEiBACEIBALQikFc5kaxE0QY4jUBR2/PgxC/7fvqYc5n042IAABCAAAQhAAAILIYATCExAgAXgCSDRBAIQgAAEIAABCEAAAhCAQJUJEBsE6kVgc+/87T1OdZ+USQu+9913nxXtPC7/xjuAWfjtPdRsQwACEIAABCAAAQhAYCEEJnVS939rTJon7SAAAQhAAAIQgAAEIAABCEAAAk0kQE5rJ6DVTmn6QHLvIhXBC0t6KjJpGe4L/YZ1Udhdd91tyqGsON4S84r+eYEABCAAAQhAAAIQgAAEBhJgAXgglrpXEj8EIAABCEAAAhCAAAQgAAEIQAACyyfgS6u7t7xqKXeQ+qNIrTq3zJq5l/5GE9WMbiS/aVE2jdlrR3sYvTd4Ajt5bse3T8QcNF4eOvlo3NG92QsBCEAAAhCAAAQgAAEILIsAC8DLIotfCKyLAONCAAIQgAAEIAABCEAAAhCAQPUJdBdKU6Bx4dTr0nZdbF7klheFacFXC8BRNcyjLrz3xckGBCAAAQhAAAIQgAAEhhBgAXgIGKohAAEI1JEAMUMAAhCAAAQgAAEIQKD6BJiKSMeoCeuk7Z22tdttK3JfBPaF4CbklI4PFgJVJkBsEIAABCAAAQhAYBQB/tU1ig77IAABCEAAAvUhQKQQgAAEIAABCECgBgTS8mCyNQh5WSHqVln5TlblGiovcjNf+N0Xes1z2pcLGxCAAASqR4CIIAABCEAAAmMJsAA8FhENIAABCEAAAhCAQNUJEB8EIAABCECgygQ09ZCUFn5lVVfluCeJzfOIv33s1pTPIPX7Sa3MF0pjWdYVXP2tZ69RVPIpxXHcVa/1qrmex48e62QegmWuOKaZaUzzR+GLw7o72IsDn3G/txm4k0oIQAACEIAABHoIsAkBCEBgMgL63j9ZS1pBAAIQgAAEIAABCEAAAtUjQEQQgAAE6kZgwYuc608/LXmuP5JBESwzukIr2HHQYMGt5CaWZXd3xw1eIAABCEAAAhCAAATmIkBnCExBgAXgKWDRFAIQgAAEIAABCEAAAhCAQJUIEAsEakcgLv76VES0tYt+4QE7iYX7XLXDY8eO2d6Krxd7jq3uBNbCsGQ8IAABCEAAAhCAAAQgAIGZCEzbqQn/1pg2Z9pDAAIQgAAEIAABCEAAAhCAAATqTqCe8cdVwNzKC4ZW+4dWPKXpE3ESJulXpKfvXaEeY9KPh71C4RIKBCAAAQhAAAIQgAAEmk6ABeBGHWGSgQAEIAABCEAAAhCAAAQgAAEIVI2AljiTfKUwrga6jUufVYt12ng8j3iLq9uYT8qzbPt9pr1xIdx5qHd/q1E11dnXznPbKdqWex7KKy1m+2ZKrzrBEgkEIAABCEAAAhCAAAQ2hAALwBtyoElzAwiQIgQgAAEIQAACEIAABCAAgcoT0FJnXCasfKRLD9BXSEUjjaMF1LR4murqYPOinIXt+7O/nmIdUqhfjEQMAQhAAAIQgAAEIACBMQRYAB4DiN0QgAAE6kCAGCEAAQhAAAIQgAAEIACB+hHYhAXS3Ruk63d4iBgClSRAUBCAAAQgAAEIQGASAiwAT0KJNhCAAAQgAIHqEiAyCEAAAhCAAAQgAIE6Ekg3ziZbxxyIGQIQgAAEVkmAsSAAAQhAAAITE2ABeGJUNIQABCAAAQhAAAJVI0A8EIAABCAAAQisl0Aw0+82S6YplkHqjzC1Ml/8jWVZl+6W7W9djxrF7jTi3/0tRyw0UrmOMgQgAAEIQAAC0xKgPQQgAIHpCOjfGdP1oDUEIAABCEAAAhCAAAQgsH4CRAABCEAAAhUhMGjZsyKhrSCMLARf9A1xpM5rLPICAQhAAAIQgAAEILAoAviBwAwEWACeARpdIAABCEAAAhCAAAQgAAEIrJMAY0Og3gSYikjHrykkCt3KnJLCQgACEIAABCAAAQhAAAILIzCro6b8W2PW/OkHAQhAAAIQgAAEIAABCEAAAhCoE4Gax5ruEU225unMGX7u/aVl/kRy4WNIbpbyzFqZheDHs1jmKEsJHacQgAAEIAABCEAAAhBoLIGssZltVGIkCwEIQAACEIAABCAAAQhAAAIQqCoBTT0k+UJhDFNWdXFj41606CuZMLgmXzqdDpX8anFZ0niDNJ3H/tYHDxw03QCssfr3UgMBCEAAAhCAAAQgAAEIrIPA5v5rax20GRMCyyCATwhAAAIQgAAEIAABCEAAAhCoH4Gehd9c267aJaK7f+sYd+1AmxkxQwACEIAABCAAAQhAYEICLABPCIpmEIAABKpIgJggAAEIQAACEIAABCAAgfoSaMK66f1OOcWywPRSfc9CIq8LAeKEAAQgAAEIQAAC0xDgG/o0tGgLAQhAAAIQqA4BIoEABCAAAQhAAAIQqAQB/fixNGUwqUuyU3avTPMmrGJXBiaBQAACEBhIgEoIQAACEIDA1ARYAJ4aGR0gAAEIQAACEIDAugkwPgQgAAEIQKBOBMp/eTatdsqqvk55DIrV8whdmfIZpP5+moyR9LdzZTN3IclVf+vZa7Q2K59SHMdd9VqvmuMZ7MDWActaLQtBo83hiq4QgAAEIAABCAwgQBUEIACB2Qjoe/9sPekFAQhAAAIQgAAEIAABCKyeACNCAAIQqDUBX+mM8ScbN3hZIgEty0rLGEJ+W1tbdr/7nWIqL2MMfEIAAhCAAAQgAIGNJUDiEJiDQDZHX7pCAAIQgAAEIAABCEAAAhCAwAoJMBQEmkFAd8k2I5N5s2jCpIwWfg8dPGTGHcDGAwIQgAAEIAABCEAAAosiMK+fJvxbY14G9IcABCAAAQhAAAIQgAAEIAABCFSdAPE1kICWwqVCq6g1za+wwg4dPuTrvzVOoqbsCRsCEIAABCAAAQhAAALDCLAAPIxMLeoJEgIQgAAEIAABCEAAAhCAAAQgAIH1EfBFT63eSqYplkHqj06LvpJ5d2n8D2L3+6hCjRZ/i6KwA1sHrJW1qhASMUAAAhCAAAQgAAEIQAACTkD/MnHDEwIQqB0BAoYABCAAAQhAAAIQgAAEIACBChDoruJOG4l3Ky/85tp2Tetm7e09iRCCPeDUB1irtbX2cBoZAElBAAIQgAAEIAABCEBgSgIsAE8JjOYQgAAEqkCAGCAAAQhAAAIQgAAEIFBfAkxFpGNXx/XecuzBF38zX/yVDh86bHke72tOTbAQgMACCOACAhCAAAQgAAEIzEKAf3XNQo0+EIAABCAAgfURYGQIQAACEIAABCBQYwJpyTPZGqcyb+i+eBpdJBs36vWio5h0+PAhO3z4cL0SIFoIQAAC1SZAdBCAAAQgAIGZCbAAPDM6OkIAAhCAAAQgAIFVE2A8CEAAAhCAQB0JaOohScuFykFWdSpvnpS5ZL74K5vJunRHbR1oKE6pHGuWZfaAB9y/XEUZAhCAAAQgAIGZCdARAhCAwHwE9O+M+TzQGwIQgAAEIAABCEAAAhBYPgFGgAAEINAUAr7Q2ZRUyGM/gZNPPmV/BVsQgAAEIAABCEAAAtMToAcEFkCABeAFQMQFBCAAAQhAAAIQgAAEIACBZRLANwQaQyAu/vpURLSNyWrmRJzEzH2r0FF3AScpnlYrs/vf/wEqIghAAAIQgAAEIAABCEBgBgKL6lL3f2ssigN+IAABCEAAAhCAAAQgAAEIQAACVSTQrJj0y8+Wm0VrDXloNVuaPh0nIRpWLJGHIpOmj258D8WdlFqfeuqplrVaaRMLAQhAAAIQgAAEIAABCKyBAAvAa4A+/5B4gAAEIAABCEAAAhCAAAQgAAEI1IVAWuaU9aXIuNjpNi591iWHYXF6Hru3wCq/Qervm1rFhXDn4V76G8Wa+V7kNy3QpjF77SwjJJ/RvzuQdROfJ510kp3mi8AWkzMeEIAABCAAAQhAAAIQgMAaCLAAvAboDAmBuQjQGQIQgAAEIAABCEAAAhCAQG0JaKlQS5CytU1iMYEHszKFXNuuxThfvhfFHuUxR9sdMoRgp9zvfnbw4MFuDWZmAnSEAAQgAAEIQAACEIDAjARYAJ4RHN0gAAEIrIMAY0IAAhCAAAQgAAEIQAACzSHga6e1TUaxR/nqb7TdTPI8t0O++Hu/+51iITDt1MWCgcDUBOgAAQhAAAIQgAAE5iHAN/F56NEXAhCAAAQgsDoCjAQBCEAAAhCAAAQg0CQCvnAa00k2btTrJS38yu5F3kmocxfwgb1qShCAAAQgMCkB2kEAAhCAAATmJsAC8NwIcQABCEAAAhCAAASWTQD/EIAABCAAAQhUk4AvfaY/iGuaYhmk/shTK/0GdCz7mmnmCq7+1rPXeHQmn1Icx131Wq+a+il/0qiOBw8csDPO+CnLMo04qiX7IAABCEAAAhDYI0AJAhCAwGII8C18MRzxAgEIQAACEIAABCAAgeUQwCsEIAABCFScQFxmrWyM64ouhGAnn3yy65TKsiEwCEAAAhCAAAQgUCkCBAOBBRJgAXiBMHEFAQhAAAIQgAAEIAABCEBgkQTwBYFmEmAqIh3XupPQXcBJKadkVa/8HnTGT9n9TmYROHHBQgACEIAABCAAAQhAYBCBRdfpu/iifeIPAhCAAAQgAAEIQAACEIAABCAAgfkINLS37kdVasmqXHfpd5ul6fPIvYukX5H2Yu2eijtpWPBbB7bsQQ96kG1tbQ1rQj0EIAABCEAAAhCAAAQgsGACLAAvGOhy3eEdAhCAAAQgAAEIQAACEIAABCBQNwKaekhKC7+yqqtbLr3x+sKvbnWVTEu5g9Tbx3ZbmjC43EtPo2pvpkVfxZ2UIhYKKW3LavH3oQ8504p2biGEgVI7BAEIQAACEIAABCAAAQgshkAT/rW1GBJ4gUDVCRAfBCAAAQhAAAIQgAAEIAABCDSHQDDT4mlKKNe2K21X3Sr2KI852jEBn3T4JHvwgx88phW7IwFeIAABCEAAAhCAAAQgMCeBbM7+dIcABCAAgRUQYAgIQAACEIAABCAAAQhAoHkEfO20tkkp9ihf/Y22J5PM68syb3T66afbGWf8lIXgGz3t2YQABDoEeIUABCAAAQhcuhAaAAAQAElEQVRAAAKLIMAC8CIo4gMCEIAABCCwPAJ4hgAEIAABCEAAAhBoIgFfII1pJRs36vWiZdykSSM//fTT7PTTz/Dm6umGJwQgAAEIJAJYCEAAAhCAwMIIsAC8MJQ4ggAEIAABCEAAAosmgD8IQAACEIBAEwjknkRSWu2UVZ3vqvXTFzHTH8Q1TbEMUn+CqZV+AzqWHYfulu3927n9PatRozilcjSZBScQLISOiixYWdZ9qN3pp55qP3Xa6dZSD889SN1+IXT6h7DfdrtjIAABCEAAAg0lQFoQgAAEFksgW6w7vEEAAhCAAAQgAAEIQAACCyGAEwhAAAKNJOArfTGvZONGzV+Cxy+54TkRgSzL7NTTTrXTTjvNVJ6oE40gAAEIQAACEIBAUwmQFwSWQIAF4CVAxSUEIAABCEAAAhCAAAQgAIF5CNAXAs0m0IQ7fxdzhOo+KRPv3PW1fNlpibRaLTv9jNPttNNPM5Wn7U97CEAAAhCAAAQgAAEINIHAsnKo+781lsUFvxCAAAQgAAEIQAACEIAABCAAgXUQYMwNIqClcEm/Ir2stH19Vr80vRT3ijtplgFCCHbmQ860h5x5ph08eHAWF/SBAAQgAAEIQAACEIAABAYQYAF4AJTqVRERBCAAAQhAAAIQgAAEIAABCEAAAk0hoEVfyfTL0S4t0nZyW+yr/KYFWo03SLOMmHzK/yz9y312tnfslJNPsYc//OF26NBh3+VA/JUnBCAAAQhAAAIQgAAEIDA7ARaAZ2dHTwishgCjQAACEIAABCAAAQhAAAIQgEDzCPg6Z3kBNde2qy6JKvYkxZwWhVWeXkX8GeizHnaWnXzKyd69RiA82oU9cQQBCEAAAhCAAAQgAIEFEWABeEEgcQMBCEBgGQTwCQEIQAACEIAABCAAgeYRYCoiHdM6L3Mq9qSUz+xWnsy2Wlv2sLPOsrNcp5xyimVZ5i47+7zAEwKNJkByEIAABCAAAQhAYJEE9E16kf7wBQEIQAACEIDAYgjgBQIQgAAEIAABCDSQQFrMS7YJKZbvg50iH3VT82RVrpkWexSTt2Ba/I1/G/gh6W8Dp301A0S4EIAABCYjQCsIQAACEIDAwgmwALxwpDiEAAQgAAEIQAAC8xKgPwQgAAEIQKBJBDT1kJQW8mRVV/c8ffU2dGW5JzNIXt3zVOaSeVfZTNYlVz1N59oUZfmU4jjurdd61dRP+ZPUUbYs1Q1SFjIbpJAFy1yt4LakVtay+59yP3v4wx5mD37gg+zkwydZK2RWHqtctg1/5EVho7TheEgfAmMIDHrvLteN6T52d9nXoPJYB3M2GDRmuW5O92O7l8caVB7rYM4Gg8Ys183pfmz38liDymMd0AACEIDATASymXrRCQIQgAAEIAABCEAAAhBYDgG8QgACEGg6AV/obHqKVcovLgJXKaARsaRYy/ZAa8tOO+1U0x3BD3zgA+3ggYMjPGzurqy0eD6ovLlkyBwCEIAABCBQYQKEBoElEmABeIlwcQ0BCEAAAhCAAAQgAAEIQGAaArSFQOMJxMVfn4qItvHZjk3QSYxtU+UGugN3WfGFLFhSlmV26PAhO+OMM+xRj36UPeQhD7GTTjop3lFcFIX5c1lh4BcCEIAABCAAAQhAAAJLIbBsp3X/t8ay+eAfAhCAAAQgAAEIQAACEIAABCCwCgKbMUZQmrlZtLbxDycRfzi6qCkPxZ20ioMZQrADBw7YT/3UT9nP/MzP2CMe8Qg788wz7f73v5+1Wi1fCN7c/7MghGAhDNcqjg9jQGB2AundMNnZPU3WM42T7GS9Jm+V/CY7ec/BLZOfZAe32qtN7ZLd2zNbKflJdpyX1C7Zce3H7U9+kl10+0X7S3EmO84/+yEAAQgsh0C2HLd4XQwBvEAAAhCAAAQgAAEIQAACEIAABOpOIE2AyvoCXVA+buPSp8p1liezuwKqKZZB6s9PJCTz7lJh/W2qXJNS1lFcdZy64zeNeT9f+NVi8CMf+Uh7zGMeY2eddZbd/wEPsPvd7/4Wssx053Bq2+kXbFjMeVHYKLXz3GZV8ptimcUmH8Os8hulYf0mqU/xhhAshMFKbRZt87yYmfusx6u3X2I0KrfUZpHWT0lT/qOO6yr2mQUzVwiZhSHS/pmknxGI8jH83LJd+ZWqevP6RUt+o9vuGLvbXrk7/l5Z7yXB885aLctag6X9u8qchL//hGjNzP3rOPWeV/u22/7+Mkj5jp//ku/f9x6kOtfQPmrv+4f21/6SBvlRnffPi7bpvLZ9D32CSZ1K7d9Tp32nn8pSEX3stZl0W32l3vaqk3rrtZ3qZdtmoRNnCMFCGCwb+lBfqdQgmH+OeJ0fV9XqOi38Rblp24fojJMVFpJC6NTNaOUXQQACEJiFgH8UzdKNPhCAwNIJMAAEIAABCEAAAhCAAAQgAIHGESg8I5849elTLzTkGTwPyc00T+8iGqlLrm1X2q66VexJijUtCqu8SoXQgRZ8teW00063Rz3qUfboRz/Kfu5nf84e6eWHPexhcWFYdwo/6EEPtAfc/wF2//vfv0+qH6VBfSatS36Hth8QT2/b5GOY7W3fuz2s3yT1e77Erqx+jntt59/3AF/MP+20U+2M00+fQGd4m15N0i+16e2r7f37Tj/jDBumM05X+wXrDB/fNWzMVdWf4TEsTenYnuHHuazd+g6DhY4v32ecZmdEJf/a9hi0b5DEYNQx1v4k9Y+5yOfp9sAHPtAe/JAH2VkPfYjroQN0lr9Hef1ZA/RQ3/dQ1Z/pbbz/WZKXVad9A/uk9t5ud3+5n++P/ZP1MXbbeV25vDvGmfbQs8o6y7dd7uehrrPKOkv+NLb0UI9b6o4v3+W2sezto/V2fdb3qY+PfVbMvezH9/W1dx894z/Uc9iL3WP2/Q/tlftRHn3abXem59vRmWc+JP4Khd6XTj75ZJNOOumk+GcJQtDnkX8yxkVnt+nDUNvdBeNUtW6r6JLWHQvjQwACyyPAAvDy2OIZAhCAwMwE6AgBCEAAAhCAAAQgAAEINJ+AporrmqViT1pVDrrLSmPJJmk7BN3ZW1iWuc1zK3xW+8CBLTvFJ+dPO02LMGf4IsyD7MEPfnD82ehHPOKRbvf0yEc+qrtw/Gh79KMf3aef/pmftp/92Z+1n/+5n+vRz/h2Uu++ve2f+7mftY5+3u30+vmff0y8w/kXfuEXbJAe+7jH2i889rH2uMc9bqie8ITH2+z6Re8rPcFtSb/oPl2/+EtPsF964i/aE3/5l2bSk570RHvyk59sv/Irv7JPT/6VJ9mTf+WX7UlPfuIYeZsnDdCTvc71lKf8iv3qrz3Ffu2pvzpcv/Zr9mu92m2vvk+xp7qPQXraU3/Nfv3Xn2a/8Ru/UdKve1l14/Ubv6E2ar+/f8fnr9tv/uav22/91m/Yb//2b47Qb/u+Xu1v//Tf+S373af/tv3e7/5Oj57u279rv/e7v2v7pfrfsd/9vaeP1O8943ftGb//e/b7z3zGCD3T943Q75f2lcvPfKb9wR/8gf2H//AH9qw//A/9etaz7FnP+sMx8jbe9w//6Fn2R8/+Q3vOc55jz3m26znP7pS1LcU61Q+T2vfruc99jv3x855rz3v+H+/pec/zssvtH//xH9tzn/tce7aPMVjP9n1/NETPtud43z92Pc99deTjxLLsc+15GnufNK72Sc+z5z//+faCF7zQXvjCF9oLX/SiAVL9C7x+kHzfC71P7OvlF7lUTnrRC+xP/uSF9uIXv8j+9E//pKMXv9it9Kduy/K6F5e3U9nrU9+S/V9e8qf2kj97if3Zn73U9WcuWalbfqnbl/r+Xv2Z10var76yrpdKXv/SHv35S19qL3vZS+3lr3hZv17+cnv5y70+WpVfbq94xSs6+o//0V519n9xvdLOfvWr7OxXvdJe+cr/7HqlvfSlf24v+pMX2XOe81y/dn/b39eeYo9//OPt5x/z8/aIRz7SHnLmmXba6afFX6zYOnDAtg60bHvnhAVfqdlpb/vHWmHt9o7ledvL+QLkLkpP/4iM/xte2ZZ2U4QABBpEwN9WGpQNqUAAAhCAAATqT4AMIAABCEAAAhCAAAQ2gYBmXpVnsirXTGGF8YYQLIQwdMThezpd1DWEYFok7lfn56L1k9EDFXy/K/4UbJbZtHbP57Dx56z32DLXqLj2YvBcPIfptlN8qW9328fUuNP5Sj72rOIe6CP4OGmMkdbb9eSkvwndylom2dIfvRdx7/bkAYQQ/Dw3l9usK6+zOR+Z+wghDPEyLN5h9UPczFEdj7/Hpzj3lb2u43ZULNpXdJh5+xBCqWylcrC+R+E1SV5c6FN+xzuMLUII++IMYW87NpjyJQT1z6LPKbsOb658pOEtpt4TMo8zymPNeuQ5TO1wUAfFLA3aV65Tm17FZdJyI4tMDx8+HO/41Z2/ugP45JNOslNOOSXeGaw/S/Dwhz/cHv+4x8f/Yea3fus37Q//sPM/HrzQF+Jf5IvwL/vzP7eX/fnL4kLyX/hC8kte8hJ7yf/yEnvGM55hv/Wbv2n6n3oe+ahH2sknn2T6qXD9D0+26Edwh0le5AkBCDSTQNbMtMgKAhCAAAQgAAEI1JEAMUMAAhCAQJUJaAKurCrHSmzVJqDJGElzy7KZTzpLFfuFyKEQFaekBrJlqW4RCiHEifYQOjb5DGH/dromM/N659iJpbDytuWFdeptoLU8j/Xm7TIz77tfoShiXfD9HbUtK3KXtysGq+XxJKWx5b9fbbO87a3zffI1EUsKfqKoLDtIVng85v3dTyeu3GPbr+DxTqPMg9aYmUflRcv8P9ngLPZiMN9rHn+xy683P53XUstbDpP2y/de37b7lAq3+xV8uEFSnJnHGK036MRoPqpZpnPG3ez5L5yP13udxpZa3mZPhbU8oJb3luJ+L3tVzLPXyq/qzM+jKLH2YxbMvNdgKaY+eetO3IWXXIVZeXzFMUxqtyeP38dP21taWHNfwazDwm3oUYzFMovWd2ZR2nai3rflEZXH1nZSqg+710dhveXe87IV41OcIeYY8uB9fKxc8nJhPqLk53bIY1xi3Cf5CWatYJb5NdCvtrUy71/4fpdiDt4umFkofKw+qd7cV9iVxtT10OmXe1xl+XlabLuv3M/Vtp9XuUv9C+/vtuiotXt+FR5rvxLDPuux6lwM5g/xdX+KpxNLYZn77Zd5PFKINrPMWh51x3fu8fVL+wfKBxNTxZ+Zuack9+Gxyad145KNP7/g70fezccOLtunLJiVFd9P9J4StddWsci3ctf4+8d2HxpbKrzsUvtd+eCKt+VZR+uMZDMx8H06lmUF63AMZt6iI7WPMnMvUnDbkeLS+Rz8/dZ0zbdzcxdmziEzs8w3dM21t9smH5l7LdptU10rMzv58EE7fOiAnfqA+9lpD7ifPeTBD7RHP/KR9rjH/oL9+lOfas/8/d+3P3nhC+0//ce/CjZ4JwAAEABJREFUsL/7P/7O/vv//t/sv7zylfbiF/2J/e7Tn25PeuIv2yMe/gg747TTrTNmsCxkJvbt7R2T8h0/Lz0e7ZeC3pO6Kpxb4deUud2T8YAABBpKwN8dGpoZaUEAAhCAAAQgAAEIQKBOBIgVAhCAAAQgAIGhBEIIFkIYun/eHfIszetnWf0V2ygtZ9xi1+2osff2FabFlD3tdl95IfNzJfPAMrduPC7bJ1vmwxezOu6Ljhnw2heTN1WdFnIUc1IIwUIIAzxMVxWyMNKPr4tZcJe7VmVfyIp1Xl72M8anGMvyvP3pQxed2GI8Kpflu7vPEIKF0CP3p92ZFsF9n8qLVRHdBX+VzGPsyCumeIYQ+mPv1g130xm7f38RFwQ751Jmob/B5DXDhpjcw76WiqWszHPck3ncHYUQLIQwGuXCYivMR3LJdrQv6BEbwXuFoFezEIIt8tHxVthpp51qDzvrYaaf+H+mLw6/0BeH/+Iv/qOdffbZ9t/+23+zl738ZfYHz3ym/cJjHmMPf/jDvP1pdujwIV8PzhcZDr6WQQCfEFgBgWwFYzAEBCAAAQhAAAIQgAAEIAABCIwgwC4IbBYBpiLS8a47CS0WpVyaa4uKpKblAGlZ4ehslGbxL0ZabJAtS3Wz+Ov2iXepdcsTGY2dGqqclOqmtaX4Fcsg7bpUW42XKlROSnUjbDy0al9uI5/d7UFjq66723bv5tutMNu330Y/+sZXLEmju/bvVdy96m81XU2KZZCdwJNYJE3QfOomybfeFKVpHez2d27l8lg/3n732Kfy2E4DGqS+PTaeFwOap6pyrCrHWNLOaWzvce3GMWr8uC+1c6vxpWmG3W07ZPzd/cMKPm7MuWyHtR1VX+6/V87bO7azc8LyYscXmAvb3vZyvmNbrcwOHz5op556f/vZn/lp+/XfeKr92Uv/zF796rPtlf/lL01/7/gFL3i+/eqvPcXOOutMO3jw4O7gRVFY8K0Q4quXeEIAAusgsKoxZ/1mt6r4GAcCEIAABCAAAQhAAAIQgAAEINBkAhuWmyYclXKyKtddhScguZnymXt7qVgiDkUm+VALfyrupIU7X7tDUYtHxyORdTP1U/2SxnTWcEm7TVWRNlSW0vaUVgsj0tBuQ+JUn7igNcfYQ8cs7xgyfrnJqLJilEa1Gblv3vHlfB5G3jfG71aueqXqQeptN/O2O9f4i3wvki9p5pjUcW4HcjK9NGzk4eeF7EAPvm/sHb9yNLBztSoV5iCtK8oUy7jxJ203zk8F9xd+bkmThBZ8STd0G5566qn20z/9aHvSk59kz3veH9urXvUq+7u/+zv7y7/8y/i3iB/72MfaGaefYQcOHLDgK0MhpJ5dBxgIQKBRBPwyb1Q+DUmGNCAAAQhAAAIQgAAEIAABCEAAAk0hoKmHpDTRKKu6uueYFk3c9t0FpMUBqT9H1UoWfJ+jUG8vLfwpv2mBVuMN0iyDJp/yP0v/6vcRKWUnDYpW5640aJ/q1F9SeZzkp0dxWL0kyYfKsjphBsjKPtTOpcVbN/ueqitr305tyI+slMYs29LYatIn3++LERZV9mUTPkrcimn6K0bX7mJdOY4Jh47NSuNHprHSrNgarO7uaDSk3gei1UtS3DvmxWP3BR8fpNSunH/L6wfJq/c9S/HPwi/GIIcpdlltTyPF7VJK47rpeOl8FLc+yYHGd1/xfFK5V2qjnF3y0ysxGKVB8clHjEW+1SBZlSVt+3gqprh23xQ9vt2y4o6NeIHAagj46Rd0TuoUdbV32hZCsFarZY961KPsaU97mv35S/7MXn322fbKv/zP9qcverE95cm/Yg958IN9Qfig6e5g72B5nlvb5S580z26jxCGW+MBAQhUlgCfRJU9NAS2sQRIHAIQgAAEIAABCEAAAhCAAASaTyDsX+rJte2qS+KaGE5SzGnNQ+V6S1kpA9kkbWvBR1J5QsWFpNRWfaW0bWYTF1Mc3l9F04nSqyHOFIM0ZPdutdpIuxU9hbhQp8GlNHZPm7iZ9snGisleNLY0WesBrRRXUto9TQzONi76pb4z2n1D7tsY4TDFLTusmXwN0rD2pXq5lUpV/UU1SEp7NV4qL8tqzGG+y/sUS6+G9VtUfXl8nR9pu2zL9auOb1F54qcxBNKpOSShEIKFEOzw4ZPsoQ99qD3+8Y+35zz72fZXf/3X9td//Vf24j/9U3viE59oD/YF4ZMOH7bM2w5xRTUEIFATAiwA1+RAESYEILAZBMgSAhCAAAQgAAEIQAACENgcAqHGqSr2pBqnMSL0lJ3ssGaaVksa1mYR9YpB0lhT+kt3P47rNmm7sh+t+sftFNug+FQ3StGB2dDxe/qmdsl2u5sphiTbeyjGQbLkNzXt3R5Xn/aPsYPG7tZZjNn8keKW9c19z2Fx7Ws0YiP1d5uYle1uT42dtFvpBa9TvLu83M/Ysndr5LN3dS1tJ9vIpEmqhgRCCBZCRwo/hCCzq3gV+2nbsmBbWcuKom2nnvYA+8UnPM5e+MLn22te82o7+9Wvsuc+99n2C499jB044G0st9zb5flObF/4tkW5o13PFCAAgaoR0PVetZiIBwIQgAAEILCJBMgZAhCAAAQgAAEIQGCTCKQ502RrmHuoYczjQy5nVS6P77ncFt1YotFJ06vljr7fexp7f+16twRGWm8Us4+u2KXZPczXU2NL83np661Tpa9y0oolxDPp0BO1S/ElO1Gn1AgLgeoR6C4UHzx4IN4F/NSnPc1e8YpX2H//7/892t/6zd+yhz384Xbo0CErct39rhTmusjlAEEAAkskwALwEuHiGgIQgAAEIAABCExGgFYQgAAEIACBJhPQJGFSmiiUVV3d8/aJf90dJw29K64/R03GSPpzm7KZ45CC2/7Ws9d4dCafUhzHXfVar5r6KX+SOsqWpbr6S5RET5nISqqTVDdIOp+Tuvt1p2W3aLvnx25Ft5D6lGzQLr0kaTvJT5Iy8FSOd2IlH9225fFVHqRu0z0jH2lL46dy16bxku1WDzfyN0rDe3b29PTVz0SX1Wk0/DXF2Wt3eQ3v2tnTM/5uv1TfaTX0tXfc8rbeAIZ2TDvSOMNsajfM5qa7+3SnXrRldioP67Zb3z3f+vIeFo/qU2ddL0mpbpz18SIX9Rtw/u3rrv3B81NlZkX8HX3vVz7PtWsSiUXSbnv5393oFsr5ab+PZ7JStwmmUgSKQueUWbLVCG7yKLKQmRRCsBBC7KhcyoqVo17Sud1jg3/xkFoWTPJN0xntsMzafq77Im++s2OnnHyyPebnfs7+8FnPstec/Wp7zatfbX/0h39oj3zEI+zkk0629s4Jy9vb7qXw7xx5n4wHBCCwNgLxml7b6AwMAQhAAAIQgAAEIACBTSdA/hCAAAQ2ikDRzTbZ7matjSZkpWomocikakZX5agSNVlpybFqiKTdoVSxu0EBArMT0Kkkze5hRT312SBNOpySkiZtTzsIQGAYgRCCL+IGXy0f3MJ3m3TG6WfYb/z6b9hfveav7H/727+1l7/s5fa0pz7N9HeDzbsP7k3tLgEKEFghARaAVwiboSAAAQhAAAIQgAAEIAABCJQJUIbAZhLINzPtAVnXfVJGNzMOSKtBVXU/QjoUykFSGUEAAhCAAAR6CPTcGWxpe8id/7prOGuZbe8ct1NOOcl+8RefYC94wfPtf/yP/2Ev+/OX2VOe8hQ77bTTLGTBdKfyTrttue4mLgrLXT2jswmBjSKw6mT5Brhq4owHAQhAAAIQgAAEIAABCEAAAhAwg0FjCOhuNWn6hLQULsVfkJ6++9p7KO6ktQczdwA6hr0a51RHL2lc2zH7px16jLu93QuKb88hJQhMSCCde7ITdhnarPcCSdtDO4zfkRa5ZMe3pgUE6kNAd+HqvE6aKXJdt+k6S3aYo87+zFeanvCEx8XF4LNffba99M9ear/0S7/ki8EP8MVg9ZVPSWUEAQisgoBflqsYhjEmI0ArCEAAAhCAAAQgAAEIQAACEIAABOpDwCc9dRusNOROmUG55GaxdfypRJ+odS+DmlW2Li361i3ugUB17OIkuWejsrnd1bCJatVLAz1OWampuQHahawTZALFv9yY/HRDUF7dIgYCqyOga8Plp218j5trYF2P7mv3mtR2r6YcQNeFNGU3mkOgFgTiua1rZtZo1VdS/95rTfWFhaCL20x/m1itTNdn8JLkptXK7LRTH2BP+MXH2Uv//CX213/1V/aiF77Qfu5nf9YOHTpkedG2nfZ2vDvYm/OEAASWSEDfDJfoHtcQgMDEBGgIAQhAAAIQgAAEIAABCEAAAptDwCdKi1K2ubZdpapKFxV7kgJN65Uq10vKYlTEI/Zroj1plIvefRNt954M2h6lIU6XFt+Q8aiGgAjoVO38by5mKs98Ho64/mzehxazkub1RX8IVI2Azu0Uk8pS2p7AxmvWrz/9j1GpHLt5XbTpRduFBW8nxZ+P7u4K1vnvAafez57yq0+2//SXf2F/8zd/Zb/79KfbQ88808wXkgt+Etp4QGCZBFgAXiZdfEMAAhCYkADNIAABCEAAAhCAAAQgsDkEmIpIxzqkQg2tYk+qYfg1CLkw8wn1Xdmkjykn+Sd1S7uFEdgcRzV8ry9qGPPmnFBkOhWBOc9lXQv7/s8u/0waMX5ayE02Nc3jAm/n20KWZfagBz3InvWsZ9l//a//1V7x8pfZk578y3byKSfFu4KLou3d9BnWK6/mCQEIzERgzneCmcakEwQgAAEIQAACewQoQQACEIAABCAAgQ0ioElApZusyhuqNJeabA0xNOMojsti3P5VHbhRJ8qofauKj3EgUCKQTklZqbRrumJVrr/poh7Rml0QqCEBXYeSQk9W5RkVgh04cMAe//jH2Yte9CI7++yz7Q+e+Uw788wzLYQwo1O6QQACgwiwADyICnUQgAAEIAABCEBgJQQYBAIQgAAE6kxAdzkMUp1zWk7smnpIShN7sqpbzoir8+p57N4ho3wGqT+a1Ep/Ni+WfYEkc+mGz/7W1atRnJIiky1LdbVSPH5+FKL142llef1uMuU7krqV8Q4pbyPbrVqMmeJk2P1pzhSfRxDrtO1lnhBYOQG/Jszlp7HJSrpGpKljCd7Dfe27LlVXljeZ5hnjSNeHfLtUJ8lPtF6nMoLAQglM7ywvOueqvm9O1Hvf+evnsW8XebCOCreuYr/2+/U+umbLlbufj9qna6+80yxkwUIIlh6Ftf3rjavITbXpO0LLt/RdJ/P6It/xWHLbylr2oJ96oP3+M37f/va//q/2yv/8n+0Jj3u8Hdw6YJYXdtAXilvuJHMng2UWQhgp4wGBDSagq3aD0yd1CEAAAhCAAAQgAAEIrIkAw0IAAhDYVAJxUaBJyQdPRnLDs8YEdAx7ldJZ9Umbxks2xdFrx+3vbc82BOpKoPfaTNtLyodLa0lgcbsSAun8TXYlgw4fZNDVGkz/mb8WUZfgB9kAABAASURBVJkv4mqR+zGPeYy94hWvsFe+8pX227/z23byySf7YnJhwx+j9g3vtZY9DAqBNRBgAXgN0BkSAhCAAAQgAAEIQAACENhsAmQPgY0lEOfpfCoi2o2lsJu4k9gt17EQNuI49iYZVnSoNG6SD7mqYX0onhBYDIE6vsPVMebFHC28NI2An8tzfW54/3gnsOwwNvqMGrZveH0IwUKQzG1HZrltHcgsz9u+4Nu2Rz7q4faCFzzP/uZv/tqe98fPs7Meepa1spbt7OyYFoqNBwRqRmBd4Y66gtcVE+NCAAIQgAAEIAABCEAAAhCAAASaSmCz8wpKPzeL1jb+4SR8ytNMv664LBianpWW4V9xJy3D/3p9ipqOkKyUolnXyesxxJ92dmtdrSuUhAILgbUT6F4LC4tD17w749pyCDxrSyCevzqXXfrcmCkR75s+a2L/6DSW9l4muf5SG9m9nvtKHmPQb0PHb0Qat7O3vdO2+9//fva0X3+q/a9/+zf2spe/1H75ib9krVbLvzgZDwhAYAICLABPAGn5TRgBAhCAAAQgAAEIQAACEIAABCDQVAKazEvyCcA4h+g2TvQ1NedheXXqE424EO48RKOzZ7Gv8psWaNOYvXaWEZNP+Z+lf/X7iFLKzg9QPFCaQpMUvayk8rzSWD3SkHFMFSSNoXi60q3XUpyc9/06IOU7tQqPTVI3BIHGEuheD/E66F5DvpBkZY3Nvaef2qv/Bn8+CQGqMYFB569/TEyeUfeaiB3UUfLPlPiZJBt3+IuuP+1z6TNokPQ5tU/uW/H1St4K+fOCX8/B+0j6W8Lm12LQEL7/sY99rL385S+3V5/9KvvlJz3RDh86bHnbfaobggAEBhIoX7UDG1AJAQgsmQDuIQABCEAAAhCAAAQgAAEIbAwBTfBpsk52Y5IenKgmNEt7cm27SlWVLuoIJinQNPercr2lrJSBbDpXVVbdnBrVXcc+abedKrSh8ctSXVeqjhPz3W0MBGpNQOe8tKYktDC1pqEZFgKLJaDPr+TRy9Oe274Iq8VX8wXZ5GW/1YdPkvboui1LdZPK4/OFXttVb7+9/VoUfsQjH2F/8icvste85jX2jGc8w7Ksf4lLPxMt9XpK2yly2VSHhUATCfRfHU3MkpwgAAEIVJQAYUEAAhCAAAQgAAEIQAACm0tAU6V1zV6xJ9U1h9FxD8lOK90jOy5jqi3FkuyoAJYx/qjx2DcpAdpNQmCSc3wSPzO24c75GcHRrXoE5vws2P2sG7FEqst1TYkfOHDAznzog+3Zz/kj+9/+97+1X3vqr9ppp51qeb5jO+0dK4q2R5Z3rRdLT2XUq9JuihBoFIE53wkaxYJkIAABCEAAAqskwFgQgAAEIAABCEAAAo0gkKYRp0xG3dQlWZVrpjXO/S6RVDmrcnmJQ8q1zoOyVLdPikXaV2mdm3/V0XhAoF4E4ukcXyaIW+d4ryboVp0mRAKBmhIYdo321q/u+gxh/9hnPuQh9sIXvMBe/Zqz7Xee/nQ7/fTTIutRdwDHz065kWJrXiDQTAIsADfzuJIVBCAAAQhAAAKVJkBwEIAABCDQZAKacJKanCO5JQI+4amfSZR2f7pw76cKLdaltntWkzGSfllRNnM3UnSz12zukuY15VOK47jHXutVUz/lT1JH2bJUV3+JkugpE1ltq+xSsvG4+nHe95OaaiN5m/Lf49XmSKnPAOnuq7KG+vCTpxxTjK3bWHczJnWrMBBYLQG/TnRO6lrpld4AtQqjc3ToNePnt/rHtir3Sten1L2G5Kusscn29FN79Y/xaANBYBEEVuhj3/nr57e2kyYKw/vsnv8q6/pKHXU9p7LX63J0Y/oMGqTUNFo1Vn9X/Gxz37txeTmOmWzssPsSQrAQ9qTvVr4Z9xdFbsHfH7Zamf3U6afb8//4ufaas19lv/Pbv2WnPuB+VuRtK9o7HqK387aFv58Uei9yKz8dRVe8QKCRBHRVNTIxkoIABCAAAQhAAAIQgEAlCRAUBCAAAQhAYIUEgo8lueE5FYFELdmpOi+gscZNWoA7XEBgXQR0Gg8c2xeE/Ll/lxpLqbavQdpRsuX2pep5ipMMO49/+kJgmQTS+ZvsMsdag+8QdM3vJacF4CTzxeAzzjjdXvD859vf/M3f2NOe+lQ7ePCgFcVe+5WHzIAQWCMBFoDXCJ+hIQABCEAAAhCAAAQgAIHNIkC2EICACDAVIQpS3Unohh/l0VyNOUK6e2n3rqVEYUyf1GwiqwlraaLGNIJAAwhoYUdaVyqLvH7XlQPjQkAE/Fye61Ly/nJTaeUenaTPyY60EKy7gc1yO+OMM+zFL36xnf3qV9lTnvJkO3jooLV3diz+4oovIocQLIRgmSuETjmEfms8IDAHgXV3rcOVvG5GjA8BCEAAAhCAAAQgAAEIQAACEJiXAP0jgRBfzZK1jX5o2lLSryHWEYTiTqpj/Ptj7kwem5Xt/haTbemITtZydCuPQyvsSaMbsxcC1SXgp/Lg4PxzwJ+D96XasQ1SwwXZ7vW76mEXFD1uIBAJxPNX57Ir/txxrJ3yxfvufh6O6Dr0+h7RZ9G7lG+vfAxVZVlmj370o+xFf/Ii+09/8Z/scY97nIWgPd6AJwQ2gAALwGs9yAz+/7P359+yZOV9J/xEnjvUrfHWQAFFVVFAlZjHQohJICFAwoZCElgDkgAjq+WpW17r7X/lXe2f2svd7ra07Harl5HUbUlusQyS3IaWLIEkJBBFUSNVdefxnJMR/Xx35s4bGSdyjsgY8nNufnPv2LH3s5/nE3tn5t37RB4IQAACEIAABCAAAQhAAAIQgEDfCWjpISouuilVWddj9zgmO6CKp0xHY9SyqmTeXGrD+ulRL2eXxJBX8Xu2tYbPhA1WvxohVUR5eXmpe/E666Tq5JUvU34duQ/yZ7L47sfrmKENBBonMJ4rulu+KL34aYyHDar8HIp5jXu9SMqG0lnaJMhxX/JBkqmQqlwHCAIdI1A2fjV1lg5DY19SA81BSfkyybBr8qGgkC9r0kBZ4q81J0+ctEceedh+5R/8iv3Kr/yKvewl91p2OLRjg70GPKJLCGyPgN5Bt9cbPUEAAhC4QYAcBCAAAQhAAAIQgAAEIACBHhBIPAbJk1Ue3iTL1U917MoVtTor36PkaFz/Vb5bUhTzPF50vtg2LpwXy1c5Vp9lWsVGq+riDASOEtAQ1wbw0TPjklBhnNeLY5nGp6tKwuZZVcawA4EmCeTfizy/6tgOv4QU/ff2pXO1bE7Gsti2Xam8e+3rXmf/v//+v7ef/dmftdN33LGWg3p1ilrLAI0gsCUCbABvCTTdQAACEIBAngB5CEAAAhCAAAQgAAEIQEALkV2lIN+juhpDN/yOlJV2w2O8hMA0gQ4d6S7lDrmLqxCYTWDDbR/9VteUcW13ThV08CCzxDe2s8MD2/MN7ff80Lvsv/tv/6l95KMfthMnj5v5uTQbWjaWWfnGd2bmraflRTwg0EoCG74StDImnIIABCAAAQhAoM0E8A0CEIAABCAAAQhAYLRyKA5aSVTaQSUd9Pmoy4uiWHT+qMXqS9rgQ/VRYREC8wkw7ufz6chZ3OwJgbL5qA8ws9SWsPP+TfuUZZndeust9mM/9iH7p//kn9gb3vAGGwyK22VqP90uHAlHVCjgCQLtJFAc0e30Eq8gAAEIQAACEIAABHpBgCAgAAEI9JmAFpLmqc+xz49Nd1BExYU0pSqb37KvZ7UYI+kWEqUDxyElnnYhZvkpyVeleamsU9JdTrrrL6RxNTemujpl0WjsSmXnVi2TnYLUvekpalWb1IdAVwnoRVDS3NP4rzsO9eMKrwGeqjvlbZzXMYJAlwhMjV8fxzqOWioObzMZ/zGvtGw+aq668h8C8nkzW6rLDSulaWrSlBl3N3G3p+Rlsc7k83qaWeIbwS+99yX2hc9/zn7h53/WXvbSe+3wYN8sG/o7sc6nXmekzFLLwtdpp24qyrM8INBSAj4NWuoZbkEAAhCAAAQgAAEIQAACfSJALBCAAAScQObSI6bKIwi0gYBWhovaol/5rifdqnByQAYCO0BA7w1Sw6G2wIWGCdB9lwnE8RvTOmPp3NuUoEwrscw3es3S4dDe8pa32D/+R//IHnvsE3bqplOWZdrkrRNgr20TXAsIsAHcgouACxCAAAQgAAEIQAACEIAABPpNgOggkCfAYlqk0fVFGd3oE2Ppb5o1G9rkzuRm3aB3COwGga6/Ku/GVSLKZQj4WN5oc9bbL9NNl+roQ0uJRncJ+3t9kpq+AfrmW26yD33oR+wf/qN/aK977et8e3ho5u0yzwmpZ40fCHSFQHMzuSuE8BMCEIAABCAAAQhAAAIQgAAEIACB9Qn0vmXmEUqerPjQVrikPb4Vmy5dXZ5JSzdYoaL8jlqhWUeqilq4Ou6vUk/qfKi7qEk/XqCVZmlSRgYCELhBwOeIb8rcON40N57r2uXZ1BTtIdAUgTB+NZZdvqm5nhve1iTNsTkWFpye07J1p5IkgJv49dKXvtQ+//c/b5/5+c/YnXeetsT/TU6SgUBHCLAB3JEL1Tc3iQcCEIAABCAAAQhAAAIQgAAEINB9Ar7yqc05KSyUarG0qKNRxhphLTGxSrcv8r25dxY3aGOfxTRff9l8tCn7i9p087woKTqpLAItp0ll51Ytk52CQrd6ymtVu9SHQN8J5OeH5qxLm115LUTgbfTaHduovvIqUx5BoGsEysavf85YPozxnJg00DybHBQyMuyafCgo5Au1u3SYJIkd2ztmx48ft3f+4Dvtn/3aP7N3v/vdduL4CdsbDCxJnctYHnWXQsPXHSMw2LF4CRcCEGieAB5AAAIQgAAEIAABCEAAAhCAgK8Y+vLhhEOqY9ekoOUZ+R4lV+P6r/LdlqJSBEqjdFxcFFfZNhR9ULqN/irtA2MQWJGAXgSlFZtVVT1snlVlDDsQaJKA3rNi/55fdWyHX2yL7fX+I8XjmGquzlKs04/01ttutU996lP26U9/yu655x7LsiyoH9ERRZ8JsAHc56tLbBCAAARaRwCHIAABCEAAAhCAAAQgwFJEHANaNo35rqXyPaprvi/nb4xO6awWGstRs+pQDoFdJbBO3Jpv0jptK2iTaT5XYAcTEGicwIZjWb/VNYlBm7/SpKD3GW3wKshMd/kq40p8U/zRd7zd/vE/+of2oR/9oN168012zDH7VrCf5QGBdhLwIdpOx/AKAhCAAAQgAIGeESAcCEAAAhCAAAQgEL7zWBgaXOBX921QXEuNaRt8WtGHfl7FfFT5/IpwqA4BCMwnEKZXeJpfL5zVC2VR4QRPbSWAXz0jUDZXi3Myf9yD8EtCVoS33nKLfeITn7DP/tJn7eUvv88/2d6omGaZST2InhB6QoAN4J5cSMKAAAQgAAEIQAACbSaAbxCAAAR2kYDuHohS/Mor3T1p6SEqLpIpVVnXaXgcuktGMsXsmaWfAAAQAElEQVRTpqMxxlrmK4khr9SVuI7WXr/EvTPZlEI/bqqYetHKD9mT1FBpXirrvkRJ9BSJUkllksoQBCCwHIHUq7n09bNF6QXQt04s3HWruSV59amHXhS9fairfFGam5LaumQrrylbZQfeRq/dsY2qKK8y5REEukZgavz6+NZx1FKxeJvJ+I95pZpnRQPj+Zh4WlD48FGs3tLjJEksSY7KzF979Lql1JUMEhu49o7teTqw173+dfZP/vE/tve++4fs5lM3mWVDG2RpkKVDR5AGGT8QaJDAoMG+6RoCEIAABCAAAQhAAAIQ6D8BIoQABCAwTSCbPuz+UeIhSJ608CHPpBa61nKXIjWlUsvdxT0ItJXAzOnjbwb+mHZblaVYeqRCPJFL8/VzxZtkl+l2E/u0hUCdBOL4jWmdfdUw/ep0t2rbp24+ZT/10z9lv/CZn7eX3PMSsx3nYaMfnltEgA3gFl0MXIEABCAAAQhAAAIQgAAEINAvAkQDgQKBsBjpSxEhLZzbwUMn0emodcNPpwNY6HwbrpBWk6MWOkwFCHScQNNjvQ1zvuOXEPdbQsDHsqbT2t54+7Xb9rVh6oHl5Yf+OHZsYG944+vtn/63/9Te+eg77dixY+FroJNBYkGJp3PkJnhAoDYC25/JtYWCYQhAAAIQgAAEIAABCEAAAhCAAARaQ6DMkUSFvngWUuX7IO1mS6vH4iRMCt8gvXrzxlvI76jGndnYAV3DohYZ1dWLWlR3k/O9mjCbgKBtFwloWpX67ePaH6WnJoULK0xqVpPRfHZL2+7Wu+QBgcoIhPGrsewKX2G8jmVvO/qEMr/xzPk9v1m/zqaWJJndcftt9jM/82n71Kc+5fnb+xUi0XSWABvAnb103XQcryEAAQhAAAIQgAAEIAABCEBg1wikHnCUrxSGhUlPw8Kin+r0w+PwRT+TQjwxznx6NMB41sTC5VaOVmpxSdz0ned3i92fdk3XTgvkIVVEeelKTVcfHalcGh1t9iw7BfmYsDg4Qmr8QKCjBLT07MpKFMa2zzfNv9LXTz8X6njbkGpilGkTNOO5Jx8kmQqpynWAINAxAmXjV9Nm6TA09qXYQPMw5oupDLsmHwoK+WL13h2Lk2SWZZml6dCOHT9m733fe+xX/+Gv2P2vuN8OD4d+rneBE1CHCOgdtEPu4ioEINBhArgOAQhAAAIQgAAEIAABCOw8gcwJaLFMqWd3+aF10lz8qY5duaJWZ3UFo+RoXP9VvltSFPM8nnNeC+1R80wsc07XPmpSXwWTgy5l8BUCiwmEqRWeZtTNn9NcKNOMpusWaz6v25Z2EGgVAX3Wig55ftWxrV+Kis3DL2jk52M8UTYnY1mss8W0zMVtdC+2QZnpTuDEMnvwwQftV3/1V+0DP/zDduzYnpeMHMlGCc8Q2BoBNoC3hpqOIAABCOwyAWKHAAQgAAEIQAACEIAABIoEtExaLOvKsXyP6orPnfSzuzvrncSN01UQ6LAN3ancYfdxHQI3CGy47aP3nhvGPNeFrUv/VNKgm0ni/YtUlpnuCL7lllP205/6Sfu5n/8Zu/22W+zatat+1jfj/ZkHBLZFYMNXgm25ST8QgAAEIAABCHSWAI5DAAIQgAAEIDAhoAWhLGPxZwJklzNxkTKmHWQxWursoONTLi+KYtH5KWPrH2gc5LW+JVpCoCcEtjT3ekKrNWHgSE8JlM3H/JtWMb9tDDn/5Mq2ux/3lyS6/9cP3Id0/Hn/0UcftV/7tV+zt7z1LZYkOT+9mh5eNdwhHFOVIQhURYAN4KpIYgcCEIAABCAAAQhA4AgBCiAAAQhAYEQgG98NMDrS3wpLLRsvDMUy0i4S8IU83SUjmZZYynQ0rlhLK34h76t+A9fUNy4ebdaaEvkpySGleamsU9K1011/IfXraXnp6sRo9IsbUeOy0M7rKB0XrZ54+7KxM+XP6lZpAYFuEvAXQr0whjmhuVh3FOP5pzksqbuQqlwHCAIdIzA1fn0c6zhqqVC8TZh/qhzzSsvm43i+5j4EWD4vE7VKfkXJv5zkWq1954zn+Gb+ed/MP+O7kiSxJEn8cGh33XmH/f3Pfs4+8qEfs2x46IRzDoYQ/FgfBF3ha6Sd4yAo1w9ZCKxBQMNrjWY0gQAEIAABCEAAAhCAAAQgMJcAJyEAgRICWhiSSk5R1FkCvrhnUmcDwPFAQNewqHDCn3xh1p+3+4i+bLdXeoNAswQ016RmvQh70A27QPcQWJtAnEIxXdvQEg31VrVEte1VaYtDR+Hfdttt9rG/8zH7whe+YLfffnsOydG6N07OO3ejVktyuNFCAmwAt/Ci4BIEIAABCEAAAhCAAAQgAIFuE8B7CMwjwFJEpNN1EslOrEsWg9zm4rL6luKIIYUABOol0PVX5XrpYL1LBHwsb/R25e27FG7wdaOAg4Uqn+KdvKPUbDjct71BYu94x9vtV3/1V+3BBx8M3emz1MDf6qNCIU8QqIjAoCI7i81QAwIQgAAEIAABCEAAAhCAAAQgAAHTHcD6hjiplzjmBhUX52I6t3LvT8YvFNa3/dYVrK8p1nYzm/yOqsv/5uyKnK6QUil6sq2x631qVTgqdk8KAQjkCPg8qfQVTnPezW9rmntXPCBQOYEwfjWWXYlrrQ7UTtIcm2Ngwek5LWs4JWekGkxvbHLkV+avV8P00O5/4BX2y//gC/bWt755Y8sYgMA8AmwAz6PDucoIYAgCEIAABCAAAQhAAAIQgAAERgRGG8CpbwTf0OhMX5+19BAVViU9UKUq8+wOPrSkKoVvjnYUo2XB6kHIbtygVX9lWqfXaFP2i+37cSxSMTq/QOFCabxKilCppHwd8r618esLxTZRHf1gEwJdJuDzZDI/NGdd2uzKa2F43sZcsY3qK68y5REEukagbPzqbWzpOHw+TI1/zbNZjWXYNflQUMjPalZZefRVqfzMyV2prJvKDGX+aSIL1tLhoZ2+/Vb7/Oc+az/2Yx+ywWDg/y8YnZPrUqjIEwQ2JFDnp9UNXaM5BCDQEwKEAQEIQAACEIAABCAAAQjkCIyWd3IFZHeTgK/u5cdCqmNXV2DI9yj5HNd/le+2FJUiUJpfVFbZtqS+y7St/tfuh4YQ2JCAXgSlDc2s2zxsnq3bmHYQaBMBvX9Ffzy/6tgOv4SUax9+2SIex1RzdZZinW2l4/fM6M62ul2ln7FvSWDp/maZDZLEPvGJj9tnPvPzdscdd0w2gVcxS10IzCPABvA8OpyDAAQgAIENCdAcAhCAAAQgAAEIQAACEJhFQGuBs861vVy+R7Xd1/X8mxGddrrnGqx6qS36oXRux5yEQMMEquhe41yqwtYaNrKq5+8aPtAEApUQ2HAsH3mv8w3LSvyq0UiDLx0rRTXlZ2aJbwQ/+o532Gd/8Rfs5S+7102lOWWe5wGB9Qls+Eqwfse0hAAEIAABCECg5wQIDwIQgAAEIACBhQRGXwedWZZpsWdhdSq0koAW56QVnYtNYrpi8zZUn1rDbINDlfiQjyqfr8T4mkba4sea7tMMAmUEwrAOT2VnC2V6oSyqUIXDZgnQe88JlM3V4pzMH/ccR4XhiezAnx555BH7lX/wK/bwww/nrIupxXuGQ5o7SRYCCwmwAbwQERUgAAEIQAACEIAABFYlQH0IQAACEJhNYJD4Kk/J6SwbLfKUnOp4kTa3o2KMSlXW8dC0FKevSZTC38xTTEUdjVGLMZKaKx04DimYOVp97RKNNNmUQj9uqZh60coP2ZPUUGleKuu+REn0FIlSHSvvUrDxWk99pabqSF7HlErKL1JxvPixujQ9RS2ywXkItJWAj2fNF82VovQCqHEe7rrVfJGKcfiLo9qHusoXFeeI2rpkK6+iuSPH3kbzNbbReeVVpjyCQNcITI1fH986jloqFm8zGf8xr1RzrWhgPB+TzEzvjUUVq3N8g0DAOeaXe32755677Ze/8Mv2nve8x/aOHzPdiJ36a2eWV3hNTB35SDeMkoPAUQKavUdLKYEABCAAAQhAAAIQgAAEILAeAVpBAAIrENCm70hmITUtBq1goHNVY3wx7VwAnXNYa4xS5xxv3OFILaY1O6RuoiZdqWByQAYC3SQwcxj7+4A/poNSZSmWHqkQT+TSfP1c8SbZZbrdxD5tIVAngTh+Y1pnXzVMvzrdbZVtsYsaO6ZLdvKmm+xnfuZn7IMf/BE7duzY+EyrE5xrMQE2gFt8cXANAhCAAAQgAAEIQAACEIBAtwjg7foEtORjlvg/6/1P2vsIlw2w64syutln2Vi7WW/BFdJdVeFOqXy9fL6CqHX7j1SBKUxAoP0EEndR8qSRR8Xzt5EY6BQCIuBjeaOp5O1lBm2HQLhWmSX+wWowyGxvL7FPPvaY/fRPf8puvulkuNvXUj+fmYWqxg8EliNQ/0xezg9qQQACEIAABCAAAQhAAAIQgAAEINBlAvi+MoHUW0hd3d+T31EeSscfvqoa7sDPp+uEpCu6RrvSbr3QF4N95XcNgzSBQEsI+DAu98S3MfxRfi6WLqwQK1aUjufvtrutyHvMQCAQCONXY9mVuELhqk9qJ82cwCODC06PKvG8FAG/bkmSWJIkofpgMLD3v//99nM/93N25513mv6EjM6APODhaUkCbAAvCYpq6xGgFQQgAAEIQAACEIAABCAAAQgsJqCvfzat6iyuSo1WEfCLNtkB1RJLmY46rCVVKVxzmThapdUlMeT8ImSrHZ7nXNhg9asRUkWUl5eXto3XWSdVJ698mfKLFG3lUrlQyWb0or45D4G6CYzHte6WLyq8APpgDxtU+TkU834u1JENf6EM+bJ0kxjGfckHSaZCqnIdIAh0jEDZ+NW0WToMjX0pNtA8jPliKsOuyYeCQr5YneOFBML/B7yW0nQ4tCTL7G1ve5t94QtfCJvAe3t7NvBLoo8sXo0HBBYSGCysQQUIQAAC6xGgFQQgAAEIQAACEIAABCCwAoF0mF9wW6EhVRsmkHj/kierPLyJr+FNWqQ6dk0KWp6R71FyNa7/Kt8tKYp5Hi86X2xb9TxW/1HFvlpzjCMQWJ2AhnX4RYdZTUOF8Um9OJZpfLqqJGyeVWUMOxBokkD+vcjzq47tqR1Gb186V8vmZCxrMvZ+9J1YYr7/689mDzzwgH3hl3/ZXvrSly4VnF49o5ZqQKXeEmADuLeXlsAgAAEINEmAviEAAQhAAAIQgAAEVieQWZppkW31lt1qwVJEvF5JzHQwle9RHXQflyEAgcoI9MiQ7lLuUTiEsssENvyspd/qmsKn7cSpAg62QECfswbJwI4P9uxVr3zQ/tmv/Xf26lc/ZMP00Eyb+pJN/+hKFTVdg6NdIrDhK8EuoSJWCEAAAhCAAASWIkAlCEAAAhCAAATWJ5Blpq99W99A21tqKUs+xlT5HZVW5xR6TJXvmPpxFRdFseh8xy4a7kKgMwSYe524VDi5IwTK5qM+wMzSjmDZQpgTbV5AbQAAEABJREFU8v5/hJtvPmX/za/+N/bmN79pfs9qFDW/Jmd7ToAN4J5fYMKDAAQgAAEIQAAC2yRAXxCAAAQgsBkBbf5mvbsLWEsPUVqNEiOlKlN+96TIJX2jolL9PTdp6hsXW4xFfkpyUWleKuuUdJeT7voLqcZlXro6ZdHoTn2p7BxlEIDA+gTiZpLmnubi+paWa6l+XOE1wFM1Ut7GeR0jCHSJwNT49XGs46il4vA2k/Ef80rL5mNmpg8y+Q8B+fxS/VEpSRJLkhuKRDIbOt2hTd3p6y+Rt956q/3iL/yivePt7zBv5Uot8f87SJmlloW7glMzz4/kWR47S0Czd2eDJ3AIQAACEIAABCAAAQhAoDICGIIABCogkGWZ+cMt+QqPPzzTv0df4+rfldqxiBKPtygv4gEBCGyRgN4gpC12WdZVC1woc4syCCxFII7fmC7VaM1KettcsynN1iOQpZndfsft9kuf/SV7+9vf7hvAjV2E9QKg1VYJsAG8Vdx0BgEIQAACEIAABCAAAQhAoI8EiKlaApmlvrijzeBq7bbAWliM9KWIkLbAn4ZdcBINe7BZ97rRZzMLXWjd9GDVwm5UF3jhIwS6TKDrr8pdZo/v1RLwsay3jrWNevu129KwFgK6s3esLBva8ePH7Qu//AV73/vfa3vHRhdbz7vx2awWwr00Wt9M7iUugoIABCAAAQhAAAIQgAAEIAABCGyDQGb6t42eNu5jFQNamdJX0oV0lYZtrpu5c5InKz7iF/Tp24dXbLp0dXkmLd1ghYryO2qFZh2pKmq6QjFt0u1eTZgmQdJ37whofkpVBaY577aYcg6BR2cJhPGrsezShuFagXhbfV7zT6Nzm1c5/eZ2xMkiAd0JLP3UT/6kvec977UkCRe+WI3jHSfABvCOD4C6wscuBCAAAQhAAAIQgAAEIAABCKxPoF93/8ZFRKW+UhjWpzwNC4vrM2pHS49Dt1pIIR7FWNRRT2MNEwuXWzlaqYIS2Y0btLHPYrpON9Gm7K/Tvv1tREnRSWXeajlNKju3apn6KsjHhMXBEVLjBwIQOEJA8zNqPIe02ZXXkTbFgkI7nVb78HquAwSBjhEoG7/hPWXZOMZzYlJdc2xyUMjIsGvyoaCQL9TmsB4CJ06csJ/5e3/PPvLRj9jAPzMkSWL6WDpRPd1itSMEBh3xEzchAIHuEMBTCEAAAhCAAAQgAAEIQKACAukwNW0ESxWYa4kJLSRqcVFpS1xqyo3Epu6rSXXsasqdVfvVFYxS27j+q3y3pagUgdIoHWvcSsrXIF37qIl5FUwO2pjBJwhUTEBjXqrY7LLmwubZspWpB4E2E8i/X3l+1bGt3cNJeN5+6hNLPKG5OkuxzhZTvWVvsbs2dZUkif2dj33MPvCBD9hgMLAkSSxxByVPjjyEKurISQp6RWDQq2gIBgIQgAAEGiZA9xCAAAQgAAEIQAACVRHwtRvTV7tZllmWavGtKsvYaQuBWQtzbfFvnh/yPWpeve6ei9EpnRWFltWiZtXZsLw/O+sbgqB5+wjU4ZHmm1SH7SVsZprPS9SjCgRaT2DDsaz3nqkYtV04VdDCA3/t6IKbNZHb2xvYT3/qJ+1jP/5R23MUUlLybQZCVFRNLmG2BQQ2fCVoQQS4AAEIQAACEIBAOwjgBQQgAAEIQAAClRLQnb9Zllrqm7+pbwJXahxjzRPQ6pu8iKnyHZOvL3bM42XczUeVzy/TdoM6Ggd5bWCKphDoBIEwvcLTEu7mJ0fML9GMKvURwPKOESibq3EulqXbxpPzT+5su/uW9DdIBvbRj37EfuRHPmh7e3uW+L9S1xIvjfIsj/4SYAO4v9eWyCAAAQhAAAIQgMDWCNARBCAAAQhURyDzzV5JFpX6YVi+yVJf0fKHylFbCPjqme6SkUxLLGU66muspW9UDHm/rgPX1DcuHm22col7N/k7cKEft1BMvWjlh/yU1FBpXirrvkRJ9BSJUkllksqqlGyWSGNKCrO/yv6wBYFtEtC3V7j09bNF6QVQ4zvcdRvnQNE3f2EMd7ApLZPmpjRuL1t5Fc0dOS6003m1D6/nOkAQ6BiBqfHr41vHUUuF4m0m4z/mlWqe3TAwyo3nZP5DQD4/qlTjs/yKkn85ybUae26F6SOvqSOv9gZ79slPftLe89732OHw0F9lM/8smAZl/nqaqZ2nNtGoHc/9JKAZ0s/IiAoCEIAABCAAAQhAAAIQ2AYB+oAABGoiMNr8zSzLUpenvliu55q6w+zaBOKC49oGam3Ybu9qDX1D4yInE0ol5bcp9Slts0/6gkANBGYO48z8ba3QoSpLsdjrxOzMNF9/ZqXVTizT7WoWqQ2B7RGI4zemdfZcw/TbzN3WObRZOGu21p3An/7Up+1Hf/RH3ULlA8Ft8ugKATaAu3Kl8BMCEIAABCAAAQhAAAIQgEDrCODQtgjoa6B9F9iSpA8LWyxFxHHTdRK60SfG0s+06SukRVupn3SJCgJHCeg9Tjp6ZjslTc/57URJL7tAwMfyRlPJ23cO00YBdy7aIw7rzt6JMjt2/Jj95E/+pL3nPe828w9sySCxxExZ42d3CFQ/k3eHHZFCAAIQgAAEIAABCEAAAhCAAAS2RmC0Cby17hZ3tFYNLT2pYUyV77q0QSetHkfqTaTwTb+e79pDfkd1zfej/uoaFnW01nSJrl7U9JnNj9wXX7ANK7VKNzeIBQg0Q8CHcnnH/j7gj/JzsXRhhVixolTz2U1tu1vvkgcEKiMQxq/GsksbgmsZ9rbhK4JnTuCR1QWnR5W29SxnpG31195+9PuiWZbZqZtO2ac//Sl7+9ve5pu/iSVJ0l6n8awWAmwA14J1d40SOQQgAAEIQAACEIAABCAAAQjUQ0ALOVmmBbl67NdnVUsPUXHhSanK6ut1O5Z9oVGbc1JYKNX1KeqoJ7GGCYPLrRyt1OISbfoGtdjHpV3TtdMCeUh1JfLSlSqzpHKp7FwVZe6D/Anfj+v5kFZhFxsQ2DYBvc67shKFF0Af35p/pa+ffi7U8bYh9RfL0nSTmDSPXfJBkqmQepnyCAJdI1A2fjV1lo5DY1+KDTQPY76YyrArfCAoSYvVKz+Wn1HyMyd3p/LuOmYw8w3g1P/fcMvNt9jP/fzP2+te9zrL0nT0Kuqo9DEjqGNx4e5qBPQOuloLakMAAhAoJ0ApBCAAAQhAAAIQgAAEIFAzgeEwLfmbiTV3ivl6CPjipK+/TWynOnZNClqeke9RcjWu/yrfLSmKeR7POa+F9qh5JlY+pz7LtLKhuhpgFwKbE9AQn/vLDaHCuB+9OJZpfLqqRPO5KlvYgUCjBPzz4qR/z686trUzmG9fOlfL5mQsmzTeUkavF66mut9SlKt2kySJaSP4jjtut1/8xV+017zmNRMT81A5yXDFlU4akOkkATaAO3nZcBoCEIBA2wjgDwQgAAEIQAACEIDANghkWWr67f1t9EUf9RPQ4lv9vdTTg3yPqqcHrI4IRMpKRyU8Q6BZAj3uXXcq9zg8QtslAhtu++i3uqZwdWArkLfJyRXLstH1Uqq7gLM0szvvusM+85mft/tfcZ9ZOjTLxpq0GmXUsqjRGZ67SGDDV4IuhozPEIAABCAAAQhUSgBjEIAABCAAAQhslUDqizpayDFPt9oxnVVLQKtrshhT5Tumfqy1Lopi0fltXLQ2+LCNOOkDAnkCjPs8jdbkcWRHCZTNR32AmaUdxdRQ2EmSWJJMK+9Kpvt5/VK9wjd///7nP28veck9+dNH84kXRXmWR3cJsAHc3WuH5xCAAAQgAAEIQKBxAjgAAQhAAALbJ5DqLmDf/PV1nO13vlaPqbeKil4rVZmf6vTDV8d0l4xkWmIp09EAYy2tx4W84xi4pr5x8Wiz1pTIT0kOKc1LZZ2Srp3u+gupX0/LS1cnRqPxGjUuC+28jtJx0epJtJlL5cKUH6tbpQUEuknAXwj1whheT8NEqDkMn7/qS3NYUm8hVbkOEAQ6RmBq/Po41nHUUqF4G82JUDfmlY7mYyiePI3na/5DQD4/qUemLgJJkliSJKXmE10LS/386DppE1h3BL/iFa+wz33uc3brrbfaiRMnLPH/V0RlXj8LXxeeus0oz/LoLAHN3s46j+MQgAAEIAABCEAAAhCAQGME6BgCEGiIgJZ5tIAT7gJuyIf1u9UilFrHVPmuS1dE6nocu+6/rmFRkckWxmu+69itqXByQAYCO0BAc01qONQWuNAwAbrvMoE4fmNaZyy8TdVJd2nbSZJYkkxruvGNwZBZZo88/Ih9/nOftzTVJu90zTlHnOogATaAO3jRcBkCEIAABCAAAQhAAAIQgECzBOi9aQJhAzjr6qJNV/2u/qp3fVEm3FxSPZaWWbyxaDpyLBkl23qe3Jm8rQ7pBwK7TKDrr8q7fO2IfZqAj+WN3q68/bRBjjpPQJ+/R8ostTe+8Y322V/6JcuyoSX6GhqPT0NmNz7bebA78qhuJu8IMMKEAAQgAAEIQAACEIAABCAAAQg0T8CXbtLUhodDX7gpblDV7B3mKyMwWoYz0x5fZUYLhjQ6pEJxJYfyO6oSg60yImq6Qkql6JyWR2O+wlRd5FWhaUxBoL8E4qSpKkLNebdV0zR3yzwgUD+BMH41ll3h63zX6dLb+iahf0KZ31hTcH4NzraSQGaJj5Mf/MF32Sc/+UmL3yqUtdJXnNqEABvAm9Cj7YQAGQhAAAIQgAAEIAABCEAAAhDYPgF9dVuaslyzffKb9RiXVc0X36S6rqDsxg3a2GcxXTUS1Y82ZV/H/ZMoxejGF8m0hCYpWqWS8ptKdkoUIWuAbNoF7SHQSwKao1Gasy5tduW1MG5vo02u2Eb1lVeZ8ggCXSNQNn71NrZ0HOM5MamvOTY5KGRk2BXfr4ppoTaH7SIQrqxfvh/7sR+zH/qhH3LnvGSo62+mu4AnMn66TECfMLvsP75DAALNE8ADCEAAAhCAAAQgAAEIQKAhApllNkx1F3BDDtDt+gR80c2X2ibtUx27JgUtz8j3KLka132V77YUlSJQqoVQpZLKtqk4GJroe2acnIBAzQQ07qWau5llPmyezTpJOQS6REDvX9Ffz686trX7F5uHX4goey/SXJ2lSWMyLSdw4uRJ+8wvfMZe97rX22AwCL92lr+qLXcf9xYQGCw4z2kIQAACEIDAHAKcggAEIAABCEAAAhBokoAWaPS1baNN4LLFuSa9m9U3SxGRjK5fzHctle9RXfN9OX9nRKed7rkGqhrfPp+1AB81t09OQmAbBLbRx4x5t42u1UdW1fyVMQSBJglsOJaPvNf5e1KT4dB3rQROnDhpn/3cL9orXvFys2xoA//sMVKt3WJ8CwQ2fCXYgod0AQEIQAACEIBAOwngFQQgAAEIQAACLSGQ2fBwaMNhau1fntPivrDFVPmuS9SlFeOITWK6YvM2VO/TVbzBMx9VPn+jBjkIQKACAmF6hacljMetVrIAABAASURBVOmFsqglmlGlOgJY2nECZXO1OCfzxzuOq1Phj67bnafvtF/4hV+wm2++2dI07VQEODubABvAs9lwBgIQgAAEIAABCEBgBgGKIQABCECgOQJZltlRpb4BPAwLNqmfl5rzsNizlh6i4gKiUpUV63bt2BfNkrHCVyRqwayoozEpckk79koHbkKSqaO11y8RZdmUQj9uqph60coP2ZPUUGleKuu+REn0FIlSHSvvUrDxWk99pabqSF7HlErKryMfEKGfddrSBgJtIjB+PdRcKUovgPqy0XDXreaLVPTd50KYb0rLpPkpqa1LtvIqmjty7G00X2MbnVdeZcojCHSNwNT49fGt46ilYvE2k/Ef8wMzzVUr/oznpN6vylSsznHlBPT/ARmNqfLLa/z6HF9j/aX0Va9+lf3sz/6s7Q32zMJd4Iklfm2TxDxNSmX8tJqAZnGrHcQ5CEAAAhCAAAQgAAEIQKBVBHAGAhBoKQEt/qRDLea01MHoltYLY560dgKJ9yB5wmMlApFaTFdqvGHlOEliuqE5mkOgSQIzp5CPb39Mu6bKUiw9UiGeyKX5+rniTbLLdLuJfdpCoE4CcfzGtM6+aph+dbqL7VkEbgyWH3rXu+wTjz1m2Y0ibzR14Mc8ukKADeCuXCn8hAAEIAABCEAAAhCAAAQg0DgBHGgzAf12vr6yTWqtn2H9yJciQtpaL7fmmJPYWl91dJT0/jouuEK6qyrcKZWvl89vQl1wozaxQ1sIdImAdpOkpnyuav425T/9QiAS8LG80VTy9tEU6Y4Q0C+RuvzD3Y/+6AfszW95ow0GiW8EZ0E7AqF3YW4+k3uHhIAgAAEIQAACEIAABCAAAQhAAAJdJeCLNHX93a4qkITFSC0uVWGs+zacxOiL9wKX7sWjbweM6p73RY/jZms+LdZZ5lhXdZl61IHAjhDQlCoN1V/4/FF6alK4sMKkZjWZ8fzddrfVOI8VCIwIhPGrsezSV6+PSld89rajTyjz282c3/ObcbbdBE6ePGmf/exn7b77Xj5yVL9lOsrx3DECbAB37IK1zV38gQAEIAABCEAAAhCAAAQgAIF2EUjTzPRV0PpK6HZ4FhcRlfpKYViY9DQsLLbDw/W98GAmO6BaYinTUesiIZk3l0TjaK12leS9iSF3ze98DJN84lFogTyknre8wlWaVL2RiddZJaqTV75M+UXKtx3nNS40MCZaZIPzEGgrgfFc0d3yRYXx7fNN8y+8H4zH/yTv50Id2dCkmKVNYh/3KR8kmQqpynWAINAxAmXjV1Nn6TA09qXYQPMw5oupDLsmHwoK+WJ1jjtF4LbbbrPPf+7zdsstt1iS+LXtlPc4GwnoHTTmSSEAAQisQoC6EIAABCAAAQhAAAIQgEArCWQ2HA5daQu/sk0LiVpYVNpKeGs4pUUxacWm3iRPIdWxa0UrjVWX71FyIq7/Kt8tKYp5Hi86X2yr8V0sW+JY1z5qUl0Fk4MmM/QNgeoJhKkVnmbYzp/TXCjTjKbrFofNs3Ub0w4CbSKQfy/y/KpjW78UNQnH24dfjpoUjDNlczKWjatsM8m/ZGyz3572pV8kfcX9r7BPf/rTNhjEbURd354G3NOw4pXraXiEBQEIQAAC9RDAKgQgAAEIQAACEIBAuwlklqZDSzNWw9p8nbq8jCbfo9rMuPO+dXdnvfPoCSAS2KFUdynvULiE2mcCG2776L1nCk8XPk/6p5IuuDnFtd0H+m/ED737B+2DH/xh3wROLBkAuN1X7Kh3G74SHDVICQQgAAEIQAACPSdAeBCAAAQgAAEIdIKAFm2ytI13AXcCX/1OxjW0mNbfY+U9JJVbbMLgoigWna/IZ42DvCoyixkIdJfAluZedwFtx3N6gUAgUDYf829axXxotMWnnH9yZYs997krUT1+7Lh9/OMftze84fW2v7/f53B7GRsbwL28rAQFAQhAAAIQgAAE6iGAVQhAAAIQ6BIB3QU8ktbCskybwfoavy7F0E9ftRgj6RsVleqGCmnqGxdbHLr8lOSi0rxU1inpLifd9RdSLXXmpatTFo3mkVR2btUy9VGiKX9WtUl9CHSVQHi3cuc1JzQXPVvrQ/24wmuAp+pLeRvndYwg0CUCU+PXx7GOo5aKw9tMxv/ALORVlpS0Hs/X/IeAfL6kRbVF8itK/uUk16rtbGes6eueR7Jwx69+mfSWUzfbz//sz9lL73mJJf7/icQ/wE4udZJYksyW8dMoAc2QRh2gcwhAAAIQgAAEIAABCECgEwRwEgIQ6CCBLMtsOBxayp3AHbx6uLxdAol3V5QXNfaIvjTmAB1DoAEC2rWRGug632ULXMi7Qx4CKxGI4zemKzVesbLeqlZsUm/11jlUb7j1Wh9Z9/9LiOpLX/pS+8xnPmN7x/bMvGx0kue2E2ADuO1XCP8gAAEIQAACEIAABCAAAQg0TgAHuksg8zWa0SbwNtYBl+PEUkTk1HUSuvsjxtLftMmZo76l/tIlMgi0i0DXX5XbRRNvmiTgY1m7dmu74O3XbttUw40Cbsrp9verD3tJaoeH+/bGN73BPvqRj5ruEG6/43goAuvPZLVGEIAABCAAAQhAAAIQgAAEIAABCLScQGZZmlk6XPMrayuNLi7OxbRS4w0Z0wadtHr3uiKSvu139dbLtZBn0nK1V6slv6NWa9mF2qIWro47q9STrT68/7DoOk632jedQaArBHx+mFSVv+O53qe3qKrQYKc7BML41Vh2+cbdeo572zC3FsyvBafX63vdVnJGWrc97eYRyMbj4Sc+9lF79Wte5VVHYwTijqLFDzaAW3xx2uwavkEAAhCAAAQgAAEIQAACEIBAlwiM7gIeNvJV0Fp6iAqrkg5Oqco82+mHL3vFTTrTQliZjgYYa5kwuNzK0UoVlMhu3KCNfRbTRd2UnY82Zb/sfPfLREnRSWXRaOxKZeeqKPN+Na7Gi60W0irsYgMCfSLg8yTMDaWasy5tduW1MFxvo9fu2Eb1lVeZ8ggCXSNQNn79c8byYYznRGiguSWFg5InGXZNPhQU8iUtqi2KviqVnzm5K9X2hbWBf+yRTp48aZ987DG76aaTdkxfBx1eL8UeRm0k4JetjW7hEwQg0GICuAYBCEAAAhCAAAQgAAEIdJJAZocHhzZMh6a/DdzJEPrktC9O5pfLUh27uhKifI+Sz3H9V/luS1EpAqVROtYCs6R83Yr9FtO6+z1inwIIbJmAXgSlLXcbuwubZ/GAFAJdJpB/v/L8qmM7/BJSjN/bh1+2iMcx1VydpVhnW+n4/TK6s61ud7Kf1H7gtQ/bJx77uP9/Yhh+l5FfVGvvQBi01zU8gwAEIACB9hHAIwhAAAIQgAAEIACBbhPIbHh4GDaBWaxp/kpqnbJ5L9bzQL5HrWeh7a1idEpn+apltahZdTYtV/9Rm9qiPQRWIdBE3YbHeqb53ETc9AmBqglsOJb1W11TLmmDdaqgfQd6+WifV73zKElGoD/8Yx+2t7z1raW/GtC7oDsc0IavBB2OHNchAAEIQAACEFiNALUhAAEIQAACEOgFAd39OxwObTjUHR29CKmbQcS11Jh2MIrREmAHHZ/rcj6qfH5uo5pPtsWPmsPE/G4RCMM6PC0Rt14oi1qiGVXWJ0BLCEwRKJurxTmZP55qzEEPCWS+9fvYY4/ZLTff7LkeBtiTkNgA7smFJAwIQAACEIAABCBQJwFsQwACEIBA+wloY3dZpb4BnKbaANZiXd2xqZ+o2J9SldXdd932fUFUd8lIpiWWMh31IdbSilnIO46Ba+obF482W7nEvTPZlEI/bqGYetHKD9mT1FBpXirrvkRJ9BSJUkllksqqlOZBQeoufKmiMlKV/WELAtskMB7b+vrZovQCqHEe7rrV3JKKvvkL4+TvSypflOaHpLYu2cqraO7IsbfRa3dso/PKq0x5BIGuEZgavz6+dRy1VCzexgY2qhrzSjXPRqU3nsfzMf8hIJ+/UZFcTwncd9/L7XOf+5ydPHGipxF2PyzN3u5HQQQQgAAEIAABCEAAAhCAQF0EsAsBCPSUwDAd2qFvBG83PC0WqseYKt91aVFUamcc8kxqp3dt9ipSUyrV7Ku6iJp0pYLJARkIdJPAzGHs7wP+mA5KlaVYeqRCPJFL8/VzxZtkl+l2E/u0hUCdBOL4jWmdfdUw/ep0F9tLEViqUrj0Psbe+KY32Xvf+96l2lBp+wTYAN4+c3qEAAQgAAEIQAACEIAABCDQEQK42WcCWZra4cGhbwIfhjDj3cPhoNYn3RFWawedMd71RRnd6NMZ2Gs52oIrpLvLpbX8pxEEukZAWwpSU363YM43FTr99oyAj+WNppK37xkRwqmawGiAHT92zD764z9u999/v42+XajqfrC3CYHVZ/ImvdEWAhCAAAQgAAEIQAACEIAABCAAgdYQyLLUDvYPTH8T2MLXceZcI7skgczrSZ6s+NBWuNTV/T35HbVi6C2srmtY1CI3dfWiFtVdcD7f9aSqF2qXXZqUkYFAxwj4MC732DcP/FF+LpYurBArVpRqPrupbXfrXfKAQGUEwvjVWHbpq9fXMuxtJ1+/PsfAzPk9pw2nekUg83Fy992n7dN/71N26tTJSWwMjQmKRjNsADeKv3ud4zEEIAABCEAAAhCAAAQgAAEI9I1AZgeHB5ZlLNWsfmWdmTbnJF8As1IdtRqXVfXnLyW3crRSwyXzuo+bvl3zuzQmXTstkIdUEeWlK1XWSuVS2blVy7Q0V5BcCL+QoUzUqnapD4E2EBiP7czTovTip3Gu+Vf62qmxr50sbxvqKl+mTeLUPHbJB0mmQuplyiMIdI1A2fjVtFk6Do19KTbQPIz5YirDrsmHgkK+WJ3jfhHQWJM8Kv0X4gceecTe/Z53m/nnKW0K+2gwfponoHfQ5r3AAwhAoAsE8BECEIAABCAAAQhAAAIQ6CmB8HXQh8OeRtfSsHxlLL+smurY1VJvj7gl36N0Mq7/Kt8tKYp5Hs85r4XPqHkmNjqn/qM2MrRKY+pCoH4CGtbaAJ7ZU6gwPqsXxzKNT1eVaD5XZQs7EGiUQH4T1/Orjm3fxLvhvrcvnatlczKW3WhNrucENLZcie80PvbYJ+yVr3yw5wF3Kzy/LN1yGG8hAAEIQKAJAvQJAQhAAAIQgAAEINB3AoeHhybFO4GVStXHzVJEZKpl0pjvWirfo7rmO/5CAALzCOzwOd2lvMPhE3qfCGz4WUu/1TWFI/8LGVMnOIBAIJAkid1yyy328Y//XT9OTXcCW+kvDhg/WySw4SvBFj2lKwhAAAIQgAAEmiFArxCAAAQgAAEI7AiBzA4ODqY2gasPXFuGshpT5XdUcS01ph3E0I+ruCiKRec7eOFwGQKdIMDca+Qy0SkESgmUzUd9gJmlUiMU7gCBt73trfbDP/zD40g1PsZZkkYIsAHcCHY6hQAEIAABCEAAAt0ggJcQgAAEILBRxl5HAAAQAElEQVRrBDLfAB5tAlf3W/taeoiKC4hKVdZ1vh6H7pKRTPGU6WiMsZZujAh5Xx8buKa+cfFos9aUyE9JDinNS2Wdkq6d7voLqV/Pqb81qqsTo0k9E+VZPUI7r6NUxwgCENiQgL8Q6oUxvJ5qPm5obmFzn7/qS3NYUv2QqlwHCAIdIzA1fn0c6zhqiVBM8yFIlb19yCtNVFDQeL7mPwTk84XaHPaTgD6/Blnqo8U/J6WZfeqnftruufMu/0SlceNlfq6f0bc/Ks3e9nuJhxCAAAQgAAEIQAACEIDAtgnQHwQgsKME9LXP+iro4VALNjVAyGqw2ahJLW5JjTpB5xsT0DUsKhrt3aCNgZFCoGUENNekht1qgQsNE6D7LhOI4zemdcait8067WN7mwQq6SvzDeBbb73FHnvsEzZIGCCVQN3ACBvAG8CjKQQgAAEIQAACEIAABCAAgX4SIKpdJ5Blafg66NTTLButIGpBR9qITTDlSxEh3chSLxo7iU7HoRt9Oh3AUs4XB+u2FzPVX9RSDlMJAhBYm0DXX5XXDpyGvSPgY1lvHWvH5e3XbkvDnSaQpJZlQ3vnOx+1N7/ljba3t7fTOJoOfvmZ3LSn9A8BCEAAAhCAAAQgAAEIQAACEIBA/QTGPaTp0Pav71ua2wQen1o/CYuRqVlIbed/nET4Ujx9+3BdMLR9KdVhX35H1WG/WZuipiukVIreNDF4m+gzxksKgTYT0NyUqvJRc95tMeUcAo/OEgjjV2PZ5Ztx68XhbcPXsS+YXwtOr9c3rfpA4ORNJ+2Tn/yknTp1yow7ga2pHzaAmyLfsX5xFwIQgAAEIAABCEAAAhCAAAR2j0DYBN6f3gTO0syk5WloETHKVwrDwqSnYetzeSt9qhlpmFi4RKOO+GQ3btDGPotpsd9ljqNN2V+mfvfqiFKMzi9QuFBaQpMUjVJJ+U2lvgpSl6FPZaRN+6A9BPpIQHM0ajyHtNmV18KwC+1UX+13+P1JCFCHCZSN35XeRsZzIiCI8ysclDzJsGvyoaCQL2lB0W4QSJLE0jS1Bx54wH74Ax/gLuAGL3tVn1YbDIGuIQCBmglgHgIQgAAEIAABCEAAAhDYYQLpcGj7hU3g9XFoMVGLi0rXt9KLllonzQWS6tiVK2p1VlcwSo7G9V/luy1FpQiUxrGqvMpqlK591KQbFUwOtpGhDwg0TEBjXmrIjbB51lDfdAuBSgno/Ssa9PyqY3vqbzx4+3A3cLQXU83VWYp1tphu4a16i9H0pquPfPjD9rKXvaw38XQtEDaAu3bF8BcCEIDAVgnQGQQgAAEIQAACEIAABMzym8DwqI6Alk2rs7ZdS/I9ars9b6u3GdFpp3uuCxUvtak/aW6fnIRAFQTaYGPGvNuWa1nF83dbftMPBI4Q2HAsH3nf6cLuqr9+dMHNI9eqfwVZNroQSu+86w77iZ/4iB07vmdZpl8m6F+8bY5ow1eCNoeGbxCAAAQgAAEIbESAxhCAAAQgAAEIQCBHIGwC628Cpyze5LB4VotckmdXecQmMV2lbUvq+lJrSzyp0o18VPl8lX2U2NI4yKukCkUQ6BWBML3C0xJh5SdHzC/RjCrLE6AmBOYSKJurcS6WpXON1XAy55/cqaEHTK5H4ODg0B599J329re9zZJB7jqtZ45WKxJgA3hFYFSHAAQgAAEIQAACu0CAGCEAAQhAAAJlBLIss+HwMJzK0sykcLCzT77KqK9JlMLfjNTmeFFH4WgxRtI3KioduBkpmDlafe0SLbPJphT6cUvF1ItWfsiepIZK81JZ9yVKoqdIlOpYeZeCjdd66is1VUfyOqZUUn6RVK9EuvtKCn8LeJENzkOgrQTGr4eaK0XpBVDjO9x1G+dAMQ5/cQzzTWmZND+lcXvZyqto7shxoZ3Oq32YwzpAEOgYganx6+Nbx1FzQrlxyttMxn/MK9U8u1FrlBvPSb0vlmlUqcZn+RUl/3KSazX2jOllCIxe/xP/v8OJY8fssY9/3E6dPGmWDS3JUpcFGT+1EtAMqbUDjEMAAhCAAAQgAAEIQAACnSKAsxCAAARmEsh8webw8NCG6XBmHU60i0BcDm2XV13wRuTkZ0yV36bUr7TNPukLAjUQmDmMfYfGH9M9qrIUS49UiCdyab5+rniT7DLdbmKfthCok0AcvzGts68apt9m7rbOoc3C2U7rWntJktE1efDBB+yDH/ygbwDX2h3GCwQGhWMOIQABCEAAAhCAAAQgAAEIQGBnCRA4BOYTSJLEsiyzg/2DI3cCp14uzbegsyxFiILUdRK64Udx9FcLrpDuqgp3SuXr5fObktHqvbSpHdpDoCsEtFEgNeVvlfO3qRjoFwIi4GN5o6nk7WWmU9oo4E5F2i1nU3c3tTRN7SMf+bDdfc/d5v+d8DIe2yCweCZvwwv6gAAEIAABCEAAAhCAAAQgAAEIQKBZAiv0nmWp7R/c2ARevmlcnIvp8i37WHO0JGYWvum3gwHK76gOul9wWRutRRWqLHWoq7pUxQWV3BftsEctqM1pCLSWgA/lct/8fcAf5edi6cIKsWJF6Xj+brvbirzHDAQCgTB+NZZd+ur1ULjqk7edfP36nLYz5/ecNrWdkjNSbR1geAMC+vagm28+ZY994uM2+u7nOMaMnxoJsAFcI9w+mCYGCEAAAhCAAAQgAAEIQAACEIBAJJBlo4U1pfr7v/lNYB1LugtYCnVCfS09RIVVSTenVGWe7fTD45jsgCqeMh0NcLLk5c3NNaJ6tN42S1bpK4bcNb9LYwwbrH5FQqqI8vLy0kbxOuuk6uSVL1N+HbkP8sc8nWgdO7SBQNMExnNFd8sXpRc/je+wQZWfQzGv8e8vkOEue6WztEmM477kgyRTIVW5DhAEOkagbPxq6iwdhsa+FBtoHsZ8MZVh1+RDQSFfrF75sfyMkp85uSuVd4fBtQkkiS5IZidPHrd3vOPt9sjDj7gtXS9Pwi8a6Doqj6omoHfhqm1iDwIQ6AcBooAABCAAAQhAAAIQgAAEIDCHQGZZmtp+7uug51Tu8SktakkrhuhN4tKXWqY6dinfBcn3KPkb13+V75YUxTyPF50vtq1iEVN9lqnYV2XHGILA9gloiGsDeGbPocL4rF4cyzQ+XVUSNs+qMoYdCDRJIP9e5PlVx3b4JaTov+aiFI9jWjYnY1mss61U/rma6n5bYXa4n7AH7P7fccft9uM/8VE7fuKYje4EtiM/fiXDu4PSIycpWIkAG8Ar4aIyBCAAgV0hQJwQgAAEIAABCEAAAhBYlkBmuhP48PAgNMhSbQxnpruApXgcTvI0RUDrlFMFHTqQ71EdcruDrkbKSjvoPi53gAAuTgjoLuXJARkIdJnAhts++q2uSfjahpMmBe3M8DbZzuviXulbgTwxpYfDQ3vzm99kb33rW+3E8eMqnpJGWlFTFThYicCGrwQr9UVlCEAAAhCAAAS6QAAfIQABCEAAAhCAwAoEtJiTpakdHBxa3AReofnuVtXqlqKPqfIdUz/WWhdFsej8Ni5aG3zYRpz0AYE8AcZ9nkZteQxDYCkCZfNRH2BmaSmjVNpBAvp/w97enn3sJ37Cwl8CMLMkKYwvHUYZP5sQYAN4E3q0hQAEIAABCEAAAj0jQDgQgAAEIACBRQS0cJNXrJ+mQ9vf3/eN4NGdwCpPEl+90dcOSuFvfGmhUGeUpsrspLQYI+n77ZQOHIc09Y2LLSYjPyW5qDQvlXVKustJd/2F1Mer5aWrUxaNxq5Udm7VMtkpSC5M+bGqTepDoKsE/MVQL4yTv/tbdxya467wGuCpulM+9K8DBIGOEZgavz6mdRxVEsrRIm8zGf8xrzS8MRWqj+dr/kNAPl+ozSEEIgH9P+KBBx60d7zjHf5pJ7OBj5vEX/sz/79CNvk/Q+rVJU94rE1As3ftxjSEAAQgAAEIQAACEIAABHpDgEAgAAEIrEVAiziSGivNbwIfXS7UYmGoqScEgRYR0Ggtaovu5buedKvCyQEZCOwAAb1HSA2H2gIXGiZA910mEMdvTOuMhbepOunWbbtR+ydOnrC/+3f+rt188ynzvV/3ZRsD1rvZsQcbwDt2wQkXAhCAAAQgAAEIQAACEIDAUQKUQKBKAtnoTuD9/dF6zhHT/DZ/RNL1RZlkJ9bqGg5ycmdyHDWkEIBAfQS6/qpcHxksd42Aj+WNNme9fddCxt9OERgOh3bfK+6z97z7PXZ4eBh815Ddjc+WIdytPM2eyVvpnk4gAAEIQAACEIAABCAAAQhAAAIQaJRALZ1ndv36vu1fv266K7iWLlpjVBuE0uoOaStc0h7f6q2XayHPpOVqr1ZLfket1rILtUUtXB13VqkndT7UXdSkHy/QSqg0KSMDAQjcIOBzZMavGt2os0puPNe1C7FKM+pCoE0EwvjVWHaFr9Ndxzlva5Lm2Jz2C07PackpCAQCH/zgB+22228LeZ6qJ8AGcPVMe2GRICAAAQhAAAIQgAAEIAABCEAAApsRGG0CX9edwL5AqI1gaTObbWvtgWlzTgoLpVosLeqoz7GGaZHW5VaOVqqgRHbjBm3ss5iu0020KfvrtG9/G1FSdFKZt1pOk8rOrVomOwWFbvWU16p2qQ+BvhPIzw/NWZc2u/JaiMDb6LU7tlF95VWmPIJA1wiUjV//nLF8GOM5MWmgeTY5KGRk2DX5UFDIF2pzCIEyAi+/7+X29re/PZzSx+nEcyH1oRdSP+axPgF9wly/NS0hAIE+EiAmCEAAAhCAAAQgAAEIQAACFRHIbP/6vl3fv25p6is5FVnthRlf4coTSXXs6kps8j1KPsf1X+W7LUWlCJRG6bi4KK6ybSj6oLTy/jAIgZYR0Iug1JBbYfOsob7pFgKVEtB7VjTo+VXHtnbeYvPwCxFl70Gaq7M0aUwGAnMJJElij33iMbvlllss/GKkWUjiyDJ+NiLABvBG+GgMAQhAoG8EiAcCEIAABCAAAQhAAAJVE9Am8HW7eu2qHRwcWFa2hlh1lx2xp8Wtjrh6xE35HnXkZC8KYnRKZwWkZbWoWXUoh0BbCbTRL803qSHfMs3nhvqmWwhUSmDDsazf6pryhw9vUzg4qISAvhlIuuvuu+yH3vVDFr7RX78w6tLvIEiVdLTDRjZ8JdhhcoQOAQhAAAIQ6BsB4oEABCAAAQhAAAI1EhgeHtq1a9dtODyssZcOmY5rqTHtkOvR1Qa3aaILNaT5qPL5GrrCJAR2mUCYXuFpCQp6oSxqiWZUmU2AMxBYiUDZXC3OyfzxSsapvKMEkiSxJHFZYh/+yIftplM37SiJ+sJmA7g+tliGAAQgAAEIQAACnSGAoxCAAAQgAIFtEMiy1DeBr/kmcLqN7rbQR2Kmu2Qk0xJLmY66EWuZr5WGvFJX1Xc6uHcmm1Lox10ppl608kP2JDVUmpfKui9REj1FolRSmaQyBAEILEdAr/Uuff1sUXoB9EV/C3fdBQxIZwAAEABJREFUam5JRav+wjj5+lnli9LclNTWJVt5Fc0dOfY2eu2ObXReeZUpjyDQNQJT49fHt46jcrHMznqbyfiPeaWaZ8VW4/mYeFqmYnWOd5JAkiSWJMmR2LNsaJJOZP5+cN/LX2bvf/97zeJ7hcUffw8J7wPxmHQVApq9q9SnLgQgAAEIQAACEIAABCDQLwJEAwEIQGCrBIbDoV29esUODg99uWerXdfUmRa1pJrMb2hWnkkbmtnB5pGaUmkHERAyBKogMHP6+KaRP6a7UGUplh6pEE/k0nz9XPEm2WW63cQ+bSFQJ4E4fmNaZ181TL863cV2INDKp8PhoX3oRz9kt99+u/XkPwit4MwGcCsuA05AAAIQgAAEIAABCEAAAhBoggB9QqAZAmET+MrVcDdwmm5jhbKZOBf12vVFGd3wsyjGbp9vwxXS6npUt2niPQQWE2h6rLdhzi+mRA0ILCbgY1nTaXHFGTW8/YwzFEOgDgKDZGD33nuvvePt7yi9Y7iOPnfB5tGZvAtREyMEIAABCEAAAhCAAAQgAAEIQGDXCTQcv74Oev/6dbt+/ZqlWZc3geW7tDrQ+KV24RukV2/eeAv5HdW4Mxs7oGtY1CKj8QoqXVR3k/MbreJv0jFtIbA5AU2rUis+rv1RempSuLDCpGY1mfFc3na31TiPFQiMCITxq7Hs0tfpjkpXfPa24Wt3Z07gkb0Fp0eVeIbAPAKpb/j6QPKxureX2Ed//KN27PixeQ04twIBNoBXgLULVYkRAhCAAAQgAAEIQAACEIAABCCwTQL7+wd2/do16+adwFqwGisslKaOrigvKjxiDdMircstFGrUf7hJD3HTt2t+l8as25h90dFCqojy0pUqa6VyqezcqmWyU5CPCYuDI6TGDwQ6SkBLz66sRGFs+3zT/Ct9/fRzoY63DakmRpk2QTOee/JBkqmQqlwHCAIdI1A2fjVtlg5DY1+KDTQPY76YyrBr8qGgkC9W5xgCUwQ0ziSzLMuC0iy1l73sXnvXu95p4WXf+NmUgN5BN7VBewhAoB8EiAICEIAABCAAAQhAAAIQgEADBDLTJvA13wQepqOFoAac2H6XWifN9Zrq2JUranVWS8JRcjSu/yrfLSmKeR7POa+F9qh5JpY5p2sfNamvgslBlRlsQaB5AmFqhacZvuTPaS6UaUbTdYs1n9dtSzsItIpA/vOU51cd2/qlqEk8movSpGCcKZuTsWxcZZtJmYvb7J++VicQhouPT/0SkMaoj7tjx/bsh9//w6vbokUpATaAS7FQCAEIQGDXCBAvBCAAAQhAAAIQgAAEmiSgTeB9u3L5il2/vm/pjmwEa92rSeqb9C3fozaxQ9sFBLq7s74gME43R4CeZxLQncozT3ICAl0isOG2j957JuFqZ1WaFLQ0459KuuBmS+k16pZfulH/mQ2HqT3yA4/Y2972Fks2HMYjm7v9DMLdvv5EDwEIQAACEDCDAQQgAAEIQAACEGgFAS36HNrVq1ftypUrdng4bIVXtTkRFyljWltH9RmerNfV18UWLC+KYtH5ilzUOMirIrOYgUB3CWxp7nUX0Hqe0woCaxEom4/5N61ifq1ONmiU80+ubGCJplskoGsVFbpNwldBDwYD+8hHPmK6GzgU87Q2ATaA10ZHQwhAAAIQgAAEINB9AkQAAQhAAAIQaB+BzDd/fSP42lVP274J7AuOuktGMi2xlOko4VjLfNEr5JW6EtfR2u0rkZ+SPFOal8o6JV073fUXUr+e4Y/OxVRXJ0Yz/opCfU1hLArtvI7SWLZy6u3Lxs6UPysbpQEEOkpAL4KS5oXmYd1hqB+X5rCk7kLqZcojCHSNwNT49XGs4ygzWxyOtwnvSaoZ80rL5qPmqiv/ISCfl4laJb+i5F9O7latXWO8AgLx2o3TME51DS1sAj/88A/YQ698tdkgqaCv3TUhursbPZFDAAIQgAAEIAABCEBgdwkQOQQgAIFWExgejjaBDw4OtU/aYl+1MCW12EVcW4KArmFRsVkTK8nRl+gDKQR2gYDmmtRwrC1woWECdN9lAnH8xrTOWPRWVaf9lW23zqGVI6ixQadMnzxx3N73vvdZ4v+2MZQ7BWcFZ9kAXgEWVSEAAQhAAAIQgAAEIAABCPSDAFFAoP0EkiSxdDi0a9eu2rWr1yxN23438OpMu74ooxt9Vo+6ay2Ky47JFgNQ39IWu6QrCOw0ga6/Ku/0xSP4KQI+ljd6u/L2U/a6cLBRwF0IcKd8TNPU3v3ud9ldd97p/wfQt7DsVPiVBXtjJldmEkMQgAAEIAABCEAAAhCAAAQgAAEItJZAxxzTAtD+/r5dvXrVhj3bBNZylqRv+63rsmj7UKrDvvyOqsN+szZFLVwdd0N5T8JjWwvM3qd22KNC3zxBAALTBHyeVPodEZrz3sO2prl3xQMClRMI41dj2ZW41upA7STNsTkGFpye07KGU3JGqsE0JrdOIPPX9uMnTtiP/MiP2PHjx7fef186ZAO4L1dywzhoDgEIQAACEIAABCAAAQhAAAIQaC+BzA4ODuzK5Sshba+fy3mmJVXJtEjrqmu5UnbjBq36k4pazuPpWtGm7E+f6cuRKMXo/AKFC6UlNEkxKpWUr0PetzZ+ffHTJqqjH2xCoMsEfJ5M5ofmrEubXXktDM/bmCu2UX3lVaY8gkDXCJSNX72NLR2Hz4ep8a95NquxDLsmHwoK+VnNKiuPviqVnzm5K5V1g6EGCWT29ne83U6eOGlplgU16Ewnu67z02ongeA0BHaQACFDAAIQgAAEIAABCEAAAhDoBIHh8NCuXLnsm8D7lvlCUNiX64TnJU764qSWKuOZVMeueNz2VL5Hyde4/qt8t6WoFIHS/KKyyrYl9V2mjfvHAARaTkAvglJDbobNs4b6plsIVEpA71/RoOdXHdvhl5By7cMvW8TjmGquzlKss610/J4Z3dlWt/RTO4FX3HefvenNb6q9n752wAZwX68scUEAAhBYigCVIAABCEAAAhCAAAQg0C0C+kroy5ev2JWr8W7gzDeDfXGzW2EEb7VOGTIdfJLvUR10fwmXZ0Snne65rateaot+KJ3bMSchsIBAF05rnEsN+ZpVPX8bioNuIWAbjuUj73XaYG051gZfOlpOptPupVlqH/7wj9qJ43uWJPrMP7Q0G3Y6pm06v+ErwTZdpS8IQAACEIAABColgDEIQAACEIAABCDQUQKZLwbtX9+3K5cv23VP9w8ORt+U20g8WhSVVuw8Nonpis3bUL2fa635qPL5Jom3xY8mGdB37wiEYR2elghNL5RFLdGMKjcIkIPARgTK5mpxTuaPN+qMxhDIEcjs1a9+jb3i/ld4mW8A+zOP5QmwAbw8K2pCAAIQgAAEIACB3hAgEAhAAAIQgEDbCWSZL/LMVWrD4dAu+ybwwf6+7e9fDyFlaWZSOKj9yRc7k7HC38zTnchFHXVCizGSvlFR6cBNSDJ1tPb6JVqulU0p9OOmiqkXrfyQPUkNlealsu5LlERPkSjVsfIuBRuv9dRXaqqO5HXCnVcxr+N5Ko4XP1aXpqeoee05B4E2E/DxrPmiuVKUXgA1zsNdt5ovUjEWf3FU+1BX+aLiHFFbl2zlVTR35NjbaL7GNjqvvMqURxDoGoGp8evjW8fZwEzpUrF4m8n4j3mlmmtFA+P5mHhapmJ1jiFQQiBJEkuSMmVe7spS20vMHn3b2+z43p7p87KUeLlUYpKiHIFBLk8WAhCAAAQgAAEIQAACEOg/ASKEAAQg0DMCmW/+HtilS5ft2jXfBPZFIpN6FuW64QiFtG773W0XqcW0ZhLqJmrSlQomB2Qg0E0CM4dxVvLNDaosxVC9TszOTPP1Z1Za7cQy3a5mkdoQ2B6BOH5jWmfPNUy/Ot3dUds9CDuzd73rB+2mm072IJbthsAG8HZ50xsEIAABCEAAAhCAAAQgAIEGCdA1BPpKIDP9jTB9JfTVK1csHaYlGwvti73rizK64ad9VKv0aMEVCndUqY4U+83nY9kGqf4Oo7SBCZpCoDsEtJskNeVxxfO3qTDoFwK6i3ejqcRcYBC1g0DiQ1F6+X0vsx/4gUfM9OFT3yhh/CxDYGDL1KIOBCAAAQhAAAIQgAAEIAABCEAAAt0m0HPvR+ucWbgL+NLlS3ZwsN/6TWDfph59uenI+c5dIe1LRnXO+SMO61apoo5UWqJAV3WJasUq+a4n57wwLHR6OikjA4GOEZg5fP2Fzx/zo1lYYX7zlc+O5++2u13ZTxpAYA6BMH41ll1rb5R529EnlDkd+amZ89vP8YBAJQQ0yDI7PDy0D33oRyuxuEtGfP98l8Il1iIBjiEAAQhAAAIQgAAEIAABCEAAAn0hMPq7wakdHhzYpUuXwt8HDncDe4Cjc5nF1IsqePgq62QHVEssZTraTVxWDV9VLRNHq1ReUqXBGLKW5Kq024itsMHqVySkiigvLy91Kl5nnVSdvPJlyi9StJVL5YLpKa9FdjgPgTYSGI9r3S1fVHgB9DEeNqjycyjm/VyoIxv+QhnyZekmcY/7kg+STIVU5TpAEOgYgbLxq2mzdBga+1JsoHkY88VUhl2TDwWFfLE6xxDYgMBgMLCHH37YXvbSl9re3p4lgyRoA5M70VTvoDsRKEFCAAJHCFAAAQhAAAIQgAAEIAABCECgtwTSNLVr167alStXbDg8NB3XE2ziZiVPVnl4k/yyaqpj1yommqwr36PkR1z/Vb5bUhTzPF50vtg2v3BePLfOsfqPWqd9aMMTBNpHQMM6/KLDLNdChfFJvTiWaXy6qiRsnlVlDDsQaJJA/r3I86uObf1S1MR9b186V8vmZCybNCYDgcoInDx50t797ndblubfHyoz30tDbAD38rISFAQgAIFFBDgPAQhAAAIQgAAEIACB3SBw/fo1u3DhQrgb+ODgwHQHsCJXKinflLRM2lTfm/Yr36M2tUV7CECgTgLYXpqA7lJeujIVIdBmAhtu++i3uqbCY8NtCgcHjRF45w++007dfMr71y8mSJ7lMZPAhq8EM+1yAgIQgAAEIACBthLALwhAAAIQgAAEILBjBHT37/Xr1+3ixYt29erVGu8GXgFsXEuN6QpN21JVG8Bt8WV9PxZFsej8+j3TEgIQmEeAuTePztLnqAiBSgiUzUd9gJmlSjrFCAScgMae5Fl/3Hffy+2VD74y/FGATMPPy3jMJsAG8Gw2nIEABCAAAQhAAAK9I0BAEIAABCAAgV0loJtZDtPULl25YucvXbQDfS20rycNLTMp9VRSvTJVyU2LMZJ3aUoHvoAlTX3jYpUdVmxLfkoyqzQvlXVK4WL7VQipD4iwpBhTLy8NRnecSKUnKYQABNYm4C+GemEMr4yah2sbWrKh5rhLd/5KahVSL1MeQaBrBKbG78BMx1FLxaKxL6my0qiy+Tier4mnZZIJBIFNCUw+n40MHT9+zN7x6NssVbl/ZuxqmtsAABAASURBVMuyoZ/gM5lDKH1oBpeeoBACEIAABCAAAQhAAAIQ6BUBgoEABCCw8wSSsH6Z2cH+vl28eMkODw5New0q9uXLneez2wA0CorabSJED4HtE9ArsbT9nqd6bIELU/5wAIFVCMTxG9NV2q5aV2+bq7ah/rYI9LKfw8NDe/TRR+2mkzdZlmaWJAzCeReaDeB5dDgHAQhAAAIQgAAEIAABCECgFwQIAgIQKBI4PDywCxcv2OXLl02LSVmaWpZlrmLN+o67viijG37qo9MWy1nDjmhhM6phV+geAr0n0PVX5d5fIAJcmoCPZb11LF2/WNHbF4s4hkALCOiz+u23326vf8Nr7djxvRZ41FYXRn4xk0cceIYABCAAAQhAAAIQgAAEIAABCPSTAFHNJJAOh3b16hU7f943gq9csYODAxumwxU3gbVBKM3sptET8kyqwwl9+15UHfabtSlq+krBmDbpzUar+E06Tt8QqJmA5qdUVTea826LKecQeHSWQBi/GsuuxLVWIGonLZhfC06v1TWNIDCHQJIkNhgM7P3ve5+nYbAbP7MJsAE8m02vzxAcBCAAAQhAAAIQgAAEIAABCEAAAiMCqW/6Xr1y1S5eumRK9/evW5ous6rpdXQbrGRaKC3TqI8mnt07ixu0ZZ6pbB2/ok3ZX6d9+9uIjKKTyrzVcppUdm7VMvVVUFjP1FPUqjapD4FdIKD5GTWeQ9rsymshhkI71Vf78HquAwSBjhEoG796K1k6jPGcmNTXHJscFDIy7Jp8KCjkC7U5hECVBN74pjfZrbfearojuEq7fbNV1afVvnEhHgj0mQCxQQACEIAABCAAAQhAAAIQgMARApkNDw/t6tWrdunSZbt27aoNUy2EHqlIgRPQknCUH1pc/1W+21JUikBplI41FiTla5Cvm1vUxLwKJgfrZGgDgY4R0JiXGnI7bJ411DfdQqBSAvn3K8+vOrbDL7ZFh7y96f0wHsdUc3WWYp0tpmUubrF7utougVOnbrI3venNpZ1qKESVVtihQjaAd+hiEyoEIAABMxhAAAIQgAAEIAABCEAAAvMJZHY4PLTLV67YpYsXfSP4uqVsBB9Bll/yPXKyFwXLRKhltaiagu7PznpNgDA7m0AXz8R515DvmeZzQ33TLQQqJbDhWNZ7z5Q/2k6bKmjhgb9+dMHNFpLrokvDYWqPPvoOO3Zsb/TrCUliSTKSDRKL2vUhseErQReHBj5DAAIQgAAEdpQAYUMAAhCAAAQgAAEILEUg8VqZb/pev75vly5dtIu+Eay/D+zF/tBZC4tNWlSK8hM79xiR6FvY+ajy+ZrjjAMppjV3h3kINE4gTK/wtIQrcWLk0yWa7XIVYodApQTK5mp+PhbzlXa+hLGcf3JliRZU6T6BV7/6NXbH6TtDILkREI55GhFgA3jEgWcIQAACEIAABCDQawIEBwEIQAACEIDAcgT0t8RuKLXhcGjXrl2z8xcv2MXLl2z/8CD8dcjUt4CzJPHnkcy0xFKm5fqto1biRvUtjlKZZyrzKis/ZE9SQ6V5qaz7EhnRUyRKJZVJKqtSslmizPuUzNMqu8MWBLZKQF8d69LXzxblr56m8R3uuo1zwAo/2snx9qGu8kVpfkjj9rKVV8Ha0cNCO1VQ+/B6rgMEgY4RGI/fkdc+vnUcNSpc8OxtJuM/5pVqnhWbjudj/kNAPl+sXvmx/IqSfznJtcr7w2ATBAaDgZUp8feP22+/zR5+1UM+Yv2Cp0NLM5fea8af1Ee/rtmE1+3pUzOkPd7gCQQgAAEIQAACEIAABCBQNQHsQQACEIBABQQODw/t8uUrdsE3gi/5RrDuCM4yX3DyBSgLslb+JO6V5AmPlQhEakqllRpXUFl9ShWYwgQEmiQwcxj766c/pl1TZSmWHqkQT+TSfP1c8SbZZbrdxD5tIVAngTh+Y1pnXzVMv83cbZ1Dm4WzXuudaJXoUvsY/8AHPmD61p7yoL1C+YmdKWUDeGcuNYFCAAIQgAAEIAABCEAAArtHgIghAIFqCWR2eHBgVy5ftgsXzvuG8CWLG8GjzeBqe2u7Nd3o03YfN/Ov6WUzLVxKm0VBawh0h4BW9KWmPG56zjcVN/32j4CP5Y2mkrfvHJSNAu5ctDg8IvDQqx6yu+6+KxxoBAx2/mNTQDF56uJMnjhPBgIQgAAEIAABCEAAAhCAAAQgAIEZBCiulYDuCL50KW4EX55sBNfaacuM6xuKo1rm2hruaMWwqEVm9NW0UYvqrnrefdEOe9SqzakPgbYQ8KFc7oov1fuj/FwsXVghVqwo1Xx2U9vu1rvkAYHKCITxq7HsCl+Hu45lbxu+RnfmBB4ZXXB6VGlbz3JG2lZ/9NMGAvoa6Ne85mFr8ZfxWJM/bAA3Sb+BvukSAhCAAAQgAAEIQAACEIAABCAAgaoIZGHj99Kli3b+/Hm77BvC4Y7gdPkFyLDE6ou1qStupubTdT2ts93Evzo72ZbtsMHqVyGkum55eXmpHyqXSk9WUOg+yB/zdKIKzGICAlsnoKVnV/wbpPk0rNb7GA8bVJpPRfm5UMfbh9RfJEvTTYIa9ykfJJkKqcp1gCDQMQJl41dTZ+kwNPal2EDzMOaLqQy7Jh8KCvli9cqP5WeU/MzJXam8Owy2lsCb3/Qmf3dILHx0ci91F3BU4se7/NA76C7HT+wQ2CUCxAoBCEAAAhCAAAQgAAEIQAACNRHQxu/Fixft3LlzFv9GcNi7q6m/ps3mllmDK3H9Nxx06kmRzHN4znkttEfNM7HyOfVZpqUNUREC7SegIT73RTJUGMehJfwyjU9XlWg+V2ULOxBolIA2RqMDnl91bMedtGDC25fO1bI5GctCwy0+6fXC1VT3W4yUrqYJ6E+wvOGNb7Ak0cWfPseRGRvAjAIIQAACO0GAICEAAQhAAAIQgAAEIACBuglkvkCqjeBLFy/Z+XPnw0awvirai+vuuhn7STPd7lavghy1W5ET7boEaLc2Ad2hvHZjGkKgTQQ23PbRb3VNheObq1PHLTzQW2UL3cKleglkPjRfcs9L7DUPv8b29gamYZBXvb233/qg/S7iIQQgAAEIQAACGxGgMQQgAAEIQAACEIDAVgloI3j/YN8uXLhgzz//vJ05e9auX79uWqSKjuiOhZgnbZKAlgnn9b/o/Ly2VZ1rgw9VxYIdCCxLgHG/LKmpehxAoBYCZfPRd97Cb7iVpbU4gVEIFAhkvuE7Gptvf9vb7eDgsHCeQzaAGQMQgAAEIAABCECgxwQIDQIQgAAEIACB7RDQzTJF6UsTD9PUrly7amfOnbNzF87Z5atX7eDw0FJfNB26fOXKN4az4GSa3yEOJWbR5viwFYm+GXLkcSvc2cyJANiXx0KqRcS8vHxiXVczalyouwWjxkWrJ9FmLpULGhgTrW6VFhDoJgG9skiae2Ei1ByG+nHl57HyfGlmzdwxXxcBmxq/ubEdypfp1dtMxn/MKy2bj5qrrmSGlumOOhBYl0Acd+bjz238wGsftpMnj1ui8nGZF/sjfr7y7A4+NHt3MGxChgAEIAABCEAAAhCAQO8JECAEIAABCDRMQH+ObDBIfDHKbDg8tEuXL9s53wg+f+GCXdFG8P6BDQ+HDXtJ9yMCiSdFeVF4jBYXQ7aup3zXkz5UODkgA4EdIKC5JjUcagtcaJgA3XeZQBy/Ma0zFt6m6qS7qu2drv+KV7zCTt95esxgG4N/3FXLEzaAW36BcA8CEIAABCAAAQhAAAIQgMDqBGgBAQi0kYDWSdN0aFevXbUL5y/Y2bNn7Pz583bNN4MP9bV1WWZpqjsV2uj9rvpUXETUVdwii8mdyVvsk64gsLMEWCrf2Uvfu8B9LG/0duXte8eEgPpM4OTJk/aqh17V5xAXxFZ+mplczoVSCEAAAhCAAAQgAAEIQAACEIBANwngdasJJEliiXuYZakNh0O75pvBZ8+dswsXztvly1fs8HBoo6+CVi3JK/NogIA2frUZr1SKLtR0TdRFXrE7UghAYA6BOGnmVFnplOa8N6hpmrtlHhCon0AYvxrLrsS1Vo9qJ2mOzTGw4PSclpyCQKUEsiyz173udRZG7SAJXwLN8LTJF7pXChtj7SOARxCAAAQgAAEIQAACEIAABCAAAQi0k0CWpuEroc+fP2cvnnnRLl64YNeuX7PMN4kzX9Ay3zJWKtmCH05XQSAsH44NJZ5KuodC8sOwnBbzOt5EslOiyZ2/6nsT+7SFQF8JaGk/SnPWpc2uvBaG7m20XRDbqL7yKlMeQaBrBMrG70pvI+M5MYlbc2xyUMjIsCu+XxXTQm0OIVAngSRJ7E1vebN34WPW86kPTcmPwmawn9jJhz5h7mTgBA2BHSJAqBCAAAQgAAEIQAACEIAABCDQcgK+TmX6+ufr166b7gj+/nPft+effyH83eCDg4OWe98n97RUqHiUaiFcqaSybUojQv2t1LcaIAh0mIDGvdRQCGHzrKG+6RYClRLQ+1c06PlVx3aSf+/x9qVbaJqrsxT7JoXANghkliSJ3XX3XXb/gw/a/vBw0unk9xImJbuVYQN4t6430UIAAjtHgIAhAAEIQAACEIAABCAAga4QSBJfSA2PJNz9e/36tfC3gr///e/biy+etevX9+3g4NAODg/9fNZoWFpQ0vqwu9uoH/V1rsikQg9aSSwUTR+KzHTJekd+fQPgcbqeEVrtFIE+BKs5JzUUS1bV/G3If7qFwITAhmP5yHudvxdNbJOBQIsI5D4rDQaJPfLII3Zi71iLHGzWlQ1fCZp1nt4hAAEIQAACEJhDgFMQgAAEIAABCEAAAp0jkCSJaQFrMBiEuxmy8DXQqV29etk3gV+wF15wPf+CH18tvR9HS7Rlshp+GtymqSGaaDIfVT4fz5NCAAKVEAjTKzwtYW5br2pLuNLWKvgFgVoJlM3VsnkZy2p1BuMQcAKjsTZ69sPx4+GHH278lyTHrrQiGbTCC5yAAAQgAAEIQAACEKiUAMYgAAEIQAACEOgmgYFvAEfPsywLi1hKVaaviB4OD006c+aMPfXkk3b27FnbPziwg+HQDtPUhtow9nVa3byTl77AcZa0eCb76yh344Upv46N9rXRcplDDI4p1XE4sFGQY5JTX6mpOpL5j1LJs2s9/Ir0B+ZaBGjUFwK5uaL5klf4FRafX+GuW80XqRi3z4Xw93iVlsnbm6S2LtnKq2juyLG30d/0jm10XnmVKY8g0BECEzenxq+Pbx1HTSrNy3ibyfiPeaWaZ8V24zmp96syFatzDIHKCIzGXubvIyOZ50bGX/sDD9uxYwMbeBVpMjRHp3fuWbN354ImYAhAAAIQgAAEIAABCPSYAKFBAAIQgMAOEbh8+bLpK6Kff/55u3DhvO3v7/umsTZdMtNesmRat3UliT8V2XhRVizj2Ak4GH+2AM+2/BOvSEy33D3dQaBKAnEqHbHp49sf08WqLMXSIxXiiVzS8BO4AAAQAElEQVSar58r3iS7TLeb2KctBOokEMdvTOvsq4bpV6e7PbVNWDkCd955p50+fXpSoiEqTQp2LMMG8I5dcMKFAAQgAAEIQAACEIAABPpMgNggAIFdJJClqV3fv+4bwBfsueeesye+9z178cUX7dq1a16+b3uDgenO4kz3R1S0ChbvqOg37wXLZrqrylRHiiTy+Vi2TqqV+6h12tMGAl0koBcoqSnfq5q/TflPvxCIBHwsbzSVvH00RQqBDhHYGwzsDa97vX/i1WeoDjm+tqvzGzKT5/PhLAQgAAEIQAACEIAABCAAAQhAoBsE8HKnCWiDN0kSS7PU9FXRFy9e9M3g79v3fUP4uee+b2f0VdHX9y0dDp2TL4r5wvBgkIT7W5Mk8bJdfzgTXy4cfYlgzK/DRHdfr9OONhDoKQFNp9LQ/HXHH6WnJoULK0xqVpMZz99td1uN81iBwIhAGL8ayy597fqodMVnbzt5T5zTdOb8ntOGUxCokYCG5Otf//rQg/Ihs8NPbAD3/OITHgQgAAEIQAACEIAABCAAAQhAAAL9JpAkiUmKcpAkJiVJEr4K+vDw0C5dumhnXjxjTz/9lD377LP24pkzdvnSJdvfP/A65j87vEQWbmX2he6QikNeXu50jj60nCbpjOrklS9TfpHybcf5sHivp6hFNjgPgbYS0Dxx6W75osKvn/h8CxtU47Fv+dTPhTrePqRxPhTTTWIf9ycfJJkKqcp1gCDQMQJl41dTZukwNPYlNdAclJQvkwy7shkqa0IZBCoh4GNu6n0hZ9SH76te9Rq7+dTNXjhv/PrpHXjoHXQHwiRECOwkAYKGAAQgAAEIQAACEIAABCAAgR0ikCRaEJsOWEtfktbJMs9oQ/jc2bNhI/iZZ58J6fnzF+z69evhzuHp1rtw5FDmhrnofLGxrzwWi5Y51qWLmtRXweRgXoZzEOgegTC1wtMM3/PnNBfKNKPpusVh82zdxmXt8jGUnacMAnURyL8XeX7Vsa1fipq45u3D3cCTgnGmbE7GsnGVbSZMt23SbkFf5WNNw0B/A1gaJGx/QqAFQxUXIAABCFRPAIsQgAAEIAABCEAAAhCAwC4RSJLEkuSodDdwlJ8Od/zuHTtmg8GeaTP4ypXL4e8FP/300/bEE08Efe+J79lZ3yQ+PDi04XBo6TANaaYd5F2CujBWLatFLay8XoV4Z9V6rWm1EwQIcnUCcd7GdHULC1tow02baEoXVm5jBW36ReFfGwnM90lje36NuWf13jNVQdtqUwUtPEhGf8WhhZ7hUp0E/LrbtI4fP2YPvvJ+Oxwe1NlxJ2xv+ErQiRhxEgIQgAAEILBbBIgWAhCAAAQgAAEIQKC3BLQJO0+LA89Gy2S+VuYPSxI9Z+HuX232Hhwc2P7BftgAHt0h/Jw9+9yzdu7cedvf35+5EZxY4l1LnpQ8Mi+bJT/V4GPkc/TtqCOj80fLKYFAdQRmj7/q+phnKfY/K53XdrNz8+bXvHOb9Vp/a5Gsv5fQQxVPcjeqCntV24i+Ka3aNvaWJFA2H3VBZmlJs5VVy/knlyqzi6HuEchsb2/PHnroIUuS3LjoXiCVeMwGcCUYMQIBCEAAAhCAAATaQQAvIAABCEAAAhDoJ4G46bsoulgvpsX6M8t9jUw3/ESlltl13wi+ev2qXbl21c6cO2Pfe+ope/yJJ+w7333cnj/zol24dNEOhoc2zFI7SA9NbTIttg0SU5oVbJYeu4Opq7FHcGpgmbnPrnRKA4/Jghb7pyW2eZplYdQms4H7kNfIn8x5ZuI4q3lF5aEP9RPldrOcUr/Gs+TVTONK6bo60n/0Y5xGu1maWVE6l7l/SmcpSRJLkhsq1lP/aeLXukQ6V6xf5bE4m88ZqejD0EeFNK+/JHGnvULiNmbJT4dHljm/gnRC11ZxzpLq1CJ1aPlxn89rDpgTGGlW/0kyjn+czqo3t7z494mLx+6jzVXi5iXNZ2XDVfXMdh76mtO8Vu9Vfo8VXE9XNOFt88yOsJpvrjhup2oHf9x+tBmOl/cvSUbXJUn2bDBDU/35QXGeeFFrH0cc03WwwbjYUx1HjUvnJ94m3z7kVSaOxZa6GK5wp3tJWqxe+bH8ipJ/Obk7lXeHwdYRGF3xzPRukZd/ULCHX/2IJeE9pnVub9UhzZCtdkhnEIAABCAAAQhAAAIQgEAtBDAKAQhAAAI7QKC4MF08rhNB5ptsaToMdwGfO3vOnnr6aXvye0/ak08+ZU8//aw9/czT9vzzz9vly5ft0DeGk0TLcQWPfLXOi81X6yz/k+UPGsm7Y8GpfNqII+NOox/jQ5JaCcwbf/PO1erUrhjvBeAdn69VX0PZi6p0HsTrlE8r7aAdxsROnsRU+boklHXZXstu6xxaK4olG1HNCeiKl+nuu++222+73Wvs9oMN4N2+/kQPAQhAAAIQgAAEIAABCPSCAEFAAAIQ2DaBzI7t7YWN3v3963b16uWw8Xvu3FnfCH7GHn/8cfuO65mnn7EXXnjBXnzxBTt/4bxdunjRrl67ZocHB5bpn28qh/v7Ml+p9ocXmbLbjob+ILBNAuOhruG+zW7b2ZdW7rftWbwjMqZV91+860zHsS+lxf5Ulteq51f+5RVtCeRV7FDnimW547yvyudObZzV5JjcdSo/pKLVsrJcHfk0pdy5nck6o43mlrfvHKuNAu5ctDg8n8Add9xm9z9wnyVJMlfzrbT57HK+dXEmLxcZtSAAAQhAAAIQgAAEIAABCEAAArtAgBgh0AICSeILbGM/sjQ16WB/3y5dumhnzpy1F1580Z579jl75pln7Kknn7Inn3zSnvze98Kxys+cOWNXrl4JdxcP3NbY1CTR/kn8elzlJyfWzMhGXmuaWbuZ+o7xKF3b0JoNd71/Mc9rTYxrNxP/vNY2tGZD7bHlZcmahtZsptgn/Ne00e5mRaDF4yq9j7aVSlXa3rItDcotd7lpd1kbf40jDAN9TbYrca0VpNpJCy7KgtNrdb12IzkjrW2Ahj0icOzYnt1///09imi9UNgAXo9b61vhIAQgAAEIQAACEIAABCAAAQhAAAL9J9D2CJMkMX9YEhzNLPXN4YODA7t2TXcNX7WLFy/aufPnwldHP/HEE/Y33/ob+8u/+kv71re+Zd/+9rft29/5W/vOdx+3Z33z+Pnvf99eeP55e/HFM3bm3Dm74JvL+rrpa1evub1rdt1tyn6WZSapyyRJ7NixY7a3txdS5Qd+nAz2zAa+LBaVqLZLaUFuItiTzSrk2+Mje75xEPKeusteZjmNYhj15+XOTbEtI4/CkiTx8AYTWe5Hm29aIg+pxxpSPx/KSlIvcgf8eUaF6NNwOPp68LlpOrRDl+oojRqOy1ReVOpwxME9KH1kqbNypd5/lGzENkmSOFevM7YzDLwzE/so1Z0lb+yPbL68/+hHSDO3PENpKM9G/btPqWs4PLSgQ0/L5LENF+lwaMOc5IeHaknhnzkPKRs4F5c2Yt2FMDczH2dlSt3nTRSur66x6zBzP72fQ7c5jPLj4Rzpuhbj1/XKDwgdz5SDyFZQ3m7Izxj7bjLMjTgHRqlZYOV7Z+kwsSCPbXJO+aHXiannD/2ajzS0kB6kdnhw6Er9mmam2Cft/WJ5U1Pfie35HN9TdiSfzJklnpdUJfO8pLykckl5l+q7UtmcyCz18aw+ojI/HsnML5nd4OzHmeR9ePtJ+aS+l3s+HabOIbX8OMjn9Z4w0tAODqQDTyXlJeWjRsfDYeZ+aHQPPGKl0p7nXT7Gk8SPE+Ulz/sZPY4qMfO65skspR60rov3aInPmcHewKRQPxe/teEnbPj64Mv7otjyx3PzaivFSh5gzB5JZdjlY8jKdKR+1QXyM0p+5uRuVd0b9rpFQK9jr3zwld1yugZvBzXYxCQEINAsAXqHAAQgAAEIQAACEIAABCAAAQi0kkCSJDbQArrL5vxoM2B/f9+uX79uV65ctRfOvGjPv+jy9PsvPO8bws+Eu4i1afy4bxA//vjj9p3Hv2N//c2/tm9+85tT+qu/+qZJ3/RU5/7qr/7KvvW337a/+fa37FtjKf83f/st+7Y2ngvSZvRRfdu+9a3Z+rafK5Vvaqvd33j61y7VGR1/64Y/3n/0S+m35aPKjsp9+NaUVPebf/1N+8u//Ev7+te/kdPXPX9Df/6Nr5v09a+PypSX4vE3vG3U1z3/9W/kba2Q936+7vqGtw8a2/pzP/7zv7hhZ3KssqLko9v4utIV9F//7M/sT/7kT+yrX/3qlL7mx//la181KZ77L/+vH7t0rijV+ZrXn6+v2de+ltNXPT9DX/V66vu/uB9fdbvSfwllX7Oveloq1V1R//n/+c/2h3/0R/blr3x5Wl/+sv0nL5O+7HlJeUn5cn3FvvzlG/qK59eV7Kiv/zTu+8ueFo9Vtkhf+tKX7D/+x/9ov/d7v7dYv+t1VtDv/u7v2pR+z4+X0MSX2Nfv/b77Jnn/RT9V50jZjLr5emrn+g//4T/Yb//2b9sX//0Xb+iLhbyO88rXVT6eUz7o349shfLfsi9+caR/78el8jb/3vVFP7+UVHeeVrDzm7/5f9i//Tf/1n79N37D9esuT3/d04lyx17nN6Rf/w37jVL9+ozyUf0vOgfx/qM//KPwOqrX7Beef8H0y0dz3sYaPqWN0eiC58PGcDxeIk20mRrreXvLH8dy7bLOUqyzrVT+uaI72+qWflpLIEkSe+ihhyYjN/6CSmsdrskxNoBrAotZCEAAAs0QoFcIQAACEIAABCAAAQhAAAI9I6AFXQ9Jd1+laRruIvNl3qlFPd0hF5QOJ3fL6Vh3be3vX/eN5Gt29dpVu3r1ql27fs0uX7pkV69c8c3lnC7n8sVzR44ve9uRLl++ZJK+7vrixQsm6e8dl+r8+fC3kM97evGc5z1VPtQd5y9cOG8XPB81Oe/loV4hPXfunJ09e9b0Ndq6O/rsmbOmsmDH647SC3bhwkjnx+nF86PjWD6dnvf6Ocmfia1c+cKyUR+6yzvqvPur/IWz5+z8+ZHkv3ROvhd09swZe/GFF01/S3ppvfiC6e9Onzl7xtTXOfU51tlxet77n5QrL43PTcrHx2fEd4bEXH49//zz4U72ZVPdzV5WV+VFPf+C2z6iUdn3n/++Pffcc/bss89OSV+tPrpr/gXTZlXU8y/4setF38CS33nFc/ky5WUnL/UX9P3n7LkV9X2v//3vf9+edz3neva5Z+2ZZ5+xp5952p55ulw6V5TaqG/Fv0hlnGOZbCiWIr/88TNPP+O+LdYNH5/1eFxPj/TUU8/YtJ6yp9zmU097+pQ0Pq+yUDeWPRV+0eV733vKnnjiybG+5+kTrifdxlP2tDN7OvTzjOfVn9Kn7Wm38/RTfiy53aclZ/x0qK86ktcrHoc6OndDTz31tPsvPWX6Cv+nnvS85L4/+eSTwZfvfvd79t3vfneGdK5ET3iZFNp6e0lEUQAAEABJREFUftJeeSnaU166cfw95/GUx/jM0895rIrzGY//6bH8WPF6bE/Jxwm/J9zXMj3p5bP1V3/1Tfv6N/7CvvzlP/RN8d+2//3f/ab9i3/xL+1//B//hf3rf/0b9p/+01fsO9/5rl29et38LcoGyTHbGxz3dy3feslcntv+Y8N+dUfvlNPZ1FErD8afFVrpG041QuDee++1m2++2Q4ODy1uAMe0EYca6HTDV4IGPKZLCEAAAhCAAATKCVAKAQhAAAIQgAAEIACBPhPQ+vNYWsDz1Tx/ZEHFsHV+oVJvm1eWWepa2K5QR32rjdK1pbjmNmZley4eTjZDQON2Rfn0Gc3ZUcbCb3LIhkegpEyTOmUnlyjL3MAs+SnvuY7HnDmb5M7l86u4Eeuu2n5e/Xnn1u0vtutyGseYx5BYMvqabt9QunTpctiE/8pXvmL/7n//d/bP//k/t9/8zd+0P/vzPwu/lKO6Xt1b9eGRlAQRwZSlJdUpgsCWCZy86YTdefq0JcmNr77fsguNd8cGcOOXAAcgAAEIQAACEIDA5gSwAAEIQAACEIAABLpMQDcblUkxadm5TDpX1qaszPSV02MNfCFQSpLEi6elfqzkp2gz9V2jvOJ5N2iLpL6lJEm86kiJmUWZ/2hDOS/fp/bN6aRUWTIwyQZ7IVW+KJ2LGiR7NrA972+UDjw/kc65zGvkVbS37HHqYIrKvMzSxDKX0rx0rlTJKMZsyfRIn7l2iceW6K48l1Ip+lDat/tbtJc/jj6Z84+KZWWp+ld/+fjlQ5D7luce8/n+yvJl/cwqU//qy3Lx6zhoRv+zbK1Trv7z8Yd+3ZcwBn3shfFZSNfpJ9+mjFksi/XitVMay1ZNo81RapZ/jRjlh6My3y/TL5vEej7EbCSvlZjnNd5jOjAbJCZlyfT5xe1lw/x1Ixsr8dSPzY/LFPxSnaK8fiapfLr9yG8L/omdVOQm36VYN6YjBpnF4xvtLFeWz4tLmWKdeC4ej1L1Ld2wH+vFdFTvhh+Lj9PEwrXU365O9gZ2OBza9YN9++tv/Y3p67L////8f7D/5V//r74Z/Od25fI1AQqvuZp3R+RnV33MrO9zyczHTKjgqY6jQtmiJ2+Tbx/yKktKGvqAMVcyQyUtKILAtgiEEetD84EHHrAkSWwwlu3Yj2bvjoVMuBCAAAQgAAEIQAACEOgVAYKBAAQgAAEI9J6AFvLyqjLguuwu6yP9m0UG1sBP7FtpA91PYqf/JujTJwTWI7BwvvqG+XefeMK++Fu/Zf+rbwT/8R//5/BnCJJkYcv1HMq38k2vcBjTcFDT0xbCqcnzLpvF9xUIPPTQQzYY7O426O5GvsIgoSoEIAABCEAAAhCAAAQgAIF2EsArCEAAAhBYh4DWrKPWab9pm9i30k1trdNe/Uat037TNrFvpZvaWqe9+o1ap/2mbWLfSje1tU579Ru1TvtN28S+lW5qq7vtFy3LV3FeNvJal1a0sWn7aGdWuqn9TdvP8mvN8iyxxAb2wgsv2pf+4A/sX/3P/8r+8//jG8FXr9qx48dsb2/P6vtxn5NNrHv7TZrTFgItIXD33Xeb7v5tiTsVuLGaCWbyaryoDQEIQAACEIAABCAAAQhAAAIQaAcBvIAABDYisNHa+EY9jxrT/4hDU8/wb4r8qN+m+Y+84BkC9RHQDbgjZeHrop9/8QX70pe+ZP/yX/5L+9pXv2aHw0PfBK5heyZMrtQDcyUuz63+ULuR93PbqsrcCpyEQLME7r//fjtx8mSzTjTYew2vMA1GQ9cGAghAAAIQgAAEIAABCEAAAhCAAAT6T4AIIQABCEAAAhBoJwHti5bpYDi0F8+dtd/6P3/HfuPXf8Oe+N73wtfTpmlqUpap1QYxhQ1fbd7mbIQN4dzx3KzaSqokXyTlyyTDrmyGyppQBoEtE7jnJffYyRMnLEmSKW3Zjca6YwO4MfR0DIHKCWAQAhCAAAQgAAEIQAACEIAABCAAgf4TIEIIQAACEOgCgcSsuD8a3PaN3scff9z+t3/7v9kf//Ef2+HhYdicCucqeYqbuDLm+bAxrPySSvIbv97e8sfRhgdnsxTrkEKgWQInT+yZ7gJu1ovmemcDuDn29AwBCECgQgKYggAEIAABCEAAAhCAAAQgAAEIQKD/BIgQAhDoBQHfO71y9Yr93//3l+yLX/xtu3jhkh3bO+GhacsmLy9a+aH2Kze60UC71jeOPFe2AezFPCDQcgKpD92X3HuvWeITznbvZ8NXgt0DRsQQgAAEIACB1hHAIQhAAAIQgAAEIAABCEAAAhCAAAT6T4AIe0YgseHh0L75V9+0f/Nv/q0988wzlvi/9gWZlLjkO2vhzuCytKQ6RRBogIA2QO88fdoGbAA3QJ8uIQABCEAAAhCAAAQ2IkBjCEAAAhCAAAQgAAEIQAACEIAABNpDQNulQb43mmQDm5IN3NGBpVniMvPEUsvsuReet//pX/3P9o2//ItQHr942U14/dFj4bP3ZcG+ano/Oo5S0UJ5m3z7kFdZUtJSnrn0ddFlKmlBEQSaIPDgA/f7SM7MZ1xBWRPubLVPzd6tdkhnEIAABCAAAQhAAAIQgEAlBDACAQhAAAIQgAAEIAABCEAAAi0koC3TMpW5miSqaXZweGhf/OJv2Z/+6Z9YlmoLuKz2grK4pxXTBdU3Oj1yeyMTNF6aABXXIKCppTuAk8QH65E5caRgjR7a3YQN4HZfH7yDAAQgAAEIQAACEIAABCBQQoAiCEAAAhCAAAQgAAEIQKD7BAaWZYllvt+bDjM7PEzt//q/fs9+9/d+z4bD4egWYfPNq5UC9W2fVZtM2ff2U8ccQKC7BE6fPm17e3u28jSyNv2s5wszeT1utIIABCAAAQhAAAIQgAAEIAABCDRDgF4hAAEIQAACEIAABHpJIPOd4DQd2te++jX7yle+Ylm24l2KYePXd5PNlbjWoqR20oK+F5xeq2saQaBCApo+t9x6q91552kzH6/+UDJRhV210hQbwK28LKs7RQsIQAACEIAABCAAAQhAAAIQgAAE+k+ACCEAAQhAAAIQ2AECvpGrDeA//KM/9E3gJeMNG77auM3Vdzu5owVZtZViNW2XxXwxlWFXNkPF6hxDoAkCPoRPnDhmp++8y4bZaGynPmSj/HTYDG7CtW30yQbwNijTBwTqJYB1CEAAAhCAAAQgAAEIQAACEIAABPpPgAghAAEIQGBXCGSZb/xm9gd/8CX72te+tmLUo42uUSPPh43h0dFSz4m2xWJN5aV4HFPfRQvfqVuWxjpbTMtc3GL3dNVeAoNBYqdP32Eartr41e8s2PhHeQ0daVzUq4QN4F5dToKBAAR2jwARQwACEIAABCAAAQhAAAIQgAAEINB/AkQIAQjsIoEsTe1LX/qSPf744zYYDCxJkimVMxmUFy9bql2xSV1tjUmTgpZmkvAVvy11DrcaJKAbf19yz0vC+AhfqZ52YTxXA2zDV4JqnMAKBCAAAQhAAAJrEKAJBCAAAQhAAAIQgAAEIAABCEAAAv0nQIQ7SyBJErty5Yr99u/8tp05eyZw0CZWVCio/ck3V4/0oU20WTpSueaCnH9yqebeMN89AqdPnw6/ONE9zzfzmA3gzfjRGgIQgAAEIAABCDRCgE4hAAEIQAACEIAABCAAAQhAAAIQ6CsBbd1IZkmS2HPPPm//8ff/wK5d27fMVD7S1EZwNiobEfG8jqNGhQuevU2wrWoxrzS3wapTQdppdenrossU6tT5JL+i5F9O7ladPWO7AwTGY1Jf+Szd+/J7zbxsz+XTyQY+RqQkSy0xyXr5oxnSy8AICgIQgAAEIAABCEAAAj0lQFgQgAAEIAABCEAAAhCAAAQgsCsEfG/zxIkT9s2//mv7xje+YWmahr8PnPnm1REEvrEVymIaDmp6cr9qsrym2dY5tGYcU804qIDA3XffbanPl0zzIjyNjGrESKOj/j2zAdy/a0pEEIAABCAAAQhAAAIQgEBvCRAYBCAAAQhAAAIQgAAEILBTBHzTKk2HdrC/b7//+79v586enR++7vqdX2PB2S5uG/V5G2/B5eL0QgK33X6bHT923HwP2Cw1y3wTWLJwx3ubx/vC0OZW6G9kc8PmJAQgAAEIQAACEIAABCAAAQhAoGMEcBcCEIAABCAAAQhAYCcI+J6vBSW+WeUaetSZp1euXrXf+Z3fCRtYXlTTw3fIRr3Pty8H59fY4lk5I22xS7rqDIGbTt5kp06dWmZUdyamZRxlA3gZSi2ug2sQgAAEIAABCEAAAhCAAAQgAAEI9J8AEUIAAhCAAAQgsBsEtI1ZVJL47q8rGST2t49/x/7iL/7CN4F9c3h8J6PuZpQ2I6SNX0lWogfKl8n9MZd2pctU1qTSMvkZFX0dp+5WpV1hrPMEBsnA7rjjThv4HJLMtDUqdT60uQH0P8K54XMSAp0mgPMQgAAEIAABCEAAAhCAAAQgAAEI9J8AEUIAAhCAwC4SSHyDt6gxhz/40h/YpUuXwlGSeKWQq+gp0UZqtKVN1vxxLFefsxTrbCuVf67ozra6pZ/OEDi2Z+EO4M44XJGjbABXBBIzEIAABLZLgN4gAAEIQAACEIAABCAAAQhAAAIQ6D8BIoQABCBwlMCLL7xo//W//tfwlbZJkliSjHS05holuqN3qplvrk4dt/AgaaFPuNQqArfddpv7oy1RVzaWl/T54VH2OTxigwAEIAABCPSQACFBAAIQgAAEIAABCEAAAhCAAAQg0H8CRAiBGQT29vbsT//0T+3SpYszalRZXLa7qk3hWaqyb2xBoBoCp0+frsZQh6ywAdyhi4WrEIAABCAAAQhAAAIQgAAEIAABCEAAAhCAAAQgAAEI9JeAtlslfRNzkg1sSjbwwAemL2Y+c/6c/fmffd2yLHFlQX5yg8fI9shAzCuVN6PSG8/jzd+Rk+ZOTsv4gUDzBAaW+YzR3DA7dfKED9N0JJ9Biat5D+v1QLO33h6wDgEIQAACEIAABCAAAQhUQQAbEIAABCAAAQhAAAIQgAAEILADBLTlWqYboWem83/yp39qFy9u4y7gGz1PcnJgckCmYgKYq5jA6dN3VGyx/ebYAG7/NcJDCEAAAhCAAAQgAAEIQGDnCQAAAhCAAAQgAAEIQAACEIDANIEzZ87Yd7/7eAV3/+btsm2Up0G++wSSxOzkyZMdCqQaV5nJ1XDECgQgAAEIQAACEIAABCAAAQhAoB4CWIUABCAAAQhAAAIQgEAJgcODQ/vGN/6i5MwmRak3ljJP5zwWnJ7TklMQ2DqB03fwN4C3Dp0O1yNAKwhAAAIQgAAEIAABCEAAAhCAAAT6T4AIIQABCEAAAhCAwCwCx44ds29/+9v2wgsv2HA4DHcCZ9m6O7Pa9JVib/PsJF7Jlc2Qn+UBgTYROHkTdwC36XrgCwQgUE6AUghAAAIQgAAEIAABCEAAAhCAAAT6T4AIIQABCLZbwmYAABAASURBVEAAAnMJJElih4e6C/gbdvz48bl1lz6Z5Dd+lZeKrX3j12apWJdjCDRMwIfwTTfdFH5BIgzbht3ZVvd8BfS2SNMPBCAAgUoIYAQCEIAABCAAAQhAAAIQgAAEIACB/hMgQghAAALLEUiSxP72O39raZZakiRBy7WcUUt39U5O+c6ZSZMCMhDoHAGN4FtvvdVOnjxhGs5JUsE86QAFNoA7cJFwEQIQgAAEIBAI8AQBCEAAAhCAAAQgAAEIQAACEIBA/wkQIQRWJHD27Dk751qx2ZLVk5J62lKbpZLqFEGgQQK+3zvuPdn8FyTGlrqQsAHchauEjxCAAAQgAAEI7DwBAEAAAhCAAAQgAAEIQAACEIAABCDQfwLLRaitHWlU+9rV6/bEE0/6gcry8qKlH7GdGsS80kQFBY03f/V10WUq1OYQAk0TuOnkTXby5Ek2gJu+EPQPAQhAAAIQgAAEIAABCEwIkIEABCAAAQhAAAIQgAAEIAABCMwkkKapPf300zPP13KibF+4lo52yijB1kQgs8wGA/1CQ00dtNDsbkXbwguASxCAAAQgAAEIQAACEIAABGYT4AwEIAABCEAAAhCAAAQgAIH5BLSx9d3vftf29qrY8qnCxnx/OQuBbRO4+eZbwt2/+mWJLPPtYNe2fVjcX7U1mMnV8sQaBCAAAQhAAAIQgAAEIAABCECgGgJYgQAEIAABCEAAAhCAQAmB8RcwW5ZYUOp1nj/zop09d95zmz5kTVIvc2wtOD2nJacgsFUC2us9cWIvzBXNmdTnjbRVJxrojA3gBqBv0iVtIQABCEAAAhCAAAQgAAEIQAACEOg/ASKEAAQgAAEIQAACZQS071qUbwNblqZ25uwZS9a+C1ibvlLsVb3EfDH1HTRzaTetTMXqHEOgQQKJhqr3v3fsmCXHxhvBfqwRLnm2lw82gHt5WQmqpwQICwIQgAAEIAABCEAAAhCAAAQgAIH+EyBCCEAAAhCAwGIC2tQaS3czSufOn7eNN7SSvAVtCOePo1vesTaASxXrbDEtc3GL3dNV+wloiJw8dZNd298fOetDOPzugh/pnCe9e7AB3LtLSkAQgEA/CRAVBCAAAQhAAAIQgAAEIAABCEAAAv0nQIQQgAAEliegvVpp4DtY0oULFyxNU0uSJGh5S7ma2hXLHeru4qnDVh4k3XCzlex2x6kTx47bXuLbomlmmjd9j9wj7XuIxAcBCEAAAhDoOAHchwAEIAABCEAAAhCAAAQgAAEIQKD/BIgQAqsQyEaVfetzlPHnc+fO+Ubo+IQfV/PI9xAtqo9ZinW2leb8k0vb6pZ+OkVAo2QQfjEi53bPxwsbwLlrTRYCEIAABCAAAQi0jQD+QAACEIAABCAAAQhAAAIQgAAEINB/AstGqI2svPLtrl+9almaWpZlQflzi/PaLpJUU2mUelNZXto5c+k2yjLlq9aSj74plX85uVu1dInRThPQCNnb27NBlljYCDYzlUVZD38GPYyJkCAAAQhAAAIQgAAEINAHAsQAAQhAAAIQgAAEIAABCEAAAhA4QmDWppU2fpOwrXWkSfUFSfUmN7PYOodWCYe6WyCQDLQleuM3BDRipC103UgXiraRjukUAhCAAAQgAAEIQAACEIAABGYRoBwCEIAABCAAAQhAAAIQgMB8ApObb72aNrKuX7tuSaKcF6z96OK20aYxrw2Lhh0icOrESdNIifOmPa7X40kXZ3I9JLAKAQhAAAIQgAAEIAABCEAAAhBoAwF8gAAEIAABCEAAAhCAwBwCuocxyHezMsnrhmNPk8QLPF3/kXpTSRY9O+ux4PSsZvWUyxmpHutY7QeB1HyM+PxIfYpI/YhqdhRsAM9m06ozOAMBCEAAAhCAAAQgAAEIQAACEIBA/wkQIQQgAAEIQAACEJhHwLewtI01pVj/+v51G2a+zbXW3wDWpq8UramnmC+mvoOmeynD7rPni2mxeuXH8jNKfubk7lTeHQY7TyCOEG38huHqEcUyz/bywQZwLy8rQfWMAOFAAAIQgAAEIAABCEAAAhCAAAQg0H8CRAgBCEAAAhBYnoBvdIaNLE+1qSVZkljmm7/LGympqe/HnRTP2iLzTm2WJo23lBn7GN3ZUq900y0CYZT4GNGcCZ6P86E8FPTviQ3g/l1TIoIABHpFgGAgAAEIQAACEIAABCAAAQhAAAIQ6D8BIoQABCCwOYFTN91kaTY0S+Ldsbb6z2SHTE07sj3mm3nyFkFgHoGBD+fEx3cS0nk1+3GODeB+XEeigAAEIACBPhIgJghAAAIQgAAEIAABCEAAAhCAAAT6T4AIIVAVgaSOndAym76DNvUl1PnjqoLBDgSqI6BRfO78+WmDGrbTJb06YgO4V5eTYCAAAQhAAAIQ6AsB4oAABCAAAQhAAAIQgAAEIAABCECg/wRWjVAbWUG+eZVkA5MGnuruxttuu8UGg8Qy3wjOPF3N9sCrS56Y0ij1prK8vHNzxVspi2m+KnkItICARvGJE8fN0tQsy458gXkLXKzcBc3gyo1iEAIQgAAEIAABCEAAAhBYmwANIQABCEAAAhCAAAQgAAEIQAACMwloMyuvWPHUqVN24sTJeFhvKgfq7WEXrBPjtglkNzrUEJZulPQrxwZwv64n0UAAAhCAAAQgAAEIQAACnSaA8xCAAAQgAAEIQAACEIAABNYjcMcdt9swPbAsGwatZ4Vto/W40artBHSjuka3Uql5f+v1QLHW2wPWIQABCEAAAhCAAAQgAAEIQAACEFhMgBoQgAAEIAABCEAAAhDYgMCdd97pG7+Zhe+3tZp/vJuae8A8BColoL8BnLrFLDFLXZ7t9YMN4JZfXtyDAAQgAAEIQAACEIAABCAAAQhAoP8EiBACEIAABCAAAQhsQuDEyZN26623jjaANzG0VNvEa7m0k1YmP8sDAm0iEH5fIUksOTYw/X1sHUe1yc8qfWEDuEqa2IJAtQSwBgEIQAACEIAABCAAAQhAAAIQgED/CRAhBCAAAQhAYCMC2siSgdOnT2/l5l8LvSRmpanxA4HWEdAcib+rEJzz4RuO/UDnPOndgw3g3l1SAoIABPpBgCggAAEIQAACEIAABCAAAQhAAAIQ6D8BIoQABCCwOYHDw0N76b332k033WSW+M6W8QMBCOQJnD9/0a5evWpZmlmWDYPy5/uYZwO4j1eVmCAAAQhAoNsE8B4CEIAABCAAAQhAAAIQgAAEIACB/hMgQghURGDgm74PPfSQ7/0mvrGVu5+xtr1g9TFLFQWFGQhURCDzoZr5U5amlvi/isy23gwbwK2/RDgIAQhAAAIQgMAuESBWCEAAAhCAAAQgAAEIQAACEIAABPpPoJoIUzeTWuI7PQ8/8mrLzPNJZkni21yDJJyzJPW06kfmBl3el5XJz/KAQNMEUks0I0xf9TwcDi1Lh5YMUht4uRSGrjupmeJJ7x6D3kVEQBCAAAQgAAEIQAACEOgmAbyGAAQgAAEIQAACEIAABCAAAQisTOCuu+60O++8c+V2GzXo667ZRlCWbkzFbRLIRp1lmbaERwNXz1Gjs/17ZgO4f9eUiCAAAQhAAAIQgAAEIACBzhHAYQhAAAIQgAAEIAABCEAAAusR0Nc/nzp1s1mmLR8p2vF8KIvHpBDYPQK6Gf7atau2v39gSZaZNn5HFFJPJE+2+thOZz77t9MRvUAAAhCAAAQgAAEIQAACEIAABCBQQoAiCEAAAhCAAAQgAAEIrEMgGW1lveqhV9lA3wNdtJEVCyo8rtN2hW5iCgIicP78ect889cfOtwJsQHc0suMWxCAAAQgAAEIQAACEIAABCAAAQj0nwARQgACEIAABCAAgXUJaPv3lltusQcefNDSuCGrO36j1jVsMjZP6tmlP65aprX7pSEEqidw6JNDm7+jW381rqvvo40W2QBu41XBp10nQPwQgAAEIAABCEAAAhCAAAQgAAEI9J8AEUIAAhCAAAQ2InA4HNpb3vIWu/222zayU95YG2WzpBa+ARx21Iqpzm1ZcnPLXdJdlwgkduHCBbNduv3XLw8bwA6BBwQgAIH2EMATCEAAAhCAAAQgAAEIQAACEIAABPpPgAghAAEIbE7g2LFj9trXvS7cr5sk2ojd3Gb1FuSXtqIk5avvwbQRzSaw8VNOIPEZcnBwWH6yx6WacT0Oj9AgAAEIQAACHSKAqxCAAAQgAAEIQAACEIAABCAAAQj0nwARQqAiAq988JX2yle+siJry5qJm7jacS3Tsnaqqhf9cXtyxxMeEJgikCR27ty5qaJdOGADeBeuMjFCAAIQgAAEINB6AjgIAQhAAAIQgAAEIAABCEAAAhCAQP8JbBphlmWWJNraSeydP/hO870tlzZB05HpxNOoUckaz7KnPsqkc5nbdCUzlHmdvLx2tY+8X96X5eQuVdsX1rpOQHPm2rVrXQ9jZf81S1ZuRAMIQAACEIAABCAAAQhAoDICGIIABCAAAQhAAAIQgAAEIAABCCxFIEm02Wnhzt+HH37Y0qFv+M5qOao66+xm5Qttq4K0WTfLt95mX8t7VajJYQMEsszs3LmzDfTcbJdsADfLn94hAAEIQAACEIAABCAAgZ0mQPAQgAAEIAABCEAAAhCAAARWI3DixAl73/veZ/obwKl2t8bNB5baIJPMUxX65rDuBla2MSVmmW9FSbX54H3UZhvDXSeg35m4cuVKyTj0cWnStiLcbj/9jWy7HOkNAhCAAAQgAAEIQAACEIAABCCwGgFqQwACEIAABCAAAQhAYCUCvqHrm7yvfvVD9urXPLRSy8orZ4ssqkLUorqbnt9WP5v6SftGCGSZnTt3vpGum+yUDeAm6Zf0TREEIAABCEAAAhCAAAQgAAEIQAAC/SdAhBCAAAQgAAEIQGA1Atr8Nbvl1lP24Y98yJIksyxLg5I0syQdnZdNP2WS8vVId9y68n/nN59X51Ny33QnctTGTrk93wi3oMyt5eRueQEPCEwIHA4zu3Dh4uTYwl2//d8e7X+EuUtKFgItJ4B7EIAABCAAAQhAAAIQgAAEIAABCPSfABFCAAIQgAAE1iPgm6pve9tb7c47T4/b5zY+xyXbSRLvZpb81FYfYwbRna32TWddIHBwcGiXLl3ugquV+sgGcKU4MQYBCEBgXQK0gwAEIAABCEAAAhCAAAQgAAEIQKD/BIgQAhCAwPoEHnjgAXvPe95rme95JolZkiRBZl5gFu769T1iiz/KS/G4t2nS28gIrAIC+/v7duXKFbekLVFXNpaX9PnhUfY5PGKDAAQgAAEIdIAALkIAAhCAAAQgAAEIQAACEIAABCDQfwJECIENCNx+x+320Y9+1E6dOhWsaBM4ZBp50obzLDXiEJ1CYCaBF1980QaD3dsO3b2IZw4BTkAAAhCAAAQgAIHtE6BHCEAAAhCAAAQgAAEIQAACEIAABPpPYL0IU2+WWuI7Oe977/vs3ntf5scgwQ9SAAAQAElEQVSJ+WHQXpKZNEi8bHIXbDw7sMxrSVb5z3jz1/uf3Hacz0/1p7qpl7gyd1J3X/oRDwhsi8C5s2dNt80nSRLumE8Gnrq21X9T/eiVoKm+6RcCEIAABCAAAQhAAAK7TIDYIQABCEAAAhCAAAQgAAEIQAACCwm88Q1vsEcffdSOHdsb1dWeqjQ68uepAz/ewiPZQh/96YJIGiRw7vx5a2CGNBjxqGs2gEcceIYABCAAAQhAAAIQgAAEILBFAnQFAQhAAAIQgAAEIAABCEBgPoHB3p498MCD9uGPfMQGe3s2yBLXwOJPvOnWdnJ7K1IghcB8Ak9+73u25/MnyzKT5teu42wzNm+8UjTTP71CAAIQgAAEIAABCEAAAhCAAAR2iwDRQgACEIAABCAAAQhAYAkCd911l33iEx+322+/fbRxlaTeyqVU8qPGHrt4S2VjsOl4EwLnzp8bN/e5Y3mNi3uasAHckguLGxCAAAQgAAEIQAACEIAABCAAAQj0nwARQgACEIAABCAAgYUEksTueclL7LHHHrO77r7bkjSzQdi48pa5jd/MEtOZorzWho/M28+Tvv/Zlc2Qt+YBgTYQuHLlqp09+6INhweWZllQlg1NaoN/dfrABnCddLENgeUIUAsCEIAABCAAAQhAAAIQgAAEIACB/hMgQghAAAIQgMBSBO655x77qZ/6Kbvvvvt8i9d8s8o3Y/1hYRM4vWEjfAd07vjGmQpy6nCWZN43f4N3xVTnEASaJ5CMh+a5c+dHc6g4f44cN+9zlR6wAVwlTWxBAAIQWJkADSAAAQhAAAIQgAAEIAABCEAAAhDoPwEihAAEILCYQOb7rS972cvsYx/7mL303nstTQ8t1d2KpjsWUwv7vV4npostUgMCu0tAG6Bnz5y1q1ev2t7ewAbJXpDZwKFInvT40f8Ie3zxCA0CEIAABDpOAPchAAEIQAACEIAABCAAAQhAAAIQ6D8BIoTAkgRe9aqHwp2/Dz7wgKWpb/iGWxi9sW/6+vPsRzL7VH1nFjlVX89YhsAyBDRCz507ZwcH+169kUni/Tb3YAO4Ofb0DAEIQAACEIDADhMgdAhAAAIQgAAEIAABCEAAAhCAAAT6T2B+hKmfTu3Y8T177Wt/wP7ez3za7rjjNrPswAZJGu743bPE84k/Z+FrbLMssdR3tiTLtMUzGH2RbWJeZyTb+MeNmWzPMuQOWNSsOpRDoFkCaZbZCy88b1maWJKUjWeVSc36WVfv/Y2sLmLYhQAEIAABCEAAAhCAwGYEaA0BCEAAAhCAAAQgAAEIQAACEJgQeP/7328f/8THbW9wY8sm8bPJZJNVm61eMPVQDS8oO+XFPFpBACcaJJBliZ07d97Mp0oWfmPCdurnxqvJToVNsBCAAAQgAAEIQAACEIAABJogQJ8QgAAEIAABCEAAAhCAwK4TSJLEdHfinXfdZT/7cz9n73rXu+z48eO+T5XYwJ8t/GSeG8nCRnAobMmT76i5dxZk/ECglQSyLLNnn302TJ8kSSxJ9izJqX6nm+1h0Gz39A4BCEAAAhCAAAQgAAEIQAACENgRAoQJAQhAAAIQgAAEILCTBHwfahx36mlqg73EXv/619rnP/c5e+iVr7TBYOBKbJBkZonqeDp30zex+n7Uf1RZL/m+o5/5tKwNZRDYPoE0HdoTTzyx/Y5b0iMbwA1fCLqHAAQgAAEIQAACEIAABCAAAQhAoP8EiBACEIAABCAAgd0koK1R3YKY+Ybu0Dek7nnJ3fbYYx+3j3/879ipU6dsb2/P9nR3onaJfW810Saw1zXPZ/50VIOaQM7b9FWfUe6Y/JPka5lq8hCzEFiFwJUrV+3cuXOmO4GlVdr2oa5mbB/iIAYIdJEAPkMAAhCAAAQgAAEIQAACEIAABCDQfwJECAEIQAACO0Qg81i1l+tJeGi71Pdx7fTpO+yjP/4R+8Vf/Iy9/vWvtxMnjlu421cbqKYftfRN2HisQ+UlGZhIdWuU7kBWn1KN3VRqWqwqNYixPhB48cUX7OLFi30IZa0Y2ABeCxuNIAABCGxKgPYQgAAEIAABCEAAAhCAAAQgAAEI9J8AEUIAArtGIEszS7NU98faseN7duedp+1DH/oR+6Vf+iV71w++K9z1m/n5G1xu7F5qw2aQJaY0bBxPTk0yVvtP5r27DybN7EzeSTMr5E6ontu8EVXuXFVZ72OLiKryGjv1Enj88e/aiRMn/z/2zvRJjuvK7vdmdgONhSQAEsROAlwBeiI0pLWRmpFMxjgUZIw/SIoQ5aAdHmv+UE/YGmo09geRpoZaQ9whhcMCSIkTpoCu9Dkv82W/qsra16w8hTr99vvu/eXLqup8yOpqEq7BKtuRpHsRd+TAKkwREAEREAEREAEREAEREAEREIEmAqoTAREQARHYNgK8Zp9q2/yTP5slkK4N5jfrzfJnZ0ypZp0hHcu8xs9GgMxScbS7m3splmdVlrkd29+3Sxcv2Ssvv2xv/Kc37Otf+7qdOnnSer2ecXO4h03iZrveXG2j6kd0X2r1NHNHikudeEpjiX90Y8pR6rb7BD7+6CO7d+/eQKDJehlo2bVitmsBzRWPBomACIiACIiACIiACIiACIiACIiACGwVAXc39yMtxbkVGukVvNtntFY49VSm3Y9Yug/nJxlZeXy8ED5G/BbKsWqIyf0ozknxTWwf4xuu5E8cvmiHsbHjYvek9knHb1L7JP8nzT+qnXbhvhXe65f10NQzL0pl5jZO7kfH2n04bws+Rvk/bf2k6d2HfXY/qps0PqzBSWt0XPvECRbrMInTKP/jupy0PuI6GZVGO6NSq9bbvOm4tcm2UX5xPrxrYPbDfhUoQ9Y7RJfD+jwYtING4/h5+Uw7PsMBbBL/Ti1lGc7iRKyj4phBv2M5zt8zxJsKsfegTcTPWOg7fXMcFSrG0ZwaXpsKu/fnL+DuPdvLM3vwgdP25Reet//4+vftv/znN+zfPv+CPXDyFEwWFmzgdMoN/3iOAx3w4hijEvOVPzkrldkh2g2vf3gptEmPeAg4JNWkcf3tGYoUkvrJstelo0ychTUxj5R3DTeJ3ZYq+hVF/xLBjaVOJWPtIpCsv9/9/v9YluXwn2sFiTHlWmF+98Vodz9KRSgCYwioSQREQAREQAREQAREQAREQAREYPMECmyg9l+v48UZx8VtM7bN4yHHRfFOm1FiH7Yx7fdh+llLbw2XaUcIF3ptw495Y9uw20ubXoZEQAREQAREYBoCnrm5lxrbH59djh8ct6efesq++dfftO9997v2X//u7+zb3/62Xb5yuRra/+7r7lX9tAn7U9P2X2a/CfOObGZDqmX6NM4W5xzXrrbOEKiWwieffGKZx23QqrIzEMxi5B0KWaGKgAiIQE1AGREQAREQAREQAREQAREQgS0gwI1XM+dOr/V6vbDh2yvKFAVzXLjxPLMsz2cWx/LSq/Ni7gjFdvoQ/m5fr4Af0wvXf40Pdzf3BmUZwijQlm1I2EiHk+RMvk06BPcotheH4F/JwMMRYIbYRsl9tth4MS6Vu5v7aKV9h/Lg65PU4J+ZWw+xHSLOQfVQF2XoY3i4j/bPfbltoGmp3Oe3n4HNHs6d/b09o/aQ8jg6Y5pS6Nb3jHesxbSvccYC/cgK5413tVhnfDDD2HGsfJTQzq79chRLOeLP8twY97Taz/dsL8st45wFTC34xOmH14DwEtecwj6nGSk0pDYid6b0MR5jHud5lGN9jJKDn4Ex5+/hxyTxdSacMzxvKrFulBA6zLsxhkHlWWZ5loVjweMRRV+zPLd8b0rBRp6VtvJsOM3y3LK8WSF+47HDe0IV/yzxjYqb9WTJVZqZ255ntfIsC3FneWZjxX7os4c0VY66seOSdvZNxzLPunR8nuXwp18Z6rI8h3953/HJuVbMrIf3lCOBHdZCLxVZoswTIsP6zj2zqCzLbBrx2LBfHBdT1sU25kcp9onjYsp6xzEJ7wHwkfnMs8Dg9KnTdvHCRXvqyafsq1/5qr3++uv29z/8e/v+979v3/jGN+zGjRt24sSJED/HuLuF23u9hxSyaR8YN23XlfTLYJValh+wU8AeBcureWKO1RiW1RYS4Gq4++kf7bNPP7X7/EyHcxkvO8bP+VQLQ5rLZZx1c43TIBEQAREQARFoOQG5LwIiIAIiIAIiIAIisA4CuK5rvNDdNJfzgiouIB8/ftx4B83BwQkrdWAHqDs4gRQXUpmeOH7CTqB9Fp06ecoeeOABO/PQQ/bQGJ05c2bu9jNnHrJSZ+wh2mnQmYfO2NmzZ6t+Dw2nZ88M19V20T+2M51RZ9H/3MMP2yPnz9uFCxfs4qVLjeLfKYy6ePGSXUK/PjXV9fW5iDEz6CL6puqzNTz/xUsX4fcIpXZG5TH+0oCuXLlijz32GC7YXx/WddQluh7yN+zG9RuNuo76ZYqbCEGwG9Ibj9uNPsEPbDSUbU35/v7X0TeKY27evGW3bj0HMYWeu2m3Ut1CXRD79Os5jHvuueesXzdRTjXYPlg+6lvOewvzYx7YvVUp2Odc9OM5to8Q2p9LfQ/5pC/ab916FrFGIdZQhz51yrr+9r/4i7+wL33pS/b8889DfwkxTzHPulSsYxvFfNr2vL3wwl9CX6rEPOsSPY+659EexDzaMO8LUQPjS5+eh09lv+fR3ieMS/v0tbFv2v4C7LAu1fMvwPYL8PcF+8qXv2xf++pX7MWXvmYvvfT1Ui++ZC+livVIX4ReegntfarGhTbmJ7WzT6IXX8R8w3oR9S9+/UWbpJdeegn+p8IY+EJfqZdgp1GI4a//6q/sm9/6lr388sv2SqWXX3nZqFeQlvp39soro8W+TaK9l195BWNfgb1+vcL6l9E2TlWfl9En1Ssoz6J0LPODYxn7oOh7k/7mb/59uPv1tddes9derfTaq/baoF6Nda/Zq6EvyqxL9CryQRj7aoNeQ/s4NY1J6xrHBl9es7/92/9g3/nOd+y70A9+8AN7/Qev2w9/+MOgN954w773ve/Zt7AuHn/8cTt16pS5c7spftLBRi83fMNXOiMfq9eV0hXOHzXXvPQ7fIKba/TEQdE3phM7T9thhf5O64L6bQ8BnAfv/fY9u3fvvhU9rmczbgAb1xy1qfNzzYS0Abxm4JpOBERABERABERgCwjIBREQAREQAREQgZUT6OFiS9z4zfZyy/Lc9vf3oWN2/PiBnThx0k6dPmUnsUnL8gE3fA8OUD4R2ljPzd4D9KWOHxy3Y8ePNeo4xh4/OGbH0SdV7L9/7Jgdm6A4P+/cOXESPiQ6wEb0yZPw99SwWH8CsTA9xT6I59SA2FaqjPck2vuE8byAPFKwe/r0A3b61OmRegDtTarHnT5tp2CHTAd1EvU8FqcfOG0Poh91GmkU/XqA5ZOnjPlZdRq+UQ888KA9CD0EPfjgUZ7lM9g4X6XOnTtng+Lm+JkzD2Hz/0zQmTNnxzBDMAAAEABJREFU7Vyls9iwP1vl4wb+Q+w7h85iE546dw72J+hhzEudRUo9fO6MPcIxD5+zRx55OBHL0MOP2Hls7lOPPvqolXqkTC+UKdsuPIr8+YftUfSlzlY+nT37kAWB/9lUsb7udwb9zoAPUvQ7dxY8oYfRTv8e5n8yeOQR+Bd1DnkqltM01p+z84jrAvwqfXzULiAG6uJ55KFHUR6rC+ftwkX0vXDBLvVt8LNc6iLaL168YI9eeLTSeaRHCuPRfvHSJbt8kboIWxfsAm2fBzdwP4/0PNiVegTMH671KNk+eh5+YAzsBHscW+nipQvG+S9dvmSlYP/yoNh2Ge0U8/3tV65esStXr9q1K9QVu3r1ctC1K5ftCuxevXLFLl++fKQrl+xypSvoewXjr167arUeg42oa1fsGtr6hLZr0FW0URx/BXPUunoJ/iSq2q5dhi3oCuamrsK3xzD/Vfp+7RrmiUI/2L4GMZZrj12rfLuM9EjXMPZan+/sd82uXT0S/xMH9Tg24kbpxo0b9kStx5G/DjEtxfZGXb9u1ynaDul1u/541ON2/bHHgo7mvWaPP361EvOlnrjxBOYb1pOsh70n4NsN2I96AnU3oOuoGyf24VjqySeftFpPIE+h7qmnnjLq6aeftkE989TTRk1b39Tv2WeesWegZ5991qhnMM8znBNzP/kU/IDY3qinn7Gn6QPGP4VxUc+wDqrnY75B7PcsbWA85466CV9uPvOsPRs1ImWfWzdv2k0o/seTm8/etH9z65bdhE3OT3Zh3WNdnzlzxg7wOSXH5xl+iOKdxe4eNn/dy9SwqeSZo7lnnhVBKKzvWW9sJVPSnaQ4PttDM4Wk/CMczCxP9I9aikX6GVXAYqKZYsZQPXeSwAcffoC4irCSjWuiXnvpukGXHX5mOxybQhMBERABERABERABERCBIQKqEAEREAERWA4Bbu72KZh14wXRLMvtODZleaGU4t27TKkTvKMXF1C5Obu/t2/xK1mzLDPnxRnjgxfxmBrqykq30f8MD3eORx8YcT9K0TTDk/NCvEVgULh81Bcv2mOZE6AY7iyIdUMpOvES1GgZZhit0S3wd+xItmN09dV3cGM7nqVb2+FLkxdb4J8Hv+hIYd54jNmh4I9hhYucuMDJlBru0V/DPqn6W6coYS5sfFitSUPQn/NV3ZzjknJVPUXC+CF+F/IQozgc7UNtrIvtTOFP9KHRjwntYUzVh3Px4EWFMucbFOelWB/HxpT1qap6zkOlTcyzLhXrougHfWB8QZwvNsaUdYOKbUyr+cN45lmXinUQfQh9kjaaZX0tViTtIcs6jG/0k22pwgCcE2U630/MFfzBaPIJec6B8oQnuw93gT3GHe1wPTIfOzJPxfIqUrofBfvNfqKh4Zn2TfMNXYerOOdw7VQ1M881wupS7DAOasQcs1VX66EeNFiuG1aY4ZzRPPKzrj+u4Ticazucm3XFEjLwKdhlugRzwT8cQC4GKjGpbDcJ9LC0Pv7oY8PHX3NPFwUawnohF6yZpa5D2twuZdvljrwRAREQAREQAREQAREQAREQgZURkGEREIGlEuDFFMdFlSzo2P6+HZw4sIODE8Y7Sg/CRu+JsBEc7vzd2zNu8maZo78Z/zbeUt2RsUYCvIZLNTaOqeSYVGO6zt6E622OURSS8IxzhcKmf0ztHy8iRi3X6Yw+QNFq4BMLU6fZ1D1n7chjR5XjCpvLv+RvQdJWsFFYsGUzPzBw5jEjBsBU7Qu6BN+qtL5mjPLoJwwMNTbVDXWargKmBv3jeqGmNjBdx7l7pf7RCH2jmLdGiAgqNMaUhaN8bQ9VIc/mpQvGp7QZfEi6l2skqajtNNXVjXUm2otp3TBlppzfLE1thgfn5fGhmJ9haOjKMXPPDQucNxWqZnqG+YE6po1LbIzF1HfmB7u6u7l7qOZ/7mImpsy7e2h3R4rPOKwzW93rb2l/0s8F5y98YAIAHqhZvEgfqcUtBQuDLodK/egqgT/96XN7/4P3cG42EejOYlniGdYEUnUiIAIiIAIiIAIiIAIiIAIiIAIisA0E5MMyCbhnxk3dg4MD4x29p06dxEbvgXETeI9f94wLoOWllcKY4pqoDT6KomepBtvbVS7gLoVk1JPN4zRq3IL1jmM10UTlF4/VxL4LdljHHAu6ONfw1cVFy9QIt8Y0jRjRXF2tgbBxwnxzr6SWnShWLcsJ2ppXi/vQZIERUrN51WSpqW5xq/SNWtzSbBaaejdFGHwbahiqSMylbUd55lIlAxbL0kFqMSvVaHpYZeukqa5uXGrGcfJGlZvsDIxa6jRzGqMfi2jOaWcYFtkxnWFYh7rOs5YHj3mHcCnUjRO4e/eO3bnzh437sWkHur0BvGn6ml8EREAEREAEREAEREAEREAEREAEWkHAzbGRmOU5Nn6PGTd+jx8/hvy+5WHDNzPe2ZuG4u51seD3I1cl5qmqODIpBjaIC9igRg4Y0+CVLxnSkTK3bIzinUUxRcRlf4TJC8Y50sx6qBuUoW68cvpVmOWYf5Tc3dxHy6pHhtlSOep5bMIczFdiOSpDHfOMDdnw5M0/qUIlfrDPrLJer7yrs1dYQfFYwhZCxpZFtVUBRzkfqud6zupT2j/1L0xOX5AZ7R/igQF3Pzom6JzewZab18cTXev4DfH369Csd4jesIn1Y+FrOntW5FbKuarcLMvBys3Q80iGB5gWh0gxpkpRwGAeVeR4ly3k8K8U5sG55bXMyvoM6ZGOzpPCMnRw+EYZ/YMK1JUytMAHh5+YA4fWChxInqsUWylH/yO5uefmWZka/QMtpjbqgTnj3H0p+nMex5xwhFMFsezwpxTmQbsnyi3DjB7E45YzBz+MQhu6WiqDv1Twm30dNisZHqw3jCvl5p6ZVzJztKAMg94nMw8+evCZ/meYv5RZ6ZdzNuQ5PjNDO1r6fINJDAV/zBLaQx+rHzznDD7wuHAs8zbwcBgZlgX/uF7pk/fcouhbvzJzzkvBD5izqMOiCP4doqKAjaJnYx6OtqwS88iGJ/NRoaL+wePPQkyZH9TReu+BBGXwFzJDGQrHAalZWR/LSBk/Zza8jhVwvgcdIqJDK6zAGggyHBrIGH+B3kGMg5WJvGc2hwrjbDjPB8byb8wafKF6OP+jzOh4qQL1hj5MB8X6qTQwbxoDfWM5tT1os8kvg4/AZxTzqViXyuD/KHHeMH/FiP5EsZ4ip1GiXbwUmcGfI+E4jZnTqjbOPSS+xuMcgEE8uQZSoWrVT67BdH6Wo6aaO/rLzjHPFOuaVVML688HRa7RAG3GvFIRWDIBrL1PPv7Evvh/9yzD+3eGFxS+61Nm5dor8DpNleWybslebIW53Y1sK/DKiW0mIN9EQAREQAREQAREQAREQAREQASGCRQFLtgl1Xm+Z/vH9o1/s/fg+IEdQ56bvp7hkoKXHftHlHWTfnKeVJP6b1s7Q0+1Tf6lfrmjNM8BWnJA8MKo2iwLqeqG5WemsRhdqfvGipjWDSvK8BhRNM85mQ6JDVFDjVtQsUnf4txlWv60sObKvCN/JFvz42jmmDP4k6qstw09ytnTn9bnn23Fw1fsBezHc3DqmTBmqC/rqKGG7augm9No3Z5P41PaZ93+bft8cR3HdNv9lX8isAICv/7NbyzL8xVYbpdJ/LbWLoflrQiIgAgsgYBMiIAIiIAIiIAIiIAIiIAIjCTg5p7Z3t6eHT84COkeLqDkWWbuaENqCz2yhUYve7DjAim1bLvbYs/hCBVubkJez20lwPMCwnpcmoe862tpxlZgaD3+rcBxmdwNAjjf6kCQL8IrZV0zXWaZJ+x0M6pXWwhgTW3UVcw/z5Kufcb4Or+iDN8DqBWZl9nuEeB/LDXj2nX7+KOPrXd4OAIC+4xo2rHq7kS6YwdO4YiACIiACMxLQONEQAREQAREQAREQARSArxYQrEuy/Pwtc78+757+/uWZ7nlqHNsCFPss5i8Gh7TqqhkqQS4JTEoE/IJjAeJsTxhyMRmft1lVFNntsV65imUlzE1zOgpArtPgCcLNSrSKesHTfD1kv8zKHz18WBjtMn6qFinVAS2gADXb/U11fwK7Pk84vsRxTU+nwWNEoF1E3DH4i8Ku3vnU/vd739v8feb4Ed4PeeaDqXO/Mg6E6kCFQEREAEREAEREAEREAEREAEREAERGCLg7pZlebjTd39vL2wA8+7fzJd1yYB2otzKB1PWlaV1/gzX9HE9M6aLzY04eNcYFe44YEyDWmyGWUfTlVRh4xduzmqnM/3DQsAFwZBiYYRbpWOK+kYQ8Rg3NqKS4yhkG59so5JGHiMqrqN4EMMBTPopKwIiUBGI5ylTnk9QvMAf06pnX8I7Dqm+yqTA14KweUa7rI8p8xTLmKvvtYL10tYR6KJDXPth/SbBh/eWpDw2y7VNxU5c7zE/S4pJ4/tYneK9k+de1Czm1FcEJhGo1lmWu/0em79//OyP1QiuZ6oqdizBWdexiBWuCIiACIiACIiACIhAJwkoaBEQAREQgZJA+r/h643f/f2w8Zvne+aOi3ZlV/2cigB5UVN1XnsnXvKi1j5xayacdHF7UvuYQMOF+NjOo0DFMtK+ds5DoT48uaaoUNAPERCBtRGI52FMOTHP3VhOUm4WU+wiicBWEeCajQ4h3/d+E+vHpH3rmmueGtO/sYnvYakaO62sUoa7SIDrzey3771nX/z5iwEAOA8G/3PEQI9dLGoDeBePqmISAREQAREQAREQAREQARFICSgvAiLQR6C8OJLnue3t79ne3r5lmaOH939VGmq68MxwTZPalVj7rtnuSlCdiKM8BzsRqoIUgVYSwJtFn99pOc33dVJBBNpJgHdT1p5zfVN1hTIisLUE7t8r7Gfv/At+t8HWJz9a1Z6iHL5lpa7oRIZRdyJQBSkCIiACIiACIiACIiACIiACItBFAoqZd/xS7hk2e/dsH5u+x44dQ7pveZabHiLQbQJ9VwcbUExqbxgyTxWvrfddcJ/HiMaIgAisj0D62pDm1+eBZhKB9RHQGl8fa820CIFer7D333/P+C397lq33dwAXmQFaawIiIAIiIAIiIAIiIAIiIAIiIAItIhAufGLzd48M88ybAIzv2eODWHDw93NkXdnOlroOuczfuUaU+5y0QxTlplfoSrTBS4Ghbt8kVZVddJzM6quaFmGd/z2Cf7HMrJ6TiLATdfw9wixEJg3pLWyEaO5dqm0meWoqp52q+xRwj5Vqa+dc3Huqk2JCIjABAI8X6J4/kA8p1I1WeBX4VJNbX118X2KaWxIzl++TvA1g4rNSkVg4wR4TqTrdFaHcB4ZxXFMo2iXdZIIbBkBvgZTfE2Ga7/97W/ss88+tQJ1RfiAH9cwGjv4ZPQdDFshd5mAYhcBERABERABERABERABERCBrhBwbOzu7e1h0ze3PIewAey+yYt48UJ6TLtyJNYb5yaP8HojHT/bbK2kNodMA4cAABAASURBVKjZLKi3CIjAugnEc3aV8457v1rH/KuMTbZ3jsC45bpzwSogEYgE+Fpc5n/9m1+bhz9tU5a7/jPrOgDFLwIi0CkCClYEREAEREAEREAEREAEOkTALd/LjV/5nGW5UdwQto0/FrkzZePOb70DvvUets3BVV9NzwCEQjL05NzUUIMqJhNQDxEQAREQgbkJjHpfmtugBorAyggU4fueYd4L++Uvf2n80zdm/H2DQj2f8dshmO+QdCZ36GArVBEQARHoNgFFLwIiIAIiIAIiIAK7TcDdzZ3KzLPMwp2/Of/GL+vc9FgVAW7QUauyP5tdekLNNmq+3gWWVdR8FrZ5FCnywmFM1+0r5sWFTIta9/SaTwRaTQDO82ueo1DUUwREYN0E8D7Gjbla655f83WFgJsj1MLu3v3U3vvgfTssCuO3P1NoKJ8dfT/Iyuj1UwREQAREQAREQAR2mIBCEwEREAEREIEdJ+DOCx9m3PjN8yxs/mbV158VRa/6n/Cmx9IJ4OJmvUHHzcImLX3SPoNxA7ZO0RrzyK7kGe0j+pXY37xRHkdGRzV5w8tpVFPbpDqOS9XUH/NyXdUXzVFu6qY6Edh6AjyXoHjhvS9d0bqOc4xi09G7wEbh2Ml6BbUFBHB+832sTwOvBVvgpVzYHQI9LK+Pb39id+7csfJzKn7/wfsBtoKN2p1IZ4uEnzhnG6HeIiACIiACIiACIiACItAiAnJVBERABHadAC6x4cKGWZZllmd52AR2dzPK9OgaAV70WkfMcd0x5Xycl2K+3aojQhjMU8gariwGMb9qcc4mrXpe2ReBFRDA21GzVa7x5pbl1PKcrSxhE8CoqqhEBERgdwkosq4SKOynP/2p3edOcPWfYEmCn02Dwme45H2BjR2QNoA7cJAVogiIgAiIgAiIgAiIgAh0lIDCFoFOEHBzy8Jmr2MjuDB3t/joFUXI8i7gkNmKH7oUsRWHYUEnuMqiFjS1pcNjdExHuci1HDWqz6T6RcdPsq92ERCBRgLxTmCmjR1UKQJtJMD3LL2vtPHIyefFCbz/wQf4PSg3D6/rOg9IlBSYSiIgAiIgAiIgAiIgAiIgAiIgAiKwQwS6EYp7Znt7ObRneZ5Zlm37r/lu5SOmZUk/20lgN49iGlWab+cxktcisHEC5f9DanBjGecXjVMN5uep6nMpFmI6j0GNEQEREAERWCUBvgNQt2/ftt/d/t0qp2ql7W3/zXC5UGVNBERABERABERABERABERABERABHaGgGPTN7csz83cjZu/vBN4ULbxRwYPouKFdKasQ9MqnmuziTjC98ohNcbTpPHO8MvoehhORVNpGkf3/Rk9XOmathw9inaWkca5aSvmY8q69ovUcFBCIEwp1lGhco4fHEsNDg0rYLBSZRHYEQJc8xDvxhoSz6tFwsQLoUVV51Hf1zw3zDtquvACVtmo+9A/2LCYMj8otlH1IGVEYIsIYL2m591aPcN5kX6YCflN+rPW4DXZmgiEd4BqqX340Sf26d3PjC/nnN6x9vtUf05na3eEs647wSrSbhNQ9CIgAiIgAiIgAiIgAiIgAiKwOwQ83PWb5S38tZ5Xa3bnQCASXHkKGwTIbsEzehPTLXBp7S4sZ0ISpCWmFPOSCIjAbhKY941Jrw27uR52JKp5l/XSwuf5kWpphmVIBGoC1V+7sZ//4hc2uOS1+ixse9ewlBEBERCBHSWgsERABERABERABERABERgpwjs7e1Zlnn7YgpXZrBpHdL2uS+P+wnEuyz6a3ephLW68XB4nkdt3Jk2OCAfRUAERKDjBPjeBfGto+MkFH4XCBR2eHjf3n7rLfxulFnBu817bl7gHKC6gGBMjKAwplVNIiACIiACItB6AgpABERABERABERABHaDgDsuZnhmeY7NX975i3LrInN63LMtumHWFn9wN5ta3NIyLNCTVMuwOcoGr7FFjerTnvqUWsxP8h5r2aIm9V2kPZw4ixjQWBHoCIEZwuTXRUfNMExdRaAdBKr3Jq7xjTkc30tjujFHNPEOE8iyzH71q1/b//3DH7ARfIgNYK63HQ54xtC0ATwjMHUXAREQAREQARFoEQG5KgIiIAIiIAI7QsCx8UvxIge/9rko2nRxo7oIGTbK4HfYy0Iaym0/QIiDt8FSIZ401pgfHyMvzGQwQ9HMoMaPNosbsKPSSePnaa/nmmfwto0JwHGsQooDYalQ3+gv66nGxhkraWdA4Rzhj6gZTaq7CHSCQDw/mIZXUrwgIuUdX1FNHLghRjW1qa7dBOS9WVjbfE+xowdPkaPSmnJ4L43vq3UKv+hf1Jo80TS7TeDwsGfvvPNOCJK/H7lvZMGH+bfxB94Vt9Et+SQCIiACIiACIiACIiACixHQaBEQARHYFQLlxq9b2PzN2v5rPC4Iho1SpqZHiwnwCEYxjLgpzHy7xCjGeTymPV7EZjrOxDRtvF4ZVfdnRV1QRgREYIgAzxFqqGGKCmxGhfcjplN0VxcRaBWBdF0jv4z3qS2PX+51k8C9e3+2d99913q9nrnP+36wu+za/pvj7h4ZRSYCIiACIiACIiACIiACIjAvAY0TgZ0h4J6Zu0OZmZsFmR4isHkCcTky3bw3O+xBe3fWd/igKLTdJYD32t0NTpF1ioDWcqcOd4eDvXPnrn300ccVAa37CkSdiEiNQhkREAEREAEREAEREAEREAEREIH2E9iNCNzdHJu/WebGO38dqbubHiKwTQR2Y0VOimJS+5KOCG80TrUkszIjAiIwLYF4rsd0mnE8aafppz4iIAIiIAKrIPD222/b4f3DVZjeCZvd2ADeiUOlIERABERABERABERABERABERABHaZgLubeynG6c48fm13lo7k7qFfrMlQpmK50+nag3ez+g5NHCtr0mJORfOj0vpP62Efoim/2OzNo+M8bI35mLKuVQpgcdxCiuNpqVBfB9NDLgpZPgu0R7E8l2Cjad30+TOXYQ0SARFoIsBzNnz1MxuT8y+cc6hjGs5J5OtnPPcHU7zwGlV3VEYENksgrG+ua7qBlOUoVq1NeC/ludSnTfqztsA10ToIVOvKkf7Pf/5f5u6WeQ4hNaSQ6REIZOGnfojADhNQaCIgAiIgAiIgAiIgAiIgAiLQNgLuHi5muJdp2/zvlr+OcCkkW/CkJ6m2wKW1ubDYRCm1mI8WN7HBM+hD9EWpCIjA0gkMnuKD5aVPKIMisEICcf3GdIVTjTcd38diOr63WkVgFgIF1vcHH3xsH3z4od0/PLSCFbMY6EhfbQB35EArTBHoKAGFLQIiIAIiIAIiIAIiIALtJbCz18t0KaK9i7Lfc8fFt/6aXSwNBskTc11xcm5qXfO1eh45LwJLIMD3p3We40twWSZEoJEA1rKWciMZVe4GAf6ZnHd+9o71sPlrhYf/OGu82303wltaFHglWJotGRIBERABERCBLSIgV0RABERABERABESgbQTKixfuTDPDz7YFMIW/XvWJaVVU0koCuN7Ga25BrQxgrNPceOXXvTKlYud1rV3M6Yni9EpFQAQSAjhHjEqq5snWp3V1ztfleYxpjAhsmEBYv1zLkEMbdqdxevoV1dhBlSIwnsBhr2dvv/W2HXIDOO0a11VM07YO5rMOxqyQRUAEREAEREAEdp2A4hMBERABERCBlhFwzwz7vvDakWZI8XRoJ56MJyoGxZR1OxHgSoNI9wCb8uMm57YIL/2OEtvHjR/VVm/8jurQ+noSi3S4VimuV4rBMaWYX4UwNw922NhCPqSrmEc2RWDVBHguQfFCfF/Ktb3I/BwfhTn4d3377LNukn32qcRzjqc6U9qaNFTt20NAnhwR4DkwuH65ro96bDZH/6jNeqHZd4DAJx9/Yh9++GH/Vz/Xa6t6XR88F3Yg7llDWOWn1Vl9UX8REAEREAEREAEREAERWJiADIiACIhA2wi4OzZ9DcosyzKkLJcyPURgVQTcjBu585qP2y5MaYO2KObbrToihMELiCxTKK7tyfmatDYHNJEILI8AXmuajXGNN7dsppb+xHN+Mx5oVhFYHgGu5WgN+XpjLNZtOoVPYXOO6WK+aHS3CBR8qUbIP/nJT+xPn3+O3OCTa6rqFJpYpkKhcz+yzkWsgEVABERABERABERABERABHaVgOISgdYRcC+vjLvr1/PWHbyOO8yVG7WbKEZEN3GXe9nncvSD6W6SVlQiIAIiIALLJrDs96Jl+0d79JFiXhKB6Qn8+d49e+utt83dRgzSZ6YIRmdYJKFUBERABERABERABERABERABESgxQTa67p7eZHCvUzbG0lXPeddBtR2xE9PoiZ5FL7pdFKnMe27uWLTqNL8GBArb9oWP1YeqCbYRQJ8QWqMS+u6EYsqRWBnCPDkT7UzgSmQDRLgHcDvvfe+vf/+B1b0uL426EwLpt7tDeAWHAC5KAIiIAIiIAIiIAIiIAIiIAIi0F0C7m6+83f/8mvXouKFGqasW9Kx35gZxMFdVKr+KkPGlWq8c6Gnm/Ug3lw6qPGjLXyN8+CYtMwLP42i65OMj2hnuBSbmaZiXftFYjggIRCmLIeCGYO1cNSQZ2rVg30oFplSzE8SbQyIUxp/RE2yoXYR2FYCPA+goklc34v4zfFRsG/Q4DzRPL/+NhX7DmpwbCyHftGQUhHYcgJct/WaHTgn1uo6P2QMiu910Qn4FrNKRWAaAtWHW24Av/3W21YwE9b64FqKZaappplk9/qQwO5FpYhEwMwEQQREQAREQAREQAREQAREQAS2mUD593679ms5LgaGgxLTUNAPEViIwGoGc2OJlmPK/ArFaaLqaVhRF5QRAREYIsBzhBpqmK1i3FvSuLbZZlFvEVgPgbhmY7qeWTWLCKyBgNvnf/qj/eQn/2zuS3jtX4PHm56ia79pbpq35hcBEVgPAc0iAiIgAiIgAiIgAiIgAltNgJu/Zl29cJHeAWJ6tJhAuBm2xf5Pdn3CZbP6Tqu0X5qfPMPEHtUdLxP7dbeDIhcBERABERgigPeibf+YyfdQash3VYjAaAI/+5ef2927d809N/dRixzrf7SJTrWIRKcOt4IVAREQgS4QUIwiIAIiIAIiIAIisN0E3DPzoFEXLbbbf3knApFA3JtkGuvam/JWqUHNE82c/8EhnbqeFpXcZafqOmVEQASOCIzJ9X3l85h+ahKBXSMQPl7yvQjiebBr8SmezhLApyL78T/9k31x/57xT6dQnYUxZeDZlP3UTQREQAREQAREQAS2n4A8FAEREAEREIEtJ+AersptuZdyb3oCOJ7c/aTqv0PGSy2pxlsLPXFFK4O4zzcomh6nwf6D5fGzz9da+zPf8O0aFYDxInl1AAxpLdQ3ehuOWtXCPqlYHcvMT1K0laR0ofaBBWqSHbWLgAgEAtzwokJBP3aagIIbJhDWPt+DkiZ8VElKa8pi0vrDQszjfY53/EatyRNNsxsEPHP7w50/2HtsQAiVAAAF9klEQVTvv2f10kJo/IREIatnAwGcdQ21qhIBERABERABERABERCBlhGQuyIgAiLQFgLaA27LkZrWT1zYNGra/qvtR09SrWo2XmyL4hzxYhzz7RKjGOfxpPbBsQMX3gebZy5z/qiZB2uACHSYAM/FqAUw8AV1geEaKgKbIcC1H2dGPmwMx/K6Up48qZY7r6x1iwB/f/rvP/ofduezT8MGcIgeyyt8/kSBn5SQ6DlAQBvAA0BUFAEREAEREAEREAEREAERaB0BOSwCrSHgjisVVGs8XoWjuhSxCqrrtomVHLa9ma57bs0nAiIgAtMR4PsNNV3vvl7x2wEMm2d9DSqIQBsIzLnu2xCafOwkgc//9K/24zffNMNOrxfWSQbzBK1XgnmoaYwIiIAIiIAIiIAIiIAIiIAIiMCWEGiPG+6ZOWVd3jKLsce0PcdPng4T2I2jOCmKSe3DXFQjAiKwLgLYCeBuwLKnC6c9bS/bsOyJgAiIgAjMQqAoytfiX/7qV3b79u3+oWyi+mtVSghkSX53sopEBERABERABERABERABERABERABDZMwN3NvV9F0cU7iXjpIcqro8KUdVVx3qQD48JNaLi4NSrdBILoC+eO+ZiyrlUK3x2ItRhSrstUqG8Mhucx1dioShEQgbUQwAtj2PxlyvMR6vua2+T8jX9zdFSa+ssXM931mxJRvk0EuMYtrn2kLEe1KQ75KgIVgR7XM36f+tGbP7bM98yr9cw0CP3iJzdk9RwggFeBgRoVRaDlBOS+CIiACIiACIiACIiACIiACGwngWI73Vq3V8KwbuI7O99yA4uXD9N0uTPImgiIQBsI6E2qDUdJPo4hEJdwTMd0VZMIbD+Bwu5++kd79913zZ2f0SqPsb5ZiqpqlQwQ0AbwABAVRUAEWk1AzouACIiACIiACIiACIiACGwzAVysMcOliJBus6PybRoC4Ua5aTq2us+mF6uDXhSyekYCSkVgMoHqTrHJHdVDBHaNAD5r8a1j18JSPJ0jcO/effvHH71pn3/+r9YrCuOyjuocjDkCxivBHKM0RAREQAREQAS2joAcEgEREAEREAEREAER2HoCvGLDr9YM6dZ7O6WDBfpRSGZ89tCf4rcPI9u6J/2Oap3zEx3mMQ1HBz2ZItnYc6dOmI1R1MS7RGAJsfDroqP6zOl868OhQvsIhCXM9y2Ia3xjEfB9NNXGHNHErSXg1uv17M0337TD+/fD5i9DQa0Z1zZleowjoA3gcXTUJgIiIAIiIAIi0A4C8lIEREAEREAERGCLCeACJDd9g3AhMFyYRBrKW+z2VK4hDt4GS4V40lhjfthQ3UIWEKwMd6pq4gbrqLTq1pjQbpyrKWV748AJlbUvE/q1t5m0SIdqioKX06imtlnrONeAsCYsXOZkhjI9RKClBKq1zYv0Qxp1fk0bKs+NKJ6PULzjN6ZNpqIfaRvNxDJf4PhNFbGsdPsIyKPRBLi+w+eRpEu6vpPq1WZxfvOzUZ/wekD/olbrgKy3mgBez8PrcG4/f/cXdvv2bStQ7oXX514VGVOqKippJECSjQ2qFAEREAEREAEREAEREIE2EJCPIiACIiACbSKAC4LhwiTTNvm9Al9xQTal0GMZWsFMzSYxV7iO1tw6sZa+R7EzbVHMt1uMihEwjWKZFxkp5lcgHI96z7c2z8q6oIwItJPAyGXM82vRkGicmsdOej4jz42qaCa4Nq/daESpCGySANZ0PT3y3HSty+3OyPtuEMi83Lr80Y/+0f58795A0OFFuqrD+g6/W1RFJX0ESop9VSqIgAiIgAiIgAiIgAiIgAiIQCsIyEkREAEREIFNEuj8/ggvq0Wt6EBwV51akXmZFQERiATSDQXU8bzjncTGcxxlPUVABERABNZGgPu/H330kb3zzv+2PNuL85Zp+h92yhr9HEFA72AjwKhaBERABERABERABERABERABERgmwnINxEQAREQAREQARFYMYGBfeEVzybzIiACIiACIFD0CvuH//YP9sUXX1iv0AsxkMz1/P8AAAD///YYRfwAAAAGSURBVAMAUExRfYn7cfwAAAAASUVORK5CYII=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431896" y="2700328"/>
            <a:ext cx="6739128" cy="21214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300" dirty="0">
                <a:solidFill>
                  <a:srgbClr val="FFFFFF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Зачем нужен SDLC: цели, роли и ожидаемые результаты</a:t>
            </a:r>
            <a:endParaRPr lang="en-US" sz="53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431896" y="6035404"/>
            <a:ext cx="6400800" cy="12161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dirty="0">
                <a:solidFill>
                  <a:srgbClr val="A7A8B7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SDLC структурирует разработку: цели, роли и метрики качества для предсказуемого результата</a:t>
            </a:r>
            <a:endParaRPr lang="en-US" sz="3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Image 2" descr="data:image/png;base64,iVBORw0KGgoAAAANSUhEUgAAA4QAAAJ2CAYAAAAHY0ydAAAQAElEQVR4Aez9h5ckyXUdDt+IzCxf7c30+Jm12IVZAAtDeAIiKZLy4iedoz9L5ujI/mQgCXQi5SgagIQILMwaYP3u7Lie6Wlvq8tXmvjujerq6ZmdWQPsALO7mZ23wr948SIqM26+qmrr8iO3QG6B3AK5BXIL5Ba4uwUyFgkMnFMk4SuRZS5LmUOkiXM3kbmUiTQdMOy6NOscgPG0zzzlK+yyfYdoEz2XJbHL4oxwNzE4iEt+mrJtf4gkYR3WVbkQO5cKScbydAjFCVZ1CXUUYoZvj4z1E8oYuCztEV0KP0DC8BAqE/qscxsSphO294hdprG9CQnzRxjVGbVhe9pq1H+WjuzUpi4d57wOPYb9O2DgXBwTyU2M+vZz0nNJ1nWxaxMtonmAfR8mruNS1ycSIuVcC5lzjA3h8iO3QG6B3AIfKAtY5MeHyAL5UHML5BbILZBb4P6xgDlQZRQeJPMgt0BugdwCuQVyC/wCLZATwl+gsfOucgv8Qi2Qd5ZbILfAL8kCjv0egFzvIAYfHqQBRggH3YaFYZpZOHoc5EKNjXO++DCPFe8YdywQGOj0dZQmfJyZ7zQEezSOtUdgWnkjqMxI7u1gPbbi66jmW4XuDvUMhnIZsnT4ahmztIUBGBsCw8MxOKrjQZVR1mGxr6ZCRg5lUKaPj8JRuerkyC2QWyC3wAffArr6ffBHmY8wt0BugdwCH3AL5MO7xxZ4xxwhAwxBBufIaEREcMvBnIN850lIwJojGMYP+A7bHHbpwJpuCMe4iKGAmwdFshwQabSUYllvBF+mNADljdJ3Cy1ZlPGwlGeokL0LWDbslZJvjzPLn8r3kTu8UCnqOiw4Gh/mYCTbqf+AOhwACpUH5lE+dYUn1oYZzGc7R6RMZh4OKbOHcTZhLefre0sxxULJPITSAovyM7dAboHcAh8CC+RXvA/BJOdDzC2QWyC3QG6Bn8MCJBXvrLUDPBnMDkKmcZfDSKgICcmgC0mLGDJP3MYxBaO2I1AeCJLAA2kMWOaYp7pM+dOXK9+n+MI4X9WTB5MSaxm+FVTHeEXYypMxbhVuD0m4IBzWU907ASMGdltIJaTvIVRvlKe4MJKn/kUCR2BafQtsgkMdmM+4Y/6I/KUc6FEymHkbk3grvIUUBmxliYAdW4J9M8VIfuYWyC2QW+ADbwFd9T7wg8wHmFsgt0BugdwCuQXeGws4ihEYvOlUPmFSOBE4vooFkaPAeQKi1FGIEJKcUI7nRSQgbA2RQQfFRPgOMCJ/w4oUcqTcl43qMd/XUQjW+1lBQnQ7CRylqSdGccd6St8R7PtNJ/XyY1PBKD4KlScorZA47IfblTfFj/QtPVTuSR7zae/M0DNIEQeWOZyRjLo6D8kkAXSEbzcK2Z7lbHqfnLkauQVyC+QWuLcW4NXw3naQS88tkFsgt0BugdwCHywLkDC420fEDO8dTFmQwpgYMAOiD4MRBozHREKIlgiOcVYDGCouKD8DRGFILiG5gtIeDiDZ8UDKOKHQl6kdyz3pUqi0oLiAd3iorsDqo75GIbOGJ8tpimH86CvzD/u/W5w6jeTdHh5tq3Gr/Kh4Wgoe4HEg3+uhOLMOT5/ppR1m+YjyCV+doZel7dAIyoPPHcaQH7kFfnEWyHvKLfBLsICufr+EbvMucwvkFsgtkFsgt8D7zQJiEKIIhmRBONCf2d7P51JkWYw06SEetIl9JPEekmQbcbyDwWAP8WAfWdKFdQMEJiFSIhuC7W2WwGQpDOPwZDAFWA8jwidyZB1gSaiEgGHAOpbw8VEZ02rnZSRDGbfEmaf2I4h4gXmIAeoGx9CnKUdEU+W+X8r3cfXLuNp7uaw3yvf1WK6yN4FtAgEcA8NRXcqQP89DcQJe3rCOY9zJ88lmQ2ce8/142a/G7vthIXc1xhhYYxHCIiIUBodhgOBg9gxDHB5Dn+xh8raIuS2dJ3ML5BbILfBeWOB+kWHvF0VyPXIL5BbILZBbILfA/WsBEpBD5UQPRjjIJFFzJHFp0kev30ans0tsodvbQLe7jm5nDZ32BtqtLcT9fTjXhyd6Ij4iNApdQg5EpAlJGSESyDJHYpfR45j5kASI5AieSFEnT4SY50mh0oAvUx1BMgS2haVMhm5E9NTWkzO2U3vqkJIIJiS1QkZ9fF22oWJDuSJhaudBNTnulPJTtnUHeb5/6ufYv2M5udiwLfN8maGOtyFjvZR6JexTSCkzo8xhW0NKSk1ICDO1087Fg3r7PkU+GfdjoWyWqZqIX0ABIoQ3YUgILXPNrXSQzTkp9CYqgjscyhdUNAoVz5FbILdAboH3vwXs+38I74cR5DrmFsgtkFsgt8D7zwLa+I9wRHtlHdAJ8hgWMINkxZHMpOmAXsAOet0G2u1NNJurxApaLRHCTfS7exj0W0gHHSDtklH1CJJDDOAJIkkRBBIznyYpciRkpEMkRQkJS+oBEibIm3cnsA1IJEECqLYZ22es5+j5cySWXi7LoDjzR3JUF2xrSA4NiZ8Aysmoj9qDckAtIBJGsgfmO9YXEVSYMa56jrp5yDjM83HmZYdIOAaSU8linsolWzIc+8go14NxR/0c0479qZ9MoW+n9vJiEqw3HAPzRt+nVEjoV1dHEOEDezYC50tpg5sHZ/Fm4iCmcuEgyWBUaxQyKz9zC+QWyC3wPrdATgjf5xOYq38fWiBXKbdAboEPmAW0+RdGwzpKEUb5GflFilTeNXoJByR83c4emo0NtPZW0WluIiZJdHEXWb9LLthE1msAAyI5gGsBhiQRbfIWQfEeqSdD12EekXXh0g7RgsuaxP4BhnFklOFGbTts24KlXMN8lzaBdN/nwbQpj6AMxA24pOnzA9tFEPQQhOzXCupbMpusr1Bg/+wjU1vKtejQ49aF+nZMO/YH6msIOOWzH9YfpttQuWMaHh3goJ4xPcohaANDmaAc54b9WtNBwHLD8WccQ5Y2kGUNytoHqIfj2LKEcZaBY/GImT6MU++EemQ9gMTYkGgaEs0h6GEVySSBHc0meBydZSbzM7dAboHcAh9YC+SE8AM7tfnAcgvkFvhFWCDv44NugaMU4SB+lCkYA570OTkPYx2CyKBQsAgZN2mfzq8eQnoOSxaoRiHKgUVID6Ab7CPtrCNpLRHXkbauI+suk69sANk24Ih0G1l/E0mX9TobSNrrGLTX0G+tEiuMLzO8gX7zBgatFZavUsYGsh7rt1eRdFbh4nXqsAk3WEfaW2OfK8g6K3D9NTimk/YNxNKhvcz2RGt5WGfA8gF1iTeR9Tcoa4Wkdplg/c4NDNpMsz3iLZh0BybZQTbYZP4qepTVZ3mPsrqMDzprSCkj41iy3ibjBOtmyRbJqNrtUJdtuFhydoGYcZan/XXWXfdpm+6yfAspx5ZS94zjEZL+KgbdFeq1Sj3X4dSmvYS0fR3oL7Mt27OuY/+ut8Fy9pG2YA3n5oAYwnsyh/M7fKX5kR+5BXIL5Bb4cFiAt6cPx0DzUeYWyC2QWyC3QG6Bn80CoggCbjY3jAq8i/r/eEDvEl1xCKMA5UoRY2MVjNWKqJEFVgsGY6UQk9UyJup1lKtVhKEhuWmiSxLX3LuCxvZF7BHN3UskNjdYtgmQEGUkUv3mMjp7B2is+HhrdwltorlzDY2tK9gjFO80ltHfX0avsYTWzlW0dhcRk5ilJG4ih73mEtp7i5SxiKR1g2U36MFcRHPnMprbV4jLlHcJ+1uX0WXbAesnbBt3V9FuXMP+9mVf3mDdFtM96hZTx4xEz5EYxt011rvOOlexu3mZuITGJuXuXkePJFbEcCBC21xBlxiQ4KbdTeqx7stjkt60vwWRx5h99jvLGBAifo7ENKF8T0RZlvRWWHaD7W6gs38dHY55QAKckhz29hdpgyvISLLBtPJikmCvAwkp6FE06JHMDwD/kdMMooCi9YzkZ26B3AK5BT5UFuCt7EM13nywuQVyC+QWyC2QW+C9tQDJoKFEaw29g5bewQjFUoRSIQBPFG3mEYW85RYi0DUFMh6eDRKaDWINA5KuLglae3/Jk8SEHsGsS68cEXdFkLbJWxoIXItoI8yaPp31t+mRW6eXcB1ZbxuI90gm93x8IOJFMiiSltKrJrIkL6IQkzhl9Jhl9JgpPpA3kXV8HvPVprt/g6RtGYnqUJ8OvZAisAkJVTbYQkYSKD17bNsnKUyZzkjmYtaNSdxiej8HJHx96pFwHGmP46COMQlgn/m95hrizibtwDGQCHaZHrQ3kLGe5CTsN6HcmPLUn6PXUHkDyk6oa0o9NaYuSWurQUJI/VQ+1GuVJHNpCHo/eyzrkXwnlO3iBrlfB8AAxnsIU8Yz7+EV7RcpVAgwOz9zC+QWyC3wIbAA704fglHmQ8wtkFsgt0BugdwCP5cFzF1aD6mDERm0AQITeViEMCYg8eDpSDGyoQcKhmE6QDpoo99vYjBoIc26APpIki463Sba3X10Cf0wzaC37+uaLEYhpPexVEG1XEOlUkWpGEEc01GeS/uwJJ5hCAQMjRuQGHaQqX1nl8Roh9gmAdslAdtjmb5T14JLW8higmGALsJggCiIqWYXPbbrtndIVhuIew30O3vUpcXyBKUoQ2hjJHETneYWsenrpIMmXELZaYcO0y6M/w5hhwS4TbR8WRrvY9Ddpbwd3yajjEFvj56+LZ+fMp2yTtrfR9xvICFUJ6OeCfPUNu7vsWwP/e42Oq0ttPc3SaS3WXcfLmtD44rZrtveQqu5ieb+BjocS5p0qFNMe5MEai6QwXgM55EF/jT+NX/5UFkgH2xugQ+xBeyHeOz50HML5BbILZBbILfAW1hAtEDQrVLhCGpCkiefksvI+AjGgYDkgh5AFFihAOdCpESSWf/zJanqpjEcid+AhLAbdzHIEjiSSRNFsIUSbFSkpBCDxKE3SNCPB0hJJk1A8leoISxPIazMolCeQbE4gUJUpcOxAGMihGEJUaGMICyQHFoSH3q92D7pdkgG24gZpoMesmQAUA8qwjopMpJHY1KEkUGhFKJUiSgnYH5MwjpALBlJjCxLSTYNiWgB5XKJYYiApGrQ75A0tkkOu8jSHhzJq9GITQKrUN+XzAYs67NsAOMS+HLmW++hSwCWi9Q6/egL4zfrqIwEjjJBpEkP6q/fbZGwNkkI24gHHagtJJf6GBI8Ryum1Lc76KPT69CWAyRpCnYMQ3srZBXARwxfDXW9CeRHboHcAh9oC+SDu9UC9tZknsotkFsgt0BugdwCuQVuWsAwehRM8nTu8IUREi+meZJj6LYaMi9CRjKYkgymLkDqSFMcCUnWR0wvlSeD9OylJDCg5y8sFlGu1lCtk+SVahABTDOHJEko08EGBRLGKkxhHChOAaVJBKUJksI6ilEZUVhEREIZFssIogKCIETAPq3a93pISYoMiZ0lAQ1ITAOSJv3ojbyJljoIUcGi5AlhEcVShMBqLBkcCSk44CiwKBYiEsECCqUCPP2Q2QAAEABJREFUw4j9GtDdiDTpk/AN4EjalLZI2T5DSG+lSKMhWQOJniUBVF4hdCSzYHvHOimiIENIBCSmliRSYRgAoXUknY5kLfNE0slmcQ+9bptokQz2mJ9SFnUvBiiEBhw67QUSbUCkMCExNBbMtzAckwBSQA/ayAhMWwz/DONDID9yC+QWyC3wobCA/WCPMh9dboHcArkFcgvkFvg5LeDYXmBw81RGxqTCA5BYAAHzQjgXkcgRpojMFuACxi3LDItJcsgRme9ImwQwHiKgd69QqpNs1REWKrAh2xmSSXYTJ46eMSDpWWRJxAYlwJZhA6EEY1gXITLWN+zLmBBUACZ1JIZAaCxCaxGxPAoChCR3gTFsBxLXlMQpRkKyJcQidySONggQUgcbhAhsCEtIpkhq3O9Tnz4djfTeMZPiYI2DQcaxp0RCopbBMM9yvNYwzjKVj+L+/zbSW5nElMPQkUymDH2a5DVlfkZPpvKzNEFGnUAy60GSB5LUMOSYIulmoMOxPCORTlmWMcOEIcJCEVGxBBtEHGOK/iCGYx0WH54Goz/4GPIjt0BugdwCHyIL2A/RWPOhftAtkI8vt0BugdwCvxALuJu9GEYFBiCVgDNwZHvOkJAZErWAxC6ixy8UKkBYhi1WEdILaKMqMltC7AqIs4jksAgTVhAU6oiK4yQy4wjYLnVFdPrAfnOA/f0eBu2EzjZ2mpJkujIcKqRaZSSUkaQB4wU4yk1RQmopj97EQmUKYWmCqCMojhE1uJDliJA4i0EK9pGg1e1hv9VFZ+CoSxmF8jgitguKdYBjGSQhy2M0Gj3s7fdZj6MmKZXOAccDxjMUkJIQp5StOKiLYb6AoARnikiyEIPYoNvP0OmlJGmOaeoxyuun6LFM5T3q0k8ykjmwbUCblGmbOgrUq1yeQak8DWNrSGmPOA0xRISM9pfupeoUipUJGHpSu5TV7sVeFgcEwSGA49w5pkZgND9zC+QWyC3wobGA/dCMNB9oboHcAh8oC+SDyS3wC7OAYU8Cg5unqMNBiiQQJBRHYRDSI1UicRkjJhEUJmHCMSCsw0ZjJHyTJCkz0HcBbThOAlVF4ioejuTGsG4QTSCIJmGCcWQkfX2SvR49hYK+l+hcCbB1BOEkbDgBZ2q+nguqMIUJ2OocwvETiCZODzF2HEFtgZgDStPI2EdiyogpZ5AVPJHqJwGEFGVEJFvF6gL1PMb4PMnkLEB9Bq6GXlrGgPo66laozKGkvlg/pNywSILGepkdgwvGYDSO4hTbzyAqzTCchi1M+bKEOseuSuJKwhmNI2P91FSREQrjrIQudeoODPqZBaIKitUZVOrHUa2dQrl2GqXKSZSqx2nLYzCh5E7Q3tOIynMoVIeISBptcRKg/TOOOZVH1US0GcmgsXAQwPAmcF8dWm/vBPeV0rkyuQVyC7xPLGDfJ3rmauYWyC2QWyC3wIfXAvfZyLUxv10lw4ybkIfQ0tsnL1aRZCQqTZGkjANBnaSlTlI0gVJtDtWxBRKZWeaP0UM4JEIiQ45ETyQvILkSiYpIZoKoznolkqaIhKkIZyoki2MIizMolmcRigTSo2hIOIPyFEoTJ1GZOY/i9FmEkySF46cQkhRG9WMIKjMQIYzpQUxtmeSs4oGgTP2qXteCiF6N+pEUFmrHUGQ8Yp50soVpjmGG5GwelbHjKBMiX8XqHMqUX6jMkvRNkJhOIiBJjJhWmepIbqE6C4Uhx2dJlkU+S9V52mKGciVbmKQXs0bCWiABtRhkAYJinf3NoT55EtXxsyhXT0OEsD52BnUS30JlHt4e1LcydoI2PsZ+ZkkOZyh7GiWSyWJlkmPkeEnaM48AGQm9oJkVOJkYhYr/cvFuNHk3dX+5o8p7zy2QW+D+sYC9f1TJNcktkFsgt0BugdwC97sFDjbc5kBPJh3JxDClTMEyJ0BIQlgsT5KsTXuPoAnHAJI4ETnQUxXRa1YWgarNk6jMktzMokiiFhUn6PUbg6XHLCJZKpNM1cbmUR0ToRmjrCrLKkBQhbyLJZJBySmQeAbFcYgQGhLIiKQrJDFy9JShNMPqc4jYV0TiFbBuRh3khUNUJ3kbI2maoB5TqNSmSaRmSKCmSOamYArUhx69iB7AYmUORcotUu8SZZVI/hRGlGejSZKxacqYJymcZz1hjuk5T8rUp2EdQ49hgbIqbCuUKadKQlmfOIH6+AlUasdQrs2x/Syi0iQCElwEFSAsU36dsqaJOSYXSBCPISwdYx/HqfMCCqVZ1mF5mf1SblSeRcS+IupXJBmsjM2y3iQMZYkMOv9xUXkHDRxwAOdDJu+DU1pJDYXvBKO6CnPkFsgtkFvgnVnAvrNqea3cArkFcgvkFsgt8GG1wGgjntEAozijOo3RKzEiFAotjAlJCMsoFsdQLE0gKozB2irrFYkCYEokOjUSmElUSFTqJHxCrUZSSBIZiKQFNYQkheXqNGrjsyRLMySFEyhVmF+okAyWSGwqiErMY51ieQJhYQyG/Ri2DRi3lANUIBjKCuipNMVp2OIUnK3B+XqTKJA0lUjyyvV59nGMhGyGRKsOMkKwMphAWKS+5XH2P4VKfZqYJYmdRlScgAlYl/IsSW+xMs32c6jWKas+xzqziNQvy9QnqF9Eolupz9HbN+9RHTuG2sRxVMcXfLpMQlgi8SwTJdpHXr2oNE416tSDY4wmqJMwSTtMkhhOMX8StjABy7KIRDLiGAMSY1tgO+pYYF6pMuXnw9IT6ugddIeE0NJGQ0LoI/nLL84CeU+5BXIL/NItMLwC/tLVyBXILZBbILdAboHcAvebBUbkT2FG5RQKjMqHZA4IBENAL7qlCoyTEBobISDxsPRuGVtmlQKcC9kygjFFEsQSAltFGNYR0QsWhjXmVYgSbFBCwHZBWIUQRlWEURlhyHZhCGNDkPkQRYDeLkNvJNgXKBcoULGDPlBiXGnWM2XqUANQBUwNhiQuKEyS2M2jXD+GiF40G01hSKpqQ9nWIjMGVAg2jBAUiggLZUSFCsKo4nWEH5tkExyP5EYkn4XiBISQY7PMd2C59DEVmKAKy/xA4PgVN1EdplD3+UpHJHJlEt3a+Bwq9Vl4UlgcZ3mN+lQAT3SrjBMkthBsZSibtjQEmAb7A8duCOtRgkHE9pqLgKElROQNQ53D0LAWPJAfuQVyC7xHFsjF3J8W0FXw/tQs1yq3QG6B3AK5BXIL/NItICIoiAgKQ4XMMDh4ZcoYGDOCSEbgiZ8T8XAiZCKDETISQjDPGOahyDpCmWEJGQpEyDoR00UYW4IV2SKJcpnyA5Yblg/h6N0CQupwAMr2hNOxnuIZ+3BFTwidD0usyzTlgeRMxK1QnkJ1bMHDFqaQ2br/YZuEOmcmQmZICNnKwQA2pE4kUjaCk/4knxlD5yJkfiwlDElfGSAJsyR9xpK8MZ65ErKU46MeqqOPzfofxXGsS10gnVgHguIke4YEr0iSWqW3sFqbQenAcyrZju1cRtt5eRwX9QXtB+rk6H318kn+HGVlLMtYltHuGe2V0W6O4dB2ljobD/BwhE6j8SriYfzrm15U+Xa8qVKekVsgt0BugfvfAvbeqJhLzS2QWyC3QG6B3ALvZwvcvtO/PX10bENC4UginP+1SqV5eyUxA8mSIxFxCpl2noywTISEREX5nsiIULFOJiJHqN0wn6RO7VnfedkkME7yRVIIQ7BfsAxs5zKRwQAikGA7Q1I3lEMiR/kQmA/2F5CwFeiRK5bG6ckb955II4+aJWlkO0fZ+jadI91zokxMGxvAGiGEYR1DWaPxZZSt8QxBGSixTgkgQTsE8+CJGskcdXAoUDLj3haMK/T5bM96ljqGUQ0BvX2WHlORZIj0+XYh29IesNSQY/a2ZR718jpRTuYJo+QynzbMfB3VtWxrAIyAw0M5wwRjTlCKoYIR3ChyW3i3/Nuq5cncArkFcgvcTxaw95MyuS7vUwvkaucWyC2QW+ADaQHt7u+E0WBFEgSlFR7AkwjFeYv1cYZ3IB7DVhaGRNE4hiQ2RvVV4GHYSvCJ4Ysb6iNKSNffMM8oGOaDLeBlGBhLmR7GZ4O0CUgBJESKwDqElpTOAhHjkckQmpRIEJg+LHqU1mEo9BgOEGAAyzqWda0hRTWGaYI1jfrN2JfAuCMAC2MCGBPCHngYjVU6gMooAW8C7eHYkxPBhYhcxDpHQ7alvQCDw4NRx4TAAKBeDsxkyATbGziHw4MlKvWwzD2KURmzb55H2lLYzfw7xY7WvVN5npdbILdAboH7zAK6Bt5nKuXq5BbILXA/WyDX7YNqAe1i74QP6njfzbhGdrlbGwPDKoYEyChkNXMABp50DNOO8ewImHY4aKvQsczBkriNAJdBMAw9yEZIbVgv84AneCnANoJluWCoiCHJQ5ABActtApgBgD7gugw7hAhfl3I6RItowroGbCbsUfQuTEYwz7h96tVknTah+mobM54QKZGx3BEAuyacBw5YmHiZQP4JhQaAgLsdTqWE4zbFgyRQ0n2c+TrZkZelOOWM4oz606d9DL4vVqNOjLshZJ4RDqSThrIMRw9W9slR6BP5S26B3AK5BT5QFuCV9gM1nnwwuQVyC+QWyC3wri1w180uJb1VGYs/0KfGfjcMBy6SQQ7GhI8dhIoTbErOckBCHElJdoAjBMoBI1IyDFmHJErkDy6lPIF5JHwieoJh3HgimAAmBiAw7vNY1wCeDLFzQ08e6NGDYbkIoesBrgNkbaIJpA1ilyJ2gMEWXH8LWW8TKZH0NhAr7DMdbyOLd5AlDaq1z7ZsL2LpSDK9nhmGBzsfRuDtwrF4UuhDFTioxlA/DOOsaA4xyjO0mx2CRNCQqhl6Do2Ps0w28OOjPAOYw7jSBABmQ4fCW+BAuUMMbQ5Yqi/urJCifLnXGzrUQGGO3AK5BXILfDAtYD+Yw8pHlVsgt0BugdwC78wC3Oz6igrvBBUqX2GOoQUMAzMkHPRkGZ+CTx/GabLDOMAyR5JBiMhAIUGSNCRCB+WjfNY5YFO4PTQHbeDrkMWIBIrsKfR5jm0yGJJAw3wBIoKmR+ldgmTQkcyR2KVdEr72Kgb7K+g3ltHdW0Fn9wbaRJNo7TG+t4x2g/n7q+g219An4tYG0s42CSS9iIlIJeVlJJogORQ5Zd+QPgpFSBX3umXUTfqBegwxemXBkVOWU1IhtykkgvCewYM4DP9UTllGoFyFB1KNwoO04oZVD5JQ6NMHeT4tEbeBxcPTVxhG3/GrOnjHlfOKuQVyC+QW+OVbgFfXX74SuQa5BXIL5BbILXB3C3Cvqi3uIe5e8+1KbpfEjfSB1KMlt0pRiXJGoeIfFmhnfyeMxq8yxW8PlXcUB7YbVaPND6OqpmJB8aNQJbnSPP1RYlg4JIWKH22kuZQ3UaDHkAQQ6LJSE/rYJ9ItuHgTWX8NSW8Vg/YyWruL2N+8gv2tRTS2r2Nv6waxgt3tVaZXsb+9hv0dhgUK/U8AABAASURBVDsraG7fIJbQYr3W9iK6u9cQN5aQtW6wmxWSwzUg2SS/22afuwS9iCD5hIgi9Tn43qJ+nCbj+IcAMo4v4/gEx1AAQ9AT+GaMPtiprYvBXQ9f5FgsMGB/EumzlSQUFxi9+3m3CnfLv7ukn6Nk1Nko/DlE3d40T+cWyC2QW+DAArqqHkTzILdAboHcArkFfnYLaPN5E9r43gnQ5vQd4daaGRUTGLyjc9T3rVJG+g234w4KHbV5K6g7tTsaKv5hgDbhuk0ehfJGoA1IaPjKU3kMRucoyZAnjDE4+gemwDzoMHwZxeETgE+zX3MThiTpoHQ4reChqfHQC1cIvYLeIygylu0iS9YQ95bQ279CMncBjY1Xsbf2MrZXX8bu+uvY27yExtZVEj8Svt11NBvb6DT30Gs20G81GO6g29hCe2cNra0lNDeuorF+Cburr2F35WU0V19Cd/MVxLuvw7UuAr2rQLwMpBvEDsgYqWQf8HpxndHjlnLFibamHOMInhgy7WBYOgTofT2EH7tl6RBgeggDMBdsewgY/4dbDgdm3gR4mLcBi+98HsgCw9vB8d25zc+TK0XVXuHbYVRPYY7cAjctkMdyC7yVBexbFeZluQVyC+QWyC3wTiygjeHNerembuYr9lZlKr+JYU293o6bdd5J7KC1I1lwjCskEeROnVtZEcKMKXcIx9ybkHylhqFewfJh+EF/PbrxHnmmjuZp/GbIMUhGeOKOGFbT6wEMwxEUZZwnPPjCE4eCeIseEUIRIObzhKqwJaeCMU+alNI8pchMjAx9ZGkT8WAT/eYS2rsifRewu/EKdtdewg5J3N7Ga8y/QsK3hEFnDXF3B8lgH1nSg0sHQDaAYWiYJjOE6+0haW8hbq5isLeEzvYV7G+8TnkvY2/9JbQ2X0Jv5xUkzQvIOldYfxmuT49hQk+hvmuImCtnuNYSapgwlVDthONKOcZMYNwdAPqIKOM4gDkIR2l4KwyJozuIj/JwYCRjzDBqWOLBmj4EwPAtgbc7HHx7HDkk0ydZ5sP38uVQ+NsIfaf13kZMXpxbILfA+9kC71p33m3edZu8QW6B3AK5BXIL3NEC2gjeCm3TjwLcCN8CT9KOthkKPpqjeMbslFAoMPqW56iNwlv6O+jfcVPuGM8IhSNhqj/CsJ1KlHOnUHkfZGhzrdvkCEoL73DMqiocVlfidhwWHkRuljsyDkciJLLkSG58BadyxhQoTz/b6eEAeuFc1kNKMjjo7aDdWEZjZxGN7avY315Ei0Su11pD2t+FzdqIwgTlAlApBqiUI9SqZaJK1FCrVFGtVFArM12uoFoqoV4qolYqoFoMUQpTmLSFpLft+9mj/J3NN9AgOjtX0GssIW6rr23Ak8I2l1MXmRvAOdHB9GDlDVdfBhZrvByTU0jgAOYgHKVHocNth2FaYHDzVK2jUE+Evtt4CJar3Qi+MfOooY/e9YV1zBH4+kz7+qPQJ96jl5GCbxW+R13lYnIL5Bb4UFlAd7kP1YA/UIPNB5NbILfAfWaBO2/UHDe0QnYQKg7Gb4Hf6Ku9NsYgXRsiBffTB1B89G2sUai8ETLWE5TOKF/9HIKiHTevQsZ6ylfIKE8W+lfDVrcDPg9vOtybcj7YGYbDux3MonX0+u4gOW/XQnUMKcYwhNaHB9uNQv+jLZztgL4224fJmnDxNonYOnr7K2jtENtraO9to9tqIu4nJGMRokId5eoM6mMLqE+eQn3qFManTmJiWjiBsUnlH2fZcdQmTxCnMDZ1BvXpcxibeQDjs+eZdwal2gJsNIHUFdDtxthvNLG3s4XG7gaae+toN9foXFxD0t2AG+zAZfswro0APWLgYZHQgqloL0OtSK0rgeP8uU7Z7b2Q83MpkTfOLZBbILfA+8ICOSF8X0xTrmRuASC3wf1sAW0+b+p3awrQtlRb3RGUFnzBzWY+pnxu8ZFye5ww5yhipgdE7zb0mR5BddRGfcn5mFGOZGWskx5AccGxTGA2Y4bAIXRzMNAxfFVsCDcM/OvRuM/4gL/cbovb0+/98NUDebyfF3giyBxNrH9kwJk2mvkOQLKV9bcQN5fR2bmK1uY19PY2kHSaQJwgMkWUipOoVI+hXD+F6jjJ3fTDGJt9FLWZR1CdeRAVEr7KNMtIDKskidXJs6hOkfxNs2zmUVRmH0d57mPEx1Gf/zjG5z+KMeWPnUWhNAdjqnCxRdzto9vcRXN3lbiO7v4NxJ01YLCN0O1Tlw7RQ4g+SaEQwxwQQ8NxGTim3dsa09AUI7xt5betoP6O4m0b5BVyC+QWyC3wgbGA7vkfmMHkA8ktkFsgt8AvzwLcnXIbO+pfqVEczM+OwDGuvDtBZRkMCSG4RQZigNtm0KcCdBkX2gxbBLf6EBQnJfDlPcc2RJoBmUIiY3+pB/MYKi2A8RGkr2HaEgoxIh+400GhEFQ2ChX/MMBwkCMwek/OkXyGNC9fgdF8+JCd6n//Oa6OtAMXN5B2N9EnGezuLqK7fZVkcBmuu4cC61SjIsZqk5gYX8D45BnUSeBECMsTD6A48SAKYw8gGjuDsHaCmD/AAiKmC7VTiOpnWX4e4fhDCCceRTj5ERRmPkIS+RjGZj+C8ZmH6WE8g7E6yWZpDKGxSAcddJsbaDVuoN24jl5zBfrfhoj3YL2XsIuAqzrEgOGAHsIExq/6DAAH7cHo3U5vlCOFt6ePFL19dNTf7eHbt8xr5BbILZBb4INgAftBGEQ+htwCuQVyC9wvFnDcsDvuKx1DcIvrPG5ucbXdFRyYx02sqgkZ4wnz4gMMGMr302XYzDLs0cuzO0iwM0ixE6fYPoLdhOUp0CTaFCxSqPbCSF5MPZIDpAwzwh0ADN8EuV6UL+Vwt8MdFIzCg2QevEsL3Lk6l4RmgAuF5TKx44t+FMgjBkgG08EuuvsraGxdw+7mIpo7Sxi0tmCSLoqBRa1cx+TEHKanTmJy9izGps6iMn4Khcox2MI0yO6IcSCoEiXARkQIBAw9mBdWQFZITBBTIBsEijMw5TlmH6cX8SzG585jau4sJiYWUCrVEdgALouR9BrokBi2/f8yXEa/vYrM/9hMA8Z1SAT7RExSqNWZcawOjuPkSA8GzeDtTvN2FfLy3AK5BXIL5BZ4KwvYtyrMy3IL5BbILZBb4J1bgPvYg8oHO9ThrtbnHeR4vwe3vYfevwFLu0QLGejnwQ59ghuuh5Wsg+WkhaXePq7tb+Pq1gaubqzj8sYaLq2t4tL6Ki6ur+Dy+houb65jcXsT1/Z2cWN/HyutFtbaXWz1+thNYjToTWqx5w633tp+DxiKFAoO0kyw3Igb71WUZ1FQmRsRw8N6qnsUVN6XKcxxRwscNdc7iUuI48tRgKvGJICJiR707xxcvINBew37O9ewu3kNe9vraDebyPh0ISqOo0yPXXXiDAnbeZSnz6M4eRrRxAl6AGdhy2NAUAC4LpBRXtyCPtKJ/gbQW6M7eg2uTwxW6YFkXrrDqvus3yH4qMJQn8DCFCsIxqZRmDqB0uw59nMWpfpxEs5ZSAeHCH2uw2ZzB429ZTQb10gQbyDtbwFZk7J6XD0DGJfAZJQ5XHjAzTcT67zNKTu9TZV7U2yo5xFwJPAAD+bz9Y5nnplbILdAboH7zAL2PtMnVye3QG6B3ALvKwto3zrCoeLaoArKGIWKE0omDAcEt9X6b3EQEdxyMVaSNq529/Da3hp+ur6IH924iB9ceRU/euMVPP36y/jxKy/ghy/9BE+98Cy+9/wzBMMXn8FTLz6HH7zyPJ5+42U8e/E1PHvpAp5fvIzX1pZxdXcbK70WNt0ATW7+uzAYkBDGRHoAME/bVzme0tQhTjPE3JgnrM8tOl9VKuAOx93y71D1Q5slG70LjKpqsWgCPFFKQLcfEAwYtoF0F3F3Hd3mdbT3rqHVWEO/S9rvApTK06hPnMLYzIMozTyCYPwBoHoSKM0D8goWJoCIXr/QAvpAMr2MaXsF8d5V9LdfR2/rFXS2X/Lo7r6Cwf7rSNqXkfWvs98VkqBttiOZ04/ZRAEQlSibBLM6BzN2CqXJc6hNnkFt7ASKpSlk1KlD3fboJdzZuYK93SvodlbhUhJM/UsKrk2kMWWnYGUSQ8A4Awi4yyHbEE5QFYYKfnGQfrf1dqgDy24rypMfXgvkI88t8H6wgH0/KJnrmFsgt0BugfvSAqMNoMKjGCmrvFGcobaJyuLWHl16fPazGFtJFyvdfVzd38KF7TW8tHYdz12/gh9eeQNPXXwVPyKeY/zFa5fwsnD1Il68+gZeuHKBeB3PM/ypcPV1/PSK8BqevfwKniORfOHaG3h5+SpeX7uBK7tbWO41sZX2sZ8N0CXJGJD08YR08roxknoYejANUnoHxUeY5euAxPHNQH68lQVowzuaTQa/Gw4bULCM7yeJZIneY6BHItVE3N9Gt7WC7v6S/xhm2m8g4JoqlWokYvOoTZ1GkcQsGDsPlE8DBZJBSyKIGmDKRABw/bn+PgatDfT2lkgAL6Oz9RrxCtpbLxMvobP9Ijq7L6Oz9zr7usg+F0k8lxGTRCb0LKYmgzOW8igzHKfoYwjrp1AhIazTI1mtzSMi+XR84NHr76DVWkJz/zrlrNJLSK9jSmKZdr0u4Jo0mfFkkK/eCniLQ6bxxYcRnzp4uWPmQdnPG5gDAQpvw1uR2INW92Ugcwk/q3I/T9uftc+8XW6B+88C71uNeBV/3+qeK55bILdAboH7zgLaF3mvBSM8/SfflBaxGqHHjXsj6WO13cCVrVW8emORxO4inr3wKp55/VX85I3X8fKVS7i0fAPLW5vYaTbQ7ncwoBclY1sEBoZwvIKnTMdI0I172G01sLq7iRubq7i8cp0y3sBzF17BM6++hGdffwUvklBeXKfMxi52ex10shSxoWOGVhTdoMMQCCxlW1hr/IbcsEznKFQ8xy/IAjK6ZV+BwBkyPU7WPuLeFjqtNejfOvQ6W3BxC1EIVKo11MdnUZ1YICk7BroHgVDfE5yggApJV0QyyVWZ9JDxIURvbx2tbRK0nWto7V4j6VtEf/8aBs1FxB5X0W9cRnv7AvY3X8PexqvYY9jYukiP5BJ63U3E7DvhAwbPWR3lmypQmERQmUNpbAG18eOojs3Sa1lDGBq+H/pss08P4Ta6rU2kHZLCmB5PrmFrwXVnYYyBocY4eMUdDo7iDrlHsyRBOJqXx+9ogaPGPBq/Y+U7ZI7ajMI7VMmzcgvkFri/LWDvb/XuU+1ytXIL5BbILXA3CxzZFHkiyD2pSJc+Hqptr77PtzloY6mxjUvry3j12lW8QvL32uWLuHj1Cq5fu47t1XX0d5uIegnqJsJMoYKF6hhOTUzh3MwcHpw7hofnF/AQ8cDcPM5Oz+L4+CSmymVUwxAFbqjTeIDG/h5W11ZwmX28dvkNvHTxdfZ1EW8sX8Pi9gbWOk3spgO0APqdgMQyQhiCfNDzQ6rPzHd/ygxxOn2gAAAQAElEQVS3491L+ZC2MLScYBmGRMRHCeEAcC069ba8R7DdXEenvYdBvw8bFFGuTKI2cYw4gag+D1OaBMIqnI34yMDCIUWWdpAMdjDorKHbuE4yeBn7JHedvavoNZd8ftzdQtLbQdbbHaKzjYTks8/63R15EC+gvfU6OjsX0W9eQ9JZgaO30KVtOHkcReJsASjUYKvTKIwfQ4WksDJ2DMXyDIKwTj0CdLs9tJo76LS26SncBzK+QyxguPCM4aoTqDXedNAet+ez+puqHWao8HYcFr73EXX13kt9DyTewW7vgdQ3iVA3b8rMM3IL5Ba43y3Ay+/9rmKuX26BX64F8t5zC/zMFuDmkH4dcCuPNrflW2kX19o7uEAi+NL1K/gpSdqLVy7i0o1rWN/a5Oa4jZB7/5lyHQ9MzeNjx87gUyfP49NnHsCnzz6Ez5x/CJ994GH8yoOP4lce+gi+SHzhocfweYafYf4TZx/AR0+fwyOnz+L8yZNYmJ1FvVZF5lLs7u9hcWWJhPAN/PTSa3h+8QIubCzh+v6O/xhpk4Pklpy0AYfbbU9oqc9hBuu8k/Nue8K75b8TmR+6OoaGt1w9NgGsVlAHSPeQ9jbQa62g09xAv9uGcwG9b5Oo0StYmziBIomXKU8DQQ3OFDiflsiQuh49cySQ3TV06AVs711Be+8yevtXSOpuwOnHZOJdkP0RbQ9Lz11AElnIOihk+4iSLZjuDSTNK+jvXSIu05N4jVxujfUbpIJcQdTbmQCwRSAco6dwFmXqVZ04hUr9JArFeepVQ6+fotncQ6u1hX5vD1nC8SEGDFeJBQ+GfL31PJp3EDe31nhnqZ+p0ZtFS8zteHOt+yDnwFZek6Nxn5G/5BbILZBbwD8Azs2QWyC3QG6B3AJDC7ynr9p6pZTYJSHbSbq43tzG6+s38NKNqxAhvLC6hBu7m2j0usisRa1Wx/HpWTx84jSeOPMQnjz7CD5z7mF8mmTwUySFnzx9Hp8k4fvkqbP4NMMnSQAFX3b2QXzy3IP4xAMP4eMPPoTHH3oIjzxwHmdPn8Ls3CyKlRI6+pjq3jYurS3h5RtXPF5fu47FvQ2s0WvZgNNPjJBAYHiQkzBrGNerBiQofhe8TfEt4u4iIs/2VpLxBRJC+W8zeQd3EPfW6clbxaC7QxI1oMethDI9cVV64kpj856AiYg5U+Y8RkhI01I+jBAhTJIGydc6uq3r6DYXEXeWSARXYJMNBG4PIVoI0IHJerB8eBEyLNBzV3JdlOmdLGc7KKZrCPokkJ1rJINXEbcXkXRXkIlMZl325gARQhQYVmCiCUTVeZTrJ0gIT6FUOYaQRDFNDb2EbXT4gKTT2UHSp5+a6xN8r9x8JIG7HOxDNhJ5VKhaImYKb4Ey7wRVUr7CDzpkK41RoTCKK8yRWyC3QG6BoQX8c7hhNH/NLZBbILfAu7OAthfCXVupcIS7Vnr/Frzp9yM4Vp7gXtd//DLmnrPHzfhe3MMyidjFlRt4ZfEyLly7ihub62gNeiiUy5iZmcHpE6fw8NnzePzBR0joCHoDHzt1Bg/Nn8T52QWcnpnF8YkpzI9NYK4+7nGsPoGFsSkcG5/0ZafnFvDAiZN4+PQZPHrmPB4jOXz8oYfx0YcfxsPnz+H43Bwq1TL6aYz1XZLTa1fw/MXX8eLVi7iwdgPLnQb0kVb5ozQrhncI8lRwl++33RqbB18c3Ydvgq813M6zik+NQhw5lHck+UuM3q9dy0IjMtinF7CDNCaZ626h395A0tuF4wMGG1hExTrJ/gxK1TkE8gxG43AkgxmpXcZnvg46Yjh6+bJkF2l/jTJukAyKCG6jaJqoBF1UwgFKQYLIpAiymBggcMPQJCSISQtB0kQhbaKEfUQZvYn9degjo4P2GpLuNhy9iQYpl0vATiMP6WLDca5zegqrx1CuLNBLOIUgKFGnFINeE53WLnqdXXoaSQpJRIEYoB4efP8AGkWGYag4YPjewuGhvDvhsEIeucUCxlv0MOuoLY/GDyu8OSJrH+a+wzaH9fNIboHcAvedBXi7v+90yhXKLfDBtYDuonfDW4xaTd6i+BdWJD3eCoeK3K3SYYX3S+TWgThuo47mHB3FaE8kkhgz0SZ2uJld7XdwbXcLl1aXcfnGdSwtL2N3ZxdukGCqXMe5ueN49OQ5PH76AXz0zIN47NR5PHjiDETujpEATtVqqFfKKJdKCEpFuEKINAoQhxZJECAlEEQIoyJqxQomS3XMlcdxsj6Nc9MLeOT4KXyM5PAJehM/duYMHjp2HPP1SRRMgMbOPq7fWMHrVxfxyvVreGNjFUvNPeyQMHY4OI0jMeAowJEzQyeJIATFbweNIxspm9GbbZRxBBR5JJVH72wBEaCERQO4pI2kv08it0fitId40KFtDcJCzf+/v7Ayz7UxTW/cGGDLLIsIA0NyFrgBApJBkzSQDbZICFdJvFbg4i2E9PoVzIBrISUykkFANC5kr/r6YsDQcK5dlsElKZBmsJmDygOXANKrt0O9NogtpL195nXZimXUANRAEo2pcImO++8QlipzKJdnUAhrlMX12xug19qn13KX3s8duLQBgKvP9AAzIBI4kwK3rEKHjLokcUyPZ5+exg7RJkguO5TVbTHeQa/bQacjsIxhr9tFj974Qb+PJKFcjgWOonlymH5Zjx5yMIunOSg2Pg4/HsVxWBd3OG6VcbPCKH8U3iy5GRuV3R7erHFrbFRvlKvhDPNGOQxvDo56Oz8mX09FhD81LO9x9Sn/ojpsMBosQ599+OLLj6bUj6QzHOpwa43DqrdFVPe2rHecVFvhrg2oAtU5GAYTBxXV5s7gMFVNOKirYCRDcdZgoApDHJXDgp/5HMm5k4C3KrtT/Twvt8C7tYB9tw3y+rkFcgv8jBbQveOtmt6lfJQ9Ct9KxL0sG/Wv8E54U993qqS8N1W8XzNuVfZmahjTqyDttZfSPsh7LXhVFZFquAzXu028sn7D/4LoS5fewOKNZTSbLXplIixMzJIInsUT5x/FE+cexuMnzuHBmRM4OT6DGRLFGgleMQhh6aJzFDwgOtwUN7MEO0kfW/QurvXb0A/UNDJuiqlAwg2rhUWR3qGqCTFuS5gtVHGWXsTH54/jyXMP4jMPPYpP0Pt4fu4UxtnPYJBgeWsbr5CsPn/lig+XGrte/n6aosedUAxugThYbUoY9adh+nb4Ar446nITzDhymiPxPHo3C9C4nGuQ0EEf4k3bJHFNxN19DLimkrgPY0MUq5MojS0grM4D0QScqbCVyGDAVWBI+DKEXBt20ISjBy/prCLtrsAkm8xvkCi2EaQkXlxPILkyJEk2dQi5jiKuO8PwJgIYF3AhsDRlLtehyXpIBw306LXstkQKt5H0SOhSEjokHBzrURpQ4DquICxQ38osKvRmFqMx6kFC2BkgbjfRa+2g19lESi8m0AIs9TJDQgjKchwZO6dMxkhQB4MB2u02dnd3sLmxjvX1VWIFa/R0r60tY3NzDRvKX1vF2uoqy4bprc1NttklYewiiYekkEuchMF5pCSJGaE8dua71GyAthhB6aPvBRw5lC9k1FHhqEhxQflHMSpXOMpP+b4TYRUUV77aqs5RjPIUeqiQimceGaSnf2EaJNBOkF6ZH5a3qJrcDV6mbEF4OUcqmiNxRVVXeoqoq389RPBp9qfyu0HtRrhbnbfLV/ujdUZp5XFW/bxmWQrpMxw5c2kT5cm+gtrcxLCW2o8wLKNN2U55lODlKqkyyRYUV/m7hdodxdH2R/PfKn60TR7PLfBuLWDfbYO8fm6B3AI/gwX8nfmgneK346Do9puuqo2KFN6eVt4vEqP+Fd4NXp+jhdx8+HEdzfOV7ucXKSv9FPpbPxOj+M3NgnL8PpGl/mQGT3Q5YP2/vyv723iFG9RXSbaucmO622oiCguYn57BQ/QCyhv4kRNnPRE8MzaN45U6pgsl1GyAiAJTossN1S7J33q74T92uri1gSsba3hjbQWvr95guIzFzXWs7O1gq9NCKx4g5gYupN0r3LiPuxCztoRTpTE8OnkMHzt1lp7IB/DomQdw5vhpjI1Nok3vz9LuLl5buYHXlq7hMj2FK/t72I976HHbmHA8GUPugBjTCAUqd9s53BwN7cPuWVfxm3XNbfXz5FtZQBYkFSfpciR0SbeBAQlhSo+zpWULhTJK1WkU6/MwpVlk4ThS/1HRiNMUkLyBSGFJ9ky/iYyEMG2vIe2vIHBbXF9NhK4Dm5Jccs2AMCRIVoTQWT5SsJ5UGi5wS2+yZY7hWjJZAGTMdSnl9+nRayLp75Ks7iLp7sGxL7r6AJdgeLA+CSFQgQ3GEJVmUBEpLE6gaEoIKQskd3GvSW/fDtJ4m22bbNqFPITGUM6hh1A2IT3kem21WlhbWcPrr72Onzz3LJ55+kf48dM/wDPP/JD4EZ599mk8x/xnn3mG6afx9NM/9uFPnnsOr7/+OjY3NkgKexAZoDnZJ0gYHBzfb1rH7Bzg2G8Ctxxa1dqc35J5JKEyEYQjWVDeCMo3xig4hDHD9KjOKDyscIeI6ijbh1RcYcb3v8AkIJmKEEYA++Dp9Qf80BnwZA7Lj+ZQYZ7Mp01AmUyw3vDUTLDEtx8SQIeM9TI+CPM2ZDXpMgKTbK4Wit0K1bk1592l1F5QK4WCdHHUeRT3aenGMSrPMa68m6BuPCXjTlB9x7ZD+xyteDNujIEx5k7N3zZvKJvS2cdIp6N5igtvK+jDWyEf+c9pgZwQ/pwGzJvnFvi5LXCX+8fN28zP3cN7IkD6CEc3AhKsPIUfBhwd6yiu0HEOR+AWHs00gf7H4LWdDVzfWsdGYwfdfh/lYhnH9S8jzpzHY/TWnT92EnPVMYxFRVTp8Skby02y4dYbSAFP7lYbe3hjZRkvXL2MZy9ewNMXXsMPX3sZT736IvES46/gGea9cOUiXifxvLa1he1WB91YmgERN/MRDMrc3o8HJcyVJnCW3sJHqcNHH/oIHjz7AMZq44i5yd7ca2BxbQ2XbizhGj0s+u5j32SIkVEfh4wuQUn14MaFOzztYG6C20PnAX+ono/kL+/SArKcVkAf+lhmTDLYbe+RELaQcW1FXC8VzlmlNolCecp/VNTpo6KmgMyvHnMwJ3y3pgN6F9skaw3yNBIukjeTNVmrB+v6REKkMPSgGG6SRTYFSuCqoRhq7ggwZQQudMM5NuzJ0nNn0GfbHtgJQ3r06DkEySK4Gffrg23A3kBSaEhYw7COYmkc1eoE6tS/WqqhEIRsP6DHbh/JYA9Z0gBIVsGVB648sK8h4A95B7c2t/Daa6/h29/+Nn73934X3/wv/xn/5Zv/Cf/1v30T3/rWf8Xv/u5/w+/97rfw+7//e/jdb30L3/zmN/HN/6yyb+Hbf/4XuHzpMpr7+4hJgr1QvhiB70Er7+jBxt4Y40dwdF0rxzIfhDbpHrQJmzOLpcw3xkAb+5ieV5FO1TFmrRKOKwAAEABJREFUWCb5gjFGTQ5hjIHygyCAEIYhBGMMTUkN9J7DzcMY4+vj4FAfI8j8B9mAsYA1gMYlGIA50JHxRXUdydwIGfvJuBaG884Kisi7yGtERu9lpnJm+7YMVUztGMNQTx9jH+xL41FSehljFL0FxhiqZb2tRh5R1cVbHCofQdXUh9Kyt0JB8YTvFcnMtLbZjzHG96OyTOPjOKjxLXNmjGEaMGAJB6a6o/ljDsByvsDwDweHMcaPQXrg4JAOwkFyaBff3yjn1tAYc5ihPqW3+lVccoTDCnkkt8A9sMDomnAPRN8DkbnI3ALvVwvoWn8n6B14e/5bjFFV36L4nhXxvuhlK7wdd9RJmSO8yzH6ju7DF41baikUFBe0KdJHRHscZ5vY4+ZjvdvEMj15q8ReYw9uEGOiVMGZ6Tk8cuI0Hjl5FufmFjBXqaPMzbD2ahnbJrQZt9bQx03Xum1c2dnEa6tLeOH6VTwrQrh4Gc9du4KfXLuKn1xfxAv05j1P/PTaos/76dIiXlpewoXtDSy29rHBDVGTG5cuEfstoEXBFDBZqOHk1BwePnkGj9BjeJ4Ecb4yhihO0dzbww16M69urmJlfxe7/Q7a9Pb0SQb1fwrl0NH4Pfhy+x7HyCg5brEAzeTpwjsNh41TIBvAxW0SuQb6XFMiQhnJVVSs0ctGD1uZc1aokDwUYUzIZkPrO5EokbIDJGlMwj/AgOREG81MDEAacU5B75sjQOIvOIZDONYgvEiFQgZHj52TfMIdtHOSA5ZDlQmSRibhQa2Gp2UQwtgCgqiMMtdbrT7BsIaAxCcjkRwMOujTw5gN2kA6YHu9uxzbHT3ZDzfzA3o090noVldWcOXKFRK8S7hw4QJefOEFegOfxlPffwpP/eAH+MlPfoJXXnkVb1x4A5cuXcLly5exvLwMtZUtHGUZ6m0MXw/guKgzESSGPs4wI45qYYzqU0UOkhodLWIO81nft6UcyVIFY4wnDsaorcHoUL1R3JhhvjEGxgyh8qPkYFR3FBpjPOHIOK9DZD5NLQ6q0IbUh5k+bfzr8EXZKcme5Hvw+pUJLFC/vpZvQBkH8lOOMCNJFxztJwAGxhhYY8EYjGHcMs4Qdzgc5au/jPZRXKHm42je7c1UT1C+6h+F8m5C9uDo2Yc70C9jmHn9qbX65NJi8UETzqDKmeEIn2n8K02WIZU9uD69brTVsIoqDPtRTWOUVgyedKruSJbCoxjWuvvrqG5GPQWlVduYm30onSO3wHtpAfteCstl5RZ4Ly3wQZTFWyr8XonXdR9ykLwv8dbKmwjjvvwgZHDLySa3pH/RiaO6jeJvqYMU1hVmBKXfssH9X6hx366l5o9bV3S4S9hKBlhq7WFxYxXXV29gc2sTg14PYySDIoD6H4GPnz6PszPzmKK3sMQNk8wjGTEFd4hdbt4X97bx4o1FPHvlDTxNPHf9Cl7Sxzk3N3C5sYvrnRZW+j2sxn2s9Lq42mzgdZLPF5Zv4FmSx6cXSRpJJC/u72Et6WOfcnuw9OWA23ggZLxKIjpbqXldPkEv4cdOncMCvU4BNzw7e7u4ur6KC6vXsbi9jj2Swh5XqXRMOY/SF45CBQYAM7lZMQo94A/DV4HBh/Y8NNG7sgBbicyltHrcQjwg4q7fmBoToVCoo1geRxRVYEmwjAko/cDSfmObIiOJF8ETMpK8jOuT+2HOouHUEZwv9gKROcdcR3KXEQod6w/ha7AOiJRIAJvA2RgZ62a+HhgXRjItdREMuJseAkM5APNIaBEUEZSrKNM7XihWmW2RJDH6vTbRQsyxOr4P2Bi3HpIDjjvExMQ4Tp06iY985FF86pOfxGc+8xl8/OMfx8LCcdqngG63iz7fI7VaFWfPnsETT3wCn/vcZ/Hkk5/Go48+ivn5eZTLZVhL2xnA8L0oONpJxKTH961kiIRrc2+ou8HNQ5oY5lljISiuPNlZ9RM+jJEsK7mGtqFctTbGKPAfVVU/qqtNv0Klj+JOeaoruV4IXxS/iYxr5IDwcB34LvmSURf9AE9MEh0P+khSB72HBU2N40vGxSHik8oDeISIqMxwnNA4Ao2VY2F5KvBaoZCLTZqwioFVHcIYg4x1BBwcigvqI+bDicFgAEFxjVtlGouqK1RadUdQ3ggqU5tRW7UxxsBSTyEMAwRB4NNaR1pfMcefUmeqxSyOivVpHq+nygX1pT5oErDYtzfGQX1JV0EycHCorqOtKZA5jrJSP7fST3Ds4CiUN4L6GkF5o3rSW55hjUN5FExdjIIcuQXumQXsPZOcC84tkFvAW0CbBEE331Go+O1Q2Qi+4ZGX++VWIP1Geh9R781RKUx40nskBONvruxz7tsXjfl2HFVW9hBRanFTsN5t4erWGi6TjC2RUDXowQiNxdzEJB46fgqPHD+Ns5MzmNP3BLnbKFCQLsKSLxlNbuLX6Am6tLmCl5aukBRexWvry7hMgniN+ctxD+vc3G1xg7IXALuBwQ7DDba70e/iCsnoa9ubeGFtGT8lIX2JxPRyYwebSRdtbgH77I9bej8NRcbHAouF2hgeXTiFj504iwdnj2GyVkfMp+Fr9A5eZvtrW+vY4Ua9wz4GlKH2GrN0pggvS+FRvA+n+aj671l8ZKN3IlB1jwK0NRwtnnW4wRQYVwUSwJAe3kKxDhuWARJEI5KlmfCbzxSO8+dIKLk9hbKttbD0wgVhBGsj5oXc73KWePp+TAbnwbYkeo4QkXTGMR8EO/blCeMxoVB12Q6sA9ZhRw6WKa1oQcIJvi9AvVjl4GSZCal2CUGpiqBQgjMBEq7rOOkhiTlWrvMs4ztCbQ9a3Qyc/xjlxMQERPQ+9alP4Stf/Qq+/o1v4Atf+CIeeuhhTE1NI4oiFApFnDhxwhPFL33py/gG63z1q1/Dpz79KRw/fhyVSgXGGIj8NfYaWFtbw9WrV/HGG2/4j6PK4yiv4gq9kM1WEwOS1pRjyaDxOmSMJ2QXrU4HaxvrWLx2DRcvXfTfUbzw+gVcv37d/4BNs9nEHj3vki9vpr7D+Oqrrx72oX4E5etjsKqjPre3t317xaXX0tISNjY2oO9PiqBk7Fthu93G1tYWrl3jA5zFq1jlOBqNBglx30Nylvmw6BrLpJNkrG9s4/q1Ze8xvcjxXr58CTeWbng5IsKSzWHC8M/BISNR7JNM7lHuCj2sV+hpvXDhdT+G1+mZvXL5Cm7cuIHtrW3/Yz8iTtJNhCcm+ZMNNH6N4wLra/wjaMwXL1709trc3PTjG7WXjA7tu7Oz4z27ss3ITmonjNpub++g2+kiI7k1xkh9P/6dnW1o7Jep88rKKhqNfT500JVsWKfHBwdbfHgn+6rONdpxd3cXyk/pHZQ9pPvitUV6o69Sj1W0mm0kScr3ZkpZA465Bem+uHiNda5AsjQnaptxngSNSXO3wTnUPGhtaSyC4sobtRERNMbAmFvhB5W/5Ba4BxbglfkeSM1F5hbILeAtwG2UD29/Uf4IR8uUp/QoVHwE5ekm8VYY1b2XoaFwgcGbTq8jcxUON03QtpbbCRzAcW84BKu9b0+NT8orTBmRh7DNTfgaCdnFlSVcWbqGdXrzBtxojJUrODU7jwdPnMSpyWlMhEWUeJOP2E4IGMqeA/ruduiJW9rdwhury7hAUrdEUradDtAi8esWIvSLRfSKBfQLBfSIfhSix41+j2XdQoimBbbppbzeauDCxhqep7fwZepyg5u4BjfYIoQOhn9AyH5LxHgY4PhYHQ/OL+CxM+dwjhvoarWCHvtdJ5lc2dnCdqeJJjfpPc5mwpl01F9SBHhpODzMQWwUKqm4oPgQH75XxyG/FUbvkGGod49WVkLrihj1kZEckn/A2CLCQhWWpBABZ9AEfE8Zgi1JoJyIoMC5YpcgA2T9Igr0SBfYJoyqMKbIWQxZwyIzhnAYkj+FGZxVyNaGMlnOBixXXGC5GZY7EUD1T0LqjgDMBwwr41YoTzAWMCFgIyKkbAOHDBnXaEavaEo47yHMcKfDBhblUgkzMzN45NFH6B38LH7l878CkcOzZ89C3sOQhFB1Tp48hY9+9KP49Kc/jc9+9rPeS/j4449jdnYWIo0iOrs7uyRxr+EHP/gB/uRP/gT//b//d48/+qM/wp/+6Z/ixz/+sScr+phpTC9TRjvLMzY4IDrXrl/D008/gz/7sz/FH/7BH+Jb3/oW/uAP/gDf+c538OKLLw5JFwnPD3/4Q/zxH/8x/ut//a/4L//lv/h6v//7v48//MM/hEK1+73f+z3f5zPPPOM/4ioC9KMf/Yiy/wx/9Vd/hRdeeAHr6+ue6IhsiSytrq7ilVdewV/+5XcO2y4uLkIPpBqNPVxi308//WP89V//P3z/qafw0ksv4oXnX/Dfv/zv//2PoD7/x//4H/jud7/r5eyQiCYJ1x7n3liDUT8iPCJz3/v+9/G//vf/wu/+7u/6cfy3//bf8Ed//Ed+vM8//1NPLBu85ogASY50FEHSmGRPjVd9qr3GrFC2/ou/+Av89KdsT2Ip4qR++/2+J8Uifd9nv//zf/5Pb7dRO8lRW32X9Kc/+QmWSd7VX0ZSqLkSwXr9wmv4zl9+G//3T/8v5+lpLF69hk6nx5Vo4VhPuopYfu97f43/83/+D77z7e/4jx9vk2R3Om0SvQ08/8JP8d2/+i7+4i++jR/9UOvhBpokhTHtpAcKInkvvfQSvvMd9vN//++hLUUsNQ7dt0UONVcvv/yyn0vZXGPXWDQGza9kqI7qZiSSxhhYaz2MMciP3AL3ygL2XgnO5eYWyC0A3nBwh+PotnBU7LQd4qbIHSLlpiM7SPmQu8GjLRUftR6FuumM4u91qFtRQKGCLhxKw+vntfMxFjMExzIch9LDeoox74jS91JX9XYvIPVHSNlBQsREBwl2kw7Wmru4QY/a5u62/6holaRtYWoKp+bmcJxkcLJcRZE3d26FuX3GITLJoPdho7GHRXoWFzfXsEIytk2vX5vWHIQBsqgARw8PCBdwE22ZJwQMmc6IhOkuZ6DBTdRac5+y1umtXKVO29hqd9DhmpLeGoPlS0RUDDAeWBwjKTy/sICzxxcwMzmBAslmp9vB5u4OVre3sNHcQzPpY0D5XobfnLCxX+XDcPgKGMrVGhGUh/x4Gws4WhWH8JU5V6BX1qV9bsi79NDEvhxBASasECXAklCRfBnNga4PHmDKAMz3sCEM2wRhGQHbBbYGmDJlcT0hYhjAGYuMcMYwHEJxZzmDhI+PyinXERkfKWQoIHMlL88YhQV2SZ1E9vzqNhyUAbgeMAK1A9tzAAwKcFYIKIc2yIZjTenRdtkA4IaYQwJ8G3gR4GGpZ8j1Wa1VMcf31unTp3Dm7Bl6A0/SOziFMh/ChEGAkKRwbGzcfzz05MmTOHX6DE6cOo25Y8dQrVahzfwGPVIX6CET6fvrv/5rTwoVf/bZZz15EAn5wQ+e8kRF5EzkISYRFNERQedi1ScAABAASURBVLxCj6JIjEjSX5EwSIZvQ/InOSqTB+jq1aHnUd9pFDH83ve+50mBiMx3SBxFxtRW5E+EYZGETl6pZXrjRColU2WSJY+fyJZIgwiPyJLI1v/7f/8P3/ve9/EyicmySBU9k81mC9fo8XqBxPQHP/ghvvfX38MPf/gj/Pjppxn+EE899X2onciIQhHbS/SkjfpI6Rls89ohXV6jV/NptpOe/++7JJff/x6eIkn7PkO1/S4J5VNP/QAvvPjCIYEWoZMHc4neTY1d4/4u6ymULEHjeopEdTRGjXeFxE7tRO5ERDVu1VW9H5C4y7aaI4XKk04/oM1fe+11EuYNdLs9DAYxdngtltdPbX9A3US4btxYHhJCrmlrA/S6Xcjezz33E5Lmv8aP+ADg6tVF7O3tUU6HhHSbBPF1yMYa3/PPv4jV1XV06Y3UR3GH6+AKfvLTYXvpIt0kU8R2MBjQg9iGxiTiLl2ks6CxKNTYBY1HnlORQo1d90ljDPIjt8C9tgCv9ve6i1x+boEPtwVGl3IfapPHTQ53eNBmxzBtuM1xzNOTaj0RzLgDSngTHkFpQQTRse5Ra2qPdTStuG4gd4PKfxZId10sRAaFkEIsdXFZyqGkSNIEGccifaSjj3McrOZP5R1J+jy93E1P5av8foLGJn0UZhx7Qgw45i437fuDridMqyJx7QYGfGpcLZdxfGYW54+fxMnpWYzTo1HiBqRAAUEGBCnBUDJjenQavQ6ub67j4soNrOztokGC2KLRuqzQJ0Q8E24MhJQb5MzDInXGI2GYcKMd02MzCKwnfyKUa3xSv7S1jWV6Qfa5QYqpN1VAwJci5XIbjzLDMZLOuXodx6dmcHx2BhNjY3Ac305jF1eWr+PK6gp2Oi106QmNIQsAVGEIjA5DMmioBRjeBPLjDhbgBHAuQCh2awXmcE1kcRdxv0m0kJCMO9aFIYkzBTiG4HpixDel5WGZDrjBtUEAa0MWk5yRuKVZgCQLOWtFVi/DoUIUIVlgPRFCQWuKy4hlQGZ4ZTKWhO0mlKc6qbPIKDNLqQsJoUhmEFZhgzKMpVzKZATwCwTwAr1gw7hgAZFGestNVIQJKMdkvJb0kfHBSkZCmNDTnclLyPcAjhy0jE8ZY2CtRRAECOwBFOeDEaXBvh3bpv4alfm6niRayxJD/TM0uOHXBl2k5i//8i+9J1AETEQr5TVYG3KRQJEnea9EpLSpl0dIpFAk6ekfP43vfPsvPZF46aWXsUbvXavVRrvVgmTJoyfvk7x6ameM4ThT/6M2kiWyItwggdvd3fWevyzLvH7qQx+1FDlQHUH1WpQ9KtPHDEU+RCZEPvXRQ/W7Q1kiIjHJiOQuXVui9+9Vktwf46+++1f4AQmYCIsIsXST7B/Tiyg5T5MQyRMoQtQhGdR3oUXIvksS+J1vfxsqv3zpEvb2Guj3+mhxvEtLN/Dss895z9h3DzyZInIidRqDbCXiqo/jSuc92l42NsZAY1Fd9aH+v0vCKJvpY6Ii4GqrcamtPHGqr7kHDxFO6S87i1g9Q0+t6g0/FhqjxQdjG3zAtrR0nST1GknZKra399Dv64oKRHywkHGd7PLB19KNJe/NvXbtGonkLrq9Lt93CXoMt7Y2fHt5W5dIbvWRUemfcJ1sbW16Ev4cHyJoDah/zZOIouZSOmoMIvoiwiKBIn0ai8q0LhRXucavBwZal8rTgwcO8/A0xsCYO+OwUh7JLfAzWMD+DG3yJrkFcgu8SwuYUX3HCGE8+MITGV94Q/J5LB6dupE4l7FYYB0W6HUEJv2ptI/8gl40Fg/qTOWQpZnf4CTcxDju/DLqIQCGf3q9CbyDwxi2I95B1V9oFXPQ22iMKcea0AYDbjj3em3o45Xr9BA2+z3Y0GKShOoEieCpmTnM0ktRCUIUOVkFGiciQsISjvbr0KO3td+APp65wifa+uhol1fnPuX0rEGf9oiJIRm0SDFEdhAmtLTKEmuRBBYxN8Zq1+ac7PR6WObma5Wbt/3eAPpvFOzWE0LpEDpAKDEcLxUxNz5GQjjrvYRhFKBForpCL8oSN0RbrSbacR8x5bI62O1N4OahtSwPpCC7CTdL89jIArKhMErfEpIQJnzQ0OvtY9BvIfWEkJYkeYJIF4keXMAmzKMQw8kwxsB6BCRAIWBYTuJl6IWztowgrCEI6gCqfOvqu3sFOJYPYRm3ngiK+DljmCYo1xkLxzCDhZCy35QEM80KMKaKqDCOYnEcUbHGPkqAyOrIQwgdhi+CBUgmQTlgv6Dn0oQl2DCCsewriznO7vB7hBxvxveW89dHNr/jyTZ8DzqB9RT6aoavhmXMS/lwJuUDK+e06vnuZZgxPSBR2treJkl6Bc/95DmIjGxynReLRe9RPHPmjP9YqTEGGyR5IhyCNvp7u3vYbzRxg54mkTDv0Vpega7Zx44t4OGHH8ZDxMzsLO1jfH6JD4T0QzYPPvgghGP0UkZRRE9Vh4SjhzAMfb9qq/IFeusrlYonJCJUuyR4IlEtkkHpLtIqQim91b8IhIiWPuao+iIZKclKStv0eH3Z44MhEadl6rlCiKhNTk7izOnTkC4at8Z/4cLr9PC96H+VVX02eF26QQIkgiYP2IU3LngCWOPDo/Pnz+Mjj32E43nAe2alk0jmiy++5O0pEiR9pYvIkeTL86h6Gpu+36mP+C5wrOpfdUS2RMJFhtRONrXWolAoYIzXVH33U/3KRufOnfMeYpVtb+94Mvc69Zd3b596izgOBn3auE0CvkdP3w52+GBsV/O330S73YU8iZ12m+X72KONpZ/s3CPRTeKEc5fSkzyA6uzxGrq9s8e5b9H7mFBuD5sbm7h06TK0NjQHSySeIogisiJ70l820Nyo/EV6akU4VabxnDp1CvJeKy67yH6qp3nVfPV4/XacQ67o+/XM9fqAWIBX5w/ISPJh5Ba4zy1gqJ8xBlbgDc4Yvf0cN1oOYNqSMBirDZyFC4hIm3uDgQESVk2tQca4WnBXRe8NY7pRELphCLiXB/vh3RGCNmnaXmXUKTUOfW7c+vQc9UhVYo4o5RgzQupQZRj+gWmO9FBv6TuC6gnGGAX3KQxHJtAEjDlQV44/obYtksANETltQriRr9A7ODs5hYXJaUzXxlCjF6TAsVlkbEXQlmzNOKBN2z6J1sbONraaDbS4gRH5c9wsuihAxrWgufc2ZYuM/TmCKsCDcaWFjEKFlGHMNTPg3HS4+d1uNrHJDew+N4YD1tfJKjASlgJZnMFyDsvsa7JWxQmS2OPTM6gVS3AkrK1uG9utfWy2GtjvdhBzo+kkZAQlhFGaeh5GFbmlTBk53mQBronR+4HvbD5oSUgEu+jRKzvod5Dy/eXNaiNkNoQzvFaAk+wFaSIdjOOsknAZAr6MdWwBYaGKUnkClco0SqUpmKDK9yHnFkU4hGAGwwDOWDgMw4ydZeDaECg3pcyMSF2AzEXUh2RS3sFwjHJnUK3NoMw+wmIFCCK2km6CYVwnQ8oB5cLrFsJwLDYssjoRBjAm5bh7iEmEM3oIQfKGw8Mcxt4cOVqmuHCzlux6MzV8z2nzrY37JXq6ri1e4wY/9t9J1PcLf+VXfgVf/OIX/XcOH3nkEU9ERCK0qV+iJ0/fU5PXTml51nZIRsb40OcTn3gCv/1bv4V//I//Mf7RP/pH+Fu//dv4whe+AP366WOPPYbPfe5z+PVf/3X8xm/8hpcvYjNGkjM+Pg7Fv/KVr+Dv/b2/h9/8zd/Ek08+6X/4pkiCOtJfBFJpjUWE48KFC4cfZRWR0ZjksVJ9WcDqvmIUEwDlF0msRAClk/r5h//wH+K3qad+pXVycookqQ0RlquLV0mgdv2PzMhG+litiCRgIJt84+vfwP/vd34H/+Sf/BP8DsOvf/1XPREulUvY5rXsBu0kQihyqmsceCiUDvp119MkovrOp2ytsWr8skWJxFnQWEX0ZBuRRtlRev4W7ftrv/Zr+PrXv+5t+IlPfAIi7zVet0QAZYeNjXXoo7Ipr33g+DV6xUWulL9DUrexvkkP7qon9SJeIr4qT3lto6pQGxjHKN+NvKanvD6K3BmWWL7/wHBnZwf6COozz/yYJPoF2m2RxJIe/Tj213XwkDzVE8mVHWUTY4zXWTbXnH/1q1+F4rJJEAQQcdZHjLXGRNzlJZTdKC4/cwvcMwvoav32wvMauQVyC7w3FuCNALxJC45kImU6NkDCbVjfZGi5GHtpFztxBzvcFO3EXeymPejXJ3skE/qQS0pNnO5TDH+Rp7rUR2vSLKO+BG+WCcfQDw06QYZGNsDWoI21XgOrrV2stXex0Wtin0/6B9Q95Ridx521NoaGuHPRfZEr7YTRGBw3BCKDA27UW9y06yNaehKsj2KOlaqYH5vEXH0SE4UKSiaEttoZN7yO8yxwe0YJ4MY6RavTxs7eLvb19J8eDfUBHppnR3tzJ8e66jFj+NYAbS35QsY5GnBT1CCJ2+FT8FY/xkBeE8qmIG7sWZvyMxL5jHoZZlbCImbHJrBQn8JMqY5SEKJPb8peu0lS2CAhbNNDqFVIIY54u/Od1Hk7GR/0ck70LWZiGiRDKecujQdwDA3fOzYIYEOuJRIuYwPA0jCcNxAqZ4ozaBiwzIUAiRtI+kxYRViaIHGbRrkyg0I0ARvUYEwZMCKGBYYRACFgGKg3riRDOMjLlGYWaRYhy4pwrsy2dQTBBIrRLCrleZSrswjK4xRRBpUEjCUMgNvgmE/SCROwjwiOpNCEISyvJYbjcFnfk8KM3kIOAMNDMoaxt35lPRlyhLtUTpKU3p0O5OnTBl3fw0uSmDpYGGM4PgeRi5TkQKRK0yEP0e7uDrY2t7C5seF/7VNEYpNpkTB5/x5//DF85rOf9SRQROezn/2c/zEbkcEHHngADz30EBR//PHHfVzffyyRAMlbph+5UbkIjspFcuTBi6LoUK+A8y9isEePv0ibvHb6GOYuPVsaqrGWdY0fg+LGjOIMZV+Wl+l1PHHyBPX4CEnnp/Ern/88Pk+i+vjjH8UcPZqSI3ny0Il07tCjdoOeUH0MVWnpqn/18fnPfw4a4xdInj//uc/jk5/8pB/TxMQE5P3aIVkSOROhkUzpLsieSsu2srG8nYLiytd3O6emplCnB1LEcZSWN1GeNNlE3lSRM7VJeL1UXG0VitTpu30xr1lK0wS0CUuNw4DvJf2A0OLVayTSz/vvUH7/qaeg7zYu0QsqD2WaZtBHr9XOsJnTO8BlXBPDa570z3gNbbc7/sdznn/+ebzy6ivY3NzguHu0vWN/AUO1Bt8vGT2qLWitCOpDelM0ZTpPHDNeg5UWNB7Nr9albOhJPseoeVd5jtwC98oC9l4JzuW+fy2Qa37vLeDYhW4vKe8ZCW9UXVKs4ffQdrG0vYGrm6u4urWK67sbWCGx2kraJIUx+n7jztZsRxG/2FN98i6ZETFvkgP2HsPQg2nRDQAR1+tx4zJtAAAQAElEQVR7m3ht+Rqev8In1xdfw6tXL2Fpcw1NejgStsm4BWSzW05jJBj+5nhLwX2WcNR9CHAk4Ew49PnkuNXrorHfxN5eg96cDri1xXi5grnaBKbLNVS5eY9oJ7C9SFdmaQVLSZx3EBk3G116GOUl1I+4xLz5J0mGhJvWZBBDyJgH9gX2bO8ClXlwUw1iSAgzDNiuTfnNbg/tOEGfGx6tPa4iOPavX5S0oYUJDS2eUn+D8bCE+co4jpHQjhWr3Bwn2Gu3sNPcR7PbRUIZfkhqwlb5+fNZwN2luQU3l5yjMADCwCIgcQqjAsJCAaYQAoFhy+wAjlPCNL1whqTLkRC6LABECm0ZiMZgK9OokLiVyzMoFicorwpDQghTgBMZ9B/1jBgPCYuMsoZk0JEMGm5eA2QkhMZUEYYTlDFLMngM5co8AnoeEdUBW6Q+ljAHYKDT8UUA86kfYH0fDoEPlc0eGKREBsNxs8W7OA0oiPUZ8vWtzpQEW0RF3qsuH5bou2KtVhsry8vQD37olyZ///d/3//ipD7it76+hh7fQykJYrvTQaOx771nw839AGV6xRYWFnDi+AnMzsx6j2KtVsPs7Iz3BMnzo19EFZkKOYcBiV1EoqfQmJv6GmNIJizHbg5hSeKMGaZFClp8aCRPk0iMvocm4iBZ09PTGCOJirg+JNcayvFtGfr2w1AevGPzcxDBmibxEoGTx3Bh4Zj/2Ge5XEbC640IsP7VhkigPH4K4zTm2Oo4d+4czp49i4mJSVSrNciLJzK5QBtMMs+yvy7tJPvoe5jGGK6Vogd47JHQyq7/+3//b/8Lp/rl0GeffRYikMVikXabhcYjXWQv6aMykV99x0719cum+oXRb3/729B374akPoW1AQLa13DsMOyM10utpSCwvI4NsLq2CpG4//W//je++Z+/if/0H/8T9GufLzz/gif5IpKWbY1lY568MfFMoes0uMA4FIh0ykv82uuv48UXX6CncQWlUhHTMzO0zxjjJUiG7z3LIMKr9aZ2Isubm5v+o8p//ud/7n+pVWtN49B8qkz2EWQ7jf0oYZTMHLkF7oUF7L0QmsvMLZBb4M0W8HshZitMGY4Q8ybTSQbYau9jaWsdl9eWcHVjGde213GVuEJcI9Fa7zbQ1i8Osj6b+3ud7leK/xx4F00NHO+GjjdKhQlb9oh9ejU3+y3caOxgcWcDV3fWsUR9Vxvb2GzuodFro8en7/rhFI3dK852t5/a7OjGdxTKG+H2+r/otIP+Mr5qWwASQnBcAzRIlPb299FimJLEVYolTNXGMVufwBTJVMWGfsurVhk3JynJmoihiJgzynVIuEHt8+l1TG9j5nsA/H44zegt4UohqTNsewtIJO3teUw74aCPzDqv5yBz6BMKY7o7KJG1wCODOvK6+H4zEkKgSmIwXah6L6H+L2FgLTpxHyKF+xxnb9BHmnA22dw3w20Hi3y+wtuK8uQ7swDfauBbDeTqsIfGdIwZOM4HzMHtm3Nt/GzS2DyN3mAMwcWVZSEyevXgCoApA9E4TGmam/hZEsNpFIrjCMIKRZVgDkihMyGcX7EWXDLwhJDyUspLKQ+mApHBcmkW9dpxVImwPOdlw5NBklBqzA4BGLzpoCz48sD3kzqLlB1lGVclPeiWCIMMlmvX+MZ6HcFnvIOXN9fnsj9sl7G/hKRH/1cv5kMXeWxS9j+IY4hwyUOmjbkIY0ByIeIj75S+vzY5MY4oChHzmtbvDyBZEUlYvV5DfayOYqmEiKQvDEKIAMrbJcJUJNGxmjdqYYzh+CyMMSQbjjIyH46udRlJhAAexhhfV2UiFNJLxEEfVRQJkodRREwET9/rG/XhaF0K1esQNIBkBNSrVqt78lgoRJzL0BMY6VokqQmou/pOSH71HboB3+v64RjZBjBQf/LSTYxPoMgHExHtU2BYqVQ9GarQAykdYtm334fsbIzx/ciWxhifJztLf3kiRfa6fNDk+2U7jVNkSCRKRFSkVz/UIiKn7+rJM6qPVCp/j+RSddUPXAaKJwwMdDi9QAlrhzkxPYfqW32urq1BH8tcp8dXeSJuNBMM6xo1Amg7zU2GjNdgIeE1fode04tvXII+sqv2xgCnTp3A6dOnMD4+hgLtKhuwuT/1ICHhuBSOxqixaZ1p/LKD+g9pez04kLdZhFjeUeUZM1wnXlj+klvgHlnA3iO5udjcArkF3sICGW8zKZGxjjZcrX4X67tb/tcc31i8iut8Ir22t81wFZeWFnGRuL6+ip1O22/sY2MxsEP0GQo+zRtHfBsGTB+C/cVHMGB8hKP5t8dVp8+6wx83sUhMiAE3jW3Sjc1+E1f51PXSyg1c21jHNp+4J7whhmN1RGNj4ONzSD+1lx4xdY+p8wiSOYII5lF0eXfu0k5d3nCVLxmC9ImpT3IESgsqExQ/CuUJR9ur/KgMxbkt5agMt9iGPesSyY0x+0m5SXPcSBq/UaANuPmQ522n0cDefgM9bn4ibrYm6+PQ9wenx8YxViqjwPEGbG8pjQFfuVUzAPfXyBhqDShuaBNrA4TcYIVhgEBgPOD8WTY03NtY2sMcQPKM8glKo1asAEIVFRLsCWDjIDCw3OTAMMdvbBz7dhARBDfejnkOiarST2T0IUOMhQXoY6+z41Oo0OMJ9tDipm2PXkKRYI09JmGlOvCH8a+3vtwp79YaH5qUTDHC7YNW/u15SmvOjOE65LpLSFb6+sgvvbxJyrnTouGcwAMHByVxCfgEQ0eS4+jV4Q4c4PqF4UrkQ4pofAb1iXmUqlMIixNAWEdqq0QFiRkiRhmxKxEMfXwYuqCGYmXKtx+fPo7i+CxAmTAhyOwIvotIJnx/fI+A69DrM3ox1FFg2rE8yWKSqz7SlO9OPhCJQkOiESEKAhiruqx4eDI9ihvGeSrp+CLA2+IgE8ND+YL0cIwIxhgYI/B9TF0dM0t8kKOPcOp/FuqjkPpe19e+9jX86q/+Kr7x9a/j1/7Gr+HLX/4y9NHKhYXjUH2KgPHdaD4ch5yRk6TIKM8Yg4BjCLnJN8ZAfQjGGFhrPcBDeQxgjPF5KjPmZn2VG2Non5SeyQYWFxf9D5iIIEX0Mur7fPqIqTx2tWqV/WS+bsb3ZsY5z7QGfJhBaUebS2eKhOO6SvkwSh+X9YSFZEftnPSHQRSFRISAYwg4Fl2TpJ/KBckBD2MY08n5MgLTxhhYDwtjhuNR/2ovoiOvqb47KJvq+5qyu0jQHgmeCO+I9Om7d4rrXz4899xz/qOXaq+P3mqeJEMftR0f5zpmPynnMyH89Zrzzc55SgeLQlTABAm9iNsTn3jCf7T387/yeTzxiU/g5EmRuQkUihHrGwI8JCCDo82cZJLUibjqx3xeeP55XLp00dcRGfz4xz/hPzJbo2fYGPVnWDY8NeYRoiiCCLU+Qqz/jal1JsgOX+N6+8Y3vgFB35lUnTq9vrK9JDnOi8IcuQXuhQXsvRCay8wtkFvgnVnA3254kde/KWh1OtjlzXC3sQc9sdYTZnAz1et0sbu9i43NLWw3W9ihp2aj18Vyu41rrX0sthrEPm7ohz94c9+n0D1uGte7PSy1mlhsspyb+GWSyW1uDnbZ3yafiq+yfIV9LtHjs0hCc5X9Lu03oXYNspR9DmGHG4l1Eh3VuUYZi/T4LXVb2KBXcB8ZmrxJ7ja7WNvc9dhpdtAeJOiTLCYkFCk3WXFURMcGaHATu9nrY7nVwnWOc3F3F9cYrnAc6mOTHrL1/lDnK7s7uLSzhYvEZcav7u3icoPgWJb6HWxwnBrHLjc96+0ulmmXDT753eT41vhEe7XXwzrT29zgNDiObY5jmUT1Gm20yo2n2q9xXGu0wRaf8u/QXntJhh1uuNf229jSOOIMPEkONQvc0EAUTHH4PHna2uxj6DVrQ0/QgyBEnZuycd7E63xSXg4j73Gz1CGAoVUMpShlkWnzQmTcHIbcJJSKBRS18WIedGg/YQ1MYGGMYTuQuzEkEWAODP9AKDQqZR0wfRQGQMA1VCQhLIUOBYj0JcyJ2X8KF3CxGIIbHpHNkCUR2wiVoIDJyhgma2OoFsrswZL0DqCPjDY5Ty16tXvIEBsgI9js5qm0cDPnQxm7mwlG+QoFGUfhrTAwJoAlHAw38+BGH+R2DgkXpuP7Cc76GXNcZZn/sRcDvnWZB7ZIERi+E00HcC2CIR/jwLJGIYKhRyeqTyEan0c4dgxB7RhcaQ5ZUZiHKx4DigswxeOwpRMIKydQoDewOLaAEtsUxyZhqxXWsYBNAL7r4UTqCIVcazApQA8mvFbs1zn4wzA0CfUccFxdjquLLOnD8MFEyHUccc0HhGUcHAlrsy6GYIIndBiW4aAOYFg+BJTnYRllLcVhVAXGGFjKLhSLiGiHIAgghFGIiYkJaBP+xBNP+B+A0aZcPwQjiHh89PGP4szp05ienkKlXEbE9yvFoc/rzc7Ojv8BFnm0OrzWymuluDx68gApro8Ljjb1o9AY4/uXDoLl9cAY4/VUHWOG5cYY772UPEHeLHkFP/axj0G/uCkyW6J30mB0ODhe9wQRMZFU8j9/b2ns7/tf29RHQuWp0kdg9/YaUFz3HukhWWU+0JLHr1wpo1gswPCvx2u4voe3y/F2+ICoz2ug2ml8soG8quqvwGuaPvIZFSJoHCJqCjU+kZwzZ8747x3Kxp///OfxkY98xBOlHm0pwnXj4Edp5AVUWj/go7janzx5Ehq3CJXayQ4iw9YG1JBaGjAUDENLhDAmRJH2mZmZ5hyfxZOf/SS+8pUv4atf+bL/QZdz5876/gsFjRPgYoRWnHRWCMsk123KByz6BdPV1RV0eU+ZPzYPkfKHH3kICwvHUCgWON6M6zpj6Niv8fMruXo4EHC9yab6mK50/+xnPwsRYtlBBFdpfR/z0UcfhTyFsqHaGGOQH7kF7qUFtMTvpfxcdm6B3AJHLOAYFwxu/inNWwe3TA6pNua8YUxMTkA3uRN8Ej05Ng4WYK/RxObePlZ44760sYGXblzHc/Qm/vjqZTy9eBkvrSzjhogRb6hLjX28sb6O568u4umLF/H05UusfwPXmb/aauPy1hZeWV7GC9ev4dkrV/DD11/Hj159Dc9evIQ3VlaxwRv9NondDda/IDns52k+DX3m8mW8oP/VRG/mar+FPd4cG50+dkii9rsDDLgp7aUGjc4Au0w34hRtjrXDTc4WCdiV7W28dO0antE/gmafz166hJd547+8vYWrJIeXucl4iekfs/x7r7yC77/6Cn508Q08feUynnrjdfzg0gW8wHFeITlc5c14hQT2tetLeOHKVVwiYV6kvq9vbuBl1nmDNhLxXGt3sNRs4oXlG3ju2iLeYF+XSTBfo1fzwsoKrm5uY2m3gRW2XWT8lavX8Mb1Zew0u+hzP0ue6DeaxnKzQWi+UubEnKtOEqPZ66BDmyckn4G1KHGjWdVGihuiiPOtLbsutAEs1hxeTAAAEABJREFUt+16DQDGM9qF4oHAolguQU+9ixE3T9zE6Ym9PpKWcQNiWR5YyxaG5M740LDtEAC4UTCWKWN9HDqY5/MZDymjGAKV0KFoUwTciIOUNiUyjoNVmAcE3KwLIVdiBIOSyC03UPVSBaWoCEvyEfcTdEmguyTkXW7e+5SdGEojZBfJehNY9qa8D1HG3YZvaOORGRQ/Cozmj3NquOaGCGFtyBkLuKkHBv0MKY3vsoAbT+ZzfjI+LMg4EX4Ty3k2IX3gYR+wJIOOSImk68lXaizCyiTKUydRnz+P6tx5FCZOI6ifQjR2GsXxcyhNPoDK1MOozzyM8fmHMXXiEUwuPIjazHG2rbNfruC4TWWaQNoF2Ce4xnwoMkjvM0QIXQJH75/Wm7636vNUToLqsh4c27psAMM1ZbmmLMevFY+Dg0MCl+cQzFMaMIA1MMb4KBj4CNOGYxP8eycIYGlDvrDYwvC9FJDIaaNdozenTFJbKHB9G4OI77/JyUnIe6UNubxW+rcKDz38EM6ePYtj8/Oo1+ueDOr9Wi6VYAyvd7p28fp4ideqZV5n9DFAkbar9Obpu3L6NwIiOPpO3YgYjUJLfUQU1HdAXQWlBZUZY6C48vu8hnZ5bS4Wi/7+8PGPfxwiDydJkEQyCiQzqhsGFgEB2kRrQWSQCwfGGJKYHkSu9OuoG+sbnhiKcK3yur+1te3JbZUPs6Zoh/HxcYzz/jM+NoZyueJJzs7Otv/3DvrI5vbWJtvvQB+91L96kNdSskRW9amCiYlJ2ort+OBQedJFukuudBYheuKJJ6Af0jlL++pXRi3toboap4hmhw8tNe6E3jmNT0RK/5pDHkIRYaU1jxGJZ2AtwijkPIYIw4DjDQAIIQyvvsViGbNzs3jwoXP49Kc/QSL2OXzpy1+CyP65c+f9dyjVh9aXdB0iAxcmZQaIuG5sYCGCSFNiZmYGn3ziCTxBnDh+wl/DwZ6kq+Y3y9gWgOZ2ND9Mcila/3FikXiNQeRW86j1prRsI9l+XFyTluNSO2Gok+N74c1QeY7cAj+rBezP2jBvl1sgt8DPZwHDGwcI7uEgD4vgeJcxgUVYiPyTRt2AAmN5P3LQ/7zr8QbToDdLXrwlkj959S7yBv3qxjoubK7jOr14m/R6CSJ+1xoNXCQJe21jDW/w5i2v4io3FNfpnbvM9MXNTYiMiTAJlyjn0sYmlkm01klyNuhtW2O4RK+evHQXSaYukHCJfC2RnO6QDDZ7MVrdBDHJYFiuIyCSIML+IMVmq4MNod3zMq9yw3GNfctLuMob/Q3KlTfwIgmqdF+l50mevKv7e9R7i9jGdXo5l0j+LpEEvkadL+3tYIlexQ168za7fVzf2cMVjkP6r5CcLfLpt3S9zrHfYFwk+Apt9Aqf6L6yvoqr9Kous++r1OMK9ZFOiwo3tqBwaWsHmyS4nUEG8lkPTwq5S3Ccr4w7q5hkqkcvaXvQwz5l6eOTKecmsAEKUcEjZDwEYAUHBGxrmbIMQWQEt9OAtX6zNVEfQ5UbzIBrACSbDhmrORhrYIwhIbsVgOG+RAAPhkqzHhQ6sExwCAODWjHCeDlCtWhQCDNYbtIlP+U4HGE4ptABgcZARiG9i8aiSiJYLZRQorfXcH4H9Cy3uR5aHHc7i9Gntym17MoA6hZHDsc8D+UxruDDCg3/zjDebIaGuRXDlOXaCIKQ86UZsXAkfY4XiszDcoMeIHMRV0oEmIDAwcHJlJeORAsJfeT9HfI1bvZbW2jt72CXnvY9vidbmUU/qCItTsNUj5EMnkA0forE8CxxDsWJ8ygRRZLD4vgZFOonYCoziG0FHb4pGp0WGs1tdFrbSFo7QHsP6O0DMckhCR74HgE9hRnXWAbn/7haqKPWdgpLz2JgBxxfgpBrKSSBlIcwMBbG0AYCGLLFm85RmWX5QZyjpo3YgyJsoM2zyJBCJimJdfkq0lSpVjHNDb3+D9wxenbCKPIeuNVVXiOuXsU1PrjyWLyG69eu+x+c2eJ1SkRF7UWYjtE7ND8/h0KhAP366Gt8qPbjH/0Y3//e9/D9738PP/zBD/DMM89AP4Yi75m8XyIJ0mcUKi7dRjiaNkb6AsYYjstBJEN9LywsQGRKpFXktU6SqrUCHsYYGK4bozgBWl2nopZ27dPDt8yHgSKpzzz7LPRP0KWjPpa5s7OLAt/zx/kgUnaZnJjwXjM9nFSfIigiafoXFE8/8zSe+sEP8b3vfx9PPfWU/1+Oly5dpg3bmGA7kZoTx49jYnzc6y+SNMKAXkWRY3n8RJSlj77TJ9saY/z3FMvlsg9FIGVfjVtjEDls8NqueRKxVdvRvGQuo50ErTXV5ugzQO8XclIY/knW+HgNC8dncebsKZw9exr6bqhsGEV6sJKxfkI5WkQH4EMKY9jaAAyoVxEzczN44IHz+NjHP4qHHn6QZHKCJDSkBz+BxidPq+ZY8yKiK+IqjNMe4LG3tweRZ60xjUO/cjqCHijIPpKj9XAUbDo68zC3wHtqAfueSsuF5RbILfCOLMD7Cm5/8xkYBEEAYwx6nR52t3ewRXK2v7sH7t9RrVRRrFYAPh1OCxHiKEA/tNjXxyRJcm7Qu7bOG+UOCUqLnqsedwE9dtLmTVLf69sgsdrqtbFDcrXO+BrJ4+p+Aw16+YrTk4gmx9EgAVwheVreJSlqN9HhY/m0WEBGD9aAN8tGMsAaN5OLJI4rJGcNErMeiVmcOUT0ik1MT2N6dg5V3vT6WYYVeu2ucYO1JLJKT+ON7U200gQFlldnZxDVa9gjwdB3JjdI3gbWgC42ooQsipDxiWzEzU55YhyuEEHj2ut1sUfiqHibsvYHfexyk9OI+9iLB9jRv+vgGHdZb5PjvC4CS4/hVZLBGySTu2y7zzHLDmv0FC5xHFdJFi/R83mD49L/7cvCCCk34gnVIa8FOTi4/+VGIUNCew7Yb4f9NjttNNiHPIQ0lZ+/kHMYcBzcwkGHYYH1MCRcgCVLMgBGEHGsc26nxycxXqmhxH4jbtxCrgOKgdp7cD4Nt/5Gi0Fg3DF0CqmTQjaB2oBpcF1YosTMGW5+F0g4ZzlHY7aAIiz/MjqeSW1J7Azrq530NNJV80kdiiT2paiEYsgW1Lsv8k+Pa5No094J6zqAmg3BqD9ZdRj61/zlbhbQGrhbGUzAk3YPSjCcM+cCZFyEjmsv5LyL6GvOwDmQDMv3ughVFKQITQ8ma8L1NpA2b6C7dw37W1ewvX4ZG2uXsbl2FZubS9jeXMHe3ibafK+nlFvi+3yM77VxeYfo3alzzVSqNZTpMQr5/teGu9ttYZdttraWsbV1Hdvb17CzvYjdratobl5CvHMd6GwAg10g1UdVe7AmJhIYk1JV7tC5ZkHYwHFtGZSiAIWowA11GYEts14BMCHAxyhMcH2ZA4Ahs2H04mEYNUblLHNDZLSJoIc0+ii3fuAky1h4UC/ge6xG76CIjv4Xnjw08uBoQ/5nf/Zn+A//4T/gX/yLf4F/+k//qQ//zb/5N/jWt76F7373u1i6zvFRvoigSJm+f3bmzGmStQQvvfQi/uAPfh//+l//a/y7f/fv8Id/+If40Y9+5D1yIjva2Ge8LiqU8ilZioiDNv4KR4RpFB/VVVqwnGT9SI2+M6iPS56lV02eSskatVWYUe6wD45ZhYQxBjawvJbF/nt4P/3pT/EHv//7+P/+v/9Anf/A69nkNVjy5X179JFHSXJ4Pec1XcTz8ccew8kTJ3gNdHjt1VfxJ//nT/Dv//2/x7/8l/8S//E//kf8+Z/9OfR9vwLJsdrK6ydv1wyv82EU0T6pJ0r6SKlInEjkN7/5TW/ff/Wv/hX+5E/+xLfXmGdnZyFCKlIpIiqdND+yoYjrn/7pn/o5+rf/9t/ij//4j/Esie067y8DXpN7vJ/IqxiTdMq+Cd8zScy++7H3jnZ4ze7ywWHGayO4mow1fkz9/gD6BdkuH6jK1rKfMbQZyw3Xm5fF94jj/E1MjOPxxz6CT37yCcg2C8cWUOB9OWF5n/cXQfOgNiKy8vbpe46P0YYal/JFyPUrq1pbWmf/7J/9M/zzf/7PvU1lC3mWRQy1NmQT6SMgPz6kFrj3w+Yt5N53kveQWyC3wK0WMAdJhYb37BEs4+ANrE8vXrfZQkIPWIE3o3FuXqbGJ1DizTZzKQYkZvpVyoQ3/jRLeKPto0sC1It7SFgecPNWKBcRFdmam64BN+/tXpuevA6aJEwtoqO6NkNQLqA+PY7qRB1JAHr2Othu7mK71WDdDuQJy3il4H6Uz/kd9Mt8+u7JPgllhzfWmLo4EopCIfK/MjcxNeHDMAygcn0ncpfEa3d/lzfcNgxJ7NjkGKamp1Afr8Nw8LpJD6g/u0eZY6yVSihzE1EKQ9RJYiZIaOrFEiKAzocumnt72CO52yOh3e+00B500OUYewntwFBj3G7uYYPkdm1rHVu721C9PssGJINCn+SxzT739vd8+frOJvS/9jIqEZQimAI34NyTihQm7FfbWMfQcROREbqpD+gx6/X7iMUYreGGNkJIvbXxAidXdRVyX+Fb8oWEEJA3jqL9eEqwGCfpmuPme35sArO1MYwVipCHrsBOQ9rHEiAJyLihPoRNkR0ADA3n2XI+9SuN1iUIuS5K1GEiKuJEfQJn6tM4Vqhhgr1WqVTEMZiEG3SuIW2MBE/kuNllMwTGcpMeoRgVEBHWBkg4TnkY9G8y4jgecREcPWQjpQ9DI8nKyfHOLUCjmQA2LMEWx2AiIihyxjRfHdisjRBdrpw+MSRbFvS0ocNlQo9gugX0VtFvXEVn6wK626+ju3MBvZ030N8ladtfRNJcxGD/KgaNRcRMZ+0bsIN1hPEWbLIJm24iJIJ4nbJWkHWXEbeuo79/HT3WFwbNa+hTTq9xBR3K3mc/zZ3X0du7hLS1BHTZNt4DHN/3ZgBr+E4SENMUMXWNEZAYRjZEGFQQBONAMEmMAaYMcJTwi9IwfufTcC0bFhmGIa8XInrTUzPQJn3h2DFMTk6gUilzDYesRVW4vhVR3WmSHZFBfWRQm/X5+Xm+l2NPmK6T+OljkQq1MdevQGrNa3MeBIH/6Ojp06chQilyJvIjL1Oz2YQ8X2ojb1rE64F0EnErkjQYYzjOgDpVoP5FeI5RT5EefW8PPNSHo57qp0xP2SQJurxY6kNkUB9RlL4iTgVeLyVXfegjiJKl+moX2IDSeBrBwPA9LX3G+JCtUi6i026RzG9BOsseZ8+dwyee+ARE5s7T+1Wv11CtVT05+8hHH8cnP/1pPPqRRzFBmw5IuNbX1nCDD9I2NzeRkmDp+3TS79NPPgmFSksvkblJjuEYxynIYybCJBK3uLgIEUQROXnPRJz0UViNVWOWfU6dOgWlz58/D7VVXfUpSA/1oXonT57y/7JCehd479NYNfdqI1tpfkXOlFZZwHm0Bzap0yYzXA/ST3XrYzUUS0XOVcSwxHU0CU5psyEAABAASURBVLU/dfokHnnkIW+nxx7/CNSv5JV5nxrjNfzY/DEcP3HS19V4ipxzlWsMmrNPfvKTfizqr8v7vNbKtQNvtOywvb1N4tqFDmstjDEYhcYY5EdugXtlAXuvBOdy370F8hYfbAvoUj6CRqq43oAKtd+Xd8Zxg57wRhvTQ5jxiWaNJGh+ehYneJOZnZripiYi8ethd38PjWYDPRI7bnFgA4sgsgi5+ShWShibGMM4PX6VWgVhIeKWy0EkqEsS2E16iE0GUwpRnRzDxOwUxmYmUSUhjKr0zAWA/m+gCNUW+9lr76ObDuCobFQMKU8bK8cNQIIkiZGkCW9aQBSFKLPvOjcRYyR6FXozA5K/lB6obr+LvohjaFCsljE+NYEp9js5xX5ZLwwDWGu4KbSo8EY+Ro9ErVRCtVBAjRjjzVb//kBhxie5u1tbWKbXb3l9BbvNPYjc9rIB+i7GgGSoQ7ts7LDOxiq2G7voxX3qHaFYLsJQp4zjR2CgsDvokSi3oTYxKW9ULqFQK8MWA4gEkz8BHLIJQB0DNgsR2ACGcDC0A2mfA4IgREj7R1EBQcC2AJjNGo4AYQC+Cpab3MgBQhFAzYSYLtVwamoOZ+aOYbpaRwlW3RIGVvqSDDoSvxEJTBkXXMC5jAwCIQDrOhKGhO1S1LhBnqtWcXZiFueIY1EddROhqM0mn5pbPu028pwwzVFQXyplQC0d5RgUwhDFYhElrsMw1DoC5zsjMUz5xD+DDlZXcAsoBRyixy0FeeKdW8CGsFEVUXEChfIEokKFa4/N0w4nYR8uaZJQdTlXMSz4HkQfyJpAvE0itkYyeA37G69jd+1lNNdfJSG85Emg7S+jSKInmN4K0uZ19PeuktBdQmvzDba5gOba62itv4bW1htoEnuM766+igbltUUoSQxdfwUmWYeN15D1bqDfuoo2SWFj8xXsrL+C/c2LGDSX4frUx1FnS/0s9RQh5HsVfI+iz/xBn+MArCnCBGNAOMkEQ1Pm+gnhOEK+cOA6jV6YdISPDl8M83mWeJ1YWDgOfe/vM599Ek9+5jPcvD8KbfJFSowx9AZlXLupD5X34IMPQj/q8du//dv423/7b+NrX/sa9OMeInkie5+hDP0C5K/92q9BP34ir2KJ1yZjjCd0Kv/N3/xN3/Zv/s2/ia985Sv40pe+BLX5xje+gb/xN/4GVOc0yWOdpKNQKEDtRQYfeeQRL1M/JCJPk4hIxGuIBmWt9fWUJ0+kZP76r/+6lye9Tp48CZFM1R8fH8eZM2c8kZPeIlUih6VyGThiP0erqe6nPv0pfOMbfwNf//rX8bWvfRVf/tKXmf4G/sE/+AeQHbx8egMLfO+HvAZM8t4jD+Fv/9Zv4Xd+53fwt377b+Hrv/p16Md2NDbZ62/QPn//7/99/N2/+3fwtV/9Gh56+CFUeO0JOR4RovMkc6ovu+gHVNRO5EjkVjorT/b6LfahcYoUat4E2Um/xPl3/s7fwW/8xm9Acc2ZZMn2f/fv/l2v96+yX8l6iHMqgl3nvWhmZhbqW32pf4Wac9nB2sBf0+ucl/PnH8AnP/kpP/efImk7SVIn4qz5Gh+bwEMPPYzPkOh+6UtfxBc5v08++WmcO3sOFdrYcq4qlSpOnz7j5/OrX/kqND55cCu8l+kaqnnUdwRl89EYNQ6tKdXVGtB4VK41JD211jyx5/0kIIzhIkd+5Ba4Nxaw90ZsLjW3QG6Bt7HAYbEu8cYxqY15msEQBRtgrFrD3NQMTszN49j0HMZrdd7aHZ8etqH/edfptrmpSWFIbAwF6GafkAzFJGAxQ8e8MAo9UQPjMT1GfRK7vsrpSUoD7h1JNAZIoTyFyssoL7UOvaSPnXYDuySEbW7eElC3wPIGarityKgwEIQBN6ohApJRJ1nc3PVI/mKSP+lUKEQolooeqpuxpfQQOY1T0i/qBOaFvKEWwhBFD7ZhKBsUjEWRZTVuTGbGxnFschoihgXeHEVGO+yrm/ZJAlMk7D/hOBOGfcpVWZ9jCOntK5MYlyolRMUINCIyejRFBkVybSFAVCmiVKsgLBXQo306JIk96heD2ukqKTCuM4DlxjyAxmNtAGMMjDVQXJunIAxhAwsYtuXYNLU4eihDoAnlKSyyrETo3zwsTEzhzPwCTnATI1JYjQooUI6VHBLC7AAigiNi6EkiEo4p9jAkxQHntMq5mRur49TkDM4QpyqTmDIFVNlv1Oe6GXBzzgcQRh5CPt2XR0I6sztqA0WhYWhMBeoRRRHTAYw5qKEx4A7HQbFK7lZFZTneygI0ogmBkCSwNI5CeZLvoRoCTojJusj6e0SDpJCEivOtOacLD/q+oOttIm6ToO1fo/fvKhJ6AV3nOmxvGRHJm4hgGdsou20Swy3IA2joTXSdZaRsl5Ds9ek1FAbNRcQe15BSRtYlweuuAv11BMkmCtk2QsoJ0g3YZA0mXkHSuYYuPYbtvSto712nLhugIvD60YtJpeHSAWV0KLOJpNuB0+eyswiwdcB7CccAKzLDPJgDQ43CgyQfYkDvi4PQGAttvk+fOu2J0Re/8CX8yuc/j0cefth7jYolvcsAY8whisWiJ3Xn6BnTplwb9K+REI6gtKCNujbu8vDMzMz4hyRBEHhCJs/PRz/6UYgUqd2v/uqvesKiNiIt8j6KoIkAigjqfaRNvgibiJ7kigyMCGGBhNEYA8vrnuqJSKhfESbJlJ7nSa5EeKS/ZEqnBx54AOpL8h5//HHIu6b2xhiAp6DrnuoPbfRxyD4iH1/96le8zoo/+ekncfrMGYyNj0O6apy6hs/Nz+MxjvPzn/s8CdEX8eUvfwlf+fKXGX4ZX/3qV/E1QuFnPvtZ6EdfZmZnobGovYirCKw8j7KJ7KS6X2Z79am4QpFekTZ5baW/2gmygWwlG6uu2svOguIjfInE9jOfeRIPP/IwJibGobHqV0VlL9lGNhQBPXv2rJ878DDGeG+v6ogIf/GLX8CTlHHi5AnUeM8tFkuYmpzCRx79CD7H9fTlr3yZRPhJEsQHMD0zdWijWq0GyZX+GotCzYn01zVU4cLCAjSXn+FDhi996Uv+4YHGI6iNQuWL1KrtxMQE3/MBtczP3AL33gL23neR95BbILfA7RYwzDgEd83BAeStERHS98lOL5zAuZOncPrYCcyNT9JbVuTGKeaT+DbiThuIYxR4l69w41DQpoies7jdRrvRQIMetNbeLjdpCUrGIpQnaEB6k5AEMK7+6OZBq7GH7Y11bK6uYpdttDkLqZh+3KRAQtFvt3yduNuGiweUkxIZN4OplzvJp5+TlRqqYQFO3+Pb3MTmjWXsrK4hbrUxVijhGG+mC9MzmKhWYehNbFKvjdUVrLPe9vo6+tSZzi1USDiEIm/QAUlKwLoBw4IDapS/QDkPHD+Bh/jk9syxY5gdG0NNZJOeuUJgPXEs0hYR4J16ReaNVyo4dWwBp48fx2StCsmONH7KNXHi20xRzvG5OZzhE/FJPilu06O4tb6KdnMfVAGW8m7ekh0tDnrfLCIbIYpCRCSAIXXQxkcIuVG01AP+cHwlDMHNKxPwAnBwMJscFpJftAGma2M4O3ccDyycwhl6CmfKNZRYWkgdIhK5kA8NAs61Dxn3YcICepVdtwdwDiyJXplzPs2xn+XDhPO02TES6fFimevFctOeImWdlPOZcT3oo68pH0I4kmRjDIx0p15gP1KZLaAxRZyfqFDgeAtMRwhsCGOMH4heBZ/gi2/OMD9/HguEQFBGUBxHoTyFYnkM2liCDyyS/j4dbLtw8hI6XgvQAtIG0N9G0llFr3Ed/dYS37NbCN0+ItNCMWijFHRRCrso2g7BeNBDyXYRoYMwayOkLJu04AYNpL1dD8QN5rfARyWsO2C7HiJ6/ISiYXuiSBllyq1GXb7HmsgGG+i1lnktuoZO8zpikchki8ZoEE0YRyLY30W3tYVee89/5D3RD+UYXuNsjeOuArbEunpnWIaGuPV0fEClNeu0TllkjPGb/DNnz+JTn/q0JylfIkEQORF5KnD9GmMQBAG0lhUKeq9qsy5iJ6/Ul7hRlzdQnqeRJ+eLX/wiRPpEauRNGhEdtVdcZE/9fJZkSCRFni6RHXl5RAZF/kRO1Jcg4jpPgiXiJpIjsnJ7PckWoVM9kQjJFlFQP+pP/Wo9qI7ky4smMqh+Rbw0Ho0LBjCGLzDQ+5wBypUyjpOcqJ7G+1WSYJGlxx5/DPJKVXntUP/WtwMcrzWBDTDG66PK9e83pLe8WbLV10mCldZ4RjY6amPpKFIn0iuiJPvI0ydPoCAZInUiSvLeieDKXsYYaH4lS2OWjY62lxy1EYGUbT73uc9CoeqN8bou+4yT2IrsST/ZRnWP835Q5MMAfTRXKJcrEJnTfKmO5kPfl6zXaySVZT40mMXjH/0YfuULX/Ak+OOf+DhENAt84Gms8WuqVqvjzOkz7P9Jepy/AMnQgwbNNQ4O9am1qL5ETGV7jUHjF7R2Pve5z0FzKXupvq7P+nitQtniQFQe5BZ4zy1g33OJucDcArkF3tICujXrjTdCyJtegZuUCp9ETlbHMDM2hen6BKYYn6qNY7IyhnqhjGpQgLxIE4Uipki0phSGEaaCCNNRiShizAYoc3NvewOYTg8Fkp4xE2CuVMGxap1hFZOUU+MmqkBSEHb7MK0OksY+LAnFRFTCQn0cJ8YmcJx9z7DdOOVXuVmrEROWfbFvyZvnTVThAj2ZJ9lmOiwh6vRhm20fTtgQJynnDMnIyfFxHB+fwDxv0iKwSauNLolh3GqiEljMs3yWN9+xqMBxBtBHHcc5vslymaSyAOXPVmo4RVJ4fnYeD5AsnZ6e9TIld6E+htlSFbLDTKGM+XIVJ9jfGdY5OzOLswxPjk1igbacjoqY4Jim2Ncsx3eCup+m3NPU8xjlVGmviHYLaZ+IHjR9rDMEYAlzABEekEBpoySA9uTWRXstGFYSyWMAgdupYSsVcPPgM1VA+I9VslTyAmNRJWmbHZ/E2fkTePj4GY7zBG04jZlSHeOWtnEBqqlBJSFioDJwKBPVATCWBZgJSjhRm8QDM8fw0LFTJJYncYL2muC4woIFmyPmRjoxDinZniAdjDUwnAdrLIwx0KHNB4cIbZg8uK40Vg5VxUNI8WHs5uth3lAOMArx4Tne7UhloqPQajMhRIpMWEdAUhgUagi5dg1nLh60MOhs00u4DSQ7wGCTZHCNHrcbGJCA9ZtLiDvrLGvA2h6CIEZgEwRBwnQKYxIPfafP0Ots6GGGSwA+AXH0jLskZnKALO7DEYYe94CLIeTk6/0whEPItRSynRBxZUUmZl4PgSOpjLcw6C+j276Kbusyku4iEN8A3BqQbSCNNzHoqc4e0rTHsRoEUZljHYMt1GHCIvNC6mmGAEPg4BXg8uXbTotNMMwwCHltq/O6Ncv1v7BwEseOHcfE5CRKvI4EQcA6bz6NMSjwQYcIhIhsIPqoAAAQAElEQVSICM2ZM2dwFMrTBl11SqUSRDQkz1pLmwYQ4dFGX0RD7bThP3XqFI7xwZUISbFY9PWMMbS/RURyWqNHSf2d4IOoBZIzxUXgJHskV/VEKNT3qJ6+i6f+VEcY1VG+6qhfkchRv6ojXT1swP4DRGHkybP+BYPGJp1PnjpJT+ocqrwOR4UCjDE3YQ2CMIDGUR+rY35uDupH4xTpOXP2rCeSGoPGpTEYc7O9dNA4ROqk4+nTp6F2D9CrKYiwSQfZT3VUVzLAQ9ehgHMn26hM7dW3QtlXZFiQDZWnUHOhOTXG+LmdmJjw+qlf1a3X65B8yWYXkA1VR21V5/jxBdR5ryrwHiRblXmfmJ6YxbG549Camp2dRKVa8nOqa2bAB4JF3r/H2c/xEws4cfIkRv1ItjFDW2gcmjvNlXRXX4c25JrTuGQD6V/lA1TpKP389ZcPMkf6Ki9HboH32gL2vRaYy8stkFvg7hYwLBpBb76A6dBYlEmypkhMTnEDc/bEKRLCcUQmQEQSVuTmUKiSxMyPTeD8/DE8SK/XOXrd5knKZtj2FNueZfrkxBTm+KRyolBAje3KcYpxyjk/NYePnDyNB9n2+Ng4qs6iFGeomxB1G6KcOIgknZudwyP0wKmPB1h32GYBc5UaptmPSOWZiWk8OHsMZyZnME8SdrI+gYfmj0P6zPCmOBkUMUdCpvKHqOeZyVnMV8ZwZnoOD1OHUyRn1SBAECcokY0sTEzioVOncZL6jxULqEcFTFWqOD41hRMkczPVOsa5gZmwAWajIk5yrOdm5nCepPAB2uvhk6fwEL2pp7jxG5HTc+zrsZNn8CjlnqJNjpMQPTAzj/Mc3wnqu8DxiCCe4lhOjk/iOO16jHJFLk/PzEA61blpK/LJeMh9suWe09IRZ7ghFolKuQmO6WGL+33E9MymSQKRJbC+I3EC61kY/we2ZRJgysMAPmq5p2WcTcB9NQJmFjhnNZLyk7TZR06dx8fPPYzHT5/H2el5zJbrmKBtay5EneSvnllUY4MaMYEIx4pjeGD6OD5++gF85uGP4dMPP44H6Wmc5dhKXAPgQR4J8kkgMDDc4AmWXs6QT7pDU6AG0sKwJuC4AUlIiAccX4+ex16vRwdkHwOOOyFx0C84ZsOBsTKbcJwaK2NHzqGsIxl59DYLGFr9doB5QAigCJgK56qOoFBDGBZADoKEhLDX3kbc3YTrkfjRA+faJIP719BvXKN3fplkcQPWtRAFAwQ2hiUpNApJ2gzJG9kZnItB1gfD9awwS0gCSQZNlrJtBsvQkAxazrdVyLQ+5hwBiDjZAfMCeizDbACb9mHSDrXuoRh02e8+kKzTA3gVzb3X0Wq8gbizSIK5zD6pd7pDUriLTL9ESn2CMESBa7xYnURYHochOYQJ2JMlDLxJzDDkK3Q46uAYMSwUGOXJN6reUIR/7EEiy8z35DTGIAgCD5EcYwx0CMbcjI/Sxtyap3zBmGG+MbeGozJjDIwxSmJEAtSfzzh4MWZYfpA8DIwxUF3BGIPABiRFRZRKZaKEIkmOMQb+/ZtmyHgBGvZBeTxx9GA9Yy2iMELAcYOHgYENAozkcwqoY0ZoJuDDoTz4Q3FBCckwxvg6So8wKjfGjLJ8aIzx/Yz6MubNbfEOD8kQ1JdgjPGyjTEwxvjxST9rh2nVNcYCAhhCx2htAQaA6qreURjWNXjzYYyBMeawwJjhWKRLxmutQkFxQXFjDPuwXjf1YczN9siP3ALvsQVGq/w9FpuLyy2QW+DtLKBLu96AobEo8YY7TuJzfG4eZ4+fwhy9VdWwhAICbrwst4UWNRthkk8qRVzOktg8ML+As9OzOMu6Il4PkxydYny+NoZZEp45eu7mKfPU+JQnTI+QNJ1kXMRuzAaos99pPrmeY91jJEwik2dIwE5PzUDtjlGO4iJfZ5nvwf7Ok1g9SDJ2enwKM/TGzZEUnmUb5Z+bmsWZqWmcmZzx4enxaRyjHtMkivN8Knuack7MzODY+AQxjoXJSZwgETwxPY0ZEtmxqIgJPoGfY13lnVR+tcqxW1QAklxgnOEUNySzlQpE4PSxyHPUZ4GegblSjR61SZwnYZRNzlFXjWWWOp6anIL0O856C9UxnCEZPMu+NW61nSlXINudoUftFPMniyWUeAPWR1ZD7gMCAAYgtA0Fdz6AMQbaFNDhBpemSEkMBZEp3u5Zh3VJmlJuTlM4vgoAeT4o8hApN2WDXozOfgudvX16evocb4iF2qT3Ej5y8iwePXkODy+cJqk/wbzjeGD2BB6cPY6H6U18lPmPnTiDx1nnUXoWz88tcCzjCEn0e80W9rsdNPoxutzQJ5b9c9OTBYwwBOGgkcEfinFYPq6NSUoyIPKbcGzcycEYwyYBYZEf98oCmgXZl7TLlmGiOiJ6iQt8/4ch87M+SWGDXsJNxM1l9PYW0dm9il7jOpLOMlyfJDHehQihQQ8wAwADGEKhh/5PIYkcGRogQkg4ege5iEkQUxiuFeuRMJ5A8YAb14DrOSJCEq2Q5YHAtgHlBa5PQthHwfQQmRas2yHpW0andQVNEkKRwl7zConhDSTUMU33qFcPNgQKfL9FJIRBsc7xVgBbBEwAUGsD+NdRqBR4GOUavhJM8h3mQNWIDFq7ju8rZnJ8PFnAUpbxVfEDqN07hTGG73frYcywX2NuhuChjTwDGGMU3NKfzzh4MWZYfpD09Y0xt4S3lyk9kq/4W8GYoayirqf06J2nN+6xxx6HPo44z4d98sJZa2gnXZlon7sIM8b48VrLdYfhYZlnjNLGZ9CU3sw+wRfpKDDqT8WNMTDG+LRelKfw7WCM8e2MMYdV1XaEw8y3iRhjvJxRNWNupo0x0PisHeYxCQPAGAP9AdaPjyuH85l5sADGGJjDNoybIXDbYYy5JceYYdqYYajCO43HGAPpZYwZ9sUQ+ZFb4B5ZQO/oeyQ6F5tbILfAHS3gmCsw0Glh+DQ9RE2EhITr1MJxzJNgjTFdJHGLWF7kDalsLCrcII2RxB2fmqb35yQePH4SD5FAPnb6rPe+nWS+iNU8vW4nZmZxlh66B+nxe4SeOZGmqWIFVRNiPCxgipvL2eo41EZyHmC/is9Uqt5rWKNHcpo6nKQuav+RU2c9sTxPmWdm57EwNo5JErOJKMQ8vWtnmScP4CP0zD1IWacmZyCSNR6EJJ8BJsIiRFKV/yDJ6aOnSXJOncGpmVkS3TJJXwj1Ock+5+i1O8axaBzj5TJK1iICuMHkC21nyKb0sbU6bbHAscq7OFOuYZqbyhNjkxCxld7zJJnqf4xjkY7HSWJFEEX8TpGYniZxXKAHcbpWwzjbTjE8M38Mp+fnMUUiWqH9Cwa+74BdW86F5VyIxEdRAfr1zQr1LUTcuHOz7IlTHNPrkR7usLQxTUkWE5ciIQVMKGdA9LjF6JJJdgj9X8SNzj6urK/itcUruEDcWF9Dj96acXpKz51/AB/92Mfw8Y9/Ah9//OP4xOOfwKeIJz/6STz5sU/hyY9/Ck8w/cgDD2Nh/jgKhTKa7S4Wl1fwypUreOX6FVzaWsHGoI0WXZ3dwKFvgZibmZh66JdZY69dxhRgjCEsNz6OnoQU0h88Io5TYy5xkxkVIliuSU4HS+5+vl353Vt+2Es4QTCcjwhhoYpSZRxFrvGInnobcG7SHvrtLbR2r6GxecH/qmdvfwlZf4ueun2+VzowrgtmwNGLN0TCuEASQCLHBDy4dkHyxKXINoDeX8O4g+Fu32NUzvce6Nk3hKV+FgC1OUDKMIEhAQ0MiZ5t872wi0FvDW2S1b3tS9jbvIT9nWskiVtI4o4aIyoUUeDYCsVx2LBOiWXqFTEMCHMABkfPg2xjGOHpi5x/5csog9Gj52H50cxfbNwYQ/uYX1inNT6Q08cy9f3C3/ibv4Gvf+MbePzxxzA3O4uQ72ddn2hs6uOg+J2ICQvfdP7iRvCmru9RxmhxjEJ1o1HeDuULd6qn/DvhaN07led5968FPjya6Vr+4RltPtLcAveRBUa3Gb0JIxKPUqGAKklJPSqhGhZRtCEibrhD6hwQCgvcTJSYL4IzyU3UDD1fs5U69HHCGRK8ehCiGgSoc8M+QaIyyc3AJInNJGWLGFXDEPoo5Ex1DCJCCxMTOEYCNUcP4Sw3nVPFKsuLnnhWuLWrBwVMRGXMsGyGZHKKRGMyKjKvgJq19FwC3LqhHhhMsI8p6jBdrmKSdethhLL0BXy9CgzGbAHTLJtX/7UJzFP3KY63ZkKUWF4GoHpVylb7KjcsIoMh8y1BcXD6cxm1Awq0W42kcIK2GAtCjFGO9JukzHGS5yrblAjJrdNu40GEGlvW2E6eyMlqibYKUS+EqFJ/EcyJSglj5QJKkUUQAOpzBBj4w1JGgf1VaOdapYpSqcg9lUM8iNHv9zEYDDyJ8rqyhfbQKfVOkKGHFG0k2HUx1pMurnd28cbeGl7aWMJP167iJzeuEJfx4spVvLG1iuXWHva5oU9oi5Ae39rkNCbpIZ6lh3iOXuHp2WOoT0wjot1jrpe9Xh/LjT1c3FjHy6s38PzyIp5buoJnKe/FzSVcbGxgpd9Eg16mrk0RW4eEm34R1oz6ZdQTJIqO8UTeQZLSmHDMLxQilGmfSqVMMlyEDYKRSTjK4ekYHAWTbEnzKJLjHVrAsJ7IIGECBCHtXarT9uMoMLR8X2b05g06O94r2N1bRH//OtLeJpDsI3A9hCaG5UMIcG6HhI4iNTFcjIahIaGDh+XkCMEwzBQKzMNNOAQURTAE4dMsd4Z00MMMxZkMELi2DHUAevQSNunN3Kaua/Rk3kCb673bbiCO+eDEFBEVx/gemkKxOIUwmIAxFQAF6hMwNMSbT4Nb/95cY5RjRpEPZVjktWlhYQH6QRf90Mknn3jCf5+uxodfEe8HMooxBoZzqPidoGVyp3xzJPNo/Ej2+yDKNwOEu6mqkQl6LyhUvSP1vXFG+aNwVEf1hKPpUVxhjtwC948FtMLvH21+SZrk3eYW+IVZYHRvUIeM6/ZhYLh5CyBSaHlj1sabOyG/5QpZZnnDMQd16dhByLYBoZBbJojwkI4gYp6g/MgAEWVF3AwGoyf7LC9Szjg9DCfofTs9O48Tk7OYIWmU51GyyqxTYTvV00clS+xfsgPeMLnto06UyzrqRzpYxtmVz1e/ylMoKG7ZHx1SkKwi94klosrx1NiiQtkltpd89S0clav2t6eVZ4wBT252HTe+DvIUqq1kVSivzD4lU3WlnyA5ylO9oxjpqbDMimUDagbI3tBh+CIwoAm4IdbMgHUMyWiISqWCer2GcqlMnQw9HjG6nQ563S5ifR9LG3K2NdaAFf7/7P2HnyTHdSUKnxtZrn33eO8HGHiAMAToJVEU9bTm+73vH1yn1a4MRdF7giQIMwNgBuNtm2nvq135ynjnRFZ21zR6QIAWprLz5A0fN25EVcWpm5WNOklWydewElewUFvHQP2oGwAAEABJREFU6Mo8rkzfx9tjd/DW6C28PX4XF6eHcXFyGO+M3cZb967hrdvX8O7d27g1Po7JxUUsl8qoNjxiHyGOHaq1JpaLa5iYnsPtkTFcuXsHF+/cwSV6Ga+REF6dncS7U6N48/5tvDZ8HW9T3luaxXx1HeskmlUOVv9mhNOC2MccJg0Io6aebVeh3w7K8wnm5PK58DCKnt4e5EmGI3qq0Dn+JBbQLMSerzrOs0V5kiZ+8dA1gEJXP6JMjp63OuqVZdRL0/DlSfjaHKxR5GtiHRmrEk2CrxHOr+N8OnOkb0YwxnaNcGw7gCtaEl6vhIhTHbFGBDDdWMMoFYYlaWwVinvmJTB4pmgNefYHEkIjIXSuAWc1ONBT2VhDs7yI2tocyvxSorKxikajySY1tgHku3YhV9iNKBpgS13UQa9U9WeMp2d7OE17mFRZ4WH5n+701NOXIenr7+/HgQMHcPLkKRw7fgz9/X0QGYz4+s0QEb/YiSgdv4gzM5jZ+4yTzO37kj/hCVq16RAUFtI4baBBg5IrGJIhjtbRVlbpQiuHi3czlATayoZXSpLauXYs8HGygPs4KdPRpWOBz6IF9HET8cMmw01Xhh88elE6z20WP0Mcof1V+AxhWHnasgkRjfUwKF/exCzbzcZA1PTINBGIWW82j929/djXP4BdJIN9jOf5YZZlewVC5bONGEKOdUXmss0YIcx8tR30agJGkDlAh9IyLJ+h7jkmhHohDoQHUVD/POMF1ilQKqw280onVF71HXV17C9iWsR2HCEm5mkEJjHmOSpPawHSRZDukqoTCGLMPEI6KU3tCCqTwtgSm0Sqv6JKU3nuZxXdAeobnCUgxw12V74AeQi7RI5cxA1uA2WSQaFGb2FMW1ggg45+QaBGwrVBb9tCaR1jxXncmB0PnsDL06O4vjiFu+uLGKf3bppkcbKyirGVBdydm8LtqXHcnhjHvclJjE5O4/7UDMaFiWmMTUxhdGISI+MTuHN/HHcUnp/D+OoKZqolTNfLGC2v4PbqAvuYxLXZCdxkv/cWZjBD7+N6o0KiqqFGgLlgDn6HgHqziXK1glKljFq9BhkqLw9hVwHdXV3I0zMbmXEumNV+GsDlBM+0FAx+Bs8/dMiONhQ4L+AKjwrIFnqR7x5Alh577t3hGxvwtUVk4iXkbQ052+BrooIMSVhkDTgu5Igz5DhPThKOf0ZIKiViOGJOhmiFSRItvLqU7oAQdjCuDbA0LIIQPIPM8wLzvJEUGgC96EgGwTcHow4RkaGnMEuSmvUlOBJDz/UtDyfYVpTtIRHkmAqDiLIDrN/DBVQgOGa2DRiSI5GeVlE8EJ5WWPEPRlJXZUI9vi4lFf80Ih2bmUEkL8fXag89ggODAxA5zOVyYBa0LsyM4QRoO8ysLdYWbCW3BCSFthKfwKDeqXZSmyPzbQhFGA8yvWyPp+lqM0Wa1pEdC3x8LeA+vqp1NOtY4NNvAX2UpOA2K2x/wtaMH8aOGTwTIyjQgkSSyKs+byjaT+XrhR0xkGEjQsT21D6jyEYOPdwg9HJT382NQd5FJIwxHIlY2o4ekOIb3FDGMUTmRH7kccywgPZ74UmaJAwiakzi5i1cqb/X1hUql/bHrgHHfMEoBYr2U0kmFsL+jFAfETd7agOMx+xLty824gajzbDnjDiYyFxomkURmIxnq+qHUL8i03qwRKy2mad+mMVCPJstxJQC89UOORskA5i1teNRAWX5kCR7dNF+wY4khJkoE24TLZEQrpXK2KjVUPVAw2VQ48a3xLbWuBFdIiEcXy3i5vQkroyP4erEGO4uzGK6tIpV30AtHyHuzsHns6wfo0jyOLO0gFGWvz06guv0AF6+eR3vXruCd65dxsUbV3Ht3h3cYVsqM7k0j2J5AxUOpJnNIM5nUIkMq7TdHMndWHEJ1ybHQ9935+cxvb6BkvTkzDU4g3VatEpdN9BAsVbCGkllhd5OJpGIZKDbY4VcJsPSCIfsqgCb2TSbwkr7bCO1jOR2tFtG1noQRks6rjSjJw+xA+IsXKYX+cIu5LqGkCEpBF+7gEcmayToETJ8sToSsUDGSMpMLyQHmBnMEUY4BwuImO6Y6YJUGgPMUxkm68XTBu2LYcAWGDHHOAGCUbC8taDbVR1ftxmuwzz7LtALlc9kkKPOkXHtuDwy4WE5Q8gWhhBl+4Gom+1lwtuKZ0cCwmHhGsig54j5OgqkR5LjD5kPvSR1ofZYHjxC3TbJ4B9+fkxbMEvHDzjOu6Dxx3pfJRT2LflRh2AftcInsrxG2Y6dBtHK59rcKbeT1rHAJ8ECfBf/JKjZ0bFjgU+JBfS5sW0oSkqhF2QCg5mBFwIAg3jYse1DSEWFUFwBNqimQhuteCabQT6XRT6bRS6TQeRYqG1jpT0oVEnlCTML0dAmL0ZsbhAZ1skiLGMJQgIvatYodUoqLii8E1guaQcw/oGHigdwnNrfZpgesVBkDlKbQTBpC2gdRkkoX5vrsMtMknhNTzbKMiHGYLJfZICb2gfaZBndCqcNqdpiNJChLpfFoB5c09eHQj5HshpjnYRwaX0dy5SrJNXr3CyvEUtsdrpWxchKEbfn5nBjepbev3lMrqxgsVzCOomibt+MNSjCUwFt2ur1evDSrZbWsLyxgvm1RUzRuzi5PIvx4hym6EWcXV/GfGkFy7oNtFZGpVlDk+RSG3RPAwh1bvpEUhc2SrhfXMHt+QVcnZ6ml5LtbKxjKa5DutKHgzWy6yV6DmdJUhc2VlGq60mVHj38EqG3pxuFbA5Zc9QwWA6bARkGH8fDU6kPAxbj+eFLsnA40xohQsZCuZkkozwMLBded2lhfTPRZCIlF6PzhkgeuzjDNnOA60WU241C9wEUevcjIpGK6WFrRgV+8ZBFk3PSZHvNuIkG57tJchi7mHzSEyC4elkmePe0LhzjAQC7YvsenkSyHbFrsB5bpQzpbNNbzPLU2cDDOP0pwHAMRxLo+CVMxGFk4wg5/mVR4FgKzO+Cs17kcrvQ1b2fY9kP3Srqsr0AX09eeoH6EA87qSUCPMuxn5j9hbIGmNkDQOsQ8VFwu1SakKYr/GmB2ZYt2sdklqS3p2n8KZSusOQfG2b2gU2afXD+B1b+yJlpX5IptjeSpqcyyd+6pumUQXdK7AAlbVXqhDoW+NhZwH3sNOoo1LHAZ8wC+pwQ2oetuOlDxdpTt4W5GdqW8vCo2hHSEgzrm+JsFCFHSCqO1uEyEb+xj2BmsFZaKpgEF7kA7uzQXoB7y/YowtHegMKCY46gMIM6jZVDu45tM5w25NhhNoqoZ4aIkGV+hogMUBNID2NAoEhPVoVzRiRtPlBeEeaFflSPUHlTmsB4mhc2nyEuowvgYegimd49MIDdg4Po6e7iJhVYLZWwuLpG4raOhUoVRW5Wl4nZeo1kcAXXZ2ZwbWoKd+ZJ5kjEVrjxLzuHGsfYpF2b7LvBtGaTG/FmHNoE08AB+4yhQdS4yS9zt12lR6iWA2pZoE4Z57nBzzk0md8kIYxJDGK25TmQpjeUmx4iqYv1BsY2NnB5ahqXxu7jOvUZWysGUrjKHpdQx0xtAxNry5hdL9LbWUGUcejv60V/Lzfz/EJB5qMR2DIS0D48Qxg8FKb4452eTX0UsHhyqlIS+t1Xz9E/WEq125HmKi0Nb0ra+nc2oIrCpqUUEcieSMSxCaZxzkyE0GdBlzG7oQctM4B87wH0DB5BoW8/XNcgGlGe3mSHKpsQ8a9z7TRI8Jtcd7F5rgcPyZiTksAYF9gs09gT4zHRhLcEMYlh07gGXQtMj1thlWFNqB7CONgIwBAVQJPfQ8QIhLAJBELocySDOVicZ5luZLIDJIP70Nd/GN29BxHR64lMNzw9hzFLBB2hHnh52OmZT3vHHKPIi4dnTenhWMPBLIXSWmVJklWWBXY8lZdixwJtiWYGs78M2tT4wKBZop/j+4uZ8TsxWok2MzMoLeJ7jpkhPdKxS6ZpO0kz+73HvlN729PMttrfnqe42Qfnq8zDYLZVl8Ft48C2uMq2p7WHlSe0pcHwsMOUpw4lCTOmfEQ8rO1O+p/cAp+JDtxnYpSdQXYs8DG3gFE/geL95w4Z+sDmRzu3QK0rP+SV9v7KrRS1IbSi/DyCmXFTIJAsKax8D4AbSCMBcQSUxl64leCOCpsHi0NlQr7KCK3ctmArZZtQAWFbsqLG9ABFCEbJhSwgYkbEDhOAIXzoQ+2k2KykBL0DCgq/DzQGbaGBy8qSaRGHGKqWN4f+fBcG6SHs6+mFHuBQqdboyVvHHL2E8/T8zdErOFHdwJ2leVyXR46EcHh5CTP0IC6T8G1QoUrkSAgNDdpchDBmGveu3MCB1icMCHcNRh5NohbFqDoi41Gj86jWknWSxSbjTerdpI7aLMdsQe01qXGNO+0SsUaisdDwGCd5vbu4hOsTk7hFcjhFL+R8XMFcs0T91jBNz+NyaT303UXv4FB/PwZ6egIxj6gju4Ik1WOMpwICg574o52/T2OhTrhQDcnfDZUA7cUK4ZrEk5Sdwiq3Cb4Gk3BaMok99PpAMUUEzVQK1ZQxaWEvS+cBIyGMBuAKe0gK96NrgJ7C/n2MDyCml7BJQtXgK6PJ10pMeFaPnUfM9RArHGCMCxoXJcC4h2cZb1wt1mS4kYCkMOY6iyk9yaAPecoXpCcrs7/kKv09YwRtwW4RcdFG9BA6LkoX5xBR/3yOX5707ENv30EURAa79wHZQcDpC5UI5JBQy9Ldq+E2GFsPJ8dmZghhXdB+bK+1lWdmMNvCVs6nL2RmYVBmtjnmkMCLmcE5t5luZvikHGZ/TF3V1k5IrbFTntJ+V77KvB8GSyt2ZMcCHzsLuI+dRn8phTr9dizw57JA+pmQyj9Xvw/pR2oIIVsBfeC2YGYwSxFK/Nku1taTwu1oy/oTBdNNJTfKUFgAUh30xhkxPcuUriiLvu5uDPb3oburwM1sjNVKmYRwBVP0uk2sLuPu3DSujI3g6v1R3JudwRw9gyV6NuqRoRE5BBJIO8eEZ5sBIQz2koDJiKlAzI0799ms4x9AzB14APM9oVoeuho32Q4NI1yEusugRlQZLrPRhVIFNyencHX8PoYXFzCxUcTkShHTqyuYI8oktLpFdE/vAPb3D2Kouxd5biaz1CzP9rOEI/6kJ8f9QPuK/05o9KqVSoXbofQtKASO6UG0l39/OKnTSud8JSEploQ+8LpjsbZEBdVmAC1stLTlEH5nl+mnV20PuvuPoGfgOHK9R+Dy+7ge6C20XnjXk5RjefOOXwUYZxqEAbyidYh0hWhIjuFNaFIKCmuEeg0oLCi9wfYlFW+B7Xk2JMTsLSYxjZFHjAKacRfqRGx9iHK70NV7CH1Dx0hmj3Ao+4DsABB1sc0MYmeUnAFHwLPVttMYJswMZgkc17TjWpRkCmuozhakOWuF8qGcyhJmLN2C8j+tMEvG+WkdX2dcHQt0LPDHswDfdjn524AAABAASURBVP94jXVa6ljgk2KBv7ie9hfXoKPAh7aANpiApsx41Zum49YzIrKM57kpHejuwYE9e7Bn1y7kCrnwG75ZEsHhhRncnh3HjckxeuDGMMr4/MYK1moV1HwTInjQpg1qmQg7dIRDwQcQUj/MxViIG2tW9mw35ga9SR0bFpEUZtCkjEHtPeP03qzVG5haXcXdhQXcmpvB7Zlp3CPG5+exvLaGmF7MoUIvDvUP4VDfEPZ09aKH5CTHtnPsKSLM8yJQtJ87JLVnPzSsesIDBYyxFLS9KMPvgmc5tZPID762t+UhH9UWaE2OVi1Rh21nktpSjHPJgmgHpwE7Au09pj1IOnjOGdRIaI9tkyiBRAYk8nC0eoaewtwQMt2HUOg7RZJ1BrnuE4gKh+GzBxBndsNbP4AuuDiLqOlaMHrtwDSCijt68owAYgiGZpAwxb00YBwt6QGVsybbJim0FDHClxTGXK6tJtdGk2Swbl2oWi/Rj0a0GyBhzfYcQb7/GHIDx+B69gOFISDTC7g8PL+giNmv4I19OUKSvYaTUUmjNgG0jdEum1CceSoDJIUticDMdkQruyM+cRbQ/Ap/DsX1mkz7sVZAUlA0lQq/H9JSUE4qk/WpmKCcDjoW+MtbwP3lVeho0LFAxwIdC/xJLfBHaVwf+4LeNIWIrWa48cyZQ39XNw7t249D+/eFx7o3WEC/vbs7O0HP2whuTI1iZGEW85U1bKCBKje7+hcUMdvgTpWnIfkDtAfWNkEQYfTG7UML+JBH2OOrLCt7tiwS2OCGe5MUIoOYhLBJT06V5GM1jjFVXsdNEsJr9+/jJr2F9+dmsbpRQsQye/oHcXRwNw71DmJ3rhu9JCZ5ts9h8rrz6VvJqWxFf6doL6/w++FpddqELcl+D8IjZm4Kz3CCpHwSftg1rSVSJMSyHNEuFU40Sq5UgqfCMWUK1U6Rpv1uadQ9gWevAgUScAGQ/CSEMAu4AhD1A7l9yHQdQ6H3DLr6zyDfd5JetyPwTPeO+b4LzmdIAh0yXEyRN7iWjDzAZcjmPdccAQ9IAxI+hLDigjFdYFh51gAIz7B3TcSUsYvRNCMcYq6thuVRAwkhelDP7CLx24csvZh5eTMJ6znMtL0IY3BdiAOJZH32G/P1IXg0GfMEtg6qoFvjQ6qBuvMCHkyP9XAZotlkzYAYTX6ZofIx17ekwNLhbA+HhM7lY2oBzXEbPCd7U9P28GbiHzWQ9pBKcNVh85Bem5H3BbbqoG0d+9DCVk3/vnqdhI4F/hIW+KDP87+EPp0+OxboWKBjgY+dBUTS9IkuKa+KNtMRtRSy3Aj3Zruwd2AI+3bvweDAAFwuwkq1hIniAuQVnFpdwkqzghI3zrUIaEaGWGCj4cEf2uRwX2Be2wSCJ/ftUJTJ7OnDnqyYVmBlz61HTMIqNOm9aZDcxYggeEqhHkWoEMW4iYnVFYwszmN8cRELq2uoNWJ05QrYP7CLHsLd2M1x9pFAdrHdTEydBE+ZgsGdTmXvlL49LS0n2Y60nIf+EK5xuCreDuW1x7eHPzhfuSk4Q+xWWqSDlExg7Dspl1xV6qNDuqX10xYltwDamWwNCXPjxzXnECRPsALTeoFoiNEDyHYfJyE8je6B0yj001PYdQDIDLF6DxDn4eglNBLDLTjAE2zfApAclghmMlVhozQGBAqe3qi30fqUMZMTGJL1lUWdZLBuXZQ9qLsB+PweZPuOQGRQcCKDeZLBzADoJoTnWGKOqcl1FUN/IoJCYmt2+f6zZWz9RrbZbKJWq6FcLmFtbRUrK8soFpeIZazS871GL3epVAplVDYlh+9vtJPycbeAPaCgFoESUqnwHxcPbdlTk4CP3h9rspJa9nxtMdg5Oxb4mFhAnwgfE1U6anQs0LFAxwIfXwvogzzAY3OPHjGc4cd6Fze0g7ke7O0fxN7BIfTSY6iN5zo3oivra6hww4pMhkQxC2QiGKEnubJ6uCUzpmcDPIxtUfA0AlD+TvsOpYcCD70k9cH2fAsxiasnUhnSSRY9ySDyOdQiRxJbxjL1XVvfQL1WRz6Txa7efhzctQf7+gbRE2WRA5D1AJ1D8A1GBO3dGWw/rS3SHm5LfiAYPDYkxkEmI2c+O2pdk1DSkueYmPwHnklbaSNbMWPrxmQBDKcwhtuRpr9fOoBl2yGN2xEzP42rTbQdxrBAsc0O4Hxx8QDGWSDpAkj4oiG4wn7k+o6ie+gkugdPItd7lGkHEGf3oul2oUFiVrcB+t760GSdBtH03fQSdxH5AE/SyApAzPVJ7zFEIPXvLphuhPdZ0rUMy0rm2VYedRRQox5V60XN9REDqFGfmhtCI7MbPr8XUc8hFAaPoWvoGB2Ch4HCXjDAMXRzdPrNbS60CxJCJga7gDnQYbwQnmL7qXUiglcucc0uL2FqagojoyO4c/cubt++gzt37uAuw6NMm5iYwOzsLIrFIiqVCj2HJJxca9vb/CTFNf5Pkr5/DF0318GHnDvZKMVW/5utbCWl660tBVyJRuAPOOx9ddv7fjBXORqW8L5qH5Cg8X1AdierY4EPbQF9bn3owp2CHQt0LPDxsIDZgx8mHw+t/jhamH0cxvbBOijXeQtb2AggSTJ0uyz29PTj6J79OLR7HwbDw1cieHow4GNEJFyRc3ABBjNrhZM0wFonJdKjPZymUXLX4Cl2PDerMJCcUNPgQZWRhoNkPqgHnKHJcKVeR61aRVxvIB9lsI9ez8N79uHA4G7s4ni6LIMMQN8iYOAhPYgQCQlM46lgO5j0gaeaeKCAZ0ygaG8nCRu7exgQ8hAOC1ddFNqChTIfdAVLBNBgcUyPHRHi0EemAcy3AIUSKCeAgzHCcZPpSHUEo9xCk634FkC5BQMP1vVcL4hj+GYMSa0fMB3sE6EGZ8HyDHYDEUlhdhDI72bwAAoDJIa7TqJr12lkB04CvcfRLBxFPXsQFbcXZexCFUOoYRA134dG3MMuuokueHoTITRzMAKEpI9zIS+OSeB8F+qsU4t7UYn7UPaDqNpuVKN97OMA+yLp6zke+u6mDj3UpTBwDJneg0BhD5CjrlEvYNQdeVopCw4iwJD8OUom8DSEIMWmxNZRrVQxNzeHmzdv4fXXX8dPf/JT4if4yU9+gh/+6Ef4wQ9+gO997/v4EcOvvvoqLl68CJFDeQ31/z299xx3HJC2GsdJXFL5afrD5PYy7fWUp7gg8qr4B7WjcilUth1pPaWprbRcmt4uVUb5kkqXTKG4mQyqEKD0JJRczQxmCZQX00ZeWcZLK92MEULpMWfQBzyYb2ab7TAnnGovRUjYfmFfVIipHsarhSt1ZFjfmcWxh6A22CVTdZouoZCqJxFGGYnDXDY5v002GzOLmjLd6/XFWHIqjaNgmmee6nh1lmSGqw/Xtkvo8n2pbQUeEmQVdsFMNkD7gFA8Zn9x0DWmrluQPu1gxc1T6R+0DpSftrlZqRPoWOADLOA+IK+T1bFAxwIfYwuYGT9PHsTHWN2PpJqZfaTyf5rC0sEQ/gyU4C4DQRqvevOMKCMgkKS8Oewq9OD4voM4efAwDu0lKewbQCGbR2QRSwJmrEmAB0NwUUTHYQYiiWYWUlkokVCcwU2pcBu4k9CHvtCWyqCFGmouhBRQiqRpCLa5l+L+BOQ88M5ICD2aJC5Ky8kzSN1PcBzHiX39Q+jPFbh9N0TcVxkLheZYzwjscLAr9RqwQzbANjgEbtSUy4jENrS3kYZVRGG0tay4ENLUFKFNndoP/UCHscbDAeYmcAAcvcAOIBHkPhECPOMylsqxfbUbwNJBqjNu6lTYfJP1UzTg2uIJQWyylZjwBLYQ2uAGlUQwJnzcpA4NglJKeLCrCDFXXIwsYlegWj3w9NAhGgByIoUHSQZPoXffo+je8yhyQ4/ADZwGuo+S3x1APbMXeshLww3Sy9ePhu9FkyTPCyR8IPkzAvQKGqUnQJLomefjLjTjbtbpCWSy6gdQs11scx+LHILvPgbrO8U+z6Bn76MYOHAOvXvOINdPkijPYIZk0Po54B6CZNBlIFsDEW3gAnQ1phpjFPCSYbEZowYzA3jSSihXypiansLly5fx05/+FN/+9rfxne9+h0Tw+8QP8N3vfhf//u//jm9961sh72c/+1koOzk5iY2NjeApjDln6WtIUnFttBXeCdh2pGWUnIZVX+2kcYUFxdvLtceVn0Lp25HmSap9YXsZtS2k6QqnUL003cxgZmnWpjSzB9JVXvW06pgD2yyJzXAo45N4ez7aDrP356heWxEorjkNfXk2qMwHqinXI+brQDqpPBeHSgWoil7zaZryY75+Go1GmGfPempb0qeFWHOrvRheayGA/fNUMbUr+aAqbIEZfhNqmY1tnqqcRBQSklj7le/DzGATfE3F1JFg3xqbsNW2RxpWbTODmSkIldM6kFSZkNi6KJ6mK9xK/qSJjr5/Rgu4P2Nfna46FuhYoGOBT6gFkg/g9CoZwA90vYlqW5uDoc/lsbe7H4eG9uLIngPYN7gLvSRSGebxU7/l8fEkCzKD5y6CH/YKKv9hYDGEPHz4Q8qptOSOSPoNV+WT1BmheD6Txe6BARzbtx+nDh2lPIihnl4UXIQMdbEYLf2BoJYBD0hge3Qzjt9xsPkHSmizJJ24VSMJQoDKCCrYLkOYF9XRBk75YM+eIGtiEjdgJHqKb8ExvQUSPt8OlSWR95SxEIMbswRoP5i+lcGIeUBG8g0WFupAXGNSFeargK8RTPMEKRlIw8GRGTesKRwH4UJcRJDgxhaMa2PnSUo9CVTcQpM6NuktjI0ky5EUZnfDCgcQ9R5FfugUnXKPoIvEsLD7ERToscv2HwcKBxFn9iB2Q4htkBiAtz4AvbSW0EPZw3gPTO2ih+E+lukPZVXHZ9hPfj+i7iNQm/nBU+hiHyKh3XseQTf7KgwcR7b3ECy/BxBhZfvsnG1loTF4GCWjPI02dgHGVAE8jHj/aSzhjK88D5RLZSwsLGDs/hiGR4YxMz0DeQDh2QO/cKnXa5ifn6cX8SYuXLiAN998E1euXAm3kOr2UdnUzDY31zttsFUm3Vy3a6N0xVOpcIo0zYzaEvrSJ82TVHtC2p/CQhpXGUHtpOnKE5SWoj1PYUH1zEyCZvBhbEpXXUkhZPJiZjBLoHSByZsns8Ic0dSbaQqEuIF1HWHgskT7oXzpqPYEhZVvxkoMmCWSwXAqarAQ1sVrvXPde86j4mYGJ7hWf4E8NVtja42RdWKWVx0BbM/MwDPYQWlmihuSo1UvtBVjs26SCbAYT+iIOSA23WonJoFroNGoo1ZvoN5sgl2DRQAWUj+eCTGBmLWZwWSE9tigZ8k4bkB2URlmMwWhLi8wM2i9mNGurBjKUUfPMFqHmW2WwQ6HmYV2VCfFDsU6SR0LbFrAbYb+UoFOvx0LdCzQscAnxQIG8AzQhzh4OAYiyhxTu+DQ73LY3zOAUySEJ4b2YX9XH/pcFrlpQbTyAAAQAElEQVSGR1RvIqLnx3F3YQR3BPBhMxFzQ8CG2I7OtA+9QSfhrTzlPxwqJ6QlYmrlCUmCGxTjDkWAMc6wiEeG6Tmi2xx2d3Xh5N79eOTQEZw6cBAHBobQncuB+zBo0xezaUmBw0WAMZHwiWB/eAD4EIc2LdpMtUMbpwY3QQ141KlrnVLhFKRKaLDtRHqGPXTra5ObIaFBWTeHKmWVipaplVCibIfSyiyXwFBh+TJRdYY6ibDaqLGOKFwYP/tkVFfu39g7PYCyJ12BCBJMo8bwFeaXiPUA79fh4zVAYBgCNgCwDKRFBZFV4axG1NkFR6e2BW4Iw3qh1AZR9pJ9YtokJgmNqa+3LGAFwPUA2SE4krHcrhMkhKfRu+8s+vY+it49Z5HvPxGInBXo1csdZFnhEJA7zLBkCqYrP684w1nlH4ZljyBbOIauPrY7eBb9xMDusxhk24O7T6Nv8DgKvQcR5Ukao37qRH2QB+jZBEeFtsMYpvpMNbi2Pwsp2PEwYy7nK4oimDNoU93gxlw26entxdGjR/Hcc8/hlVdexrPPPocjR46gWq3i3r17gRCeP38e4+PjWF9fR71eD1BYvzFcXl5GCsVXVlYCwdSDadSGbJ8qJYKlNHkbVa5YLEIyhdrUA29Ux0w6G4lEM+iiPPUjMisovLS0FPpWfeWXy2WofurlUn9qS1BY+Sq7uLgYSK/aKVIH6SO9VE9lBZUXAVa76cN2VF/lJEWi1b/aUr7Gq/qe71OhLu23tr6G4koRy+xD/ajv1dUVCMXiCpaULnuxnOqrXemSlFuF4rK35im14ZY0cMqhQ/2VShtQmyvsb2NjPcyR8lgq2HCDHt5l2muRXwYsLixikeF2G2o8FXqQY5JK1QuvFb7HxXo/4VpR+4ney1haXoLGrvorHMcG10WlUmWffKdheb2v8W0bNa6VcqmEtdVVFLlOihzv+to6dOtyk/34lq2qlQpWV1ahtmSzUrnCtuqI2YiefFvhlxgry8XQxvr6BjTHwSZcIxCosGwvG2ocQmo7zSWzw6k6KidbFKmL9Jdc4RwoTXOrfNlTZYVQsXPpWGAHC7gd0jpJHQv8ySzQabhjgU+sBbgT0cZARChWmJDUeCJm6KmbBSb0WoT9hR6cIhl8fP8RnNt3BMf6dmMXvYfd5An5Roxs04cHs0T88HcETzbDLQt3xrwC3IQ4wohEAszCRzpCBc96MbhlJleJud0WmowncKRQ1iTVqZRQaDSwr9CF40O78cj+AzizZz8O9vajP5tFlmOl8wxNfmKkiBkOYB6HTbqGBw4msx9sAh90+PdnKilmstpOtDXSLE+NsYk6yZBQCxKoc8x1dpzAUGXvZWKDWGVbQpGyyPLLATGWqfkSWxaWKZdDPEkv0v6kb4GuVTneWqvtBmWT7cTwLK1rgzGlUMrzF1eBJkleLCLIXm0FcEUYpRnjYNwLDMeUMaVnTy2CaMa6VmGbdSB4GmkJbjgthQgi0z0tkUBWaFIbFg+kK8/+uoGIHsPcHqCwjwTwEIngMXTTk9dLD17vnnPoGnoUhUFi6DF6E4nBxymfQG6QGHocuYBzyA2eQ555BaKLed2UvUNPYHA3sesx9A+eQW/fCXR3H0KB3sBcZhDO+qh/F3XKExnCEb4F6QmuTQKAEzjhzhvDEeFgiABeDVtHGk43tmrNWEYltOmVV2VwcBCnTp3Ciy++iK989av48pe/jKeeegpDQ0PQBntsbCw8bEZew3Vu/LXZTn6HeBPvvPMO3njjDbz22mv41a9+FfCb3/wG7777LkZGRgJpSDfvIjbafCv90qVL+O1vfxvK//rXv4bq6DeN7733HkZHRwPJ0+ZcOlZIFvSAm+vXr+Ott94KdfT7RtVLobakiwisiIrqaowan8auNkT+9OAc6aa+VFf9qs1r164FwitiJ0KgutJbY1Yd/ZZSOg8PD0OQx1T11IbGLRvcuHEjjFdERDaanJzAO7TDrzi+X/zyl/jFL38RdFcd4Ve/ehW/ZPpvX/8tNO5hkm896Eftqz/pqTFPT08HAiSdtkNjk77Se3h4JMyHvLpXr17D9MwsSiTIGruI4J3bt3H+/IUwV+pf+NWvfo1XX30VCl+4cD54hWdn56B5l+3VtuZ8enoK165fDV8OyGaqI91/xbqypfSV/guLS6hU+Rqkop5kUuRP6+fK5ct4+8Lb9DRfhcaoNtW2SKF0VNqVq1eC/u+xrNaASFqZxHBtbRX3uQbVh+b4xo3rmJ2ZQZWEW+s55heEak9tXL16lWM8H25zVr9qIyWEmk+tv/v374d8rRmNQVBY7Wv9LPLLgtA238s4jM7ZscBDLeAemtPJ6FigY4GOBf4wC3zKahu09/Rm8AymUJrjZjbLb4fzJHo9sWEXPYLHuvtxbu9hPH3kJB4lMTzcN4hd2QJ6LIM8K2dYMWMOmcjBOTbIUxuCsEuGp/AkcZJgGB/h8CybgkG25biZcSQREeFIepy8g9aEEZm4gQy/+e6nt+XErt149OAhnN13AEf7BzGUyQW/jj4oYgBN6vgAlEYoL+1RksUgqJ4ki/xep9rybCkmqC3pj0HUp0YaVkMTklWOqUJyVInrKHMsJRLcUqOGdWKVWGZ8npgjZhtVzNTKmK6VMFVdx2RlHRPlFGsYLwurlKuYKK1har2EmY0yFit1rJHriaLVOBJtEQM4uAZtGROgdhAZbFYpSohrq4jrRXoFlonFLTQUXmJ8ieWIxjI53zKrF4FmixzKgxiTFIZbTNkxiSA4h6B30DheC3Gm+xpnt9JCnVbxDIt45ShFxropexG7AcSZXdCtpNm+Y+jedQZ9e88Rj9Nz+AR69z5JPI2efU+ja+8z6Nr3DLopu/c9BaGHspd5vXueQd/uZ9BPObD7KfTvYt2BR9HVcxK5/CFE0W7OVD/16CbyLWQoI8Koi/SLg+QlsELnwXWewuBivh4EvkYYA9hiAjxweLYoj4wPDQHaKMtjOERCeOzYMTz51JN46cWX8PLLL+Ppp5/GoUOHkKOnW5ttbZIlBYVF6kSIfv7zn0O/M/zhD38Yfn/4H//xH/jOd74Tfp/49ttvB1KoTblIiUjGNMmNyM+vSB6///3vh7L63aKguNrbXk99qj+RLj3sRu0L3/ve96A6koIejHPhwoXQpwiS54beORc8TSKDt0mIpLP0VTvSWfV//OMfB6ImQqAH6Kg/2aZWq4UH6khfkQbVO09PqfRTXPWlh6B2RCqGSRjn6YETKVVYROu73/1e+F3mv33rW3gA//Zv+Pa3/x0/+fFP8OYbb+LGzZsQiRGpkX3Un8Y8QmItkvnAZLYims9arR6IqEjqL37xc/yY7f32tdcxfG8Y8rrJ4zZNQvfuxXfw05/8BN+n3b733e8mkuHv/Md3wtz98Ic/IjF/DTdIbGfn5ki4atCTkxcW5nHr1i289pvXoDH/4Ps/COXTuf7e97/HNfBzvEmyLtJZLBZRrzch+xfp9bt+/QZJ6G+huX3rzTchQra6usYyDTQaTci7OEK7/ZZfKvz0pz8L5PQ6yf8CiZnmQuvtBkngr0igNT7NwejY/UBa5UHU2pohQdT4RVQ1n5qLm7Sn5qHO9+oa53KFXsDR0dHwoCTNn9bMt7/9bc7Bt8M6TNePSKE8h6qndaBxPAytaeiIz6gF9Hn9GR16Z9gdC3Qs0LHAh7cA963cempTC8otKKJNrX5flyMZzMdADwsPcvN2sKsHp3cdwGMHj+DcwWM4Sa/bvu4+9OrfN7BMxA1+RCLpuNmzlip0cm1ugZMwC7KTkK9gq1y7eH9ykiJtRQ/UfsQ+AtQnyUWGxCJDYtGTiXBoYABn9x/EE0eP4dyhwzjcP4jduTy66avJsiNH6OQeHQGMcJjckid2SMIIcWaFc1NfqsIT29Fep0mSHROSTVYUGowLdVpDJKzCFsrsYYNEcJ0EcI3ka4WeuGKjgmUSvAWSu9mNFUytLmG8OI+xpVncW5zGrYUp3FiYxjXKq7MTuDozjitT93F54j7eGx/FxbFhvDvyflxkmvDeyChuTc1herWCYj1GmaOTPqRjCLez0pZN2tITZIA8K2iQbFZKRZTW5lAqThBjxGhAuZjKMVRW76O2No7G+gQxSafiNOLSDHx5DqgsANVloEHPYXODxmXPvkJrVDkrFaLMcGkTQCVo5mkjBmgtR4iMiZj1kBT2kRQOwGeHiN1whf3I9R+jh/AUPYCnkaWXLzN4FtHgI8SjxFkorvQs03MDZ5GnLAw8gq7+M8iTBGbyR+CyB2DRHsAGAfQTvUQXUWD/OcTIEhHD0scotRI0+566s5gHwjpvk0xhnoX0JAxAC48inMY8llBYnp96vRFuIzQz5PN5eiv7MDQ4hF27dmHPnj3YvXs3+vr6AiFUeW2oJbX5FrkS2dGDaUSW9K8qtMkfoxdH3jR50kRktDnX5l2ERhvs9fX18IRTbfZV986d21A794bvkQzdCN6h10gKfkWyeLH1dNNisQht5HW7qvp6myRT7d+4eQOqp/p37twJHh+RPREBlRGxE4mSp0ek4AZJjjxZypeXSQRHdUUS1W6ap36lr3RVXY1V41OfKiPvmHRUH6onz6KIiIio+pdXT/rolswidZ8mAR4dHcEdjvUavVfv0qN6gV66t0lcL9EbKtIyTMI3OTUF9SVdZUvZR7ooX2RH9tfcbYeISqPRwCq9aKNs5+LFS8GO10ioVG+jtIHSRgmLJKkia++SFErHy1cu4xYJsoiY7HidpE1zJW+lxiL7FIvLgXSpnTu0scYrKCwdNSeyjdL0O9Nf09t4nmMbowdudXWdXs1GIHsqJ/trTKorgqd1lJIt2XmG3swrV64isetljLKNtbU16BZW6aE5eY9eZc3Dndt3aKt5tl8jqlikV1J2kg6aI7Wh/iYnJ6E2tA60/kZJBpWnOdQYr9NGIn+CSPh5kn3NreZRa0N1ZHfZeLvdO/GOBWQBp0sHHQt0LNCxQMcCD7OANrHb8ywk6BrAS3L7JxBxYxtxvyuC2BtF2N/Xi9P7D+Gp4yfxxJETOEVSeICkcMAy6G545BpxgmaMLMmaI0lzJBngNhrGhuDD1jdsmtWr1wVMTUH9mOaTUrzSw0K6EDEUcRMtXYRME+zHoys29NADM4AM9rg8jvYO4skjx/HcyTN46ugJnNy9H4OFLuS4uY6ogz4ktsOogkCxqYc0FdgNa4G0jWAhkTulC8prsJIIlW6/rDK/TJSIdWKNg1whltnCMltYpMdvgZ69OXn26hV69UqYLK9jvLSKsbUVjK4UMbKyjLvLS7i1uIAbc7O4Su/Be5PjePf+GN4ZG8HbI/fw9vAdvH2PkCQu3GX43m1c4Mb2/O2beOv2jffhzZB2nenXcWn0Lu4tzGBWvx8igZf+GofGo3F5jol8m14/H4hJrVpHmZvX9ZVFFBcnsTw3guXZeyjO3kFx7hZW5m5idf4G1hdvorR0C+XlW6gUq61QKAAAEABJREFUb6NK1It30CjeRWPlLuL1e0BpGKiMAdX7QGOCmIQ1phAFzCDTmEHUnCXmiQV62Ba5bJYpVynXYSSRjn5VR3ua1hXXGDgGjwguT8rfNQDrHgK6dxG7ib2gm5ByH7Gf4QOwrv0ssw+uax+irr2ICnvgcgOA6wZ8nsgRWVohgSHP1ZdnnOkkhOBaA/sDUxMgOYyC4DKFsD2buSEJrWsqWQXgGgfXaJNeGXk/mhyXNrvamMsTJBIk8iUio7DKOOdQKBTQ1dUViKOZQRvstJzCmUwGvb29EIFUWHW1odYGXRDp0q2XKivo92f6vVYUZdDd3Y1CvkBPUQPz83P0RN0MpOAKCcvExDiKJCXa1OsW1VFu6EUuRJpEgvL0Xkov6bi6uopREq/33ruES5cuhts/VU/pIgYiQSKD2vjPzs4G75XqykOqciIqIgkiBSJ56kNERfXn5+eD504k6SKJqoiESE2j2YT6rtaqEKG7dv1auF1Rtz6KTBht19PTE+wi0i17zs8vYJqvN7Wp39bJXt20rWyc4XufxiXbSmeRrsmJSdplPnj6ZNeNdRI8vqZEqFRWcxfz/a9SrmCBHjXZR4RsmkR0hTapVqqBVKlNPTxoYnwcs7MzWCfZcpzLQleB85tHvVGjN3Qcss97JKp3+DovktBqbLKPwiKdtXotrIOB/n4M8EsxjWttbT14ZWW/C29fwN2797CwsBg8jCJUxeVlzNCDN0WCpnlUeaU3uA71JYPCal8kfiSdY5K8SrVGL2I9EFp5Ke9Td41vjuuktLER8jQ/4+P8ooo6i8hduXIlzJX60Zhlp1K5RJvzCy4SwDfefANvnX+LY+UXSiTSWgNCjV5E2Uzr5PU3XofmWPFSuQy9V/HF0zk7FnifBdz7UjoJHQt0LNCxQMcCLQtYkAajTGAMW4gZQ9hECOgd1ZI0BXO89OUyONDXT1J4EE8cPR5I12MHDuNE/y7sy3ahn6yim6SwS4SQng7HD3MjETKRQcePb7YR2uZHuWnXTHiBiXEASJ8IFoU5OBch4zLIGsFNeIbkL6p7ZIh806EvzmJfphsnSAAe33MYzx46heePncHTh45Tp93Yne1Gl0UwA8gmAPYrFSKGRHIlBaUxiZtRgPwi6NBkQoOot6Cw0J5eZZ58WSXKdWKF7S/S4zcX1zDdrGKiXsIoPWx3S0XcWlvE1eIcLs1P4Z3p+zg/PoI36IF5/e5dCG/cu4ffMvzbe3fx+jBBr94bJIFv3h/F+YkxvEMv4CWSwyvENeL69ARuzEzh1uw0bs3N4Nb8LO4szu2MhTncXpwhWH5xgmXHMb48jyI3zBqDxuVlJNoZAbRIsFsW5gg4xCSytY0iqquzJHwTKBfHUFkZQX1tGI21e6ivkAQuX0dl8RpxBdX5K6gQ5bnLKM1dwsbsO8R5ht9CeeE8qotvo7b0Lmor7xFXSRqvo756C831u4g3iDLJY3kEXgSyRuJYn4OrLxIrcM01WHMdFpfhfJXrhLNClZHhhSQIATkgIxSAqAuB8OkBNQHdCGkZ5bEMvdzgeAEDvOAArjX4CCZw7TkSQfMZxgXm0yZgeS1VJsJz1cTGK+EJflcBITTHJmG6IBxmDPMEdBE81x4BhBRdG/UmvSjrYcOeekrefffdQAy0ideGXd5CPWRm7969wXO4hx7E48eP49lnn8Urr7wSbjH9/Oc/H6TSdPupCE6xWISIjTbWK/wiIopc8D4++ugjeO65Z/HCiy/gxRefZzvP4NTJk+gnyRBBLfGLARHGarVColgPkKdIaSI//f19OMH+dVvrCy88j6effhIHDuzn/FjwaK3RW6by1WqZZGoueCFF5kSwGiQBBw4cwJNPPgnprN9NnjlzhlOZYdl53KEn7C5fH4skV9VqlX036IWqBRIsMitSJz2f4di/9rWvhd9cPvHEE4EkieTdvH0rPIhHusrb+txzz+FLX/oyXnrpJZzkGPMksZqJvt4+jvlUsNmXvvQlfO6553DixAn0kECCh/pRG4tLixi/Px5+23ft6jXKG7hH/SYnJrBC+2o8nm8m+i1evV4jCasSFaJKwlQj0atDZL/GsZRIJGskWSJxBw4ewBNPPkH7v4inn3mGfR9HNpcN9tsorZNEVqDf5uVzeWjeT585jec/9zy+8IUvBLzyyhfC3Kuu1oZuLV5aWsbE+CTJ1wyWg258vXCl6YuHOt+jRa5EajU/ktJH3kuNU3NeIfkSgaty3uuN+uZaFemVR1tjqHGMGnOd86h6EyTM8oZep4dTXkTNgdpVffUruygukiyif4te0UWSzf7BAZx7/DG88NKLeP6FF3Du3Dnsold8jV7sUXq6h/m+qH/PssG1qDWp19/O8HxN4qHgVHbOT7EF9A79KR5eZ2gdC3Qs0LHAH2oBbXkEcDsAHkYpgDIBeGxtYgHtXcXlMgAKBgxmIhzq6sWZ3QfojTuBp4+exOMHj+LU0B4cZPpubrL7LYMufkpn6emI6MkxxPxg1gc0JdMYRUCro5gyAdCMPZqeZVnfuOmOzHEr7pDjpjznHfLcoHchiwFu8vcX+nGiby8e33MUzx89ixeOn8XTB0/gDNP2ugK6YSzJhthZTBjhAMjL6OItaQwL7DYQwiar0OGpX9JBHjRBxCmVFeaXqOcav0kvckO1SGI1x83SFD1+9zdWMLK2jLsrC7hBgnZlfhqXZifx7tQ4zovgiezxW/7f3rqN39y6iV/fvInfcLMqvHb3NknhHbzOTc9bJIJvk/i9OzON90j2ri/O4/bSAu4tL2JkZQlj3MjfX13B+MYqJjbWoL5nuNGerVXwPtTLmCU5nalv4H6Jui1OYYwEcZF1S80GfW7g/Bici+A4dyA5MpeBy+TIqQrIc7OcdbJXBaiS9pbn4cPtoFOwygRcdRye5K25dhuNlZtoLN9AjeSwRnJYJcoLl7E29w49i+exNPsmisTq7FtYnz+PjfkLKC1cJC6TSF4lrqO6dBO14i0SxNto0LPYXB9FvDEBX5oFygtAZQmoFoH6GhBTJy/aHmgtwJEARkFwzXiSOPgcEOeJAuAFhrkywJWVIALgACMkBa4zpIgzrEd7sLyxTQSorEGHZ58xF5C3JoSY4S0olwtGBamXEQpKmpmCUC5fJnC0fxRlEVFqo75A8nPv3jDeeedd6HY63bL5zjvvhNs7tdEXUdGGWRv/ffv24ejRo2EDLTL4xS9+Ec+QUDz22GMhTeRK+SJDzrlApFZWVqBNudo6duwoXnrxRbzyyst45umn8Oijj0Jk4/CRw1CdAW7UB4m+vl4U6JnMkHQn6ntEkaGLHi097Obw4UM4ffo06z8S5AESQnkpe3q6A6nKF3KBzM3NzwXP4eTkBERCuuiNO3ToEM6ePQvpLJwkURPJk6dqdnY2eI+KxWIggmaGRAeDiNRukgbV+cY3voH/9////+K//v/+K75IQneAJLPB16nqi0iX+ToVcRbp/Nu//Vt89atfxZMkjtK9t6cXhw4exNNPP42v//Xf4BvMf4XEWraT1012ymazEBGS7UTUz9Or9dprv8FvX/tt+L3hpYuXMDoyCukpAuX5fid7Z7IZ6puF4/snuAbURpN5+q2dykRRhL6+Pkjf06dO4RGSc9lfNpENCoU87dcbkM3mIA+u5l0PGZKOX/zCF/Hsc8/i8ccfh9aEdD5y+Aikt4iTSNpKcYW23oDImHRSn87xXZF6KH92dg73SXJF4ORJHqVXUARc5TPUO+KcRy7iOjU42l9tKF2EVe8REcdQJcGdn+N7Fd/TEq/gKL/YWAt3G5gZ10qGcNCxQSI8Tm/znbt3MDszG+y6Z89eSPdz5x7Do+e4BrmW9u3fB4sc5HWcmp6BHsqjLwH0ylI7OyG8pvjK8vDvu/LFzLSdanXSPi0WSFbYp2U0nXF0LNCxQMcCfzILGFs2bkvwAKDDdCEkCZ7Qm2vET9gsUWBWrxn2ZPM40jeEs/sP4enjJ/G5k2fw9LFTjB/E4b5B7OvqwVC+gG4XIUPyBH2zTPLE3SCM3g8ncKMGwgjuGBCgML2Lca2OmN+a+2qdXqFmeJppD71Vuwu9ODywC6f2HsRjh47hmWOn8SzxFIngI7vZd1c/9lgOvYiQB5Ahkg1Asn0wbgVEcE3pnheBIm5B352LWujpnlWmlYkNYp31VuImFms1zPEb88m1NYwWl3GHZE2euquTY7h0fxjvjt7D+eE7ePPuLbx57xbeIN5k/MLYMC6Oj+HK1ARuzMzg1vw87tLLMMw2hknuRkjuRulBGSO5u89vv8crJUyS3E3Vq5hp1DDbrGGhWcciscT4EuPLcR1FemBXfBMrJLvCqnm0Q7eurpGgrLomhMVGGZNrS+G3iTMry1hmX1WOS+P3oFXMcbQRYBkY7R1FOWS4Ac1lM8hHhhzbyaJCUr2GqLlELBBzyNRnEdVnENWmElSnSRSFSVh1Ap6kMa6Oolm5h0b5Lmobt+ltvIkqCWSleBNlksjS4k0Sw5vYoNxYvIF1QnJj8RbKi3dJFO+RaI7SGzmO5to04tIcfGURZI+gaxGIOVv0GMLXADQ4Y8moknFpTFmmExwbwDgcYAYgBVpHK84vINCCUQawjm2iVQ7JoRWWIIbnfHheEZDkq/RWSLEEujrnEPG1EnFTLYgw6PZGbcz1+yrd4qnbBuVpERkQ6frc5z6HZ599FgdJYpQmgqR62iyLAMnzcv78+fAEUN1ueP/+fRRJqEQ25WEU0ZLMcG5F2ERIlKffrl26dAkXL76L29zYLy4uwDm+5umBPECCJYKYJ0GR2cwMEcmC2lnROtbtoZcv4e133saVq1egDX+FJEz6qZ5IV0z2q9sVpaNunxQplV4T9K6JROgWR/Uvr+DCwgJJzDpWSF5FCFS2QS+UmcHMoH5luz3U7djxYzh16mQgFI+Q0OoJrXv37UWOusrDtcbXrLxdKi9dRP7279uPwYFB5HJZZEn2ukhMhwYHAzE7QLuKaIrQKk/1wEOkZ4lk/S6JzIXzF6Df6OmhKnpoyk9+/GPo927Xrl4NJKdSqYKabs5taMPYiE6PzdWh/wOofwExSYIsu7399gW8d+ki7g0PY4XvDbLx4NAgpHeehJxDVwt8W60H+0xPT+EaPZUXLpwPt8fqd4Hj4+NYXi4Gr6LmulypBA9lsxkHL5/IaIPvtxqPyODly+/hl7/8RXiQy7f//d+h8bx3+XJYMzHfw80cpL/BQt9mFuJRlEFEqL2F+QXI66t51PzpNtQC9c3xSyXwSGqCHtIGREIXFhbDFxyr62tY39igR3ya9W/j0sWLXH+XcIvrb2pqCvIQal0X+X6p14V0pvnA7xJ3BvsK+dsko1C6ZAefRgskY+I7exLoXDsW6FigY4GOBT68BfQhLTyshvIEvclGLJQlRAwH+I3x4d4BnDtwBM+eegQvnD2HZ46fDvGzew7i9OBeHOnux75MAbtIzfrDbZ6GXn4i62E1veaZg/cAABAASURBVNxk9NItJ/Qx3Ec2FkD3XG89Ri9JYz/DQ3DYm8mxrV6c2bUbTxw4hGeOHsdzJ07iWeLJw0dxkun7urrRw7JZ6idE3LgYAaZ5Ima4STQ4kIZxU0JZJSoMVyjLxAbZ4ioJ1LJvQE/0nKF3bbK6jrHSKu6tLuPW8hyuzU/hyuw4Lk2O4N3793Bh5DbeuncT5+/ewPk7N3Dh7k28TSL4zvBtvEeCeHV8BDfpIRyenyERW8IMPXMLlQ0U6zWskdCt0Uu3RlK2QRKh3yBKjwo34JXIoSo4h1qAoc70j4Iaywt1krkaUSJRWqpy47VaxMTyPGbWilgjWa/SZrKNp5280RCUoDSXQSaTRy7fjRw9wLlCDyJ+GRCxLWekzp4kLC7BfAkRwxmUEVkFzsoBxrgjMowLEUqw5hp8fZmEf5HkcA619WlU16ZQWZ1AeWUcpeJ9rC+PEsNYX7pH3MEaSeEaCeL60g1s6LeKukV15S6qq8NorI3Cb4wDlSliGqjOArV5fvGwwL6WYH4FMNJ6VwZcheHqFuQDNhJIo5eR4/Hy8nEePLeNCQAuGaSHce0aIwkMjplGOIDhLRjjKRh84FT6Awmsb2YwSxBFEbMNuo1QJEi/u1ogMRJZGxwcxLlz58Ithbrd8TF6AEUSYnp5lpaW6HUbDQ9y0e/y9PRIber1lEbFtVEXoRQ5YAfhNDM4zTOlbuebmZ3BxXcvBo+k6mhjr7QGSVg3vXz9/f3BO5Xla1+eJ+P6clqbXMvy+l2/fh2qJ2/mW2++FW4LlQfQRQ75fB4aW4Nf+IgMrJME1PkFi8Yl3XVLqIjvL3/5y9D/tWvXgldIZEx1RSoc+wIPM+MVkF4KyC4ib118D9BvH0XipGv/wAC9aj1QPd3OKCKhPvm2o2pb4LxuRVohFtIYFTNL+hMBlb66zXKFHjfNjYjs3Tt3A4kRGdQTTM+TKI6OjdEDWw7kS/2bOZgZIUnIdoqzg3qtHp5Ieu/ucPgt3autfxtx/fq1kC49NP58PsfSPnh45+jRu3P3biDf6vOnP/0pfvyTn4SnhurpqLoNc45fPImUkoPD8z1WpE1rRaRQY2lyXuucA/1+9M7tOySTF0gKfxmeTvoavZ56KEyR41RZviTYd3pqHODaMRiTPNefyPr9+2O4fOVyIHVLi0uQZ1Pea33ZIBtoHDH10BqokKBqHZRK5TCPInxjY/fxLr+I+A29rq+99hpEbKempwHORXdPT1g/noPxjD+oD5X4EOdO0/whqnWKfMIs4D5h+nbU/T0t0KnWsUDHAn+YBfQBnrbQHk7Twie8ImkmJU/oTTbDdG1J8pQFb+h3GewlWTjWP4RH9x3G00dO4vkTZ/HSyUfw4vFH8Pzh03hm3zE8ufsQzg3txam+QRzr6cMRfrgf6enF0a5eHCOOE8foVTymtoiTJB5negfw2K49eGrfQXyOpO+FY8fx4okTeP74cTx79DAeP3gAp4aGcJAb1SF+w9/NzVUOQEQ4DsIItGIxtW8S3PYjPATGAXoIzIYBegjMKncXS2jSE1fFRG0dw6Vl3FyZxeX5cbw9NYK3xu/g9dGbeG3kBn47chNvjN3G+fG7eGdyGJeYf2V6DNdnJ3FncQZjxQVMra9gjqRviYRyuV5FsV7BGr16G3ENJV9HmcSsSvJRJfkI/3PQxUikB3lzAurWJAMRGpQpHswHwsNuWDZ+CFQ+EGCOscrN1AYJ4AJJ6djCLAnqIpapW5l5ss0DpFAbWM6vIwHMFvqQ792FbM8uRAwjk0Poj8Q55pg8x2RQ7ZjWj+EtRswxxXQtewIMO4s5G00SxwYcbeHprfT1DfjGOnx9jeAs1IuUS4hriySMC2hUZkkaJ1EvjaK6fheVtZuorN4kabyOjeVr9CJeJa6gPH8VFaK6eJ1exFtorN6l03AEcWmMXsRJoDYDNBaA5hLgi9RxlSBJJFGFtQgiatS7Ae8aiAM4BvPQHwtvnR4kmQTAFWZEIh1DKSKGI4ArLoExnILBHc+Ym2ptvAURJ93GeJxrXbcF6hZH/U5M/4vwr/7qr6BbQkUGtdlWWXnQdKufNtDyKGojrzSRKbUjstTXxzkkKTOTJoAjIZEi6hdMyzNPREqeqN17dmPf3n3ht4UD/QNwzBc5FTHV7+c2SiXu0WkIndzgqx31JQ/grqFdoZ68dvK+KX2N3rnpmWnMzc+FWwirJCGxNvVsV57NHr4fDA4Obv4Wcu/eveHfa4j8yguq3/zpdlKRX5VXfyIFgohGQpbygTCYGcfmQlh9i7y6KGKa4fc5zIx1HU2U1Ff/gySaJ06egG7L/dxzz+FRknTpJpIzMjKMa9euQh7Zcll2Asy50AZDoR2R8MgcIufgzOCcIZPJolvvZYO7aL+94TeCg7SJSJVI/AyJkdoUeda/0Lh95zYuyZNLAq8HBIl4yw6a7z2794RbUAuc0wzJu4scXBTBnOO88SUg23PuzBwyUQb5XB7d3T3o51wPcf6Gdg1hYKCfhK7AOgbNVfo6YDUYTWHGCwCtn3K5DK2Nu3fv4eaNm/RMLqOvvw9Hjx3DCb5na/1JD82XFJD0XDee70dsgjpE7CtPnXsxNDjI8e/BAXqjjxw5ijOnT0O/LdXrQLeT7t+/H4WuLlUDX5w7I8ntXD+jFnCf0XF3ht2xwKfZAp2x/QktYNvabn2+b6YqX2mSSpSMGMgJ3BXkuffPM9xDDLkMDorE7doXHury/PGzJG+P4PMnHsUrxMvHHsELR0gODx7DY/sP4tz+A8R+hvfj8X378cTeLTy59wCe3n8Ynzt0DC8cO4HPnzyFl0+dxudPncLzJIXPHDqEcySKJ3r6sJ+bqAEDuriZzjVjZKhXRH0cYUj+AG6CiAbT6B8iIfNYpUeuSGK0WKtglsRtqryGsfVl3FuZx82laVydmyDRGw2k7w0RweHrJIPXSQpv4a2JO3hnahjvzY3j+uI0brPO8PoSJsqrmK2VsORrWCMBqmQdqtkM6gERahmHesZQp4IN4kFpaERGImhIiZ+kyN4D4MBE7gIU/h0QGUzrqz3dClvhLmq5Wsb48gLG6CWc49jXSOqqTOeU8mrwYeIdzEWwTB5RVx9yvbtJCHfD5fth2XwoE6eEMK4DvgkztRAzLyZhJGiHmDASK81ChJiksAGHOmWN5LBKVJAhRc4SGXoQM1hHJl6Fi4skjkuwxhwxBavfh6+OoKlbTtfvkBjeQrl4nYTwOlbnr2Bt7jLWSQpLJIWV5ZuoFm+jRi9ibXUEjfX7aGxMsO40ieYc0FgC2D6wxlVRAujV9C1PYWyNLf05Hm+Ax9bBaBJpJRp2+kMrVTIBPuDQplpEMIWIjDa+2gj/9V//Nf7Tf/pP+Id/+AfoN3L63ZtI0iG+DnSLo+oUi8XgjZOH7saNG2FzLkKmTfTLL78cPIonT56EyIJIQ1DFDNroyzOo/kUKdPvps888iy9+4Yv44he/CN2WKlKa4etMHqmR0RFMjE9ghV4j1VE7MTf1Wear7TNnz4QHtXzpi18KUiSur7cP0m9keAS6jbG4QtKv12suhyzJSo5eLxEGbfZfeOEFfOUrX4GIrx7qorDGKzKssewlUZT+ZqauYWbkFx4imCIl8gBWalWUSVgVF5GKSTwikqEcSU9OBCmbhXNJ/dDIB1zMjGUdVN/MQn+FQgH7SEr0W8O/+Zu/wTf//pv42le/iscef5wkqB9rq2thnPMkvyKIWj3O6bWU1GeLoZ2QxjZhgOZ7iCTsBOfo+ZYNXvnCFwIR2rtnDxr0wI6OjkJe3pnpGczPzUMevatXr0G3Zq6srAYC+czTz+ALnLsXX3oRJ0+cSOabY3YuCmNwJH9mDmC/Rhk5hxznQSRe9hfx/gL7lf3lgdatySLrZgaAtqY0MxjrOaM0IG42oIe86ImjegLtLL3MavP0qVMQodf60drQGM1YgXDOEGUiZHM55Dj/Oc5NL7+wOHr0KDTP+l3k1772VQhaA1/iWpQ+Tz39NEQw9cUF1Qlz70luH4Bera3XJjrHZ9ICXOGfyXF3Bt2xQMcCHQt8ZAvYQ2rwszrJUYFtCFF+0HJvjyxLFfiuW6DMMS1P9LDyYJTFfhLDoz2DODO0D4+T2D17+AReOMGN4qmzePH0WbwQcAYvnDqDF4mXhNNn8PKpsyR+Z/HKmUfxytlH8bLKHT+FZ+gdfGzfAba3Cyf6+nGY3w7v4wZ0kDuCXvYvHfLcBGSpYMS4zpiXFA2WqzNeIXRr5gI9YjOldYytLOH23DSu6fd/Y/T2Dd/ChXs3k9s9R+/g4vgwrkyNhf/3d31uCreL8xgtFXG/uha8iDP1EuaaFSySTBVJjNaiGCUqUSaxKzmQ2sSkODFEwKo0Wq0FeQIVlhRE1JrM2wIgEicPXCoVTiGCkoY/nDTEjnSMm2LJOm2l20Tn1lcxWVzCRHER8+U1EuUmGrRRk/C0GbhhhKNFoxws14NM9xCy3bsRFQZg2W6Am0vPsiIEAreGigEWwxMx0SQ8SaDiyjeSB8GhiUiwJrL0xiWoIUtvXYZWy9B6UbyOiMQw41eYXkTOLSFni8hgnoRxlmRxhkRxBr46gQY9gbW1kXALaaV4F6WlO8RtbCzextrCTazM38Tqwi2sMb28PIza6n3WmURMD2Qgh36Nepdg9Bg6zpijDkZp1AeBKDYAeBivD5yeMc/UMBGc9CBbcW5UWUXVtsDi209tZmMSJEkzg5kFgtDHDfIBekm0URcxFAGRV/DIkSPBk9bd3R02+aor8iPPkbw0qadIG2d5sJ599lk88sgjgTCojjbmjutBuolM1mt1VCuV8LAW9XnusXOBQD7//PN47NxjkA6qs7a+Bv1GLO1D/cIAM0OOG/uhwSHod3vq7/kXng8bez3ZtKe3J7S9vLwcPEclkjX1LzKresFDRdIiUqiH2YgUvkwSK6+odNDYZQMR4AF65qQLeIT+KUX6dOvm5OQUFhYXwi2WeoDMzOxsCMs2GRJPjV3jk3QuYs0PPs0sjM3MAvFQaTMLc9NLj6YIu8Z79uwjOHHiBHbv2gUR3AYJkohptVoLt0JqXp05CGyx1SZIxmPE/GKKjdN+2UDejh8/AdlP438h2P8cUi/w2toq5ufnIc/v6irDC/Ocj3lovjPZLKSD5ls208Nl9u7bhwLJq6POMdei9Ahj4NxHjvo4asM8R8iu8sSJEMruIoUvvfR5PMKxyWsY8bVuoU6EiGHHsBnrI7GN1s8610ewNXVJiN3TOHvm7Oa6i/j+Y2ZQf2ojzznXGhA0P1oLQ7ShxiHi9+JLLyHYgQT5iSefhPTTetrDLwV0W7B6R+foWGAHC7gd0jpJHQt0LNCxQMcCH9ICYW/bKpuGU9lK1t4F2lwYE8h9EDHAU9sCREoj8oz1ugi7sjkc1K2gA7twevd+egSP4gmSQz2Z9OmjJHrEs+04dgqfO3kGnyN5fO7YaTxJD+Gjew/ixMAeHOzpx56962i6AAAQAElEQVR8N0Q4e+FQ4G42Q3A7wt7YqXPwROIBAzaYtM78IsnIEj1X8yRtU9USxtaLuEvP2M35GVydHsd7JH3vjJAM3ruNd+/ewqXhO7gyOoybE/dxb3YK9xfnMb1axDwJZJHexHW2VWK7ut204gD9xq8eOTQyETw3QiA8Nz4iVQ16Jhr0Wja42W8qzE1ZowXlBxgg0qdwSmBlc6q/dbKMIhLWygxhJv4uySIAN2HghhSOFuO8NBmuUq/VWg0ihePcWE4vL2GFRLnMsdVhaNLGMeEJaGajLliuH1FhCJnCLrjcAJN7EVsBTZ/lmoig8jEAcSJPRWPCs72YCJtRz5jIkweM0rGfyIDIjAAy5okmIto4IsEO4LxF9LhmUSMZrJMUSlaRtQqyJG1ZlJDx63D1IrxuM63Mk+jNoL4+SXJ4nx7EURLDu1gnKVybv0Z5gyTxJtNuorJ0G7XiHTRIJH15AlabhtVn4Bqz9E7OU48FRFiiBVbgbB1GsgirgoUAWogjpeRgeAUMSBGCSic4JnD8CbApGAqn7CKI3JgZnHMBEdeQiI82y9qsy9snwqRw2OSznJnBzKBD9ZvNJl+fHqqrMvKiCAqrXeULZhbKSBn9hqxcKQfiNDk5GaSZodBVCMjmskGfmERevz/Tb/YE9QcezqgvYc4QZSJoky/CJSisNJUxs01dIxdBeolA9ff3s04uPBxGxM7MIH2VL89UaIO2kP4RZQrwkN3MDCJfup1y+N496NZJeUmvXr2KO7dvY5akUP+zT23t3rUbg4ODm78pVH02E2ymcDompaUws818lTFL4vV6AyI/GxvrgZDpFlrpoTby8nb19qKLZCxyLjSluilCAtgO3xdUXulmBpHJQiEP2U7oIuFXPJfLhTwzF6qqvOqFZcUUo+1zfN/RWhH57u7uguZN+ZqzmOtCaPI1H/N9iDMBw1ZbXKVQ3YMHD+H0qdM49+g5PP7Y43js3DkcOXwYPdQjcg5mrCkoDOofXs8enm1qTTQaTbbTjcOHDkOeQf3bjyNHDjOtC5o/M0M4KEUAu7q6sWtoCFrX3dRZudIzpl30vx9F+gr88i9H4qj6YD3ZSK+LEA+NtV3UAMGzLbET/CxawH0WB90Zc8cCHQt0LPBHt0DbJ6o2CwFM4x4e2uiDYUHpCjr4sL2QzFCZXAsFFuoyh16XQX+Uw1C2gH35Hhzs6qOXr38TR7r6caRrAEe6iR6hn2V6sZcEcFcmj4Eoiz6XRY9l0GURyaAh4uYG/Had25GwNZeXTQ+HWacuK9y8LsYNzNSruF9ex921JVxdnMXF6fu4MHYPb43cwXl6AN9m+NL4CK4x/Q4J4iiJ4hTJ39zGGpbKJaxWqyhxk1PlhqcOoM4NSY2yZkm4wY2RPG6xiwCO0ZM+eBpJgHdA7Eh8BEOI0x5eYDu+DaCNBN+SCgvGeACt6wgjJB3b3kSa9jAZyrJ/EJ6bOJaLacOmc6gCWC6XMU6vikjhPL/hX23WmO7pKTTa1SFmvQbH0WyS8HnOaHYQuZ69yHXvRZQbBFwvy5EUkp41Q9sGrZHYkEhohhhmO95HDDgilQqrIOD8FiLvScZIDilJYUn4YkTcJBo3toKjBybi/GbiOvNq7LmKjMih30AmXmNZErhGEa62BKvNk8PNAOVx+NII4rW7qK3cQnmRxHD+KtbmrmB99nL4DaJ+f1gv3kK8fpflR2D1cViTJNHP0VJLgBWJxJPIRgGOHLQQOEYOj3GeZrzwNA9OPqB8hVWmBW3oU7BAOM1a9RhTnjbFkoxCm2dtgiW1ERbMkvJmBsXz3DT3k1wJCstrpNsLX3/9dbz66qt44403AlmSdy8lXmYODdpydWUV+v9uKvOzn/4MegiNoIfS6J+K3717NzzcJUdiolv/tIHv6+9DLpuDOYP01K2R8tJdu3YNeiDIL3/5S7z+xuvhFsdisUjSl4c8XcLefXshT4+8a5IDA4PhiZPSV/9e44c//CF+8IMfhKdc6kEperiI2tXTJuVdVH9oHWYWyKQ8Zno6qsb6ve9+Dz/68Y9x/vx56N8ZiEQcJrE5fvxYIB8inGbGLzHioHvMddZoNCCkdjczmCVQV2mfypcOk1OTePfdd/GjH/0Y3//+96GH6OjfJ4gUykZH6cXVWEW0wHmv12vQ/+ur1+tQG2rTzIFdKEhSW8Pc3Dxu3ryF3/zmNUh/zcWFCxcwxb5E5Ac4v7plVl8KDAwOQGF9UZDNZIPn9fqN6+GBPj//2c/x+m9fx+jIMGR7kVcOMYxV41D/Db6WlK4vBIwaRFEEkUgRUa2h/v4B9JDUiowZaCu+/kTWpEeTa0ZPRdVY6hxXYjePfK4A2VlE8DF6luXJFrFn82HM6legImFN93MN6TeGp0+dwp49e8M8jo6N4TzH/LOf/zysAdn2xz/6EbSe9NvY0dFRrHA9qV+1ux0WEnjlGYKdy2fSAu4zOerOoDsW+CxZgHssfrY+MGJ9wG3HAwU6kd/PAvpAbYO29QL3BtBGV2FBmx3HDW9EZABuzD036AhI4mAaQrzA/B6Shn4Sp8EWhtpkGu5nmd5QFiR/70cu9shwQ4NGk5wwRo0blHV6u5bp6ZAnb1IPTFldDp7AG7PTuERv39ujJILDt0kGb+PC2F28OzGCqzMTuL00h7G1IqYr61hs1KDfFpa4yEQuayRNTXo9guePm+E4k0GDm7g6ITLYJLGKXQQfZeAlmR57437H0SyOpnIcSZSAecYQCM+w505wEyzpCbRglILiks7zSkg65j2ANH1Hqf5bpT3JHcsE/dh/TJ0b1Hm9UccMN1jjCwuYXl4ORLhEQt0AEBvQZL0mA41mBs04Dx/1Idu1B/nuvcgWdsPJU+i60bQsy7MP1mFxWpCrg+GwVig1Ps+xg/OdwAHewEqEOhNYIvaIPEIpWjWsHRFEi5skZ40EJIOR4EUIhRpypLE5evBytsGwsMY1t4KcX0YuXkA+nkWuPoWoOgaUhtFYu4NakV7CxevYIDFcn7tMeYVE8RpqyzfQXL0NkDyiNApUJ4DGDGK2E/si53cN8BWiLqUJT/A0QmeQHD9i6LoFVlH+NphZ2CDnuMZE5kQiBIWV5rgOVaX9fU7xFBE38/KA6ZZK3W534MABqI7+ZYUIhUihPGa6ZVN1CvRcqbz60O2a2lwvLixCv0XTpvtXr/4KIhWvkkjq31XMzc1Beug2QP1vPP17hz179qCLXh21obZESkSU9L/59IRLPfXy7Qtvh98bqk8RBd2KKhIoD5KI4NlHHgn/N+/UqZP0inVBZPXixYsQEU0JqQii0sZIFKS/CFcgFWxUYxTMDGYWfrt38+ZN6F82JHXuBzscIhnUrbbqTw9+kQdP9eS5zGYz9EjmoTGIvIgQyT6yqcqAh6TIeDpWhTfW13Hn9p3wLyZeffWXgRwu0IZ9JG2nTp+C+tP/dhwY6Ec3vVzyFhbkdaXts9ks5zuiTbPsu4vEq4dkKh+eSDoyOhbI+09/8tNA5K9evRbI8iA9aWr37JkzOHBgf3jgj+L6jZ+Ip+dKG743DD3Z9Ve//jX0bxuKxRVk+Z7VR2I3QL26Cl3sN8OSCIfGUaCXTjqrTDabg4tcCwZHm6p+F/WXfWSbHHU3GF8L7NH70J7ShwaHcOjwIZwjEdRtq6dOncLgIL884ppWP1rLaqOL3kaFRT5l7+PHj+PxJ54ItzTv3r0H62vruHnjBn772mvhiwmRwV/84hc4/9ZbuMW5neValDdWhFavB7zvMFA9dI7PtgXcZ3v4ndF3LPDptQA/d7gJQ/gg09ZrM86APhS0QUih+O/Cp9dSf6qRyepqWzJFzIQExplxLUSUETfC2nZEIey5uefGgeEskSe6+IktdFMKPSQG3Wy2KwaEAmWO0P89zLKXTAsRyxvBJtCkrLPOBgmNvFwza6sYXZjHjckJXB4bxaWxEbw7cg9v37sToPAVEsNb9ASOrCxhsrSKuVoJy3ED+j996+aR3AZqqDpDjZuhBjfi8qTFLqKzjyABVLxpDkKsfIbjFNTJe34UeeNiNcYckUrHUdBSbNcz1acyhENx5oMxbB5USXwqxI3XAA+4FixN21FaaMs8JQHCM8XDIW7pq7GUY49gv5Vi6/bYFYgkyhNK+gXPMXrHmXM52qALPuoFMgPI5HeTFO5HtrAXTqQw6kLTZRK7aGwERwVP3ZLTAKZ59u0lIVsAFDqhsizBsA9wfG071o4ISUeSakwzSuc1+02OpIkIDaJO1EgkaySQQoWynIBew6xfQzYmOYxJDpuLyDYWkKnPI6rNwSrTiEvjqK2MoLJ8F+Wl2ygtEHM3UJq7jtL89ZBWWR1GdeM+auUpNOl19I1lqrxGvcuAVQHUiRhkrACaBMNoB5M4Fl23w8ygTXM/N+0HSOa0SdYDYESa5AXShtxM1tleM4nrvU+bcv3OTr8B02/w5KVRW2ozeKyOHsWzzz6LNE997NmzGwMDAxgcGsSevXtw8NDBIPWkS23YCyQv8gbqwTAvvvAi9HAP1T9x4gT0EJK+3j7o//ip30cefQQnT5wMcW30dbtfb18v5CXSbx/1mzQ9KERl1aZwjDrp9256aMzLL78C/e5Nv8sLxIEkRO2o3MGDByEyKqm8KIrguC7NDGYGEQzZSX0dOngIIkga82ESlOc+91x4OM7LL7+Mxx97DErPkgRmSWxUr5djOHDgYCAk6l/6SYcu9m+WtK+56SWpUv/6Lea5c+dwkl4t9SN9urt7IIKsvPD7u1e+AM2DbCz9RdTPnj0D1TtNsii7d5GIqU3pferkKTwq+51M7Nfd00OymAskVeQvfciKbPjMs89C7YX+zj4S+nnxxRfx1JNPQXqrzf7+PhzgOtJvLzVfmvdHH3kUBzi/Wg8ixNJbZaSP9Dp1+nSwW29PL7KZLMItm5x/9SPCLv1Os8wBzoX66CK51e8x1YbG/dxzz4bfneohRI8+eg579u4NYyiwDZFw2eLs2bPQutYDebo5fumxf98+aK1++ctfgh4gIzJ5hOtC61K3y6p+L+do3779HPdh7KccGhwMbZtZ8gLoXD8GFvh4qeA+Xup0tOlY4A+xgP9DKn+q6nIPuDUemaUFkb449vymMobC27FV6f0hlX1/aidlZwvI4IA+eh+EZ9p2xEwTlC4Zc9OeIOLmOOKGOAK4UQe9N4RPEDxCMQLRMUoW5WabJ/MVbbCOttsVyhUuiEUSgnliul7F6Poabi8v4jqJ3uWpCbxLIvgOieCl0WESwxFcmxjD7elJDM/NhoenLJQ2sFqrYqPZJOkDGpFDk17AmJvMpsIkg7E5BITROGpthGQCMJ3aMs0AjtCHuIUwGA5xtiEpJGkcTysvZlGNy1MG4P2H+SSNRVgLm0DbkZZpS9oKqr7QSlE/6jOBocnNlNDgKErNOhZK6xhfWgj/hmKhVsYaYvrcgAbHEXODSAYIRAUYvYHmepHJ7SIhPIBc90G4/B74EQiSRAAAEABJREFUTB9iy7NdR2lsVXDU2xINqGzsPGLXDPAuZrkE3qhVQKowJcurBbAlNcAUhDGwOdkviXumCSzFdHYGxlQ8AdeK2nCUUUCTpLGJDD2LWV9DJq4SFUSNDfjKMpob82iszqK6MkkSeB8bC8NYn7tLkCCSJFaW7jDvLuprw2iWRuDlbazLezgLxIuALxIiiSX2X6U6DSImPOMCxUPOHD0pIg/yoIlAiShpoyxSqI23IwF6SNWQ3EUCI0Ik8iDi8OUvfzk85VNkQSTly9xw/+3ffh1/8zd/EwiS+lDb+7gh37t3H06SzH3uuc/h8y99Hi88/wIU1ub+5c+/HIig6n31a18N/2ZBxEhkTxBRe/a5ZyGy98oXXgl9fu75z0Fpz3/u+ZD+la9+BV/58leguMr39PYgX8hDROGxx84FffSvNATp/tJLLwVyIal2ReaeJRESWRNRECE004TT3JxXkYZATB59FHqYzcskl6qrtv76r/4qPLH02WeeCf8CQURI9TORCzqovRP0Uok4vUzSKEIiu6iciyI4lsvmcuinp+/EyRN44cUX8CXaUk9A/fwrLzP+YtA1sfGX8dWvfAUvff7zOEfyKTvtJdE+c+Y0XiChfoV6Pfvsczh8+Ah6+/ogonOAxO2JJx7Hy6+8Qjt8AdLhhRdof9pOTwrVGGQXPWlW9R9ju7vpSZPesqXm+8uca5V5mfpovgU9oVRpYd6++lXa5QWcPnmaNt9NAl1Af/8Azpw5C82xdH/m6aeh21z7+aWECLBzET2b3dT1MERCZc9nOQcnT5zA4OAgyWov29qF06fPcLwvhTUim8h+R45yfCTQakdjTNel9FI/sncfvyzIkJjLO6m42v/617+Ov/6bv4bakQ31tFXZQnlfCGvrxUCcRXy7SDTDwtfFeCF4MtA5OxYAP5U7VviTWqDT+J/LAunGIZV/rn4/rv283w7a9CWkzsNxo9QOjUJ5gsIdfHgLGIsKFGETq8204g/CMw8PgfKEGNyqsYzflGlbjqnkBSAfgGTgAUnx4A0L+zx2qM1/k7LGFqrEBrHEzd9ktYw766u4QS/fe/OzuDB5H2+MDeONkWFcuD+CSySF1+emcWdxHuOrRcxVSlhp1FBCE1W1RzRI+poBJC9cPzERPH7ULeZHieApvTkSDFZgGMwLkGItmGSaTukFDiDIB8Ita7CpmPAqI2Dnw3ySzqKqmNillZbkbF1VdkewiOoLDPJUyEjCjJZAkDF1aBB64ulKrYLJ1SWMFRcwsVHEQqOCdcTQ7ya9ywIuDyPhM+tCFPWREO5GtnCAOIRMfh8sO0ByXSCBzLB9x5qcaS8YjL17KulJBn3UQBw1ESvMReCJ2GKEfJbZGqxe5YCGLUjXLbB9ByRxxzIJYs6TR8R4G3zE3iM2G3G9EbHBERG/TMrQ25jhFwvZuI4cCWK2WSY5XIerrQDVJfjSPOL1adSLY6gs3EF54SYlPYaL11ApXiU5vIr66nWSwzskh6NAYxJoLgB+FUCFaBBxC57y4acIobwx8qKIBHzta18Lm3V5Vnq5uTaTFR+sb2YwM85HxE1+ngSjFyIhIgn6lxEiEdpkf41E7gtf/AK0sRbBkkdO8hF6jbS57u/rh6TqfelLX4RIxDf+7hv4u2/8Hb5OEildVFdkRO3Li5TL5tDd3Q2Rp5defAkqo3rq7+t/83VIKq50EZnHSXoOHz4M9SWiwJdy0HtwcAgnTpwIRFPjls761xp/+7d/G9oQqRFJeuSRR7CXXicRXzMLXwQ2+aVOHMehHREZEST9ywx5Mr/Rqv+FL3wRTzz+BPbs2Qt5LTNRBOMfiIhh2TaMgSRUNnvuuedwkp46EbYockhvK1X7J0+eImF7hfb5Or7xd3+Hb37zm8TfMfwNiMjIpk8+9RQ0Z3v27IFI5G7KR0lURZa/TLL4AonhsWPHIRuKyO7evQuyu4jr37HNv//7b+Lv//7viW9C8b8WgecYRGhPnjoJ/QsK1cvmsmG+ZVPpLDur/DdZX7aXDUT0hK985avU+2WcfeQs9pBMZknE5EWUZ1CE/8tf+nJYa3oATCDCfD+UfUTaRe40918i6XyBRFWeUf1+tNBVwNCuXTh37tFA4L4i0vn887QdCePAQFiPKqPxnaI3VV9wiOhJqo2BgcHgFdctyz1c3/J6ikRrLWl9av41HtlZa1Dti7zqN4cikZlsFmaG9EhCvPJM0zrys2sB99kdemfknx4L+NZQtstW8p9PfOx7EuGLuanTpqAdMTcIyvvYD+DPoKBWUTs+bJfGLbU+VyWTrbZHIoGQzt2ctaB0lUsAHkmPhpjhmOXjILlLZhgQCRTC3n8rS9lQgfAZb0CTzVQaHqvVBhZLFcxslDC2WsStxQVcJhF8Z2YSF0j+3hofw4WJ+7g0M4XrC3O4t7qMcXq7ZiplLDbq2HCGao4kJZ+DF7gZirnRi7npaZLwBXB0TXYuxJSCpxTAvFRKQWN6CsXhjbobkjKJVHgTHJAPAOIgDTEYJryqtkkGN09mgY2yNwSgdYT0VvjDC1NTAaFv6tFk5aYkIdK3ETcwV14niV4KpHCmtII134DIeIM2iJFhjTwcCaGL+uCyQ8jk9iFTOEjsB7KDaJI0NlyEpkXwtC3g+GfU36CJFyFskgjGTqSQkGTcuxgCWRvrcdjGrgQKT8QMy1YxdY05n4J0j9lHzNZDOnvyAexb0jvWjBL4iE1HcHGCKHaIYhCeHsIGshxnHg3kUUPel5GPN5BrrCHbWEGmtggrz6C5NoZGkd7B5VuoLV9HZekqSkuXUVq+QnJ4HbWNu9C/voir0/D1ZdDdCMT8OoNtg8TT4KnLzqferyKSkz56jbTBF0HQJv/MmTMkMnsgArBzTcDMoLpCJpPZJAkiIWpDG3B5bUTmdOvfmbOn8fTTT4XbM/VbQN1CqfbV97Fjx/D4E09AHj6RAEFePd16KNK2a2g3ugrdoT8zC7ft7aEHTGRNREz/JkGkQV463WIq+cyzz4TbMQ/sPxC8StIRPDxtwrcQaGMvsiVCkOosT5KQ6i6SLMIqsqJxsjq8KjMgaWaBgMjjKDL35JNP4Hl6OTX+R0kkDxw8EPJZPJyaCUFkT7cl6iE3GoNuGT19+nQgx/rdX+SiYF9HWSh0hVsqHzl7FiJnGqf+LYKg8LPPPYdHSPz0O7qBwQGIDOXyBfSSbB8+ehSy/5MkxWfPkNTtHqQ+WYiYiXgeO34cTz3zNOR9/PznX8IX6OkTuZS39rlnn2W7j+DwkSMYGhxivQKcc2EcUSZCH9fM0aPH8PjjT0J6aM5EnJ7gPJ46fQqnuYaeeOoJnHucbRzej/7+LmQzhq7uAg4ePoAzjz6CJ556EmfOttYaiZ6xfc/1qrnZSyKtedGafKT1BUKhUGAbmTCfB48cxWO09+Mc24kTx4PXMJ/PI0PdcrkcRLjlhdYcah1pTR+gV7S3r5dlMjC+nkXSdZusCL9I71NPPsn5ex6fJ0kXtA6UJkKup5Kq/YivFzxwGMATnaNjAVogeYUw0Dk7FvhkWkAfUdI8lQp/1t/hUlu0ZGqOVlRPN9Ojv/VEPUEPNVCaNgmy3mcVMo+wffw7pSVlHryqnDYEkg/mYMfPXE2LAG4iJIUkrBY862wBOjwvAsXmyUox0SRqxGozxlypjLHFRdyYmsKl0RFcuHcbF4bv4u3Re3g7eAPv4+bCLEbXVzDXrKFIprkeGTYiBJQpq4w3uDmJ+Y2y54Y55kaiyQ1P0wxNdh7AzWXMcExNY0qpFjPsWwD48eKNpKIdSOIASxnAK8LBMNtmcVoDO4NFVNTzkpZjEApLbqKtXNq86mzmf8RAUjehJjF1jFk/Zh8NhqvwWKcnda60Fn5LOLO6gvVmI/i5KsyrUwFP75shB7NumOsDoiHIO5jrPoAovwux9dCmOcTIcsPOzR5JmRGO/RhTYQ0SvzpByTAZGhC8gySE8OEPRi2tZbcQbsWNLTA9bkkPxgXGFfbmWD/pCZqvB+IGsCyYbpTGkoKjTlFAA5GvI0MvYcZXEcUVRCSGmbiETLyObHMF2cYSyaF+cziFZuk+qmv3UC7ewsbSDawv3yQxvI3y6j3U1scQl6bgK3NAfQlorIIJAC1ppNdG0mkkn0ZLGb2TRmKEAFo3chBB6eNmuZ8otDbWrAyqnCBEdPGMJ/CsTzOQqDlush1y2Qy9YXlu2LvpkeslCehHH70wXV3d4TZAbdKFrq4uZLM5OL4etMHWRrunpwd9JDEiab3UQV5ApYvIOW7ewUMzRQFn6isXPIXyOA0ODmKAZGiAHqJ+YqB/gP33M7+H5LFA/SJVg+frTXXVZuRcSFcfSd99UH211Uey82D/LtTXJdSNIkh3Qfpn+RrXmNSObkuV7OruIonKc5wZlrVgRhqOqwDU35gWQb9lU1/yfKm+dFH7Rt3Ag1aGp4Ejvn8UaLMe2rKXugkKB9BuXT3dUH42R5tSN9V3UQS1J12kU1dXHlHWQQoY7RlxrvJM6+3toa36MDjQj0HacIgYYLi3tw9dnLc824zYlhnHQPuBSmncGnO+kKeNC8HrqH5kswKJXS6Xh2Rffy/b7mY7Gc4DQDNxjRjDWeZ3IdU/Tz2y1CeKDGYJsrlsyO8P4+3hWHIyH+cQcJELbXSRLIsk5oKOjnURDjODow2z7FB2lW6hHOPZKIOMixAJkaSDiKHWvPTX/3nUnAyEddQfiKXqhnmBUQcaQEYgGAMTiN996i3ld5fqlPikW8B90gfQ0f/TaQF9+KUjk/eqXq+H/18kArO2tg7JTWyso1QuQf83aUdiw/dAtZfiYW+Caf6Hkaluv49U+79PvaSO54cKB5RENq/hs44Xz02OYNowMlyv18LT1haXlqB/OKz/maUnz+nJePq/U1euXIEej75IAtH+JDof2trqx8xgZpv9fdiA2vmwZf+S5bZGmqwOxVN8kF5pmZiF0nAqmbR5hjSaTxukADASAF6NkBQUTqCY6qntpoGeJKDBd+waUc0AIm5rTC+y0DwLTddqGF1fxe3lWVydncC7E8O4MHob74zcwZWJEdycGcfduSncX57DXHkNq80qKiSDzaxDnHPwlD4C6BBCzHY9AW6+vHOMG2JqGcD0GCzXBt/K80zzDPsgeQknKzANmwAPpSGkpGU3JbPUd3I7ZFKGSXAsIInWEcLhAiTl3y+l58PyttKN9VOoDYXZSattLXumwJTE1wUFqEpAk5Ea01ZJwmcW+Rrj60z/emONnsOyXn/Mj8MoaVgSPtBTaK4f2dw+ehsOoVDYjwy9hkozEUYSR0cCGbFOxB5oeTgSIYc6pdBkjuApQXiA5QRP6Y0kMSDEoDGCpYwBI8kEW0niaB2euZ7hNhjrtgPb4qH9tJ8mkj4pHWFCA2akwlbjSKqctxIsXoOvFdEsL6C+MUMCOInqyhi9hPdQXb6LavE2asWbaKzcRHP1Fvz6PaAyDtRngeYiEBeJNUgPP4YAABAASURBVMCXqGuVqLNNoQHE1J1z4ODZr2e0gZik3MfUxbNoC8YyxjKswETaMBDLBhzHYxwvGPfyTLIe32RhLGXhykA4GTMwhRc8eLDpkCCp/y8XMxDHMZr8gkZ3YsRcC6FrlgrqMD95b3Qwi6iDg4HgYjNT+ykQDhanNBKFCBGJgBlHwobMDGZbQOtQ34L6EJQsUiCyIM+TbmGVx0meThGJKKL1aEfVEVTHWCliX46vfwbDqbQQ0IXvDcY8M9alDlQHZgZjnsLSWcNms5wTWp2JnrlquynbCCrE8ghtGVidMZ+Ac+JbiJkSs6zXHMmQxgSeasvznQlMS5JYl6fizNY0En4LoVyrJJXTWMP8pPNEGasP9sVhBX1UmuohcghxNoEwIAaMGY6gmSAZ9GcFqUABY55zjvUU29JD9T3Hr/4Fz/6QHgwr3g5lKS5pZtTFWm2CB3tjHQY2x8kATAkBfK1yrJ6AdGZaksd6CrOu/Q6oHovyTOow0Dk/hRZwn8IxdYb0CbdA+gbp+SalsIjKysoKpqamMTIygpHhYUiOjo5ibOw+xu/fZ95U+OfAJW7Mmg19fLSMwPcvNsP3R70Z641Rkomt7HahvvThICis/neC6ihdcicoL8X2/DRdsj1P8Xa05ymsPOnUaDa5yWhCYaULYXwccrPp0WB+rA0N3/ib3JSura1iYmICegy6HkX+s5/9DD/60Q/xne98B9/61rfwT//0T/je974HPXZ8eXkZdRJvs9bHhRpmB2ZJnMFwSpcQ2HZRegplSUfZUkjTJZXXDqW1oz1P4fa89rDydoLn2EM5yR0K7DT7SkuxQ5UkKS0gyRQJmj1sR2L21WSakKYpvx0xP6JTeIYFUKYwhh0hKYCHJ9Qmt72oGyAyWHFAieFVYp7zfb+8gZvLC7g0O4WL06N4Z2oU71K+N3sfVxcmcac4h4nSMuZrG1ghCdxAnUSwiaqLUbUGfS9cU9wUx2RcXuCItPGKuTHSWoq5kZAenusg3g7ql+aBeQFMA6gcT4kEBrN2qIQBsPCHbYfmMLZWIiW3vywHcOgBpixd2iD9UsTsS/DckKVpD5OhYZbHJth4CCNJArDZDQM8Qxw8PENNb9io1DC3XMTE7Bwm5xewyC+p9H8Ym8rn2vC0KaS5FeCyA4gK+5DvPUQvwmF6pA4hn9vLTV4fMtZF5AhHMgVk6BGLSAgznDPJiHHH16VjmwJVgOkS4JlKcC49AW6mlWyhhOOVIeqaJJuy0iIM+xZaK1SF2IZ+pxhznai9mGkKx1wjDyJGiJtkEzGJYcx1BcdV60jarEZSKGJYhos3ENF76OokeNU5NNcnSAbvorxwHeuzl7A+8zY2iPLCRdSL1xBvtIhhbRaIlwG/QZAQ0isJvr9B73UtGG1stI9x3XoCtJMgIQlaJ5Exx0qY0GS4wZlp0v6eAMLm3jygda/KMo2spzVB6Znmmaf3NwZZv2Vb5pngIkSEiyKIDCDUYzEYL8arASHNpFEAE5hkLThsP8ySPBZglrVA0TrNlAZmW4D6TWFm0CFPkX4vqFthv/KVr4TfsOmWzAP79/OLiYKKJOuB4+VUw/jX3gaTg66J5DpjDS4nQO0THlvj8WgdTAehuKc0M8AiJnGMxjA4KxKEZ6cxe4g5jz4AMBZDCDeZQ/ALB4R5AzhpId9YzzPNc+5VL+TDkj+jDADMDDo8W/KaOCnFJON7xOY4GTazpKzyibRoUheqDbBPGB48GGdVCGBY/agAm0TExMg5qC9mMVlXB0dbuCiC+jcz8GQe+2CnQUfGtvJkX7VKpaiFKY8VnLGdiGBHjDI1KaOrapgZ2xUAg46kPtiHoHICe2Wm8ih2OEUad0juJH2KLOA+RWPpDOVTYAG9Cbaj0WhgbW0Nk5OTuHbtKt566zzeeONN4q2AN998C8LbFy7g8uXLwds1MzOLtdUS6jVP4gTEfOPz/ADfguf74INvfJ5l9AHfDqXJpJIpFBfMkrdWhVOkZbbLND+VZg/WVXnlSbZDaQ9CesfUPUbrnZ1hgEMD1SeYz28dG806ypUSlpYWcffeXVx89128/tvfhn8CLFKof+D7W8b1j4v1v7Zkt+np6eBJ1PjROswMZtaKPShSPZWahlOptBRp2naZ5qcyzU/jqUzTt8s0f7vUrHrwY5BqS27PV9zzIlCE0/PDVe3TkiG+4yWtkEoWUlBoMswZ4bYFm1C6wCy2DoI6Ua+4BU+JTShEhUPc8boFlYsBbnVA4gZsMFKse8xV6xhf38C94hL0MJiLk6O4MH4Xb0+N4L25cVxfnsGdjSXcr61hNi6DVB/r3KhXsh71rKERwDA3WHVu3huUMTdVsSRHEQtcS5uEkOppQxdADT118kEakjQmaK204FWeSZ4AyzEartZ+NeYQaB0qG+pxsxUkfPgDr45lBBUPCBfVYC7Dnv36IFtxFvZCe9oOYYR6HAOY+QDYDvvUmeR4uJYeiis9oFW/SmJe5HzIS3if7z8zyyso8b2rwUJN1osJsAWAG2/XD8vugqOXMN99EN09h7gh34dMNIDIdSOiJzHDshnaIeI8ZEgII3rcIkrHeAIEbTlE6GhZAuAc+k0olaBhjIAMEmoZdCRXz5QEYNsIesbMJoz2V1suRiB87yOCfls6yxnBdSZS6KmzcdU6kAyiQnJb5siEEnJYR7a5DCeiVxqnV/Ae6ss3UF14j3iXBPEiyotXUVm+ierKPTQ3JoDyHFAlkayvA40yVa2jnRCCJNDYvzx+jrpzajg2BIRh6U1SAb1hhrHqlbsFx/FlAgzcuyf1Yg8djjFtvM0seZ9lWzzVGpgFMwfA4FgxRSRS6LhRN6ccmBnBcCsOGEIDoQuDMT3pQ2UMW4fBzBDyYEgPM4NZgjRN0swgHaIogqAweIgQ6jeH+k2aCKGesqnf/8lTqDyzpC0zY+nkNFjo11GCR0yFE2yprqUF1pHkqgmWbQ1JyTDW0ylpZjBnAO2SwACjTYHwOR1zblJ4ziE4H2FNc+2D700Kb4F1HSuqTHiHTOfSgznM0LUdYDrjHpuHMUX2cc5RHc4V9VKcKoETzdG2irKOlkL4nJBelqRLR89SAiuAzRHKFMAkH5Icxxw5th8a5njNwRi3yCFyEVwUhThY2mPrMDM45wgDg6E9LxvxvZmRkObYtspEjuVYyMAjLM6kJcVTMGfbyTJpWUnmUjvsBGYxXdcOPq0WcJ/WgXXG9cm1gOcbk4iJpLyDc3NzuHHjBl599VV6tv4D3/r3b0HerW9969/wb//2r/jXf/0X/Auh8A9+8AO8+dZbuHd3BCsra2jQW9hsNINXLViE74wx39ljvqGqfaVJCmYGswfRnq+wWZKvcDvUnvBB3jD1oTpmD7Zhxrff1pjVhqCygsoLZqrjwodHpA8PxpXOz4awJ1JYHwrGD4darYqFhTlcv34Nv/jFLyCb/Oa113CFhFm3iy4sLEAkW+3rNy96qIB+q6BbisxMTW3aIUR4UdlUL0b5WcmPwJbOykuhPLOkDemjNiWVrjJqQ1BYaYKZbfZnZkoKUBnBzEK+woJZElchxTfBBNuEwRjWyY+89o/szfQ0r8G10KSXIbTTKsnRbYb0wZtANQg1SNF+pkmpTPOkg7FH3wYw3A6D3oYfhGdajIjbnChsqSsA1jwwX6uFh8Rcn5nCpfvDeHvkFi6M3MY7o3dwaXIUN+anMLK6iGl6A5dJ9DZyhko+QiVjqHLjVGc3jQhoCgw3uYEWYm5yYoZjjZphH7Z1IcYUJKDd/QNguhHUDUqnpIqhLIMf/mQbSNGq7SVbaS3RKuKDbPW62YdXiAX9QxAqMW+7DPUeUlfJCfxmtSS+dfUaNzdi2oqWSQAX1tcwsTiPqeVF6NbRUtzQVpajMYIGtwwrZ4FmHoi7EJEE5vN7kSN066hzPTDLwTj/LlzVd8x9McE5cQEexteehoPNgxZjwtYGNWaOJ9KTmWmQMsSYHSQ1A2EE2D64DrzQCod1QVLoiZhrY2fE2CSNLKP64OoF16DRAo4eTiGizHBFZ0gSsySJOWwg51eRjZcR1edg1SnEpTHU1+5hY+kmVuavYXXhBtYXb5McDiNeuw+UpoGqbiNdBUzEsAW2aSKhURMu8jDHbAK0FTSWdHybMrWRZ0GA5mYdg3OEmaJAkIbtR2hSiawamlM4wBD+zMFaAAzJkcoktvP1YWWULuxcqz3VzGD2IJSv92LdMipSKM+giKEeiKP3/0KenmvWcS2ofGK3EPrQl9QcqYSxajsY3TrTDKWwRlg3qWSasil8mDvNleBpboGZ1BUEa4RSYA4DH/k08I/t7FxRrXuWSLDZh7G0EPr0jLTAMYQyyiOSZn1Sn3EwQe8ZrMAzJAAUPPGhDy4+lW+HY+X2+O8TZhNSReIzgM4Qd7KA1tFO6Z20jgX+YhbQxjwlDbqFsVgsYmxsDPq92/nzF/DOO+/QW3gNw8PDIf3O3bsQ2ZHX65e//CXkBXvv8nuYnp6hp6xCMtjgZ5vfRLPZgNqV91GocZOtuPo1M5htITWC9GnSC5BCcZUXFE7LmVkIpukqr3AKZaZh1VNYae0w22pD+e0I356KvJDE8HOh9a0qqDOgD3ODobRRCrfUXrx4EW+9+SYuX7mCpcVFbj6j8OABfSN8/Phx6PHZeiqdbiE6cOAA9FsSMwt2Ag8z4xWQnrKPbKXxCErbjlCYl1Rf5Sssqbpqox1KU57KsFroV22nUJ7SU6ic8pSucArFYxqDMxw+npPyHkoT0dNttEKT7NknmeGqsMqovtpSOGRsu6icEJJlEiFEkouiRrsLjrId8Eo1pGlJrP3q4FknZgluY7l1Nm6XDWWmrQFY5mZo3lcx2eCcbhRxa2kWV2bu4+L4Pbwzdpuk8B6uTY3hNong2PI8pteLWNT/w/MNVEj6GlmHOBMFAqhbKMOWygDPthNwvhlOTmaw35ApmSR+hGurfqjbHlYTikv+bkiv0MTvLvpnKSHNhe2dxUwUGpThVl5uBlfqVUyvFjG+shTmYolzUeIc1jigBiH7h3ZijjLmqoi6kSnsIfbB5XYBUS9LFzgFWSITAP2wk18OwDtOnLG6QNF26qWq1ABejH21Ze8ctB2S29OMOoYiktugvAeggioj2UJ7WyFJ+T5o5jiyiPUjixE5wppwIo9c6765gUZ1GdWNKZRXRlAq3iZuEjdQWr6O2upNksa7QHUMaEwC8SzgF9jDCmAbRJmowhytrjZJElkQAfQighYG+0fQRErSriBE1o1kPUjanoQOTPcsJ1AgPcwsBM0MZhbCf9zL79em2YP1zCzoZ2bQF4l6UIu+BNTTR/Wer4fQ6MtA5ZkZnHOb5fEBh70vzzNlO5i0/dysqLJ6NUgKLCjB90sEKG7wUIUUTGPcc05ACb4ePCGJzTTj1BLK3wT+oEOtpQ20h9M0fXakoMJp8qZUHWEzgQGNS8Nk8COe/iOW7xTvWODDW8B9+KKfrJJJ4cblAAAQAElEQVQdbT89FhBxqFQqKJVKJHI16EPt0KGD0OOxv/jFL+C5Z5+BfiQvz9jIyD28/fYFXLhwgaRomF7CIur85t6MHy4kDfIWqj2RwLRNtStPpCyWfiAqLCgu6A1fdVRW0FM6VV9pIhTtZVVe8ZT8qD+VURtKU92NjY0wHtVXuuroQ1lQ2CzRV+Wlm+qUSqzDehuU6rtOIqt2+RkOFleXJL9NLBeXceXKNbz77ruYnJqCnmKmx1/rf1Xpf1zpfxX9P//P/4N/+Id/gP53kx7Vrd+WpIRQbUonSREw6S891afGLim9lKdOzYz9G1ReZbf0LYWH/6hOivRBQBq/xqSyakv1JNWPoLjakx7qQ1Jxpat/1VU5pZkl/evDWDrVG3VUaRu1LVSqFdRqdXiSaLUl6GM1JkEUzJL6ZqYmdoTqbIcxQW+gArlX2JJEMMoE0Cd+AJj2IAxbh2edBqP1FuQNXIXHPKnh/doqbhfn8R5J4Pn7d/DG6A28NXoT79y/jSvTYxguzmG6soqlZgVrpJMb3GCXiYp5+ktiVDjmGjfBTa59z/bDKZ1CIL1IGyKkU1KfJEfhJPTBV5bbbHynkszfKfkTkLaT5jKThisyWOcaqvgGarR5PQOU6BWbr24k/5tQBH2jiJW4yvSY8+E5Q9ikI7E2s5keRN0khN0ihLvhoz7EroAmvYQeJCctGDKcFcIiSgczQ/gzgEGEg2FAF2IzEa1DGn9UqKrqSLaBzbfFHhJkIRkq6JMWYVoaDDJpW6qaA5wzuEjSI7IaIqwhas4DtQk0SsMordzA+vIVrC69h/WlyygXr6Gxdgu+Mgo0ZwDQawiSQs+vUvw64wkxhEghLe85TyzI9Cah03hhhxAyrXAGfpMUMl3KQeXAqyUIaYy3JFqHmbVCW8LMYJZgK/VPEzKzHRs2M+gzRYiiCII+E7LZbAiDh95fKcJpZps6W0jZ+aK8BB6GLSQrPGYl2VlQeAtmadizjEDROtUe2NqDcEBIk2zBR+yxFda7q15LgsKbSFpL6uIjHVq6wsMqSesUDyuT9p7kJ6U30zYDSS44mi2kaR3ZscCf1wJ6Rf15e+z01rHAR7SAPqwEVcvl8ti9ew/OnDkL/ePev/n61/HVr34N+r9NuvVFRGFsbBS3b9/C1NQkisvLJF4bWF1dJTmaxF16E2/cvBFup5THUbh27VpI1+8Ui/RGikSIaIh8iLjMz8/j/v374cErV69eJdm6EpDWmyLpUvsiI2YG1dMDWlRHD78ZHx+nLlMBil+/fh363Z7qK65bYtWP+jSzQKxEnGZmZoIXVOWvXk36fO/yZVy9chU3blwn4R3B4sIiyuUKiaAnYogsLTDt9u3buHPnLsdeQn9/H44cPYLjJ45j79492LVrCHv27IG+JT58+DD0TbEeUy2irU2D9NAYpJPGPkbvrNqTHtJZuHHjRtBNvz3UA39kMxE66T07OxvsqfKpvVRHYUE2l7x161bw8Gr8S0tLwT56+qkgm6ld6SG7al5VTvaSLvIO68moSlffugV2YnICt+/c4dzegNq/fOUyLtM7eu3qNdriNsYnJrC4RHuRIMb0smqc8B5mFjZMDOChhz7AhbYCigp6ExUi5kk6z8D2PQ/TlN5expimfYCKattUZTVtY5fQxHS9hOHVJdycn8Hl6ft4Z3w4/Ebw4tQIri1M4O7qPMbLK5hrllBEHRsZoEJvYFXIGGpUpMrGaySDNY61yb54ApDGeMihPEHZqVT4w0DlH4YPU//jXybMV0tNbRZlzzptXKV9q8ys0+7lyJMA1jBdWsHo0hwmVhbpsd3AOueoQioo4q/5jrnuvDau9BC63BCiwl64wm5YdgBkiPCWJ3LsrUUKPSdYxIUbYYQ5NGweCgpKCDJcAK5rbB7SdgdQb6CV3h5O00L9Vv5m2sPioTAvrf4ZSk7FBcUoWZ2nXnqEJ5TuqS7BdevkMaR3L+tKyFkRmXgWVh9HXBlBrXQblXV6C9dukCBeR5neQv0vw7g8BlSmgOocCSSJYX0FoKeREYCEEPRAGuH52gLnIenUOCJHRC2IDCpOGBXR/MCQHJIET8XNkoCZwSyB0tthZu3RP2nY7Hf3ZWabuurzVNB7oOTvr5xvVZWMGW7CZN9g52aIg2Qcm3GViVnGbwMYN2wdChN6oTEHYS40JwaQ+PkQ17vpdrTKhDosG+RWqx8qpGrbCipJ2JacRB+aAfbuQYUJMIyHHir10MxORscCfyYL6NXzZ+qq003HAh/OAmYGswT6sBIhSImBCEtfX28gMfpnuE89+RRefPEFPPfcszh58iTJTz+9iHV6BleJFRRXVrC0uBTIy69/9evw28N/+qf/g//5P/8n/sf/+B/4X//rf+Gf//mf8d3vfjc8dEXEReREJEOESCRR3sYf/ehH+Nd//Vf84z/+Y6ijenpCp57WqVtVRTRFJkVQJPXUTv1+7yc/+Ql+/etf4/XXX4ce4qJ2/uVf/gX/+3//b0j++Mc/DrfA6kmg6k+kSnJ0dBRvvfVW+P2f9PvHf/zf7PcfQ///9H/+Cf/2rW/hpz/7Ga6QKIqAlUoVSGeRqLnZOYioLS8v0Y6AOQeRp+vXb+DVV3+F73//+5Be0kdPH1XfNXrU9I2xfmcim4tYql0RV92G++1vfzs8kVR6a+yyg9LUhgicxiy9RdpU54c//GGw6//9v/8X/+f//J9QVzKNK/wf//Efmza/d+8e3nzzzfDE03QuRPrUpmyyTGKvdmWv73znO/j5z39OkncH6ld5Ioq/+tWvgk3/5//6n/hv//2/47/9t/+G/05IX/3m9NVf/jIQRZFcjVcfwsaNnzOjkQjsfKhcCmwrpugmWMiI97WiNEEZlDzRZCWhTlljeoVY57Z0rl7FyMoSrs1M4NLoMN6lx/si5eXxEdycncT4+jKW4ipKWUO9K4tqLkKV4VrEONHgXDecoUnEfHdXHzGVVp+gRDjY6WZYCW3xUFBxpX9y8KfWOJlXGScFELNT/Z6uwcw6EUg496cla2K+soGxpXmCr8V1vgc1yiihiRrnuKF6YX5IQFwB3vXBsrugW0ejwi6GSQpdD0sXECNP7pIjskREkKxwk+yJrdmRTluxJMROdkpOMjev7UXaw5sFqO9W+KOE2H9YY++X6sfzEtO7KkKSfjkT88sLT4g8GElcZFVS4BIyWKdcIZbh/AK53Szi2iTq5fsorw1jo3gHG0t3UFq8h9ryKJprJIYVehbry5ykVYTbSF2FskaNaoAnLWc/nt7zMLxgy0RPzxI6sf1Q9va0T2DcLBmI5wTI9hqCmcHMFNyE8jcjrYD5JKCSCgcwyWjEkMZwcnooDVy9CTyTY6JdKuxDuaSsb+VTsD20EPKoaxJnXpgrStaEoPiOwLZDGm5L+pNF2/syaRmw1Z0xqJEJDPJMUhjonB0L/AUtwC3DX7D3TtcdCzzEAmZ6i0wy9eGkDy9Jx/Q8vYS9vb3YtXt3IIZHjhzFkcNHsIeew+S2Rwc9aVMkslIpQwRPBEu/PXz99d/iPInWO++8G26pVNobb7wRfnf4KxKKt99+O/ybhmKxGJ66KYIjkqh0QeUFkReVF1n6zW9+E/6tg0iYCFlKUM6fPx8Ij8qpjPoRyRNEIl999VUStFehdBFI9SUCJC+biKi8XOpT5SUvXqTO1PvC+Qt47TevBaIpsipvqAhfqVwOJHhhcRHSQf+vsVato1wqYXJyCrdu3YRIldqSPtJLuHjxIkT+RChlZ0l5J+UF1DhVVvoqLF2kr+pp7CK7sofIm4iW7CY7pDZLy4rACar3Osmx6qiMiKA8rILiIphqM9zuOjkJEWzZQ/mXLl0KpFptquzCwkLwiKrP+/RiKl/zq99Nyi6C9H3ttd/gVc7tq7T3Bc7JKMm25knrQ18wgGuKO20uNm1Kkq2HQimYEbYnIUeJaYLC7VB6O7SEBb7Las/SZB63oiQFALen3OYCRQDz3BhP1msY3ljFzaVZXJ2ZxNXxMVwnbtMGIyT4E/Sgzq+vYZXlVDfOZgHCRxluuxxijiGG4zAMxs4CYoYFxgGj+gSlB4MEGA5QApKDzSSBj3BVqx+h+EcvukMNo86Csjb7Z1qYqHapAn8Q1BgbUGebHTEeTm7oaDDvDCLgIuJ6aI9u111tVDC3sYJJfikzWVzCHAniGolImQpWCZVtugyalkXsCrDMALKFvch17yMx3AvL7YKIYhNdnFN6CmN6CAXvwAyCp1QLCBdqROmlJJHKMMfM+oBTRYWdi9hWCwZwuHj4wQLYDuq7mdYeZitSl2vfBzRplSbi1p+nZDbADnmCloaRJDpUYX6DnG4Vzeoi6qVpVFcmUF4aQ3lhGOX5YVSXRlBfGYMvTQA1ksPGLBAvAX4N4ZXnqwzX2E4DRu+usX8jQTRfh216s0hgLGjAOp+u08zgA8kCzCwAH3BYmscAzzQGhY0LxxhKgG0hx7iQ5BrAuMFoVgNI7hHCnHhKzzwhphSaMM634IxhrgcjoMJoO6wtvGNQBQRltkuFd4LKfRhs1TVs/aU1lQKm4wMOY55AsXkqLmwmbAbS1FRuZvzxAn/Cpv94SnZa+lNawP0pG++03bHA72MBM4NZAtU3M2jjbmZgBoEQz2QyiLghNjPoH93qt4La5OszI/2dhArrdk6Rrdm5uUDyenp6SCT3Q7dL6jZT1RHhEDESWbp16xZEiHQbogiayFWJpEo/vt9NErp3797wABYRFREaEQ8RGJEikRTVE+FQmyJVIoZCSmL0YSziJaKqfBEt9T1KolIsFgMJks7KFyGS504//tc/FN6zdw/yhUIgfCKRqnueBFG3WK6TMKytrWJtdTWMc21tDdJnloRCMoyBdQuFLihPnr3ftv79hNoSKVR/Gq/IqIibIL01HtlUhDuXywVvpDyLGrsIo4iXxi9vXj6fh2wlCR6yodoW1I7GrwcbyPa6VVXjEwnVeEUmBekrL6U8eSK7alvzIqk2tB4KHIt0UvvzJIfLS8tQ+e7uHmiOdCus/vGypw7q+10SX5HJ69euhdtTa9UqjHnSJ+YGiWdro6QaW1B+AnBpbaUr9iDUGFPYUMySAdz9yEtXZ1aNVQURug3Gi8RMo4FhztllksC3hu/izXt38C49gtcnJzAyP49Z5q3Uqiizbt1FqJP01RmuxR51osFwuB2UxI9dgt3BGHZExM2a4CgFaLQMow1eadtgZjBrB2uGeCrb80yJBP7kB3t6Xx+baR5QuB3QwXSJPwxpI6lMWlPM0y4+chDiyNAgas6jYjFWGzXMkuTfX1rEtOaxWaeXMA55NfMsG6HpcoitCy43gFz3XhR6DiLfcwBRbi8Q0VOIHq7JPHychfdRCwYfRgtKH8AMRVqKGSXhCYb+oFNNcIxmxh6NTRnMHgaAOW1wrbBkxLCkA7iGeWk7Y4bjZBwWgwsYLAzPfjz9gkJIgAfQhKeHHDFfQY1VWG0ZvjKH5sY0WxNAyQAAEABJREFUGqsTqC2NojR3B+vzt0gU76FZGmH+faA2A8T0GHIGGGE7fEWSoEOIG8xTXKgBngDD7AucJ+lirBHCkh8DmBnMtvBRVDIzRFEUPkPNDDsdZrbZPgM8GccWXFt+Wypn1tFMLfA9iIsbDwLMb4HzaZtgWgjH7KUJkUBH+1sLDkon+LoygXGwPD7yQW3bdd8h/MFN2gPZaYzNIIHBHijxkEhSGJBE26F4C2bG7BRohVOZpv8RJQyd47NtAffZHn5n9B9HC5gZzGxTNTNrfXjxYyGOSZgq0G8DZ2amw2/Q9Fu54eERiPRVqzV0dXdh19BuiET10ZOYL+QDgdtHInf8+HE88sgjeOyxx/HEE0/g1KlTEDFJSaEInn77J0KiNBEb5R85cgRnzpyBnsyp+iKTIiQiWSKPgoiK4iI3IjMijCIzIiMieCI+euS32lC/IkMiM7rdUb+L02/1isUidHR3d4ff+emx4OpPdR49dw5nz57FoYMHkclEWKL3Qbeq3qLnT/2vr60H21SrlXDbbKP17zb04a8xnDhxEk8/8zTH/Xj4/aBIjoikSOnw8HAgSepf+up3fpfokZNuVRInPbRH9nr22Wfx9NNPh9tzNX6VFWFU2VESWt3eK+L66KOPQv/jSrf1ipQ556BD49IDbPSQG7WjfJFs6SgyJ/vJJoLsqTnVnIiwSlfl9/X14cCBA2F+NT+ZbCYQUPWr24bPnXuUY3wCT3J+z5w5C6WbWSD5stcovYlqV3MEHrKDp5fAk8gxCol2KE3QdjSVIaxLC0l5zy2KwK2KATGHLDLYZKUGUYuBMgOr3G/OV2KMr5Vwm0T2yvQkLo6P4p3xEbw3NR5+Nzi2UsScPL71Bsqs2+B8NzPZQCLqcCSDCGiyzdhb2B6xcwjaw5KTIJBCbsoc840A4bdBaQCVxQcdaX4qP6jsnzavXYPNMOdgM9zW/WYa89uSf89g2kgqW81wXcE40Y5zQDQYrEeA/sXHBjezi+USJpYXMcX5DE9/JdEoc7ZqoayjP4pzigL0MBlHr2Cmay+yXfuRKeyDy9BLaL1cj8z39BJ6egnpIfQEqIYnWlowqnVHME3pnvMc8lIZIn+Ey6ZRd2qLmTxh4YJE0iBcr4wASNKtJaHDqLBx2QbJxWwCx6E8lvOs6wMptBCDvHj08FlcgmuuESuIGstwtQVYmZ7AjSk0Vu6jWhxBefkuSsXbKK/eRX39Przyq0WQPQIilZwLBtgTX6EihiKCnl/XsH31A3oNlW9BN+rJkp+WU+/Hes81s985JJXYjlBJJglgrtZZWJfGeXIkfQ5g3Pj+gwDWiAVWiFvwlN6zrCfiBKA0gq8dIxzjW/BcDTHb92BhgKs+AYM7nSy2lWwMfhSw+EPPB9sxapQiqWKJCFeFhRAJFzNjDfxO4IHDWrFUtqId0bHAH9ECfNX+EVvrNNWxwB/ZAmYPvgHKA7W8tIS7+s3ZG29Cvyn73ve+G/7fnkiVyMv+/fsgoiHydYDk6fTpM3j+c8/j7/7u7/DNb/49Xnrp89D/YBJhOUOSJ3In8ijVRUSKxWJ4GEuBHigRMj2F86tf/So+//nPQ/+iQeRM6Xowi0idbl+V11FkJ0fvmZlBHkDBzKC806dP40tf+lJ4qqee7qknfopciaw06CUSQdFtoupb/YoEfuUrX8HXw0NzvooXX3wxEKyzJDjHjh0nid2NbCZDAlimt7CIFW44N+jFbDT0zbZGAuTzuUAqpe9f/dVf4b/8l/+C//Sf/jO+8Y1vQGMSuRShEnEVoVT/IngiXiJg8gCKxEr3L3/5y+GppP/1v/5X/Of//J9px29C+mvs8iiKUKq8COGxY8eg8rK3xqz+RfoGBwchYv25z30ujOtrX/tasKfmSXqkGxQRM3kq1Z5+43j+/PnwEB/1I8+i9BHhlBdQtj144GAggGrvbzm2l195JbQrwqk5FklUWXmUy5UKVldWsEIvqtZKTCKoeVKf2NxgPLCTwNbhQ4mteBJSqhAzN+x9+K4ac96b/MgXaixW5TIuEct0702vlXGH3r/37o/h/N3bOH/nFhS+szBHkriC+WoZq/RalEkaavwmv0EveNNlELsIsUVokoAI2hoJnv3As3HCBMUJS9FKM+qRngqnUJrX5ROCdr2lsuKSO+GD8nYq/7A02Ud4X7464FyD8GHewfkBRAyriFHkXE7z/WRyeRmz9OCvNKog5UCd5eucx3qYT84tcpzCbiAzAJffAz1kJsrvJinsB6wL0NNGSQg9vYSMkCTqSgSldBEYD2dQCh6SSkilwgk8xQeB2b/nmfYl+TDgAc1MmqoodCSvJG34pR9IAUDDGqWRQDja1JFGOxJDRwLn4gocvYVRvI4oJkGMVymL8NU5bKyMoEhPYXHhNtaW7pIgjqK5NgGU54BGEUCJzVcTGCXbs5jvnwENvh00WSbRgoHO2W6Bh5rFWMo4vwkYoR05p/wi1zdpU76vIZBv2plziHADfZUrQPYnGDcwL4DloTmI2UzMNgUfJLgOYHFIh3nKHU7bIe1PnGTULunCKASKztlmgU7w42wB93FWrqNbxwLbLSDyVCT5kRfvIj1Yb7zxOs6fv4C7d+6gVq1BG//HHnuMhO+JcEvo0OAghoYGsXvP7pAnQtHkB9OabuEiMRABVJsiBULqpRJZEIGQZ00ERx6piJtzeZVEoOSpajabJF15tj8EER6RQ5FC1ZPeZgYRKvUpz6TI5Asv6AE4z0EeMhEy1XPOYW1tLTz4RW2LnMgLpr4l1Z76FZGRp1F9S2eVa3IstVoVFXrxJBsN0hJ+Pho3m4VCF/bu20tyfAbPPfccifBLEBl7+ulnaJ8nceLEiUBW1dYKbSGvqG7b1G8BRQ7VlwifyqW6q77G8Pzzz0OkTDqqvuoIst/g4GDwwsqjKGIr24m4yTYqL1tojlRf3kKVF5GWHWQ3kX7pIc+lbkXVbbwinE3ae//+/cFLKlKotlRPbQ8NDZEk70J/bx+4u0C5VA63zZYrZUi/5AESHmpDZFPQ/ybkVoVderz/o9uHdF62nVvpacizdsxS8gY22FCD8UACqcgGNy6rxDx1nyhXMLxWxM3FWVyduk8SOIKr9Azeoofw/vICFkobWK1XsRE3UeHaqUcODa65BtdHk/PpCYjctQBuksG+BOkQwHqSStuCTGJI0y3UwfsPY5JA8eFOFRZUOpUKf0rAIdHUeADbh+aRWJMyFAwx2pqVYqZV6OFd3ihhZqmIyYUlzK+vc34b+iUcGpzPJucrZh3P8kAGcD2w7BCi/F5kSQwz2QE418USLQ+h5jyUhSY1XIxXgQKeJT3bDGAYAfgLHtKsHVIliVNNQBdFAdBq0KAkjV/UOO8haL+fwLj3T4FQ3vjaQkCDCXrVkW5bBZ4EsV5eQGVtGpXVCZRXxlBauUfcQW3tLlAaIxeZBJokh80lNrEGBO9gg33GtDL7TqwJHWYm0cGHsQDnjcbcnB+zJtcw7eoaMFeHcX7MlQFXYniDcoPp60C0nsTDPRGayzp72wkNpjcTsG1OIiBymCwShgEY/rDDs3o7GO2cHQt82i3g/tgD7LTXscCf0gLphn5pcRHj9+9jbOx+8I4V6M175NFH8IUvvIIvf+nLJD7P4cDBAxCJ29hYD/824sLbb4ena/77v/87/vmf/yU8NVRP/dTv90SARLRECkUG6/V68PKJTIis6bZFPURFTxXVUzr18BPdTimiJiIoT58IisiJCJzjJt7MAiFU2uDg4CZpFMkSSVQ9kSQzC7d4iqSovY2NjfBgG3nH1Oe3v/1t/Mu//DPxL/jOd78bHoAzPDKMdZLIJr2L+vAVpHuTBFG/pzSzQFbV7949ewJpHejvDwRQt9GKiIpEZbPZME4ROfUvQpqiSRIjQqqygnTO5/Ph9luNNR1zgbaXzVRPNpTtNH7ZwSz5ZJZugkis1oeZhblJy6TpKqN25KXUg2d+03pgj8iq7CZyKohkKm5mKJVL4XbQ9y6/h5//8hfQHP3bv/0rvsV51vzqQTKaK82jxqSx1us1xBwfeDhnMBMY4SYQJrkdfnsCknIGbb5j1m8C4XvtOmWVm9QNNFDk1n+2sYHR1UVcn53EuxMjeHvsHi7eH8b16XGMrSxhsV7BOjczVf3+LHKQV1BksKawA1sBWwO8l2JMCB0rnMDvEFeaB+sEqBwDPHcKMTmcafnQXEj5oMtWS/hwFfBJPVK7BMlhS2osDIaRc+oggBlBKpPwzG14co9aA7PFFYxMT2OC71tFfYHD/Ea4FdJxXj3If+DpAYSjlzC7ix7Cfch27UUmN8jXSQ+c5Vgj4oRq/gX1zqRwshN1/v+x96dPkiRZdh96rpq5h8eakWttXd1V3T0DYBqYBcsMODMAZgAMBwMSO0Qehe+fowhFAOEHipAifEIRUoQf+ABSHgacpae7a19yz4yMPcJ3N9P3O+rukZFLLV1TXV1ZHZZ2/Op69epVNTM9ph6eDpOcaddQhDJw8s8HGFMatjQcWconw1hKgq1+GpJ7m7IUEn6OOUpMHM5oJYhBDq68xC6TCUcMVUM6OrmvNN3XbHhfw5OPdHrwlo72fsyO4Y81O4IY9j+WRg+k2SG+haR4Ryqkor7cF5IinEASMiI+Ma5fhAN3y/ikvmZnMh6e0PgyUqtULVBbNopqBsY6TwojThU6RWsfDIDHAnIvY0zcmCCnNM84lzvtjHgjj71oS/O7pB7LTNhA/DRnZoyx5vGnmHNz6OK48MA32APpG9y3i659Az3gxXt38Sujl69ckb9u+L3vf1+/+mu/Vr4G+du//Tv6dXbD3nzzTZkATWcT3bt3Xz/5yU/Kr4t6x8lfhzThMMnwLphJmImfyYhhcmLYfZbOcxkTCn9t8fDwUEvi4/LGFAJpUmTpehGhlJJMeLrdbiFnJlMmYBHBIq8qZNGE1W0sYbLiNvyDL3/8x39c/isGE9b33/9A/lGcI9rus5Pkck15+EoRoSql0lZdd4pMqVJVJXXqrjpd0qqaeFVsSqTXdb0ol+QjImQb3FfrtnTc9vrrnCZ97keiHcNh98d51uWyrmPC5bBhvzhuOLyE44bjLuf2LSOi9MXptsH+tHRZl4mIuf3YEDEv63z/Nxv+O0rvJJr8/fjHP+JFwU092tkp///kYDjUeDIpO4XW3eI3t6eQT0WEgsWffIQ/WEQUuQizBHFIRZJ3Jh+nFkIYUcjbkMXJcR7r0eRYd0729MHuA7318I7+4sFt/fDBHf340T29d/BIt/tH2j1HBsd1ggwChmRs0M6Y5ibYa2KBYGESgEwWLVJI8+XymcwlLYiL2oyp4yXqjyVKtnPmgac+s+MuavlcLDMtjecW+kYkFl/QE7vbIFhO97qAAiaBZ2Fyg4JRvBssUZOmlDlid/je/kEhhA9Pj3TYjFjqtmW+sHzm2hNgXLUq1Zek7vU5KVy5zHW6oZRWFFGjPYGgMOITzqx4PHv3evoAABAASURBVPafUOYrSc60gi+EPY+hTzweW52psQDEIpj4kaWErihIXANBGdwQZODlvCCEOUEa0lAJdCCF3ThV3R4pZjtqRnc09n9wf/KOTg7f0SkYHL6v2ektafBQ4npVQ31v7RbtoSL07BFB3rPJX2nKV96YXf1pjZZ8f4CyYwdZ8wxv7dOxcjvgJdyJprND7sf7Go13NZo8Ag81nIDpA42mOxo3e5owZlNRVn00DLijjgpajZnb6CNVBW4DlPZ8JRm0T6lPM/UT86j6aSPr6fZp+Z+o9y+dgWFFx1KWyMXHhQe+VA+kL1XbhbILD/yMPdCFDL788ksQwF8tf8f23/w3/y/9v//b/1b/9t/8W/3hH/4T/Z3f/Dv69nde18bmBgQola9ifvDB++W/WzAp3OMN/UsvvVy+Pum/pfuDP/iD8nVK/22bCY44THCMiJAJkXfS/PVO/13cH/3RH5W/wfvt3/7t8rVIEyL/3Z0JnOG/xTORiQgWJUkR88dHRJyFTUZMTEx0DIfdXhfiaELpvyf01yW9Q+i/o7MN/vrlH/zjPyh9/nu/+7v6/ve+VwhvzQ6fCZ7LrLJT592/9fWNYnfbZI3HLDxZjE5n0/JLrCyh1DStvBtoUmsSV1VV+VEW71bajoi5rbbT+bYxYt4flxWH02yrYfsjgoVrXYivbTFppFg5I+IJX+ipIyJKvuu4fe+omuj7a672uf9W0X+vafL+/vvv64MPPij/z6IJ+jLtT//kT8vfGdr/3sn81V/9Vf3Df/SPylj95m/+ZvnxoLKjKDEvKtWFICcl2q5iLoM8ryPKQ9+LUOIlDenTYUMKigXLUJCkhkQvQxrS/R77qJ3q/vBYH/iroXc+1p989J7+9OMP9GN2BD842Cl5hyySBhVr0E6lGZhCBmfYMpMgEFnTttGkaTRm3Cb+cSAWqRn9Alk+aBQxDxPgnIeX6XNJsoe8iGWKpSF0zaU4HoeI0D+qOclwwleNeWd+tq1+zjaeV6yk8WH3FBBOYD53MJuw8G9OlZpUa8T4HY1GenB4oJuPdvTg5FAnzAHPl0bMIco3kJ1WTIqqJ61sKdYuq1q9qqp3Waq3lGMNrCirAxKIAlFPtCXmTxZpGNSWMGMoDuJ8finn51KVP6upz6HFOoBLzkHk6WuSJOfNe9kqohHMDzlV0gSMVbWgGSjNTsGhxG5hM3qo8eltHe9/oOPy94XvaXj8sXL/jjTekVrKhXerhiIBTIGvTPRz1VOAeAuyyj/sIsKJQaToM0HRZ8pY3xJLPS73c8bSlNLHswhGLW21T+ybicTO7BNQX2qO1E72IOIQvuN7Ojm4rcNHH2nvwfsLvKe9h+9r/yHSaTsf6HD3pk6P7mhw8lCT4S4c/UC5OZyjhdznUwW6QwPkCEzAYowKMfSonBsFbPezTMglAv8beuLwbDIWie5uCZ5LW8SDFiP4LJAQBSrHXHPWUs5tKVn+yP44DycssfTrUs7TcxamO/y8ek+WPV/ik8PWBYq/qH8m8R03MXLw0NzuZZjulLRP1nmR86J7IL3oHbiw/5vnARMMo9zEz3XPN12TJhO0N954s3wt9Hf/3u/qd3/37+k3f+s39YMf/IrK36Rd2lYXouT7v/+W7MH9B7p167YePHhYdolee+1VmTD47+AsTQZNIkxkIkImJSYntsGEx6TIZMJ/8+a/n/MPvPhHaVzPJNJ/f3fv3j35a6cmnOMxbzHdOLa7romX/ybORM9/Z+cdQMct/fVI99M7cCZkFeTMXxl98OBB0eew2zYhddv+G75f/uW/oqtXr8m+qFJSlZJsr3cC1zfW5a95Wh+3dtm2hzsP5Xb39/d0eHikg/19CNWDkmZbrcf9X36F1XWdZrtMuLyT6vq21yTMOh13uvNNDm2765vMuW4ED0N8YB1LRAQeeXwu050SMc9zP9y+v47qv7P8nd/5Hbnf3/nOd+TxsJ9NCj/++GP6clh2au3XW7dv6T47wSPIr7/e6h+y+Vt/82/q13/t1/Umc+Xq1SuQ1a7cTMVHlYIdBynKP83DPPnmf7OUSRWHPZiLDD5TJAUQ9TNoSZyQ7kX9KfKQxeIDFp8fn+7r7UcP9cP7d/Vnd9kVBO/u3Nftwz3tDk50Mh2X99xtlcTgKWOLhL/kBzDt2W8QCPuHVQAP4QzI5LOEgnCUEIHnnYE2p1vOYbKyRGTSaAZ1FCK8KK0iQ0Jmw30sUhJhccxzpbl0qWX4+VLlyHx+XgjdLis741mQSw7n3AICnA4jPuEsuVb5NCg/9zqB4gwXcPhJLOvHU9lOd5pRkWcUH1PdebKt+C1zfZrsD2YzPTo50e29Xd05OtD+dMiSdqYp5TwHWuZBrqlprFTS6rqqjWuqN7+lWP+W2pUbaqstXkCsMNNqtTkxPQDUJxe4N8s4Ybdt3foSD/p55qrnhp3o9iyfh2We5RL0GTtFH+YIMoKUQPqc66FHjoBMngpsi0sZ4ohMXpbmslXwYiUVzJR4UZPYmY1ZH5JxWP4Pw+HJLQ2OPwTvQArfUnv6Y2n4NjzwptQ+AAfgWLBFiT1dMVpSQ7hVDiBfhzTIiKjsZtLmQjoupxe4jEFV6ugJtMJQgN6AXBmLNvQzPWzP80CjTuYepBbb/EMwhn8MpuzKYaN/gdXxzB0wD+gOPmrw1eyRNLmPD28pn36s2dEHKr/2uveu+nvvqb8LHr2v0533dQIRPHn4oU4ffgQ+Vr9IwjukPfpAg90PNNr7UOODjzQ9vImuW2qObysP70ozjw1tZdosXzU1MZxi+AzPzselZYZk9wN4Png8wmNDCTkDeN4E5VSw/NRzjiBtCYI+0Wsxx7kI153KXA6yuMcX3UGrjs8Ri3tw2AaDORKM+Rz492wOMCdKXosu2qAsAU7CaBR5c7icsShHiZJNO+I+IctixyIjqF/mb6PMmM7h8KJ+yXcZys9NphxhTlLPwkQvzp+JB34+Sj1bfz4tX7R64YHneMCLYC/8TTKcHRFKLKgiQhEhEyYTt9XVnkxirly+osuXt7W5sQkJXFGKCoQkg9sci7DRaKwRb+ets9Pp6sqVqzLhMIGp65pdtLGGQ78NlqzfEIfJkombyYcJmm0zObt8+bJc12QwInhmtkWHyZvJn0nksg9Oc13vHnrH78c//rH8AylLmEBar4nU9vZ2+fs899c6TCbdV7flHbIrV66wk7eGZTxzJ9PSpr/+GInFI6kpEvmr+GVTJoURoZ2dRzKB8i+w2oaPPvxQH3z4gd566yfy39W53+7H1atXy39FYen2XN99sO3vvPOO/P8S+qu2t27dkv3h3VanO9/225/+rym26YMJXUTwzM3FN/a7YX2YeXa6nuF0w+GIKITcfja5/8EPflB2cP0jNNZtAm273Sf7zn7y10Y9Vg1jXUOoty9ta/l3k2trq8UG/+BQZoGT0N+yQHTZeZs8AEnHWM0fzkJKjovFg8oDN4tqJMYZMiE/fr0EGfB4PGAn4vbgUG/v3NOf3PxQf/zh+/rPH3+kH967q/cP9nR/2Jd3Dgc8hP1fEkwrNKdQm5DoatEhHvZ+DieFKsa0Bp26ow5ztKKsMMLP9UxZt69zx9NxKfinclinUcgKBR3WWa7K4dKGaGOJ7PCiXadFhCyFmIMA5zwsPU+6SkmXsPpZkPzUiYGkPE8tyXMFS4UlwSVL4FM/XOp5mFeat/lsWGctua6eczh96dcnpMu68ykpg0IIWVzvc5+5xy7hXbBzysuB2URTlOSqo8RLrKiZGDWVjW5XsXVdnatvauXy91RvvKbcvaw2VtSyk5gXkBIVAv8mtbS5RCa1zBXmVZGUeEY67zyeLrPI89z09WnMB2Gu/SxconxwuixqSuvz/JawUTIJPz6DYEQowkgK+hL0K7iXqRyu87iuexmkWyLkcJHYGRR13HlG4rr2C57EdVyz2K7VyrKjqTqQmKqFxEwfsQtlUviujg/+XMd7f6z+3n/W7PBH0vCWZIJjopNPaGYEfMU3dA/Qpu+/9qn7HKQGRKmAtkSbuaAlB1A+Y0sBKcU3Qd+8s8miXNilIn1nIb2UocmfyYmzPkkvdpam8V+eztRMp7xInapt6PuSGPoXQiHYymO6wU7gjF3VyUN8dptNQcjczo91eO/PtHfnT7V/588I/4WO7/9Y/UfvarT/gSYHNzU5vK3pwR3Cd8E9cF+T/TsasIN4cv89Hd17S4d3f6yjBU7u/UT9nXc0PfpIuX9bGkM8p7u0vxybGT1qMB1fEypjQ1/Oxof+iLgYAypR4jmnJ9Ay+emw48Yy39JuRGc2aLlEne5yhsNlljoCMihpy49FjWKTxx1ABoN5EEU21J7PhUB/qeW26EumTma+ZcZijkalb6SLMvOyfJYmaNeS6Py0V6yXOrQlkM/mqvNQRUGHXO0x0EO6T6dZXuCb44H0zenKi9WTC2s/2QOZm9kSEaGIUEppgVBVpYK6UxXyULGYMhJlXI975fzWSb2aBfUqpMAEY3V1rejyrpZ380yQ/PXDhw8fykSjaRpVEIqlHpOMnZ0dyNNb+tM//dMzUuR6t2/flgmJyUiXhZv1m9SZXLm+OEw4TOqs21/9/OEPf6j/9J/+k/7v//v/1p/8yZ+Urz6aMLqufyTFX5M0IXPchMyyhgyYtJl4mQiZSN65c1dHh0eaTHgbSmczDwC3pRCEcK3sHn779W/r5Zdehgw15QdqbP9/+A//Uf/f//Af9Mf/6Y9lgnh0dASZvqw33nhD/iVVEzoTT/+Sp9Nsk31y584dLX/g5T/+x/9Y7PffN9p3JtomyP5/Fb2LZzJpf9gHEaGIwBPCjlbWtYTtzefG2WHn2V8OW4cJv23yfw3yy7/8y4XEO8++sB8s7RuX9QuB3uoqz8Esj++9e/f1wfsfyP89ycOHD8pXh5f/JUdmYd42PAyRsv8siQf2nEcxnLSMfxEluvzwY3TELDtuJtrpH+vjvR29ff+2/uLOTf3wzi396OFdvQsRvDk41UMW/Qc8bE9Tq1GVNamkhjtvY4l7WvRkGshIokr4rAI189moUip+dL4oYxv8MD4Ppz2LULAACTKKpIJJyzwuBf/8eQbadDgjlzC5KGE970BhsefTZbhq+aBcnAN1H/eJdOIu+kkoKpzpokvbS9iJf1lYkWE9S+mwli3N5ZNZJc0+PY/zXXTxlvGbRdKYMT6ejPWwf6p7EEJjj/DAPwRF33PRJo4smShw71LvkgIimDa/o2r9NUX3inK1phwdUIGkrMdQCQdpgpJYGipxtD4pnaAnD0x8XOZc/rng85WVWta1LGn5PLiMEf6QmGsqh+MGFwWEUPTjcd5CT7igw5bS/Fq1BJKWPXV6oiNz2aoiXHEN1yyeO+xqdTRRl92+Wifk7Smm99WMP9Zk8LYGJ3+u/uGfgR9rcvS+2tM7ykN2oiZHUjuQqCsWz0S03CEkUWUe04YKfHcwWrKeRibtPM7nu86MfMPpy3IkfeHoodQpAAAQAElEQVRzqeNpaYVPpznu9Mewy4P7Y/ASLeM7cR8TfpTJYMvu4AyfjNmlGzxQw27r8OADne69A97WYO8tjQ7egcC9r4bdwhjdVT15oO5sT6v5UOuQ7DWjPdV62wcDrTanWpkeKI12lPv30HkH0nhTY3YKR3sfaLj3vga77yLf1fTwQzX9u8qjR5h1itEm7I0y9vHJ/PcokZxV5ooYpTnEsfQvwZ/2RN9jVY8jTLMzTY9T5y067jrFn44U8FEq2ZYFIIEq8wvybV/7PkDFUg/tlgj5sgmnkx/REJ9DpdfodaHs0uC8XGSJuiplG0qyjihtOlyeRuSWGY3UGSR0aR5HlPNMXYldfLzoHkgvegcu7P9meSAiZDKxJGbiWMadFsFtkJuoCYUX9dkP4LNbVohsiMdMLQ+wuk5lt+z1b72u73znDfm/pDCB84+P/E//0/+kf//v/73+l//lfynkyF+FNBmJCFoU9duyq2jSYTL1v/1v/1sp/9/9d/+d/vv//r8v9fyft7ueCZHJkEmRSZR3yKwkIpYEUyZfb731lv6P/+P/KL+Caeldrkxf/NVTfx3VXwt12Ltt3h177bXX5MPE63//3/93/Q//w/9Q6vqHcR5AYv0rmTMWk+6T4bLr6+t67dXX9Ou/8ev69V//dZngHR4cFhLnX978d//u3+l//V//17LLZ/Lqr2X6/yT0DpzbNiF12/5arL+e6v64j25z6bP/8X/8H/V//p//ZyGabs9kzX/vZ3np0qVC0k1kvbtpePzcT/vXO3omfobTbLPzI4K30LOy6+lyHl/nu779Yf+aMPurqfaldylv3rxZ/Lq9vS3nX2UH1QT1h3/+5/r/MK7/7t//O/3P//P/LO/KHrIAn/Cmu2W+GBmZ8T2rB9mP8/awZvnwJOgzY5fBjNKEt+MTFkcj5tsJiw5/5e/28YHeenBb/jvB//TOW/qTD97T2w/u6u7xkQ5nUw1NBjodNRD7GeGG6dVw1zVawvkc3N4ngnICy/IOPxd+Qp9HURhnRUvU+SXAx/kw0U87f4qiT6iZ1+MznkhWMUrCm3x8zvNpFZ+z2pdTjC4sFTloOG6bgsgZnAhIKn3zEsvjPqXAgPvS4Wioe0cH5W8JTQod7zO3xizQPM9aJNU5KylWpGpDVe+q6vVrSr1LytWqclpRjq6yOqAGlIVEZZyaF3O2SPkIf/yM8QltRJaWkA/iFlgsbFU5XHcJJ5wLL+taljrORwenQ4ZLWxpPhnNpIagXXOuBX43EQjuxG1dprCpGoK+UjySISjN+oHH/pk4O39fho7d0vPu2hicfQxjvS80eTRyDPnqHeNv1Td5mxBuQyfOJFdkgbEmOiiR+drrs02jJdRpCS+nwF8Wn6fiUPOYPnZNSCOcodYLnmIO2z0RlKOW+2EaVxruand7XKTt++zvv69H9d7W385FOjx5qPDxSM8NPqdFKt9Jqb0Ub6xu6tLWty9tXdeXyNXCj4PL2S6TdANe1tXVF6+ub6vVWVVc1bbVqeJEy5uVa/2hPew/vaOfeh7T1oY52b2p4eF+zwSPl6bECuyJjXwv8ddZCdFrJYyBuvEVqcdgHhkpq6HMc8+LY5AB6eY5oMa+CeaUybuRxluBSpePL8JmkRfv6LP50oUWcYnK5Aj0Okl6SzmQm70kUe8jX8nAFBaYtE5fSBZZhS+PpNMcv8E32gK+Qb3L/Lvr2AnrAxM+IiEIOTVy2WfR7t2i5k+W4yULLDo8hDoorYnkjk/w889/UmSz84Ae/Uv5u0L8+6h2lfr9fdpJMTEya3mCXzITOpMhfzVyHWLldt2Fy43LHx8fy3815Z9C7h97Bs26TKv8touubULkO5pTTYZfb3NzkIbde0lw3IuR2TAJN3M4TMhNX74pZp/+/vUuXLmkKmTERct1er6fXXntV3/v+92S7vaO3sbmhbneFh+gKJPCqfvArP9Df/jt/R7/6a7+q17/9eiFpA/p8cnKshkWpSdYPfvAD/d2/+3flv6V0v92O+219/n8HnWei5zbsC+/GHR4elt1U+8Rk0X13/eXfVK6ySxcRZRxcxv12WyaZy7FzO/ZLRJTx7Xa75SuuLmc7DOu231zO0mNvX5l0Os8+MHEUh+P+D+jtL4+BbTAxPMLW0XCora1Nuf3vfu+7euPNN/XSKy9ra/uSaoha5tGY0cGjnRCPT2zKCh7x6QyzSJqQPggJ72mXXcE7oxO9s7+jv3h4W39272P98N5NvbVzVx8ePNLD0xOdTiZqWITWqVIn1bIM2vmqTrdlLNvzetR9NBzOZBiIZ06vvV23yPOFnPhM6b9kws9C51/SpM9d/ZNsLz6bZzrYMg9M8hoUT3iRcDoda7d/onuH++BAOyx0D0kbsLhkz4V5R93Mo7kFYkGcOqq6a+r2ttRZ2VLV2VSkdeXoKbPXlU0Kc4d6FXHqeICZw0RoEV18yvGfKbQ4lu0tos8V9oozltLhJT5P/WXZuTyvxWF3v0iyzyRqz8KkF1cgSSaYIRJZvAXk5dBUs3EfMrOrwekt9Y/f1ejkHfAeu1EfSiP/bSHkUOxisbtVQT4qyKXvFhI6hP9VETQ6SKOmJeIlb96iaFXPHMsy1mG47DOFvoIE3yUaiZ0nVYQTqIinmeT/I7CFPDc7ypNbmp5+qMHxRzo9vKXTo/vqn+xrOBprkms19ZbUu1F2trtb39HK9ne1cuX7Wr36y1q79itavf7XF/iB1m78QKugd+NX1Lv+19S79lfVvfJL6my/WXbI8+pLatkdn8aa+uOsw+O+jg4PdXywq9PDexoe3dasf4fdwgfS5JFixvi0x/L4JJPCwJfch1WAbx0nSVw1OiNydM9nSXdggWXcw+sxLjulEOMMGHst4kE4NGEugRJuGOVMXEiVI/NZ5qd12gbnIHNBQnt1Bnkeec74XuBy1CVTfon5JMjgHkOG5DFjl9H/BUsuslEmLdPPzA29tF904YOiv5a4f0RBRY6RkAGW0uElRLqeOOY6n0i6iLygHkgvqN0XZn9DPRAR8o5RVVXyEREygTAp8Y+L+Fcn/auRJgYmhRFBMR5Y5TYVioh5/eSba6i3slII0d/6W39b/kXRf/bP/pn+8A//sIT/6T/9p/oX/+Jf6N/+23+rf/2v/7Uc/93f/V15t867USZGJiH/4B/8A/nXRf/JP/knpd4//sf/uPx65X/9X//Xpf4//+f/XK5nMmJbbX/LTlIE7UPerl+/LhOnf/gP/6Gsw79u6rZcz7BdJmcmiN4BszTB+b3f+71S3nXcpsv9V//Vf6V/+S//pf7Vv/pX+uf//J9hxx/ot37rt/TGG9/R1tam6roD8dzQd7/3vfLfcPzTP5r38Y/+6A/1B//lf1n02Qf/5t/8m2K7bXLbW1s8vKXiO4fdb/+Sqtuzb1zHdv/+7/++bIvjtuFfYss/wD8msLa7ZifMfTeBNtEz2bZ+l3FbfxcCapLrNlzW42wSan97R9J9tH7vUDrNRNRlvAu79KH1eC68xg6q003yPSfsJ9tj3/7jf/yPylj90T/5Q/z0z/Wv/vW/0r/4V/9Sf/BP/kv9zb/9t/X6G9/R2sY6D8sQk6agPJQVJc3hlvEzGh7KEx6eo0g6jlb3R329s/tA/+nme/q/PnxL/8/dj/TOwUPdnw50xOJp1ElqOzVj0VWXxXw3KmonNNOWfvbH+VaW4fLQJpINm4C0eBrLZNYO2Ks5XFkXh51h/1kWLFySF3IuFh5c+My70AVktmTNwAhSeDQeaef0WA+OD3T/+FC7o4H6vKiZojgrsbYDJoPBgq3qCiaoursOKbykTm9bASnM6rHMWwEdZWbYHIkwjZT2kbQrdOrpo+Q/nbiIO89YRD+/WLb3STWeUlqKl49FhfPhRdJfQnis3OKZtK5zTTjoeZ7wzxmokCAIqT2VmkfsDH6s4fFbOjn4EbtRf6HB4dtqB7el6Q75EKPcZ8E/RvOMMUPkCsmYeexKuGLt7rQFaItSi5PGFiGV9CQxjvL4l3gQNxBf2Wnq0GjaTDRpxnhiKkEs5pjQN3bemgPl8X3NTj7EL2/rZO89DUzIRvuqU6uVtTX12OVbvfya1q+9qY0bv6T1G38V/DXiv1JIYO/G34Ar/uocL/2qVl4i/vLf0BrYeOXXtPXqr4Nf0+bLf12bL/01bVz/JW2ga237NdW9S8zxTnlJOuofsjt5Xye7H6nvr5Qefqxp/x5kFVLYHOHFkQJCJNYDxa0JfwZ+RsiDHy39aySTxgLixFTyCVgiaJBPxotrt5Q1GfQOpL82W6THf4rKMVXHNIXMBmlcoVZjoKSoQpN8P2gj1GBPa1CrLWDOMH+y58KSDGZqtsDEj7WFX14UNCQaJY1+QE4zZNRoY6rM2GW1yCyrENaJNuS5SRtyG0Uu5izxRJtzBDvnjxFzBfqk4zOyP6naRfrXyANcGV8jay5MufDAOQ94IWXScIkdsu985zv6jd/4DZlQePfKBNGkoqqWU9g3PLC4KxFSZvewZmFu0uD6v/7rv15Ikknl70G2/gFExjCZMxw2uTIZMhl0uy+//LJcz3X+/t//+zpfz+X9K5i2yyTH7ZgERYRsuzhsvwmPyYvtNslyPRMr6/LXNU10TH5MBjudDoRunR3A1+RdN9vjdpflXddx2/M7v/O7+u3f/h39Bv3yrtoGBKeuK3U6XV3evqw333hDJll//+//Pbmt3//939M//P1/qN+H1FmHSZeJtftq4iUO293tdsvu5RtvvFH6/tu//dtyu8t6DlufbTARM4G+ceOGvDPn/loHqiBEtewTk0WXsx77wLt17mviIW247atXr8q7pPaHy3m375VXXpFtcRn70D62Ho+Vbbd9JqGu6/4vx8m2/d7v/X6x2Tb+9m//F/jpt/X3Ge//4nd+R3+NndFXIJM9Fi7hBQJ2yOBhmRm7Ftny0MzAckZ8wIN2Z3yqjw/29Paje/rRg9v6EbuDP9l7oPdP9nR3MtABi4s+ZHDcqdRUPGAhgssHqx+mhv3yVSPTYA7pCZD2SSdFS5btNRxZplmH47/IKP7EAUtJ8KnT3uIesEgt9yLxya1qRtaYRd3JbKp9SOD94yPdZafwEbv3p/76N+VaO7ldEIiMZB4pdRSdVa2sbmt17aqqzpZadkva3FWbTQhr7jmUZc6qIBatL6R1ngdzWl869OmHTfGEWuKsdMk4i32RwNNj4a4WPag+y1uGF7Lk81HMQTI8eC7AjJ2lvlKzK01vazb+QJPT9zQ8AYfvaXT0oZrTO9J4T5qdSO1IKkRBHChnUS0W1bIRZ42TZX87zUHmgLMclNNpVc9AX/nBLFWrrIZ/s+CzEAqIoL+COe3TZ8hg/4GmZ7/M+r4mA3zR7KtXT7S5uaKt7W2tb7+s1Suvq3f1DfUuf7fsDtZbb7Lb94a0BtbflNa/O8ca0lj9rvLq9xTr31Pa+r7q7V9S5/L31Su7it/VxtU3tXn1dW1dh8Sk+wAAEABJREFUfkUbm5e1wsveZBsnR4zPPQ0OP1T/4EONjm9rOngAKTyQmoH4EEwNaHEEPQzCHoEW2YDpAjOk0xBPn+zgC9KYIYPZJPAM1CVNC3IYpAdkMEHMEuXDrbkpA50WngZupVk8bxrmQMu8MTIEbY6KmlzTZS4tKvLSSE0jzbDzDI6DBjvaGXWmjOG0yEII8VHm2WQf5IUa0Z58b2EnV9w/oqCmSAUSiKdQapC2kHr+Yf3Pz7lIfRE8kF4EIy9s/MXxgMmEd5j8dUCHTTBMzF5//fVCkExw/F8KmECZEJpARSQWRVmu569Deneq/F1YuYFLJhT+tUmTFu/imZR4h8lEziTEZHGZ7jwTD+/q+WuJGxsbcr53uVzeRMSkxPVN5N58802ZlPjhtBwltxcRc3t88ybDZMntm2xaj79muax/+fJluS33NSIW9q6Vv3lcljcRNjl0Had9//u/BIH6q8Unf+Wv/hW9BCHrrayqqiqJR4FvzF0emCa0f5V8t2ey9Vt/97cKyTMRfAXC5XapoIgocNh+NEzGvMPnPpqcWodtcN8d//73vy/r8Ph4HNzv83Ca/WeyZrtN8lzHBM55EVHsdb9N+EyavTPqsu6j27YN1mn/mrh67D0GtsG67HvXN6zXafbvb/3Wb+pv/a2/qb8O+TNx/PZ3vqNf+es/0K/8jb+u19/8ji5fu6re2qpS1EoVt8FgDgE/oJuUNE2hCfaNFPKSYmc6lP/riPK3gu+9rT+/9aFuHu9rdzbSSWRNIIGzbq2m01FTVWqo37Doa3hz2zQtc8EjIo4AX925bNVyifOte2FyFneBRcRWnsci+QsJ6/lCFb8BlezSx+AeRZ/8t4QjCMTxZKyHJ0e6tb+ne6dHOihfG2UuKakNruMlyoKQeLWiev2yVrdeVqd3VUobatklzFrhiu+guZZY5AVzNogFEvELdT72Na4I4R8pIwvwhCXi7CSreCmouETiuk1e1LNLGM2R0uxAMd1VHt3X6PSmTvbfAxChU3YKJztSeyjlU3SyexYsyiEBJGiueC5UjkUjQpY4pUpwaQX3IcZeBUEJA/EVnm7RVtTcEzuectEoILx5fKS2/0iTw7s63rul3Z2b2t+7q0H/AH4yVXelp83ta7p641u6cv3b2rrymja2X9Pa1ivqbV5TZ21L6qyq8T2W/jcQlwYC1bRTGTPiM/zWMGJt6X9XKa2xMb6l3vpVbaBn8/LrunLtDV1/+ft66eVf0tUr39YGeX4B2rCj6a+rHh3c1/ER5PD0vqbjR8qzI7GliwcbsDwzgYwVCJ/zqEqCw2oJzvOz5BJajqWcB/nLED5DzBPRjwLSS5w8aaQ5JgrKhBp6lVGTz2RA0oI+izxZLxAtxxOw3TMJYi5NpAa9M4j5jPlWJE+nKXFjxvyj3RA7kwUT2psqYiFpK2graCdKG60sUwljG/M+ypqJNi0Nyqogi2IqB0HL8McFvlEeSN+o3lx05hvhARPBJUxwer1e+droDUiPCY6JgonGnCzw1HKvfZNagHW8xEeIf5bABMSkw6TBJMbkw9LEb5s3moYJh2GC5rJ1Xet8PZNQw3UtbY/LmuzZTnHYbodd11iGTWhss9t3H9y2629tbcl5Lkf1ckaEHHe/bZfLuz3Xcd/d5pUrl2VdL710Q9evXVOxlyd4REgGd2//Qf76+ga7dFfKL3Raj+E+b25uPtOuFof74KBtcN9M+GyrbTjfd6fPxyDx8E40GwUJQhURJc3+cx9d/6WXXirk2buD1i2OiPjMchFx5g/rsg+Wutxv6zKs1wTxlVdeVrHzlVd1nTmzvb2tre1Lurx9VduXrmp9k0VGb1UVb2LlIyrlSGpoh8enxqFCAvfV6F4z1AfDQ7316IH+/N5tcEtvPbynm0f72h0O1YfsTanXUD+nSkIG8KN2hp4CaflIJfSzPxeXwVlDXgSXNOwp4fOSUs4Ti4GCltjTIG+5WLakyhc7Ua3nAHN+Kn2l/EJPCVPb8pNA9k9xWrGLWz4PyzxLw60u5TLs+AJFRfko7rX/2whmljTibf/heKSH/RPdPz3RzmCgg8lUfYpPmJ0N8zMjDRFWWpW626rWrqm79pI6kMLU8U5hj/nVxbU1jVYsQGPxVS8R1qce+Vzu+fC55BcniPvt3zNg+TKsRR5JnOEoWEqxSH8SFc6ouA4qXuhVkI20+DXNlp2nyfFNjdiNGh69p/Hx+3DBD6Uxu2Qzk0N2DQMSUp0qqrFS1SBbCWJlZEYqM1IGQsKKxy2HVCwJ5M/rzFiQVfMiqwMqCJsgHu14FzJ8RyfHd3R0tKOjkxP1R4JibKjq3dDK1ne0yk5g59Kbqre+pZX1l7SyegVCt6GoKylNVaUTVbGvaO9Lk4+VR++rHbyj9vRdfPiuhC+j/7HqyX11231ec5yqSwt1qpQ6a4qVbUXvJfU2vg35/CXwVyCcb3ItvMIm13b5u8X+aKzj4wOdHD1Q/+S+xsOHyrN9nMmYaIycFgTjQEAqL1u4bjIvVAxhK2PSRlYbrTLSc6iUJewx5O0AL/iGmkyONRgcqH+6T1v77CDvFYxOdzUZ7MPdjpSn3kGGtLUg99HMvIhTpThR0imtDVRD4mpsqyF8FUiGSeSSWMZQKuhzDznRjBcUo9GOhv37Gnk+jh7Szx2NhjsaD3Y1nRxI2foHtGEMVcVIKcZKtJPQH+cg2lI7FgMiBgY5ASPgNIfxWSG7SIh7bvFLk1X4ItcJpwwqfwPOX+wupF/s7l/0/uvogYhQxS7LklhEhHyYqCwR8TjNeRGhlCrq1arrDqiJJ27AAaSIIK8qSCmVuBZHBGWAo9Zv+TxERKkfEfIR8aR0mnV3Op2y42eCYsJiUuW0iOBB0j4Dt+kduSUcfxrWfR6s0YlG6UfQHwX3b9+VaSMiFOE+UuQzTrezLLIMuw9GRCyzPlNGhCLmcOGIsDhDxDweEaWcMyLComDZtiMOGw5HRCkfEY4+F7bViJiXsW/O6rsGyQ2PrLGmPHp5I01aqyiLcruMKA//0JQIjzxKSSco8f8d+M6jh/r/ffiu/q9339Kf3PpAb+8+1L3xqQ5ZzPtHZryT2DDvWvzdtKGcaUxJYkwyaEBbQN7CPrf3M0OgeQGbUkAS3cUDeg54sOcs//CJH/QtC+Bm1shw2Glk0i+cQzkCKHlO2G18GqiyMMumPIFPq/ZJeUtdznf4OR3DTueqtKWf6sDYTyz/vLxiwaLG47BDRsmgWnEfcyCYL5mXTTPmxYDF1cFkogenp7p7dKxHkMLjaaMB5cdKzMmKeVorp64KIazWpc4VFsWvaP3Sqyy4L0uxyhCRn2tFriCDCQRhsuQj/PGJoCkZn1jgRcigi8s+nMnENWfg8wx0BjpEmCqKp/5VxJeoc6hGWc0iuGoGqmZH8JpdiZ3CyenH8n+vcPToRzrZe0v+Lyo0ZMdwRn6GfKS+lEaSd2diqoAQCSkITmZ32PenTFsUknKABCxBSbfUz+dgTop7gKZTaTpRnp5qNtyFgMwJoQnQlDma6g2tbryszStvauvaL2ll+3tS71WpvgaYl4m5qoo+sMOlgRRH9Iyd1ukdTYYm0z+CWP9Qg/0/1/CR8Rea7L6t5vhjCSKnMcTGO1/ck+SvULc9SZtS5wZT/tuQ0O+xC/k9rV9+Q6uXXlG9ui3fawejE3YJH+j44JZOj+9qAmHK0z38iz6dogOio5Y4Ps4JiY25g6zJq8gJZf7xpCa8/JynCGIf7NY17VD9/r4O9h9o5+Ft7Ty4JctHD5EPbmr/0W1I6X36uQ8hhRRm2m0Xsthwii+MIXLMlT6ZAxIYJmftCHsAT6w5GbT/mFM61pS+nJzc094+7fjXXQ/v6ODotg4O5jg5vs/uKH3NlIeIRh7SL4gdJFDhvlvvIu402pTb8+6jwwYvQmWYLJoMehd0NlHDfCiYTTX/5guqM7g4vxEe4Gr4RvTjc3fiouDX2wMRoYjH+PzWzuskFgAmB6nooHYsYEGa8yLiiTYi5nGKfOoZ8Wy5iHlaxFzWda21tTV5J85fR/XXH/01R++umRhWEF034gWBCeBSOm0Jpy3xvDTn8bQoWRGhKKH5h8NLqOQ8ebd23fPQ4nDaIqiIeALL9Kfl+TrOiwiLT6wbEc/NO68nIoqOZVpElDolkQ+nL0G05EXMy0TM5dI3S5kVFM083DPLsRZkNaSYJLIs4NEv8sQbZmkwa7U/menOyaHeYSfwz+7c1J/e/lg/enhHHxwd6N6kr10WiCfRasjdc5KSWiMq9HghASIpg6YgyA/igDYz+CpOt3MGul/ClufxtCGlkPBWLlCWlgjCVJ3HSfZJUsl2+OeF8zY5fB7FJhtZAj/thys+D5+kZ9my8x22nMOxx5qYB2W+JHlneYgHD1lk3Ts+0sd7u7p3dKIj5t8IYjdLHTWgZVHdigVrYkHsRXa9rXr1unprN1SvsGtSrYntE8llqBc5aTlewUgqk/UNP5ddtDS/akOl2w6fh91hV5BtUaIOJ2KJyvZb2R0kXFOx5gZRQ5DqZqy6OQWHqppd1tUsuvsfaXTyngbH72pw9IFGp7fUDu9J012pOUIjC3Iv6Fl0B3ediEZBA9ymkCH/k0rLlA3gMJJ2Re4c+moP+s3bBYl7nKYzaUwf2O2asNs2PL3DLtQDkvtKvHRdWbui9e1vae3yt9Xd/La0+i2pvi5Vl6W0hf9XxXszzcYDiNEequ5p1L+p4en7Gh69rcHhjzQ8+AuN936o8a4BQdx9S6Pd9zTd/1j5iJ3EPsRmBKGZ4oZZF7s2CFxB/ytS51tcB6+rt/6aepsva2Xzijq9VWUI23RyyG7ZI9q6z+7dXY0G99ROGBeTMsYDRWIoJK6VOVDrvoOM71ueCEbW4l9klQrBhEiNWgjUZHKi8ehYk/GJZrMhtTASMtc4HbI4PH1Eu/tqp8fMh9OCPDuUd1tn7PDN2HVtp/Qvn2AHfm76aien+OsUEj6g/FCakTdlLrncZF+T0a6Go0caTR5p2qBbJ4q6r6iGatl5HI/3NDjZwc+7mo4OIHBH4BhSig2zY9omPjpSC4SdhfRhc8b+PMXGwZHy4IDNQtrkWcc2J7ZNAH1jDieenIFPVA584hOcJZX0i48X1QPpRTX8wu4LDzz2QDwOLkNOCi1jX5k04fPXMf1DK//oH/0j+dc4/auZ/ps7f53RO4UmpecNirCx51M+b9h3Yso+U/2ZBAq9qKf7aNj+pXT4aTwvb+4HfwaP64rFVw14uvFYazXlc5xb+Z2pvyY6DGlvOtLH+4/0o1s39Z/ffXfx/wre092TYx3zZn9UJU2Bd3daCF9m7Fp0ZvQLREYJchkX+fOwJGfp53GwqKHtTNNPgDRhn5AJmVJSlYwKWakuYeLOCypzEtQXefgvqqPhF+mk15z2b7A96BcZ8x1WOUktn15mnfLm/S4vGz54cF/+e8Ld8UgD5lYTK2qio1lUylEriwWxlpBxBHgAABAASURBVKTwkqruturuJaXOuqIiHUIYzEXPwZSD9WuUseJT34iDyRsLPK8/ZAmXanngAnyGC3BAySOjSOIEz86lTicnUs8kY5aokLhHVFz7VZ6pw45JJ49UtafsFh4qDx9penpPw+ObEJwPNTr+kDX2bWn2EE374ASwsIeEBCOeUF6lJF9rEUnBeEmVVCSinDRa5Bf9WNaPL6CgpY5nJfDfqZkMHu+w4/ZQJ6d7Gk/oS6ohYVe0CRncvPwdrW6+puheUY4NZa1KzFUmn0wmZqNDjU4f6JTdrKPdD3S4866Odt7R8aO3yw7rYP89/PaBhofg4H0N9t7T8YO3dXjvJzp5+K4m7PLl/gNphC9nfcGYgPtXS4kXIZ1NdVavaHX9uta3XtbG5nWt9bZUs6PeNlMNITiHB/d1tH+rkMM8PaQ+erj7C4JOROePhkjLhGjpSQYtY2YpwpkwnaLETMHOb2ZME+Swt1Lp8qV1vXzjsm5c29LmRkeJnbjxkL4P9jSb0GZzrNweQfZ21D+5rZPDj3V6eBPf3Fcz2OVFwoFmlJ347zRPd9T4a5/UacYHGp8+1OjkAfUe6Pj4ITuTe+gaaaVXaevSmi5fuaQr17Z1aWuNdqcaDw8o63Yeaozu6XBf1js8eaj+0QOdFtzHH4+UTTYhpJm2Jvj4GBJ+fHBPfcZ8TD0mtzCOPk/wd6PohKpOUl0nVSnEFFZofnC5zAMXny+sB9ILa/mF4Rce+Jp5ICJUVVX5tU3vCHp30D+C4x9K8Q+r+G8IvYMYEYp4DH1phx+US2WxCCzlIvrCCPfFWBq8DFs+Dy63xPk+z8NJoRqsgC4IHvBTMOSN7ylyr53q7vBE7x/s6i8e3NGP7t5mh/CBbu7v69FpX6eTqWat27WmYL3zGImVpxFIw2HD4SVEnhFLE4u0vp8N3D9prnv5uTBBlrgAC+Y5BDQnKywGeaqbvJyB3ZF5nkvNNc7rzuOPP5e6Pkk+LvmlhxZOfbrl0s4ir4S/ko9lg0v5uNG5T6WEoYlBCBzZgjHz6mg00v2jI90+2Nedo0M9mox0qqyxUiGEbdRSdEBP8i5hZ0vVyqXy31B0V7aUqhXlqBjHajE3KSqhXd+II/BZnOuJw8a5pCeCuFdU0ROSCiWNkpaI4h+SHSSc8d0cOJI4ySUzCAfjlpTapLoNdgozmCpBkFoW/lNIz/D4Yxbc7+n06D0NTz5i8X8XCrGjLHaBZBIykdQAFX1ibLU0UMsjCyM0v9IIE/rk0/nPw/kacT7yVDiUseSJRO6HgujIO2nTXbX9+xDBHR0PjjWcTtXUPdXrV7V6iV25S99WZ/1Vxeo1CWKWIWGZHhcC0Ryi5r7y4Kam+GV0+JGG+x9pBMEbH9/TrL9DsV12qvbYjdpTO95Xy+7XbPBA05NbGh+8T/l31N9jx/DgHTXsKmpyC7ewyxfHUoxAI1W1/EJkpXdF62sva3PzVfAKz+DruHGNncmpBqeH8t8TDvv32GHbUW6OpDIeYwnipuBJEFKTJIaXHrT4JSMzUsAyS6TM0TA9puwSjpETmRR2IErd1Y666ytaW63V6aCjGaiFcHkXsGE3cDa8r7Ft6N/WdHAL3MEP9sUDNf2HBZOTexqf3lVDWXkXcfhQI/KGEMURu46j4ZGmE3YPk7j2V9Vbu6TO2hVwWd2VdZmkUVnN+BD9+zIZHPd3NYRIDiB71jWGYA9oZwim6G6HO/KO5WSwQ1sPINEP5J3G2ewQX/FCI9Oev3bKyxBpJgV+D+5c+IxTy+N8eJl2IV8sDzCtXiyDL6y98MBne8A37yU+u/SXWSKlxMOgI//4iX/4xPDOoMlgp9Ph4ZEUMb91RjyWEVHSI56U+sxj2U9LFw5/LHA+vEh6IcWyb0v5SZ14fr4Xk4msmmpdhVZYiFVgxqO+z1v/wzzWPcjgO4/u6c/vfqQ/vfmh3np4V/cHpzqGII1TrYaFRxsVtYOFBnAoIw2HQSJsxEI6nFg8JtoO2jYQi5PERehnJc63h0nClAK3XJY4FChhdkCaZiaj9Xe8IIH+rlduGrWzmVryWnZIhL+WcL2fld2fWy8Fz+ygLwyBnoHmFiO+wtPGLJtbhnMxLZHsrySWOeFB4XpvqqQRxY6mY9053Nf7jx7qFjuG++wcDinfMO8yEAtupRXJXxHtbEm9bXXXLmtl9ZLqzir6OyCV+ZnQHVnE9eIf9OOn6cTTxZdxS9xSZvHT+oLUub8yPpvj/MwJKvparmAMJoTdLK1wb+i0Y1WTY8jNjsYQmdOD93S4+xMdHLyto5MPeZF0R+O8q0bHtODRZEGttjQf5XPxgf4SChRT8nzbJf2ZD5d7JvEzElzHcDH32NItnbcE21rsnEEGRg90Cjk5Pn2kwfhUM+Zgd31b69uvaP3y61rZ/JbUgQzGprJfUjA/W3qam1P5a7N5eEft6U3Njj/W9OiWpsd3ID33lcZ7+O5EvRiCgXoJRJ/971N2YA8h2ruKyT3Kv88u4o918PCHOtr7kSb9D1V2XvOxFCMpYWskZE9VZ1urq9e1ufGqLm9/R5ewrWLHcjZtNcP2CTu5I/oyOr0v2KYwRJJ1TKk/VZu416GqDST+RzOf9s3SX5aGc7gnssPYNGPNmqFm05Ha2ZjCU6Wq1UovaXUlqVPPlDQk7xCidZ9dwZsanNzEnnv45yF9fAgJfgApBLxQ8EuFCfZNsHMKcZwOH2gyeMgu30NNIcvT6bGa2QASOlNV1xBA+t1dVdTr9GGNtjuqqlAd5JvAzU40Y5dvDPnuH9+n7YfE9yCLexpDBAfHd3V6dIeXGHew70Ehy5PxI83YnWwbSDO74Cp/h8jLDMhtbmnbXy3lvtS2+IDnhji4hXHNOKC51MXxonqAS+BFNf3C7gsPfB4P+Cb+ecp9eWUSpNA7gb1ej4fUqizPk8GIUER8eQ0+o8m6jWcyXpCE82O2DJ+XDj8P7p7TLd1/Qwr+JZJrSR3gL9/5sd/nQf6of6yP9h/pHXYF/+LuTf3F/dt692BHdwYnKj8cU1Uag2mq1EZikZCkjEYg9BIqC/AgvkQ6Fy5pLkeasEHPHE78GSOsH7Np26FM3OYQ5cxKzMVup9b66qquXr6sG9ev68a1G7q6zeKvt6oOZNhlMh2YQxzWhHjmdPp5PFPgS08439rzwl96g59LYVDKQJydmbmiAq9lxdHi+wZMKNqHdO8M+rrJLuHt40PtTPpiScfSM6mVZy0zOFakWJPShgQprHuXNCeEG0rViiJqhRII2on5oOvFPuhF6YA/HDYcNs6HHT8Pz/FMQpEUdJiocA4zWfODRLLwlUjO56ByeL67cKAk5aQKQli1oRoy2IX8rGgGkRlBZE5VNXtqx3dZbH/EQvtDHR19oKPjj9Uf39Oo3dc0nzKOI9RBQlhMo2I+PtlNlQ8Clm51Lkl46jyfvgw/LZ+qQq+eTHH5ZYp7bzMsnd5KLTaOsHcAiWDHbjQ5UhvMwNU1rV26rnUIYXfjFaXudTVpm/m5hifsDeYeasKEkh0xQQgzO2F5cBf+9kAVO46d2aG67RE4ASaAfXwH1MePp+BY3byvbvMI4ngX3nZT49MPNDh+X0PkbHgXMucd16EE8RHXjqJLeF1RX2bXDFLILuHW5ivs1F1RJ3WVIWsz+uMfl5l4N4zdSEGWZNLEbmhmh7BNMzXoa9Tyz/6X7A2VwyED36gphKxltyxTV4x/UG9uSyMmCNdhVqdqVaUJSvqQuEOZaI3x5RSS104eKuhflQ+UZvsSBDlNDyHCx6pmB8omZd4dBM1kT7k5UrBLlwTppM3sNpNoB3/TP2lFxQfcI1KWKuzppCkxfNScqPX4TQ6VCPc6E62tNOom8hiH2QgCCPy3jWqPZWRkztSDELYgT0/YMTzWcHiswQDw8nQ0GmrGjnHb4qtM8wF0cbzoHmBavehduLD/wgNfHw/knNW2rZqmKXDYaV8fC18kS3jSPGGu409jXsCpDlku0ZLQKtSwaGgg6Q2PyIkqDVkwHzVT3e+f6v3dHf35rY/0Jx++px8i33t0Xzujvvq51bRmIV5Xmrl+lhp0ZYO4pQiLhaJlOAyKzOII4DPkqEF2CTv1qwMtc4qWbZGtKYuGVmVR20GuQSKurW7qjasv6W9853v6jV/6q/r1X/or+uVvv6lXrl7VFgvBLoQ4MbfjDKI7uWCuex4OPX3kkjD/LMFfmI/zfS7TpPQ84zPNkfEc/m9YVCHKUu+YlxQP+oe6fbynuyeHOpxMWAYmTaOjmTqMIovf7NcayAQx7F5Wxc5I1buu6GzLXyfN0aNcLTHX5wjCL9YZ+GaJpeWf3ouMTzNFc5Ge54bwRJGet+SWM0uxVA7RERRARZJBeXHkhZTc6lOgmHUmSZ1K6nVCq91WvXqqTvSl6YG8y9Pf+0D93fc0OPhQE3YP2/EDZUiRGggNC+5gxG2HdYn2Mnb4WYGpkA5SaOdxOJNmON1yDhKxgoLUJ/Ap57KM5bKY+5Xpoe9sUxInKB8qz441GuzqhJ2l4fhQDbtBdXdd6+sv6dL2t7Sx+bI6nS1lXky0zMWmCU2nTXnucZtVIZTDXTUQytnwIf7YV92eqMdMXq1mkL4Z5GSiYKcpgWCXFRakiLGqGKlG1jFEcqeGROfpITtkO+of39PgCJIIuWNLVoKUiZcouI1wjf09qd5UWr2stc0b2ti6rrX1LaUU8g7ebHKqKZiMj2nuRHK7XFUEUNGCjI6s4DPxWYEARPmcp+N1+um+ZimSUlUp1UYSjxXSWvxSSjE0bfHddDqBPAGeObNFOGN34kYcnoeEUaNuN8ky5ynlh5pMB2r9X55QptNJ5Feqqyi2YIQy64zczKQMCAfPrJAwI6mTanXqel5WU1Wp0So7l5e2V3Xpyrq2trrq0Z596DZqbOkQjzorV40a/DJtJxrNRhpMBuoPT3VycsQLjkMdIweDvkbjsWazRp6juji+ER5I34heXHTiwgNfYw+k9MmXWUR8jS3/ak2LWPriaSkebCpHKBM2hBRHXoDn4iLkxXeLLtYpmqFqSnjEY7JPjQPkfR6iH52c6scPd/TDu3f1o3t39e6jHXlXZpc3n30WQBMWiE2guzxkeUiixztr1tnQToPOFul2KMViwu1nZJbb51MtdVp0sESYp1FHBvUkMuVjKR1WSXXKF0dGxzmgKCmr4qldsWiomqy6aXkDn9VrpHWMvNFZ0y9vv6TfeOUN/e3Xvqe/+a3v6Ve/9V398o3X9NLGtjbrrjoZ26gbkJdAVzoD6fr0w76wdz6pFCZis56AviGH50zpGGPgeVHCyw6XPmbZn0wTeZ4M26n2xqe6ffRIN9m59o7haSuW0rWmuWaByWgyZmorakMIV64prb2uauM7qte+pSDeVhuUXdGUMg27WiqN6qc+bOZPXelLqGBfLNWcv96XaZaPbcN/+HZersWXgOVsgOSF9kImvBuAdW/xRpTrmguA3aFcwMI2PAKoxU6XAAAQAElEQVSerZkmQrlcq5aphFviRmOCgQG+tsv4cnv3Lb7C8Jo2aohGNTmSTiCAhx+r2Xtfs/33NDt8X+3pRwzmHanZkfI+7bArowFypJaFfcN1xWVGOFho04hNKSBMKVLn9isjMymAOhRGXwuIk0eAvOXpNIctDYeXJRyHUGhEIiSJHauGHbRTCOHx4ED90UAz5lGXFw/rq6+yu/Saep2rEN81VdxLPQsT94Qqt6q4bwYEoh2faNLf1aj/CCJ3oBYS5vSKuV01DWQwK7gxxyxJLf3CbALK4fEgwiBFhCKCNiiLX9opBGlwqMHJnmb+5VFInWZDqk0lxpgPKbAmdaROD1K4odWtK1rdvKy6u6osQQanGnN/Hw0HmrD7LsbJdYNcWlPQHyMhqzOIkMizBnGEFLWkFWp11eRKU7KmbSMT5zybqZnONGlatViv6CoSL2h4eZNjVW1aV06bUrok1VuKziZFNiTuwepyPWN7y07/uE0aTrLGM7rIdV/VPQjhqup6RSmSTASbyZC2BsqTE2V8PhsP1c5ysS1Vm0oV+sSMzCFO2Rx1klSHIiSXzNgf6lJ2VVUHQPxb7vdD5tQp/RiAEUPSRpLqjgKkqlaqKnRgB635pLjFXCehonshEZ/jvCjydfBA+joYcWHDhQfOeyAiuNk8Hy4X8WSe055GxOMyn5YX8bhcxDz8dPmn4xHzchHPlyaAFTfM83BaRJypiojSx7OETwlEzMtGfLb8FDUlK+KTdbhAxJP5TnsaEY/LfFpexONyEZ8dtq6I8+VUfEQSAZ9+zIjDcg4edTzZWMTxROJTOYhSweuMhjDrDt6Phlg66IgyDyGDHxyd6Ef3H+o/f/SR/vPNj/XO3iPdG/Z1Ih7AnUqTOmmWQg2LnAwiMnZI1m2djfVjRavgoS8WbyrrsZa0DFracbhVVktd2+KFo/OoIlFf2KZzMiKIxiLvs6Qkinw2MkWy/NhOWSzYsioWKvWshRC26mHYJRYsr61d0q+9+oZ+8/Vf1m+88h399e1X9FfA69vXdIVFyioaalapwdvggFQmEPTNOotuSXRTPjJ9tzMy+XM49XMA+6iCIz9HWYosixP8Wp7n7fO8EeOroHvA0kaXJPwVbSYJb/E0nqRGx+1Qt0929cHuPd07PtQRi7IhYzVmYT5hQrM+lhoU5Z5UX1Gsv67u1ne1cukNSOHLpF1SoxWZELYmhBhAadrQTwX9nI9gQnhezZGfsiaXvswTCWfg8vQ8qVWCDAZhIyEdTy4DLEVZkS6x4o6ZcjSAK5bGcBdhlwhlWjFaZMuA2e0tzjQayja01TAgDfcVVumqiK+gr9cO1JuyM3Z6V/ngA01239F47y1Nj95T7t+SJg+kdk/KEMd8qpYxb5qJGq4tpgPtkkXnMHceIExz83AmcgYCZ4UcbiljUOaJk7zHWksO3UA63aQKQjg7VjPaUZ+dwVMI3cnwUP3xQDPm3Ur3qlZXXlWnuk6dTbCiCjJRUb2Doi73yxqf53Ff0/6++iePNETHdHygPONVXDOWpmPl8USwJSXmcUKvEfiWAZMSdicUuqPBNOYZ2qkrdatQzTi16J5AUoene2qQMEOJu/v85pPo9wKUVr2qlY1tdgkvq7e2qaqCvEFGR8OhRux2TdDlr5IKm1HCSV3siBzc7UIV4SXmOSLFgAzFilJw7XGNzbi+RuyOnk7GGoxGGg5HOh3QBkyuwY4KotftXVJ35ZKqziXV3cvq9K6q6l5RqrdVkd7h/pt6G8o1OrnfCmI2pe4IpjlmaJpMm1VPHfK63RX6UqlhZ3XMM2syPNZsdKQxPh/2TzSb4EPuCxWEsK7WMbjL3JJa+jljh7KBNDajUw0Z18lsqgSB7mBjbUAGu/gqr6zqlD4djSbqI9uU1N3Y1Nb2FW1fvqpLyI31TfV6PVVV7du9mLYFOavEM3MtLyKWS+ji+Fp7wHP9KzHwopELD3wZHoiIz1QT8dllPlPJFywQEYp4jMTNNGIe/yIqI+KLVPtCdSI+u62Izy7zhRp/bqXHbXlpNi/CE4eHDY8dog4jyulHEKlnVYKlWdJMwe6K5B+HucsD+51Hu+wK3gN39fajR/ro+Ej3eWt8wGKhX0mjOmlaJTXcGRvayWgJJGoIaQ580C6QycglLJeaAxvaoKZBSi7ASOJ8Pj4pR3UV6IsemYrnQdSn20I/J+qzgie2iVzVtOwQZnUaaTM6usEC4DuXrul7l2/ouxtX9QoLkWtZukatK3VPG6lWT4k6UqJuYrXqBbVhv4REyQyQGWhxEOYsPbdcpD5ffGaBJ6uV4vOG0f9k3tch9jz7/EJAizHxfCgOW1rPwslZTp+yKGZJrUe88b9ztKc7+3t6eHyio9FUozbUsFTNqulmR2LHQdUlqb6utPotddZfK4Sw7l1W6m4oWESq7GbYWXqhjjK3cKQtN2x84CfLx8i48TGEP0s9vBRcqVzFSiyEEy91EnmJ+onKQTjIj2gkkIGok2NBCGVNfJRzUSOSa6iNAAJ5DlGHNkT9QFagm6dazUOtNcdane6qO7yndHpb7fFHEML3NTn6QM0ppHD8kGoHtHKqiLESY6/S2VDOS4jwApScnxmxBEH6My8EGSjhZZqlsSz7WC5DtEKBGRjJ/3fidLQHYQLTI00hqdlkDLLgX/HsdW+ojiuU3cCgLjJxZ5BwicpB3zUbq2FHcDo+ZEfuULmhb+hJ7MYlCG9ASqLcR0ImgyknBf9QKBX/L/ogKSJUJaNl1k/JHqplZ68ZnypPT7EXm7nDywdlRakC7mswLc4Ndde21FtFdns0kTSbTjQa9enjqZrpgLQJtVv6kVTzWUelOleQ3aSqDSXGIWUp7Ff5qBTRVapWVeOXVHv3r9I0Z/UnE/VHYw1Norjuur11rUD2uquX1Oltq7MCAexuK6pttWlTs1hXE2tqIa8ZEigQkLJqBf+S1sSKEm10e5vU3QBr6q2uqwdhS5HU4OspfRkPjzSGGDaQ0pRqrXS31O1uq0ZWdU+RKjXctyf0vQ+J7A8HmvICI2FjjV/cjywIMx5oq65yZ0UtyJ2uRH6ww1rTZt1b1coqgAh2TExrPJbsE9yIj2hiPg2dRPyccPACL4AHFsP5Alh6YeKL5IELWy888DPwgJ8ygPMJ5cEDKQUPWSAelAqx1NOMQmPCpywId3gj/PaDu/qTD9/X//PBu/rxnVu63z/RCXkD6o+q0CQlNegpiBBrAWqrQOVwGiCcSc3nJMFyOq0EFh/WUaDMv0WiV/+0uYj9JcTTrS1UWX8JOh+wWFGLRyC9FcSw5sndZd21yUP/9avX9fr1l3SVRdMKRZtBowlvpm1exzuJlOvSgRodpedIP/UD6XgB9fS4d6XlL/LhNr9IvdL8F6n4VdQ516kzO0k7C2MDUT7nJ25lR6bRcDLS4emx7vHS4s7Dh9qHFE4Yv1xVUqcjsXBTQmYWbbGqqDdVr25rxb86un5Z3dUtFpDrShVluCbEfNULcjDdmE1lZiGXRgcBA1H6sgw/jgfphljQiz4HMopMKmHHISDL/Ez5HFk5WrVIw7t+bYi4VPJ1Ti7Sz/KpkxdwKSPUQiIaltaNVti9WtVYK3nACxXI0WhH5ZdIDz/UAMxObymP/dXRE6U0Uadq5W/0VUVHi7pM6wg+HfLcOANp87PkEDwnsanUwl4yzp3LMk5yeCm5N+SRYKnwuRNNJqeasQOlFBCAda1vXNKqSU13S0prVPKcYh7OB6o0VT5sHHfeDCFu24naPFYOiJyRZopoFPQtlGUTo9QP9In0uRSHk10gUzZTx6Rd3M0Dfwa6pAm3oAklpxJjp8jIJEF8VH5kBfsgbap6kKJ1dgi36MemqrqrlnvfmF2y0Yh+mlj6a6foTbRFj+RXLXS7qERp6ZZ8FKNoQy7VVV2taWXlknqrXHP4Rqmn8TQ0miQ1eUX1yrbWNl/W6uZL6vSucm1eUWf1GuZdVVNtQyC3NG7XNc5rmuR1mRzmzhZqtlWtXlHVu1Lq9DZuaG3rZV70XJXQ2V27ptWNa+jfwuJ5m8NRq8kMU6OnLmVW169T/tpcR2dbwW6hbRpNK/UHWcMxZdOq6h5+oXxNu03bQ0dH05b7CWPc4z6yvnWNsb9MHzeV0gqjVhXgaHvkMYLgeRC9OF9MD3iGv5iWX1h94YELD3xNPPBVmHHuiRMOu825zMRblhQ8E+VlwpCsPjgBe3mq26Njvfvonn50+0P9BHxI+GH/UKfNWGMeqxMeczPghZ51UU2o0/lj3tIy5cnYMnUuWZygi0cu0XPhZRUvXsiZn86fh+afjn8ezEs/82ndxtMZVtnyAUzkupG03lnR1fUtvXbtJV3fvswCK+u039fx4JS353iwFW/KpU6OIm2+Me+XG0DfE/1cplk+DZd1muXz4LwviLlRxZIvqOFLr1ZMOtdNXKjlfDpLppDDS38SVSIh5azkcWKXYTIY6nB/VzsP7+vo5FATdlfmc1Tl8NewGLgSriCJdXdVnZU1Fotr8MU1BQtghRdx1l6KvTAfuEI5QniDKzQhCROXFmF6knHqY5AO4cu5g0s6uLWLZHHrBW5GgqxFHsv+zMJ+iRa9c0j+SmjDQORABaCZL3AGVkoVelGllGcKdslyc6TZZFfjwT0NT+5oeHxLs/5dafRImh7T+FAVu2h1O1VFnaSGfrcqpFNZtqmNuV1Zwi8LkNbSUC5weYPyMihYTtcogfLhmFEi1uS5xUuI8aiv8WikKfMvotbq2iak4BKEcF3eFVJVSSmE65+EfAQthrVheaM2GuXUqjWiLWHHFdi1gPBRKEmMnXIth9GuHFjnOtYR3J3TVK0BIWy4yzd5oqyZpFZCh8J2Me5hMN7srgnSU9Ub6vW2IYSX5V29FifOZlPNpkPekQ2oDhHmKRDA+jKWq4D2aUFnh63CTtEO8ycgXysQwnUI2ubGS9pYfwmCeE3d3jWtrL2slY1XCzq9lxTdK6pWrqm7Tvr6K+S/ShisvQpJfAXidkOJ/OhehaTdKPXWLn1L69vf1uql19WhTnSvS/UVyl0v8ZXNV9XdeEU1baXVG6pWXyJ8Qyu2g3iirOKScrokpW2puoyLrqrqXIM03mBcX9HqOjqwyT9IVa1cZXyv4qurWl97Sdtbr2obQru2ek1d/62j/cn4yGMFsgLPZPD4dIpjS+nwBV4sD6QXy9wLay888OJ7ICIU8fnw4vf2Z9WDKI/rLMsoj3DeF2tEah8csVDwfzZ/Z3ystx7e0Z/f/KAQQv9d1h5vwIeJZUUtTcEsZc0ia7nYksdGi/GxBHoCWhyxkBaZDwPxzOn0JZaZji/DSNrn86c4P6v+PN8WmgSKndAAJhsrVa3L6xt65fIVvXrlujZX13R8fKSHj3Z0fHKsyXisYJ3Vpc8dJO5hUWt9hiT8q/OHGzkff1740/r3aXnP0/V02qJ9W/c0ni76VcVtkrFsr9hFAuvRZZJwr+ZHJjiHfV1lm5+lZwAAEABJREFUyeOUpzOdMh77h3vqj041gyTMGMMZu7xN07KgbZUhkGK+ijFlRcem4Yqi6ilHrZbdsMzibd7Gi/FJ12W4T1nBNZmUYwH64jSR/iwow2LdpE9akEHIoSCChomiHGcxn00+StmE/pB91IbUgJYVkcOGSUnWT3tEsQ41ShnNjFfyj62wA5fyKWmH0mxP0+F9DSCEw6OPNTu5q9yHFI4ghRAVQc6CsZYa+ULMWCiuEdtitBHF7jaEXIAy0C9qZDErCjJpLm+pJw6nLhMcph1I0nQy1HB4Wl4IzQoh7Ki3uslO1yWIxoZiZUWqk0T7Kgd1owRU0hZhz3G7OFdZhQxCCP3LlZkdUBygJSnUorwY1yiopDIugczy7mA2GYQEeqcxx0StoQnXwkSZl330XkVPoq53zFOXOBC2smsX9RpkcJt+bKsinNHfcv3kdkz9ORmUCPPkaDVU63Dxfauzwx1yI76emqRmRlsQpG53Sxsb17W9/aoub38L+S1tQeK2tr+j9c3X1YWkmeTl+rIsO5AvE70Nl7nypi5d+a42KLu6+S3VvZfk/9OxQq5uvqbNK29oizKrW99S1bshE7ocl6X6imr0rl36tjavvqnNa2/IZdfRuUbZHuSxglwqNrk/rHEP2Cx16+4NCOAr2qQ967Vcp3wNgUzrN9SF1K5vvqIt0i5DRo2tDXY4O9uq0jquwJ+5xmeVsn1BSgaelxZLxDKwkE/HF8kX4mvqgfQ1tevCrAsPXHjgwgMLD5x/rDhsOCvkZ7Uf3S0PqRnwo72vmXabgT4+faS3/P8L3vlYbyPvnOxrfzbUMGVN69C0kmbcAWeoWy6uckTRiSo3UATZJVw+5k9Bgk+kEl+eLvA0lnmWyzyHl3Da+bDjn4VleWS4LLKcDhslcvZha12M7mqt09XLV67KZPDS6prydKrdnR3df/hAJ6enms3wJISjajI7Fm3528FgcWsdUl7otDQW0bP0Zfx50uWfBN5eFHT6IvhFhI17Dv6SWr+IJU/UsUlPJBDJJBY4bAMX8PiwhlbV4nfSEmRC/rsslvlBZrAzY5LC8l2sS5WJt+dnaDC6iUVbVCyYk2atxBAqM6dp6gufX1VFurxoKpTpl+22bCELuWCePi+EEykjkAsqFqsd0GUR3C0yZ4hxwcoiPs+XdwpNDCEH1tvinzmkFrVtZGTGBgnV+mkP1JUqqMJqoYLrKfOSJfdpANLXHGg22tHo5Lb6Bzc12IcUHt5RPtmRhiaM3rmaUG8KGO1osAWah10ZpVmoQbY01Fo6XpBFKWZLprwKlp9kn52u/0S65xm7krPpSNPRQNPJmLLB+4VVra1tgU3V3Z5U11KqhFHPQj4YH2yyjcUu7rMtyGdoqQ/ox5xIYAnlhcJgLFSQJOLuQQ56474baaqc2CmMmWYQQaOlp6Uf1hHzegpsDAhhmMAAdgnr7qZWepfUWdlQVXkOzCB1Q+XZQG0zlFq/RjTGzJOpSADYxucTJx3LxcYKC1dUV+vqdrbkv9frdi+r01mA3bbUvUJ3LqtNl9QE5CxtEr8k1ZfZ5bvGi5vriuqaIl2V4jLYltK2coWE9KX6mip286K6oja21WiLp9qGmkBHdVlV95o6EMWKncMgHLQZbrOzjQu2pLQhVZdUr1zVyuoNrbKTuAoh7bH7V62+pIo011G9Ldm2mjr1JdrcVhf9K+myOrSVtE6PV1WxIxrRpd+1xKfKYR+BIGIg5mcuJZ5ImmdcfH7NPZC+5vZdmHfhgQsP/EJ6YPk4mUs/Ys6jieDhGDwkQ1OWXZOC0IBl0EEz1p3jA71195b+/KP39ZO7N3XrYFcnvPltex3lXq22W6mpAh1ZZfFCMzzvzzydFyGnzcMUKGlLWSJf8se8pS+u9Pn1bXHwiK5SqFvV2lpb17duvKxXr15Tt5UGB8d6dO+B9iCF/rqYIIPBW/SwbDJrN/C0UTFPyPi77FJlOQTm6TS3CCwE+YvQmViocMWztG9iIJ7TdyfNgQch26xEcVlmAyWraqUadKPSRq+nSxvrWltfZcFZK6UkMfcjVUoVSNYyw4cTqQUsljPzvGHHx798mb3Yfzwq+jofZ/Oh2Ot+4RucNycGkINF+jwH8qFQW8C1rI5aFq1trCvHlnK6JC/GjYZwTqTFJnnki5cggizKxNEL3AotoSSBfIaQWyLxpzjDZUs1hwwSiAfEPkO65J0pXla1k6PyXzP4/9U73vtYp3sfaHr4ofLgjjSFGOYDrrtTRQyxZ6zEzljiThfc8SRI4mJcUY2V+InPuYcehx1v582TS6Ccc5syFV1SzmG+ZO6Z7XQAGRyq4YVQSh2tQKBWVy+p29uQ6q7EfMQgJDoilMMaUKRzRyTSE2NRYWmthjotyMzX7DzPX+5DZ3qErpwwo5pDSKW5DtRm8lvaakmzpOd63K8sYQMV9cRBO7IedrTEvBA7g52VTXXpT8XLsLZpNB336eupZpOBGpPC4ttGEXjMELoLrDlogv6WJMK8TEjMnYiuwjJ3pbaj3HTUtt2C3PISQiA7rUMblWZNdZbXUG6GfTN0NerQ0gq6ejTWVUO60aLbyEiXMebxFcq5rOfwCv7oqHU7RtHVkdgdTd119fy3gJvXtb51nfBVJcixILKq1iizit3M/xafFzhMXdoTts9B39CZUleJOSHGUlia5cOfRktkiUwu0YvzhfRAeiGtvjD6wgMXHvjGeSAinurTMo50HshgvjAIHuFJJoIjHkF9HovHavRo2teHezt6+95tvX33tt7fua+7x4fa99/HcLdr6qSZiSDhnNBrIFBx1nZZYxDLpOelJOwyNG9RQNaLcWJ7RKjDYujS5pZuXLkGGbyuK2ubavtjCOGhJqdQ6cmU5Umoy+KtonwdSR1IR6eqeRteqyIeycp0dmQ7iOVMBj7Fh8O5ZDgTlLCKz6h9JnXucPq56Dcu6DlluGN4xGIO+2aBYE0VJuCzVjWyl2pd8XhdvQqJX1WN7xkWeQwiCZmBK00ldjk067PAPdF0csric6DW5AMiIsZEL8jxeB4wi4pDZlJ4Z6hBGvSX/pDLFS8Wz6EZi9nGC9h6S9XKddWrr6iz9lpBXeS3CL+q7tor6q7eYGflmurOJaVYhU90FNRPbbAbLvzeQsYbSHlbyHl4bGhPn4Eg35iXUzkyM71VmudwMwnaMFJLKsQ9tUPlyaFmwwca929qfPqemsG70vgjaXoPVbtKcawqDbj2RoS507HTKMY1qB9CD9pLY4uPfCbtoTla0ubpj72Lcs37Rm4zY94MFz8mM1TTTEHL/KmVanzUWZVSR4qgGprwyVwzn57UJJMpcd9Q1ZWqnlrIecOYzEx8IBRtdJRTrRzVAklZSVJIRSbsqdC/yBcStEDUhcmoYZxmTajJ5C30yPVtF9qwpnzO09AVEJy0IhPCBCkU4ZZxcP9mE/o7PJL/24aWndHM00Q8P6RWc2Tk8iTMKbcFEjYF7Ue5W9IGdsmAyMUCwkblJCMUSpE0/1cRq5lbtcJ1WnKLbpEepCfKVSCVOLlzia6EzoSkFGnOX4C0tLQJu1RVmqOjqrsqE/oV7vWWwdgIu4tPi3/wZWIssK9FR0sbGWIpxkwuRxrKaK9SigoZkj8Rxe3RKs6QRYfBxfmieiC9qIZf2P2L64GI4Cb0yfjF9cxfvucRn+zXiPjLN/AZGiLi3NjqLExIkm9XSTyCePucQEAIQ31SDtkd2Zme6uPDXf3o9kdlZ9Bk8GH/RCftTOOKsnVoasmywT8T3tKWWMQED8SIUNCCgSinH28tCawhSlylhD9JdPlzEGGRrK/hERiWsK+3sqJr7Aq+euMlXd++oo16Re1gqNnpSOudFW2vb2prdU1r3RWt4JeVTlcba+vaWF9Xb6WnutOR9YSERn/y+M9eONpTc5gIGuTI0lA5nF8Cz3zMNT2T/I1IcN/Og6lX+mVvnCFneXGeWuSsVZq26jDxNhiTG5ev6NXr17W1vqYqZSUUMF0VkdHTLAAhZJcjQwQnLHJHoyPNZpANdn7mi1yXpegLctpfOARrW+VoCoQUC09xrYu+u0e4Sw1+mrGwbtVj8XtZKxsva237O1q/8l2tXX5Tq9uWC5C+dul1rW++ot7qVS79NYnFrxfZVZtUo7RuG9UQtspjoiwKgJ/idJVF8axAg3sDWLQHo+cldcW12E1ZK9VMKyZ7+UB5el/T4Uea9N/RrP+e2uFN5clDqT2UuMNJkEGNpTxSbkbIKW7w+Ge0ZsoYJC9CjuE9vJWxISMf25Kx63HJVmLncjLps2t2iu6xWgjiZDyDIGau4Y5kQmZi4BshvsmGtXoc3DVxIHEoRVeUTCCrVehVT1N2zmZtTbhSCwFpua/kYBYD4YeM9TIgInIbIIyoJMpnoNSV0UK2PNYZe8LEk7yMDmFLSwtT5vuUe33LPYnKnNhe6q4oQwZnjPFs2sg7oP4vJ0aDI/m/bGhm9ucMLTMJPSr1M2qXINkn0Si21ZgOCAudYv4J25I69KSjgEiF+0Ne5KBUUkV/O6lWbZBfUbaAei4T6KZB6qaSW/HpeWlEpr6q8i/RgtApSi6RyEmUr9CdKtpHyn6JJPEyL3EfqTprZVzsu6xKBfi4kPSKeKpEAap1JWzLtp92s0F5GYRD838U4swKDI9oi5zbn0s6Hxfn19EDn2FT+oz8i+wLD1x44MIDPycPBO0+RlaoJcWPbT++J4QHpBxMh7p7cqD37t/VT259zM7gLX20+1APByc6ZoEwggg25SuiSTPueK7boLY8V1MoAsgQn3NocbiM27R0ZikVcrBAi4OkReiLiGXtpfwpdeTPV76ua21urGt7a0sbvTVtQPK2eXN848pVvfmtb+s7r39bVyEg66s9dfGZ5Us3buiVl17W9vYlrfZ6SonFnJvDZxYmfJkFVM6ZRYYN+SS4tIrP3MszuLi+mUfpI/1jzcTinT4S5hM/8enMhbArA88k8lOb1SW82e3p6tYl3di+rCtbm1pb6aoKkZMBsoQhBN4xYmdQY0jg8FDTERifsKYdUg7S4AVuaTHrxTlsK2ChKYhgIYWlH/SX690LT/cle0HLgjeze5XrVTamttWFEK5c+pa629/WyqVvq4fsXf6OepeJX/6WVrZf1crmda30LqlKq4xLLS+6Exd4Yg5XBS1pLXkZH2aa+nTEmX/zorwtdOoSSfIgs5gP2nEbNf3qppk6aaQ6Hytmj9RMbhdSOD79kN3CjzUZ3FEz3oGkHaDwRNL866NVTLFvpsAn8xZEWGdHJvT4asxnHmsplQHZmpucCQJ2kVt/ZRSInUdfy02T2XnlWocwC4IgVVIkietf3DPphoxWc/1kciaK1KoghHV3U6neVBOrmqJj0iRkYEulNirlQLeSUAjQ7bBJSGmnJrmj7HENJGRHXBVVZ51x24LMb6qzsk6ZWgyXWuxv2OFreUWY5X/BJ2rdV+sEM0jbZBaa8sIlQ3jFC8TMS8uhUNIAABAASURBVJPWZBBCjJNVlHEvI0Bl/FK0WM6jgb7HSMwPYHszkjYCJOKWUdIS40Qe9fyZ6DMpxKp5XZeh3y4rmvF0L+UWaeF84Pm5DFs6jhMxE2vID5dHa6DfUIREmogr8CWI1CUJXxJu8WeLnS1lWsqUsUC6fCZdOYruXGQivADlJfJ8LqGWlAUi6+J4sT3ASL/YHbiw/gkPXEQuPPCN84AfM4aXgzN6Z0I3VtaQh9Ehi5i7x/uFDP7wo/f1Fx9/oI8e7Wh32NeAt/2ziltc3eG5yIMxVdQOHmAAhX5+JSQlyqMukeN4UMpneR4SWEqCX8K51P60qmX6Uj6d/2lx6tAPYb8+4XB2kF+xyxedWtMktd2k9etX9NIbr+vbf+X7eu27b2rr2hV11jqyq3prXb0EGXz5lVd0GWKyusoCOlExoy3mDXm3oIXEZKfNkz79k6oMnc7w6aW/Ebl21Xm4U3YDw6GI0PyfyhysiPXqrq5tbeu1azd0/dK2Nnur6vEWn1lMmUyJ+QJMLIA1G0iQwLa/p+lgV5PRvvLsiAXnQCkmCohHcJ24zRcJvjaXYMYpivH+NKSIpFRVoOba7iiZhPS2VK9fVUD4tIlcv6S0tqHY2JA2NyXL1TVpZUXlOkhJ4rRHs5iS5YPA4oyF/CzhassyvleIik5rkUs4Ljrkv7uzDFb/FYSwiqlSjKT2VO30AEL/UMP+XfX9gzPHtzQ6gRSOHkiNSaH/pnCiqmpUMa6J+1uCwAQXE02JrrjppSmk5jLybvs8lgVcj4aJNtQzZgr0Oj0iKQICAXmQKom4EpLdpygy5L65v0arxQHhqGqI2+pVdXrXFNUliGVPkxn3nFmlhh2xjM5snUpUehq0UQhoh7wuWIHw9bBlXaur13Tp0ssM5Q31IPSp6qlphO4pZHOsHNhfbuCmqVm+NxnKWVPKzQBBdGaFGsjaDNliRUaqQGdHPgvNA4FYgqDIZzwFgi6EJRDpLiW0BfDptMeIeVCPjyCJc56AWlSUalE+58mBMBDldNjNnaGUdSrqUZgN0nJBhcrnAMPzovfL8kX50x/FaZlUA3F2toScZpwPk3xxvpAeYCq/kHZfGH3hgQsP6EV0gR8eS3x++5c1Mg+4FozV6rAZ6d4JZPDBXb1952O9j7x9sKf98UBDFkqzFMos+sLg4RfU83qhypJR51DdqsBx550B0wJQRUtQTVTR8nB8Gf7ppDU/haLMadZk+dNgUedMx1N1WRwk+u/syWymo9FAd4/2dPPkUPcnp9pjl+koNerjhGGdNUliuSQ8nDVl0Tll1dXgT5ZYSugSyJDAtsV5bnoJN7AMf+XyqT6L+PnB+srtOdcgfglwLuWJIJZ6XQlCXRbcm5CWl69e0+svv6KX2LHdYrdwjUV4F7/XLM4q/B6MBwxCmval4QFih12lh2qGuyQfKiAYCaKR2DkJfUrjT1jy9YoE4xfsgKQ2sXhPcthpIi0zvgVc2zAkRaertMILC+8cdXoSvmrZBZpNTzUbHcCbIcwmzf19dt6ONByfqvFuWDCrgclNS52G66RRksNZn/84X9ZXRcugmvy1RXdWy43FYafloATIkC+BKJhK7VgN4zkZHWrU34EM3tUAYjg5uatm8FCaQApbxpvrVXmiaGdKzIXkOYGpqSDkf5nPTDwri9b4FPBMCFJ9ZkrMpXMSV7wRyKoKdVZ66nRXlaoVKSqJsfA1n2lrri+r/EMdWYQpgsaAENadTa2uXQcvo8OkcEttXlPTmtx14WeQPYih8PN5BPFgl00lz2SwJ8WaUmyo07msjfWXIYSvaW3jJXVWLivY4W2ZCzPuUQ1jzd0KC2bKvChpvWuYZ7Rra4N+dNXtrapLv6oqKeGVAInriCFS0IlA1xyiMwHOSYLzM0uMncftMWYS98953O1lRYgjzxHIUgcpUPLIKmfxIiHqlTKWLjNH0VPKL8uRbh2fCFTRFz45XXE+K0SPC876mBQOKxb/KP68c2k7vpLhuGwDdhbpsOHKyLD8aUCdMz0/Tb2Lsj8LD6SfhdILnRceuPDAhQee9YBv/udTn46fz3s27NJ+DE0J9GdTPTw+0IcP7+styKB/ROYu8aNmolEVmnVqtXWl7AVjpPlDj3qJh2VCScWKrUKaEFpWjjufZhelCfF08xP5DCQtToouQj+NQB+WPFOjKHOec5bS4afwidFlHWTR9XTBUKrwBXknA8jg3q7e8S+w3npff3b7A/0F/vvJ/Vt6f++BHg5OdcIiaSJp2LTaoezDR490fHys8XjCYk6KCGQLUKgQUUmhn99B2zblaRSDyCvy5/dhC5awFQ5bzhFzz+WsCkeusXt1deuSXr3+kl6/8bKubW5rg0V5j12VLv2r25a1ZyuxCNaMUTKxGUBy+o/YIXwE+dmXZofy/3lXaawUM5qhPJ8vzhmYOkdi0Tq/ZlnEc+0G8UAKr/FOggW/5Gs8+6ujnRVlfJVblvuTicbDEwjVrvr793S6e0fHj+7oELm/f19Hp/iMF0omZ21kcfnLXyNvGIM2qI/+TDgj9TmPTLkCTM8LndZ7RgaTbaUEN6AMCZQaBePjMTKC3cLcDtVOjzUb72oyfKDR6W36cFuT0/tq2QEWeaKMIECC8AjiE1yvNKekWPzDEE5akkfecgmSyxl8BnMOizhbhfVoSv1GJky93pp6qxuqCrme3zv8AshEy3+j1ygro+Q8WvwFM6fOhnoQwrX1V7QKVlauqaq3FGlNOXexyTuPFe2CYrUtr2i7wiraYq632WVWlGIdMrit1d4NNnhf1erWq6rQrY71rSqrYg5kPDklzP2JPrRL4B+PQ+Yliwnu6uqmVlfXVHMvDKxI1Apq0Q36bxuMEsOO86fTFnGTNurK8BgyfiqYai5bJEAvSiVLlz0DflukLsfEKZn8zDgWUMd24xAZ4cG1CZbkFb0OPw2dO84PDNeMCirUJQoZRSHhhcQY+0LuXzhiuB8LLNOxUwXk25YngLoSt/w8sI7z5Z6On8+7CH8VHvDM+CrauWjjwgMXHrjwwMIDvvEbji6lw8/CuUZDFo/c8jXQg8lAdw/39O6923rr9sf6aHdHO/0THTVTDbmjTSGCDW+BXaehcsvKkWetgodkWVwWKRbNTyNKmaCtAn8QRkV5zJ2XJD97UmBR5dk8UkoeZUT7T4DHNNmcpcRCOvx5QZXzOs7rL+mhYJE7a1sdnRzrzqOH+O6WfoTvfnjnIwjhR+W/5vjw0T096B/rcDrRKXaejKfaPTrUI3ZdD6k3GA01Y7cwi8xAJ2Q74eeEJCo3a0vOI4icB9HPPq3+s0stSli7g5bPwzLP8qtGli2Scmk4EPO4SCfCgjyYmE6vJK1UlS5vbOmVqzfAdV1bu6TNtKIVSnt5bFSUl//maTqUxidqIYPTMzK4J00PldoTltRDMFFityTKAo4GXpDT/ggm0/JaDRazjheJLwKI/Iz0ctXkpHE4KjUs/ht63eDbBpLTaqIMMW7YVWvYgZs2Y01mY025V7T4EjXKTN4cjFKReKvIJOv/aVw214EeajrcorONLEvHvcifA6vLAhurw5gpQSoKIDORBwrGsJ3uy79AOmKHcHB8V5OT+yqkcHwsNYw/O5zlxQDXdZlHGJsAzeKNjBW2hYRz5zN9ys7MpXyoRQL6X0Owq6qrwJ9SBZEL9IVIUARSjotjHhbxOSpF1WMH7xJkEBK3+Yo2tl7W6to11d1L0hkphBiGZ3Stlpmaz9CB4IEWcp9XlapNSNw1yODL6rIzGCtXJHYgxe5gBPYx5hGS8GPGd3PMsLWRx7/hxYlJVusBcNlyrwoF84OhQVI1G4Gz0gKE9fSxTHPhVvP2GmXGLccUacxInwLLRoJwulyRDhuMe9BjGtK8cXSRnm0/edkgLuauLAtaBflBPUshH2PRTil3PtxKwlY+n5D0m8Ekibxz4ShlG8WZHvrAvUP0T7Sts/QGjdZ9HufT0Ft0Uexzncvylp+rwkWhn6EHuAJ+htovVF944BfQA761fV784rjHHnFvl9LhZ+Hc848ah/24GVP0hAfNw+lYHx4f6icP7uvPb92EyNzRg9MT9cmbpkptXSuzsM48+E0GG3a52jazyEABj7tYwLEl5mkiZw5UqRw2hkB8HlD2fDmqPHGGFyRPpDyOuJ5o3TKKXH46dQ59nsMro6DgOWCW5HSFZrMGQniih+z63Xn4QB8/uKeP7t/Vhw/u6qOH93Rr75EenBzq0fBUj6YjPRwcz+MnRzoa9DUcjTRlZ7b1QiKFokoFQrp7bsvQ4gikgZif5zPnKc98npWnrMPG+UIki67Ih8OZwbJUlE8nP4NPznmm6JeYkBdmWj6Gv6JmmNjVLPoqYNmlo5vdrl65dFlvsDv46tZlXarnZDCxGEsszoyA3ITJwORY7XBX4wG7SIN7mo0eKE8OIIMD1e1MNWSnwjcJfImd+spUBS0FHgwmVoHDTst8lNMBo+XabuWFf0ufxWI5UoZIJAhIrRV2XHtr61pd39TKxiV1/HeFK5vM21UJQpFyrZQhMW2iKt6yzIRpz9r1eY9YFnyylpMNoe9JaH5Q3PkRGVKI3RCCivGu80RV01ceH8qEf3R8T/3jO7wDuAMXZKxnh1LuowNiyJwQpESaKVNX+ECErNc9cZiCnO0C+dzl4lJaWPc4nH2Nc99EjXxEBPYlVYG/IG+E0FGBBAIIP2p+RFKqOuqtrGlzk3m8dV2bWy+VXcPU2eYevaWm2tAMTCF8s4INlXDaUpsuSdW2Un2F8bumtfWX4IA3FL0t0ldoIwB9iNa3HlVE6yz6wMei7xnZgBnXguH71nQ24x5Ijhm6ErzI4Cph/NVW9IG+kG5Ny37rmcNt+Ik0VcSEOsYYOSIONFRoQK1TZJ/0AdJpzjMIh7EIZ8IizHhHtp45GHiGbQSG2NlHH3pKPdrjJUdAfsN1SnheTqXdQSnrcJTy6KOM8rxMxEAR/QUIlzpD6gwVxXakX0gwt8JoKVPipNvOMxC37Uv4v71Z7FpnrsPHyNhvn9HEZ56ft9xnKroo8AU9kL5gvYtqFx74xfSA71mfBDzyZFbmkfQsMk+bJ8tx36fu2fm8zGXaWaEvHliq+mrksre21y1aPh/O9RoEDqcZa5cZCX70zijeBw9mE703ONKf7T3Unz+6r3cP9nUXonIA0RkGj8hI+Nu3NCN4EC0x9y/qyFdB5vH3GGJE5qAZoUqsMcrSwJoSsURGOpN6nJcJe9Fa8oLPOeZlg3LzeEjkfQrQI+s5A2UXYUIStfMSGJgLsBnF8zB9FfFlmfMyi0VzVoOfxpMpxG6swXCkPjt+p+ORTsAh4b3Bqe4d7+tj/Pvuo7t6B9w82tUuBLHPjoqXmwxLWXI2ymX56TSHG+xoIysDiQZZUIYHkwpOMko6Nj57Uv5cIqqwXiymdHa4RF5klPBZjgO0a1EaWeYupTMW+Q5+JXDbbshyiZY+tcyHBrIGWKiHb3p9AAAQAElEQVR2QBesRKvNTqXr6+v69tWr+u61l/QqxGUrddVDTYcZG3g7WPhHjCUWde0MojDe0Xh0X5PxPcZ2R9EeoXusDguyThvy16ATTgta1ot4ZIy2/QVSGd7yQQYy8BuXgRIvJ+pKkIO2IKWsqk7qrvTUXd0Am+quX9YqpGT10qvyTlNn5TL11pXYiaqaDrJWairaSCDm+Ey/Zclz/QmQxBkgFYQSBDOVPqQSDuJR4nGuhXk4IitFqyrPVLPArqYDacxYD3c0Ormj06OPNTi+pcYvAJoDSSdSokyMlFn4Z4hC5gr13SCRMrdBtNNKZR75jprldqSQCrAr0X8QqtQ2aBmNNZ1MqOJ6UkQotDwC/ySFSRQEOnHxJ4oF1zwVJGwXO7ERM3UZmN7qptY2IHbsFvorn92NVxRrLymvAkvQggxi/RXG51tau/SmNi9/F/lt1evXFZ119FYS97CyQ66xBCFLmqliFzA1UmWfFitDLfb6XpRFNdvFvailbsODJeP/Vh1eItRqGPOcO5TqKHg5IPKkJFFf5w8rwp/Ct6V/kDH/zWduBmpnfbUtT6h8qtweq5ntqZnuFtk2B8rNMemnUgvysZSPFPlQ0RrEW8awoe7sRBmIcFgf6c3sQDN0WY9c1zogaa3bbfrKlM0u1xxqNtnXdLonl2+aPbWkSbQJ6WtmR9i0r5wP6NqBFHvK7Z6aZh8cgCPituWILh6pRVcz3qOLe/KLJjWk047QJdHXxrYeKU8PKXOo2RhMTuT/wqNl3rbc11p2rnMujtNC6PHh9KfhXKdZXuDn4QFm/s+j2Ys2LzzwAnvA96zzWHTFN73HyVktD5D8HLSUf1yO5wPxs9MZZ5HnBD4r/zlVzif9JaufV/U5wo9bsx/OKjj5PMhYRu2bWcuCxCBxRt4IHLaNbvaP9RfsYv3p7gP9+GBXdydDHaXQkB2qcVSaRmhGHaryAApqJQX/ZJDu8WkJtyE9jUxdgQgyFfN/hOcha3BoITPhJSiZJJYQQShY8M0xj80/U8khXOpIgS3nwRShBOmLT4eeAOXlIyRUyNHnIz4xr8EpBoIyQf9BShI7qt5VnSbpmN3Xe4f7eo8dwx/e+lA/vndTt453dcCidGqD2XllFU1dyf+P4xTiMQFTtSyTMp8qsG00suhnRmYxIIBOeBCegZ7puZ4+3HfS0MTn885FDuWeVLZIp4pDT4PkL/l0C1Z5Ttp3dgjeSfirYlews0AXuZqytldX9Mr2JX37yjV9+9JV3ehsaJPF+Sqd6VDXC195ESxfDX01LPamk0eajh+wAHwotXuqdaIOpKBL+U6bVAhhK/yvF+/AfR7KRP+DSW+IfhVAmIQvRdzEpq5DHQhgRXpoSg3uGvg0VZVSvaKoV5W6WxCNa1qBEK5sQTr8FcZqk+t1BSLYKYi2UuC38M2BNmWg7fnOw8Blhg1dhpEh8jhtc1A/FSTaIpaJLUG6DLfDNZGp57pJrSpIVQ2p6rDzUrPwDxboU8h//+SmTo4+1qB/VzPGv20PqXUKhtQagylh+k8oSeW+ZGm9QZrAXJJZzpAiqUq1UsIPzKLMTWIynjC3mGttQ77LhCJCPiJL0SRQAUvi1IEVSf4vHSYjtaNTtbxIaqaQSlXq4P/V9RsQvG9p1f8tyNa3VF96raBayHrrNXUvva41iODG1e9r7cr3tbL1OmN4SXmS1PTHangBmEcQEv+6LsSIhhizGeOXlRi3ZF9KKmQwpGD7MKVQiDQTlAbJjmDOXTUQwTbX3Jo65HYU0ZGilpTA+TNEpsqR6TxjA2NSiw3+0aLp+AiydQw5O0EeaDR8qBFjNR3vMEZ74EDN5FDN9JAyh1JruYerwHRf7fRIzeSIcsf4/KigmR6rIX0y2tUYfdPxI9pDx+yYcicQMDA9QYdxxEuhvXm7wwe0DVxnsqvcmuSdkH9A+iNNIattu8tQ7cKtdzVhDrkNk8l2eoAth2qpN+UFxLhPP8BksIOb9yVIpVrIKza0433NBruagvHgkYb9RxoNDmjnBFI6QvdULfe2jL84JbttgeLHsw8SnXmGs4xvVuAF6c3TM/8FMfvCzAsP/Jw9sLyP2YzzYceBkxDc5vyYPw+nlvtjCSzLlcjzPlxgiefl/xRpVvNTFP8Siz6vZR6ypYWlLJHywTMbwiGWtll9Fhp7vKm+eXygtx7e148e3tM7kJY746H2WVz3WfSN645myCYq/B2aP4BCZ//KIoF0UhzMQfgZlKbLR/BZgNlFOu7wEo4v4BtoKUNeAkEbBZlPo8TF56fDueHyBcQWUuUIPs+D6Cee58sRdj9pHdNYCjLvCLTUbUkvSKEZ4TGeO2Yhd+9wTx/u3Nf7D+/oo/0HesTC7rSdivWY2gq/UT5T3i87Gup4V9Bh1BLzp5A0sDix4MmERfozwlXPIRw+V8jRT8KyWC4tP12KXBvxCXBpSvyMzqV2y8wyEzBnK4PFaccgvIo/r6z29PKlS3ppc1NXOqvaYmHew6paDfUaRnBKbALYDWqOWbTtazreZXG4q8wiL+Ujlt1Dak1V01yVQwkE0At5MGC2nb4QOtcDEhhnZiI+wZ9kMi2Lj2bTkSYDFqSDY036pxqd9sGAxepY40nGkz1FB8/2LkNQtiFAa/gIQggxiBZyA1Gwvx5DtKHPOOb2zCf5MqxSD9PQH3qs78mwSv9Cjw/XF3VapXamiuuu207U5UVAnQeQr0M1kx2Nhvc0OL1Lv+5pMtpRMz2Ud6gy5UIz2m5ACzJ+mcP+kjJNGYhyBkmAmZNSV3XVVapqpUhASizohR1SSyQk0lVslmBT2JOVuD8nk8bZmBt2X3lwqNnpnsa8SBoc7ej08JH6x0caDidUqVV3N7WyflWrWzcghy9r9dIcvUuvqLcN2MXtbLAjuHJVgrDntgPpmKp/dKzj/V0d7z3UCL2z00dqhntqxyeQwbFqrqU0445kQmp7lBVVKFIogYobdZ2SKp4TycQ3ua898lYUJoK8ShFXj1RJCsmw0OLIlnxEKzqu3Iw0GR5p1N9nPA4YhwOuxwPC9PlkMTaQrSnkagypGy2I02y0pzzbV0PeuHzdewc9e5pODtlUPSS8ryF9G1N+Qv9G/R3G+oHGjPMUEjYuaXuQxAN5V85jPx3TLqStf3qfsqAPTpkj/QeU2aMtCONoH9seUW+HtnaYL/uQyX0NKDM4fUCZA1nXZPiIPj3QiLShcYKuY4CcEs/DXc2wqX94T8bw5KGM08MHvKjYUf/0QKNxH0I4Ufb8sb8Yi5b7nMmhnjjwZ4kvZYlcfPwcPZB+jm1/k5q+6MsvogfOPzAIc/oxAvIZEjfD+FQ85TgrOZ/k+BLn0/+S4Uz9rxI0d+50hxxdSuEhedmhhqSGB/gIecpiY2801s39fb17967evn1THzy4p0enx+rz4J9GqOUhnwsgg8SzfEujMiPgFnQmdXY83e9lhtc6y/BSBoULSJhrzUXjPEwi5zy8TF9KlXI8FfX4yI+DhBw7D5OrEkdhu4Djc0ViYQmkZVSf97COpT779jxm+HqWMuS70Sk7hHunR3oIKXwA6d5lR/aEhd6YkZnhhJaySz3WuWwfU0uwyEWGRSlLzpl0+Cm4nP1eyqDgvCx5lHe+w3MHEMKWx2GVuUOxcpJb4p8mS8FzHy57LvolBQM76BDaMiOWy9x0PIiFcLlM2laYr5t1V9fXN+W/G7za21D5LyYklqeezS0hL/INFt3NqdrJAQu9XTVeXLJLoHaIO6aKaEEWH7SdJIVe6APzs3GuE08MPW9+gntEAmx9aAoJHB4dsFDdV39/T8e7uzra3dPJ/qGGx301E4gSO0IdCHenu65IK/ipwyVaI7l/0Fg2zvxG4+fafm7wE4o42XiyjlOextMlMq0DFtAJklMhO2rUiSnzYaTUnqhlt3A8uK/hyS0W7nc0gVi0kILETmKVJ5RroDWNEnXnzx+hMwrEfAtgOUdIlIapqcIviR3VuqrV9a5rhb/YoaRBURlAliIk7IlCPgfMO3aM2kPJX2tk13LC7uXw4CMNDj/W6f5HjMGHOt77mDG5C0nfU56eqpOmWl0Jra5WoD7D2mqtlZVKiXbV9pVHB5qePtTp0R0dHdzUwd5H4EMd7X2Ivo80OLoFWXygmB6qzn1Vs76CXTtYInbRfyZLzYWWuH/V0aibWhDqQAprrrlud5UXAz3aq6WUQEilf0gZOndkbjQt8QbMlGlnzI7YqL+rKSTNmHinDNLUP76rIUSrYZxmXKvz9B3SHkIcH8lfxZyMHsmEa+QdOEhWAyFs2RW0ntHJjowxxGt06vBDjdmBs56x80ibDffp5hE4lEmm80cmkqe7GoPB8Y6GYNrfI58y/q9pBvuakDcZ7JV6zfhQQ/QNqdewQ9liwwjdg+MH2Ea7tDl0HNJ3engffz+UibhtONm/BwF8oDGEeDI4lInx4HRf/f6BRqNjNf47Z3brhd8z8yWbHCLFWIirbQ5ceXbi37PwReDn5QGugp9X0xftXnjgxfCAb1XGmbVBaPm8sDRImj9DMiLzyG2BpXjc5gXm4cQNMXFjDORjWMECgTQQT5xOM6iXF5jfWDPFliD4tTmLsVhjeR4k4SV/Gra8JTADU+DdqBF3pv3ZRLdPD/XOzj29dfemPmaHcPdgX8PRkDecruGaVPBp9Wc6S4TUpST4lz4z2g0tpMNzeAw8jpZLLONzC7Lm6f5k5Fio5CdAeolLJoUmxZZzcpTVMtZaIHJmsSMWe5n5pWdscbvnUeqd180CqTmHGeECyvAOX8NmqgEk0BiZdNP6jLEoCMk2Zc0PotihhT1zKQ7ns64uZRvqzvszr+v6z0em/LMofqLvZ9LhcxBhG3A+v6Q5/ROQz6e7EwubEV/CaYWP4VF6EhXm4RR2o2ruChsswq+tXtJrm9f06qVrury6qdWoWdSL3Mz4tsCLUK4MFud5csxibpdF3iMWlodiNcoOScM4BOUY+UhqCgIZ+DS+hD79HFQwHzPNeh7N4RgJ7iVBssX6nr5nCEGDT8aa9QeanpxodgqQo8NDjQ4ONTk+VTMYUW7GNROq2QnrdLoKZMNu0SzV+KoCqfirtEdTS0nwc51LTy/l56r0CYVShCrGMXmuslMIm1Uw/lUe8SLhVG3ZYboNcfhYk5M79G9HMTqGFJFP+ZqdvcqEEFJZ7hkSnqtAkvCCVEmlgyEFhKheVeqsKdU9VXWlus6UGKn1C4dJn7KNRG2pRUwpNwanpOypnbBT2f9Qg8O3dbz7Y4jg2xqffKBp/2PN+jc1O72l6elNjY8/1hjCOD25jb331Q4eLrCD3CHtEXigGf0xsRwdfaDB8YeQjo81Hd3CBegZ3iTtfR3vvUs772l49JFmg3vK40dwjyNVEEn7KEFGKmyt1Cgyts6GzJUxfZqpDqlTm3yuqNvrKXVrkVHcQYfoX8xR/ERYWSpokTOCY2Gw/Pd+LUTKxGoGKRxD4MYQqAm7+y0cWwAAEABJREFUezMIem6OpOZYzfRIU+/uQcTG5I3LjuEjjdjVm/qlDmUqE1r16cMJ/jzgst7VBEI2Nag3OaH88UONIcgzCGTdHqsblEd3Azk0eQ7uDQmiauTRCX6BCA6O1A4PhfPx0Yma4THpR5r1jQPkoRrKMIm4ho55ubCnMSTXu4+lb6V/1BkfaQYa2jBm42P635fJfa/TaqWTcd1YY8qMKdMyT7ng8Bf3LXatc0FD3D5EXJxfSw+kr6VVF0ZdeOBr4oF8zg6Hl89Q7n4qEIefGQYPjXguVIo+zmuJZ2BpZPGEWcBhg6h1nsFpGe0GeYvTqYvgQjybssj4OQl34Ommz6URtMV+VPjRwaO2/JXUCWTkQf9EH+zu6O0Hd/U+ZPDh0aEGk5Fm5GUWOxlyZG8YOGbRCApLaClL5C/38URtW/skPK4qBjw//Yl8zHqiFPEz8oeOljvyWRyy5niZc9hA0bJESZRzOOg/RVjw6JOhuWXW2aC7oaJlIXiOF2Q1rA+d3qQgHJpVhjRj9dQ47HKswl3f9qNWbvsMJFCEOU2A06TPZc/Dac9H1vPTRbrzsgrho/2lXHaYHC1RGqd/S38t7cScZ87HeYSo4wKELL48YEhmxDKrzSW0iEdO6kRH271NvbZ9Xa9fvqFXNq5oG4K4AhFgOCipUjOplfJUmR2QhoXmZMjimR2GzGIwTBLIT7QV1GiBCeEsJTWQihbk4hi9UEfG2jLWyDboPnJ5Bv1JFCiEkN3BmDasPWeQoWlBPZ0qJtxJBkPlwUBsWSiRVuHGwD8pQcVTRxnZQIZmBRX+SnhSBTn0hY4vWO1xW/Qr6F/lOcDYBde4uN/B/hXtGDJjDCAOB2pG9yENtzSGYE3ZxfHXNTUecNFO5DqpbZTwj/0UdCiUrFliVolQAekl3ump6q5DBpFVpZpKkYeajQ4hEqc4ZSoJ48pOD76tRop0TDMPITY3dXr4LjuxP4GkvaXR8XuQjJuK8V1V0wf4/oHy6K6m7GiW3cP9DzVi93B88LHGB9i/b9zWGDnav6nhwYfqH7yvUwjh8BTCN7lDPx5g9U6R08EtiOAHENAPkR9pfHxTbf+exI5cmFhBRhLXSyX6j4RdqZ2cKE/oBy+7KnbSO3WH3cieuisrCgiwUlIbKiiuKR8k0Ov5Sd/FBPLfD7ILS4eU8E+wK5snkCqI3Wz4SA3EL8+OGKtjcKLEjm4Ap83YLTQxnFK2gLItZSuZWA3USUPVGqhqTiR0tuyQ5rHJHPohfVMTNYhnkNehXJfyMYOYcU+I2Yk69LsXE/UgX11srJuR0rSvYFc2ce+oIIuBDzKkcNo/LGQwj09KvsswQGpGh2rQb5sr2uikMXaN1ImRalAJnfQ7gQ671qtdaYOd3a31jnrdrJadwSlttZTL2IJyGRGNAr8r7EdDi+N8eJF0IX5uHkg/t5YvGr7wwAvsAT9HDYU74Zva0ziX7of6En6oOqvIZZ2WlGU4k/PJELmfDNR8LU876TzmRtp/7rnRkDQFLOF0OJvpQf9YH+zc11v3bkEKH2pncKIRi5FcJZkINpRpePvtsNHiX0tUcLotxJd2Ph4beVFwDlHC8/xgbOZwj+aIc/ki34iFPP9wLCOO2WeSB6cXKPaR55jreHE4h5TorxfFTscjLPXyE3B6AeXcpmFS+FzwFLBfWQXK/4l2s2i7TSHhbyNH6Mwe/EoRbJBYNyrlUJEUSHaF3Joelw8SAMX0XJA9T6f3KC5EYCnJk6x0jiBsMAlIPp/mgvO481zGQCM1+FzooxIF5+VIJY+oP7HPfnaOU744Foqs7DwggFogkAmsQEqub17Wmzde1Xeu3NC13ro2UqWupIpxC7VoaBnX2Xyh5bfv7DBMBo+UpweUGaguOyGZMkGt+UxoI6kBLWOW0UDGC3XmhbWWZS6IkaJ7GSyyEEQokEjsVrXWV3ra2NgsWGPXp0daBx9U5Nd4xwhqlfHHt0USbyljPzX4qaVAy7VQJHmo5/PncNo+Xnj5WveIVvS/jpaxbpRY6Kd2oJgdMQf2WMDvaNp/wFre2FEeHEjjU8HkxMpeYqcwFsQwIIfhzmU6Sn9LzxwOXj9UPXmHMNghDK75UCN/LXI6PNIUAlH0tROJnTbN0N8cov6hBuz+mbidHr6v0cmHasd3WP8/VGp2mZ8H2HyoOh9Ccg6xeU+Znc0ZLzRs84TdrsnpA83xcC7dlwG7hCMwflDaiHaPW9MBpARd8rzfR9euNNnRjLKjozsaHd5Wiz6NaQf/VJow6lMFL0wyZHDGLtgUzEyY8W1ddeSvjNYrK1JdK+OMJVquGxnCT0WSWU5KBEhEQAXx8t8STiFVM3bk7KOK67FbNapjRttjybuT2BJI/yKpfZohTbkdKmNbMJ4GjsPfQ4k8l62oM7+2Z3I7NW110FlTPkH8DPfN5Rkg/D2Ry3QZytVOpc3VFdDTCuFOtMybmTTz+PFiiZcjeTJRC7JfnJCemCeJnWU1YwUkusMNfbWbtA7Z21jramOto95KUkW67amwZYmaNy3eZO3UrQKSKGzP+CEXSbsmg9RDsXDIUyBavG95gZ+3B5jWP28TLtq/8MDX1wPxKaaFb2Tl4Z25z4FS1jUACz4twaNJS5S0oKRrG1TVXOpMOo1FEPr96Zi+AcfSQ16DtLigoU88LnhssIYhPACHzUz3T48ggw/09t1beuf+Hd09PtBJM1XTSUrdjsRDumlaHqgA/5sIGvoSDtton1vfedAYw8ADj8VEGIvFOomcbUE2YV2glKeMgMsn6hgVJDYZji+lw/TD5WJR3vVLnLySxlywLrV47RwCHc+F6z2BzAzMuC7LuoWdc7SkS2wCFgR2CJ2GwxUL5kqhSpTJc9RIo2qyWAOobjSXLfmgpC3LMNiJsFEhzyOVBWoW6xU5zLqCRaRK2PEC7Elg7rc8z6Pdkkf9ij46Py0lac4LpJGoO4fohc4dGT8scC71ywsGqoI2g3bmCCa910UdZC/V7A6u6dXLV/XGjZfl/39w07sW1KpBMN7Bwiy4OoIFICt++e+GRv1HbAI9kncWEm/hEwuwYM5QpZy4Ww3NNVwjbcG8+ZL5onxgPyODtb4SucbDcDjwSgIVsExS1KrYVe2tbWpl+4q6V6+qu3VJKxtb6hibl9RZ31C9uiJWzDiDRbF3dSA2wSI9NEHXTJkFbsvC1S9E5qBoYAW26JmD9GfSPinBZT8NYo48Bq1KjGe5l7CoDmxKXDRs2rEYlxLzPLgXRjNRog/y1/NG+5DChxCqe2q8UzbakaaHUoa4yXfVsQSZCxb982u/pQ3OAOWspMr+Wef+uq4g3HLdTCdDjUcQQiB2mWBc6D2SJntqhxA5diaHRx9rcHQTDnpHDe1W7bHqGKpm3laacW9plNwH/JuYq4LQtM1AU/RNJ+g22OmeTg5lzAg37Hblto/Nffrb594zRN8YQjgq6MZYXXarav/QDvUnp480PLyPK+7Tf/rOTlxqT6l7KrHb1ozQ7R02yG0zHSmiUtVdU72yIXXWRKfxQtLjUfJcI+bxJ0cKqSAhuDpTV2Goy3VYaTpO7JQyD9Oqup0NrXQ3VddrEvnKHfq/UhBaUQThBPkOw/GuMmVms6TJVGqaSoquKurX7NjWnXWlel11d0udlS1V2Jujq6alzSZUfiUVndlQT9l66w2trF7W2voVdXqbimqVch01tNPmFWWt0sYaWJXLG6JeYL9RpXXsX1eHdlfoyyo6Vle3tLLiudGhD9ioUOY5MZtNNYNQtt45TaJeUlXZX1yzzNXs54yygqQIPuQj++MCX0MPpK+hTRcmXXjga+UB38aeB+6yEjdFsfjknid5NSaX9GVlVKTxoCE9t6F50VBWUksanEYF3B8z9ZZwXiZfpBlOt3wS4ghKRJEipHI4XgJfm4/zFmWsMhrkFLBUEe9FxaNb/q8lHg77+uDRA/3kzk299/Ce7pwc6mA6pEyjKYra0s9QRIgPfRlHZkQMZX8aIuUx3EYmr4WIGRkpBtMjGSzexEOvZbHVsFBreEAaLeHczKRl2abhrXbDIq5RNXuMRDiRlyiXMr2zXsKut6wfpIs2WC0oWz9vdhvQ8iDO7JTK7TyF7LfABuUDfRU9Yl0J4cpKtLHMD9p2Pk91GanNqkCiTGJyhu0DVZPVaaUusOw0KkSwmrX0Z466lAl1eenRZcHSATXla+Z+jTThM5EsYcomEIuv+8W0xTcZXVmJcEwa4u08ThvOd1vJYeyJ6Yz8puS73QLyqkVe0HeXKf3LErOFq04FHmfRR49pCZOPe2SE/rKHlVnHXHpNGVzLQV+Fbe7bCvFrqxv69rWXCl6GwGx1OlqhWo0RCQSLabGolkYSi2N/LW3mr5oNd2XZzo6lzJUDaSRATXkmCleDAMS5RjIomS/aR3AdAi2QGRijpT8to9iqpo8dNQlEXWTu9qTVdWl9S9UlFsTXb2j9pVe1BuHuXtpUePI13GkgDLPJvtopPsS3YR/HRDk16GnVcKG0keX2+MRz+SkQLafTS+ATPj4r/xOqlbYbZU2VsYsbBwUzrgilnLg+QzX3o4rrOrGjI3bAWv/i7PCupv2bagd3pBnEqD2U8gnoA88V3219122FMiAJf+IYZFeCSHR625CIDdEaBGUMITzV1ITQ8605ktpD5fEj3k/cptmbaob3uF53VZO+En2tpJHqQvyacmmJsRIvlUo7knK0apnbDcRwBiGf8bJjxjyeaaDGgORl4kFehZ4KIlkxxxPlK3awaohHl/pGp6SNFJDLFsI3PLqv4QE+YNfRNkZzIBPj2WhXU/IzLwJSaiE2PQjTJaWVLfpsYlRjWQCfLR+52JkZBzk5/JFIp1zbkZqOcrOipoWAaUMpXVKncxW9N9Tr3VB35RrE6LJSdUnOS9V2iXc6l9Xp8tKie1VdUNeXFbGltl3VdLYCempjQ6l7WVXviqqVq0orV5S610rY8aB+rrc0oe1x01OuL/Gy45oC3TPqjmerGs16GjdrmuZ1fLquGQRwqjXkBuW3lbCvWrmuugdWr6P7ilRvK0DX6Z2rynkLe9AxtV1d+rqi7DtUsqx9K9NwMtPpcKjTwUCD0VBN00BcO/iiI3ssM0dx2sX5AnkgvUC2Xph64YGvjwd8szPalodDK7VZKisIboWW5ZYYyjwQMw/xlrTWknhD3ow461cZDVWdL9JFeiZe0EoySHP6Y5Be0pDlpE3XLSgJX8sPuiXDXZph4QSwTBHLFR3xMNkZ9nVzf1fv3r9bdgZvH+/rYDZWnwfziDvVBGfMMrV5QKdUKUVSRGj+D2Vf9MQo+xvNxT6iKu4NFIISF4sEFmCFDGJHwqaKvAQ8yoFdzjMxtBRxTFNKUuWy1K9J69LQChksv9QhrUO8LmhVkV+RZiTCQXsyEWSOBfGShgzSHE7UK7rR73ApY9tchrqBTyvK1HSjQ5sd24L+RH5Cp9EJYYfkNqs8D3co63AyIVwQrzFxabAAABAASURBVE6b1cXTPUqu4vteVDJWiBs91cSB48zzLlhRYglRFYLYwaFd6ndI60SiTUBaiVu2IZcxagbCBNSoadc7kCahXcpZr8POm6NlMZrVof5ZvVnDIhVgf+LiSvTLwE0qBz4pixXScYeMIMNAfAmnFYveZhD0GM30yRd7Nctai45ehrB89+VX9frVa7q8sqo1Sta8VKg8tizjVDCR2gGL2mP5VyQbFrWWJoPZuyjstIhFsct68Yp76EoIV4DQPC5lvWiHLZ7D/WqjpQ9ZdmFm7rTMvaagZpFba9yGhjOpwbfK+LpiQQox7F6+pt71l7Vy7Zo6G+tSzNRCBqeDR5oM9+Qf+2BLCc8PFRCvnMjnrYV/dKllwrRlwsztmHvxqTBN6RMPl11mOnwey/Rn5VwlZQNCZXsgRRliKOZFMG8Tfa0U8j2jwzXegSRVngfTfbWj+xDCWwV5eJ95syvNIIWtSeGQLpgMNjRqTxoEudbF9Syu7lytq7t2WV12hGT/8jJpOu7PCSG7kOKFhCCeLbpHRx9rdHxTefxQdXugXjpVrxqqW01U42dhb8tYtMz+jL2KYGiAsrLHkzLZfSt+nyinMekjihljJXYBTSw7+KGi/6mZQIanqiGEdZ6qUzBBjsGQl0Mnmnqn8OiuRkf32C29r2awg08eaTrgJYr/zq7FvjppdW1DvbVtRWdLMC+c0JFtxDIkbmKmZQM7yeQMKZKkmsxKapAQwohNiN0Vra29rPX1V9H7inqrN7QCqepC4rqdK+pA4LqQupXeNfKuA/IhYSugB+rOZSkghdrAB5uqIIPdtWvqrjJnC64TvgF5M66rQ1rVu6yGsWq8k9e7opV18tAV6GrSpiZ5TZN2jetijbsIqDYwfUtp5bJq6ndWX2KcX1Z3HXs3XkG+pPT/Z+8/3OTIsSxP9AAmXIvQEdRMrUv0vt33vu/tTM/862+/nZ2e7p6e6hKpqclgaOnSzPB+F+4eDDKZWZlVmVWVXeG04xfy4uICBsMxRASxM4GkNuhLo7Ep75cUAmQScmlktYKABtWxtYZnMpYypwmblxHHmiNeTk6KQgya6vW6avWafIKf9MonvBK/iv7NecD/zVl0ZdCVB34uHmCBCwbsjXIetkctz20WYylK71TCDAowdSykAsipxUHpPOWcrF7ppAh0lpQxWLqB56uoCihEnnPImKC/6Q9umT9oFaX1ZYrFYzDAcUdsPJ4PTnVv7zlk8LHu7T/X88GJTtnsjHmAT7NEReJV0F+rK/rsnJNzc+BfB0jQj/LBJiMMC5jVjjRbLDParPOwq6epaibZTJmspYkaWQoy1TntadZytXkwtvKaGpRtJKlaaaYO8X69oaVGUz1kK8tVdx7i5FVHVyxLOWvD2kpoNwkVBEq052X6es2m+i3qI7s8gDu1OumZmvN2og5ss3g7z2WwsOmvycX2zA5rv1OrqUv9JTbQ/UZDbexpYIeVy3B2BqEyWYfgtX2mblZTL2+oX2+pT50lsMwGa7nVId5Wl7xmkqsurybksE24lWRqcIpTB02fqomeVprji7p6tab69Ta+aNI2/UhqaqczWJ2cG6hJnQ6nP726lW3SRl2mM2dipdhnZRr40Mo1aaOGrTk3Sw0bcja2CeVCxRYPEmzS4QPn7Ft8yIyzkuCPepleJ8+8TLzHEslDUGvO09+GNrtLurm8qnX7vTfmTs4Yp2yiPXPeBbs7IIOcknAUIzv9KGxTa5vy4gxdtrkfqmKDG2JZI0w2S4G7BP28P8EFRsb6FmTkLDBmFWNXIQPSqM2UMR2zGT0fjzQYnGt0dqrR8Eyj6Zj1Iqhk/SjwybQaazI61vhsT7M/6b+vipMlxwmV+du5Ug4SiHMVKB/btvYJ05ReC32fT3hNodelKTbB6BEI2FCBEhQAKepwOUrNzeTuCkqYM0k1kitPFaZ7KiCF4/PHGp9ADE8eKYw4KSw4CdVIHKdLvkS/oUKikPkZuL/kc4WkqSTvKocQpllDLklUlVP8dqLx8Tbc8qEmR/c5hXug4RHhkyeqBs9lf8wlKc6U8PLCM2cdc9IJ/Waz5h+HdLTnSMfXGCy5Yg7mu5sq+JmUm9DLKUNRyFPGq5Qhsb4SjpI2UpDRXsaJYlKdo+5Y9l+xjE6fanD0SMPjR4z1M014AVBOjuVpI2ONrrF25fWelHUkD8kxokeLih98j90X385sdjFH3LtUklwul7ZUb62q099Sb/Wmmks3lDbXlTXW1EA2WmvKCWf11SjrzTU1WxuqkedJz5EWr7fmBJFytcYqOtfAunLKR13tTTW711RHZqTVOxvE0YP+tL6slDoZehsdyvWuk3eNsluqkZ81VujeMjatqNHdUKu3Rd4G9qwrpb0cO5rdLTWpmzaWlXAiWSPc6F5Xq3MNezfVwD6zMW2uyNd69L2hytUUkoZ81lSat1RrtNVsd9VmTWt3emryPMjzuhLWfecSOf5RUVefvx0PfJsl/tsyrtJ/Lh5gwWIBiw+SH0X+XPr9V7bT8cjzPKaSRAUb6AkPCyM4I4aD7ZrOkafgmOffEZvRAzYuB5zY7LN52SsLGfZ5w3vIhv+YrpyBc2B1x+ieeKeJk6bANjQlElUyUCwusSZ/LsAVcXaWGFzMMaTvJ/hj5/xUDw929QUng19sP9HTkyOdcloyZaOsPJXLUgk/Cx/rlZ474i+gH+Vjti4UWdjxlYIabXXSTKuQIPuRPzvZWao3tNZqa4MH4Ua7rzUehsukrSK3eEBukr7W7Gi13pTV22j3dL2/rBuQgev9FVn+arMl09Ov1bUMUVyG6HWyXEYUcwa8zg61k1i7bV3nZOkWJx83l9Z0Az32f9dtovMy1mlvOW9qGXK23upqq9OX5a812jHNbLneW9ZN9FzHxi3svtbtxzLWr5VaS+uNjqx8P6upD6lbzupaI32z1aOvfa3TLzvlurayphur67q+sq5NdK7Sdp+yXV/TctaUlV9vdNXPGuqip5vWtdJoyQjRjeU13aSeya3eitbpxwr112hjDbv7udWpablOefpwnTLXl1Zk2Oz2Y186kMteWtNyrRl9v9psq4fN1pbVW8K3zTxXyj0qPgHihWBz6BBs+5iDBLgY4DhDCX6vy+p/d0GHPk+RBNiJTo7sYstGp8PY4e9uV/16rpoPSlwhr0LOsSnWhJJs4MtzhfGRCja00/NdNruHYgceywXuj/gjymyQZ2SJvjBRjciIdmdATQyb/HmBKR8NNhlBjB7Gb8VVsJQgBKEcq5wOOMU60uB0R2dHT3TGKdHgBCJwvqMCTM+ea2J/sh9SMzkmfLqLT1l17ffJIBmeOZDIKYKXCZ6wp1HcKYNe+fzxkX+lwmuis768nBFnIMpn0smI7wI2rjNUVApYKOA4NQtxPjh7OVCe4IsDjQbbOuX07vzoHmToiULBSaF4wvixYE0zMG+Cq2IbwSUKnFrHTX7eUVbrqtbsKmezT2EI4enMp/tf6hwMju5rAumqmJdhyJwco7tAN883GeI9VsmhXwvyR3uKqCQtEAgD/C8FOTBzON6hbqBuoGwgfZY7c46Vc6Q7u180kXMjHg3n8p6T0OqAPj/VOTYaBpDWES9TSgirTyrlvKTLWQd9vSelHck1REAOL6IdKWAh0SogGMQHSYZoBKRytQbVe6qxDtdWNpT2V6VmT67eV9ZeUQYh881VOeAhbSlkLictISyIVwIZq7XX1WhvyGQN4mXIKZNZnfqSEpBHsrelvEkb9VXkWqxTh4xmkDhfs3LLqqOnDblr966pDfFrQBzrrRWljSWlrWW1euvq9LfUMP0QySQnnboWb7TXGPM+ferLY2dK3RxddXQZLJxAFFVfUUi6ESmnnjllzfZGd1Ot/jW1IJ2NJrbkXR7bTaW83PPKcBv+ComEj0UsAMWPi9+6iOvq81f2gP8rt3/V/J/lgfAttf+cZNNp+HN0/Mevax4K3qn0XkXiNU6cBtxNJ2QcltLupNKz0VQPzwb68vBEn+4d6He7e/rd3p7+sL+vzw4P9cXRke6dnujRcKAn04l2eJAe4TojhiOkbQ0NxTxscvEoJelndeEWme24hse4NMH6oYKOeJP/6PBAnz19LCODj48OdDgZaoIvq5SHiBFBn8g5Epw9QC4DJX+By7FhMULYZOO0Vm/rLhuAu6sbut5Z0i02Au9u3tCHN27rves3dWd5XRuUudbu6631Lb29cZ3y67rZX9H17rLuQIDe3rqhd67djHgb+Rbx22sbugHZuWFEEWkEsY7D8qJSm3a3TN/alt67dkvvg3fQ++bKpu6wIblLm2+vX4vpH1y/LQtfg1Sts/GxfLPP6rxHO29i95urW9h7R5/cekPvbd7Um2ubukU/rD9Wz+p8dOuuPrp5R3eX1nWjs6Sb2H4LQmb234bIma23qPc2Zd6h7BvXbugmfTBSuN7saqPRwbZ1vb+FPdh6DR0r9bZW6i3doK338NfHd9/Sx3ff1ns37+qtzeu6s4od9OUWPpr9Nwx9GYE24vrWxjW9tXVd79CH92/ckdW/Q1/Mp9d7y7pFvTdp5431TW3Q97V6W7cgq7ept44/262m0jSTmEOee9YxnxhWBftiHuriYzP1InIReDnV5qBlLaSFX8Ysh60sG+TAKUvC7G/lqda72LW6optLfa1D/NtJypapkneFnJ8quAklRwqctlTTY02He5xqPdfUfvxtzOpQ8sooFKogMkVVIQGbZ/sRx+ACRgT21CESBadAfHa9CM3iP4fv4KwHAKkIs7qSw0MS/mIV8ZwOeU6HVOArfDQ+fazR8UONjzjJ2r+n0d7XGu3e03j/oYqjpyohg2F4LDcZyEOqk+DkoYJJ8EqBxdPKy1s60Cuf2bg6bHgl41ui5vdXEYu6+B2/Xs53CvQ1YFVl4N6vmKsVabMxZrw98yrWdNhhqJA8KfBFBSkspvsaDp7q/Pwh8hFkeVuhOJCqM2oNAWXxHwkKxAL9r5iF8g2lWUd5o68WpKbe7CtJc0jmUMPT55As/HhyX+X5UyXjfWXTU+XMx5T5mKDI4T8ZeAFKg9Emrym9KEAp7+ZQkI8Q0s0QHPPWS0gCCOtnhTr66khGm7BTlI5BJ0Wy6SeSp0/+TM4fU/BA0/G2JmcPNT59qNH5M+KHCpwEp1miGi/cctYnV+9LkRDWJeWoTNDskQaS5hfdwhapcoA0i8sRsedSlkt16kMOlSMNtVYkhQ6ypczaAHlfFncQMRGW78nyjCh6TvEs3SE9+c7yza6kI0G+PDqSfFkupY7vyJHuyXdAvq2gJla15JOeUtpM60tKaoxb3pNjLMWpryGB5GeQ4BT9SdaVT7symdX7snSXtmmvhV0difqCbMrIqwEiKAiksiV0gtqK8vamap0t1drXlLW2lEBwPfkJ9iW+iS/rDGMuhRTfJxEMJnEvxz9FiI8DV9ffigf834ohV3b8UA/EpYlKJn9soJalxr5/VJiZP6rCv6yteuuyAAAQAElEQVQyM7+iyRIUYAJG4KwMOhoX2j0f68nJme7tH+mL3X19ur2j3z59qv/16JH+9cF9/fO9e/rn+8iHD/Qvjx7q35480m+ePtFvnz3VH3ae64uDAz04OdWzwUj7EEo7XRygfwwWj3Br2+wwkDy7fibf5rvoN4wfspk9mYy1fXqse3vb+pyTwYeHe9ofDzRwQXY6WHjPtoUHhnNyhJ17dblyf5GeW6sZG5WmS7UKobH/IsCI3/V2XzchI0b63oOIvbt1U7chaEaGLO8NCNybkEIrfwMyZadxNyGGt5bXdBNSdJ0TPiM1b0KG7q5tysig/U7ZtaVl2elYDYflzK027doJ3xuUeXvtmt404kS71zhF24D4bEbytaZoB2TxbUjQ9U5fln6L9t7ChnchUu9s3JCRR8N7kNj3IKOm62Z3RZv1jtbyhlY5WbwB+fvwxl19fPvNqPPO0rqMDN7GZsM1dC/VmlptdyCB5EHCNiFdK62OumyKltBjJ4N38MXbENU38YP1f4U6vSTXKvYagXsLG4wQ317d0CaEcbPd1zXavt5b1Q1OL29Q/wZtRn8R36S/682ObtCnu/ggEkhInxHG20gj2qbTCOIGp423IO63N7a0gW1dTnGzNJV3Ts452SewxoVICGcxdisWAExQvhfXIjaTs7rSq1Lf/KDb/jBQKCbKIG39Zl1bS33dWaN//b6W2VA2sSG1We64w91ERghLNq/T4pyN7DEb2j2Nz5+rhBiG6YkIKFRTldw/FS+QSoXZZpV75oIQkuaA9WdhpfjM7CfwN3+Z1bMeVIxVha8D/Ymgn1IlWxkSyEbqxtCEobz9ntxkX+UIX0GGCojh9PC+JpDC4uCByqPHqjhBdMMDyMyZ0nKiFB8m6PZo8xAZDxFMQVI59Dk2tCJX3/Ih/1tyFsnBAo6vV8BSQuLrL8sLtGp9rowM0rsK+zBJFX2vmEdBFZUDsMtROsjzQsFrRPhMVXmkYrqnyfiZhoPH4Kmmox2FySGus9eN9kQp8KjNHiE9GjMFxyYeYpDX+2p2VtVsryjL6zQypf6+iuETTqwhg8W+auFUDQ1VZwxyaieUcoFv/De7p0oU25yeymFbhEo5ykZgPt3RDPQB/zsgSpAlm8uBvlYK/HOSvAL5IeY74gGUYCLnhnJGCJMTwvSx3KWvzIPRtsrxnkJp6VM4W6oaL2GSeluCMClB0gspQ4+XzQEnR9iA4KoMRM3/JfICnl54bGKMAmMUYaesHn+Z3qQruQ6gDQeMwM1JndQinTyLp33JpJWHpCmSvBZ9tjIAEigQqBNCE+8B11QAlWvxQqipqmoQbwHasba81TM0JUZIqsnIviCH9mPBgTZk5bDTYZdDBo8OoFgXPWZLRh+yHvYhPcDGkPWV1teUQwIjGWxuQEBX0b+kqNMIaqgxrpDBypBKFWDsZGAcKairz9+mB/zfpllXVn23B2wxtBILaeE/HabFlt3L+NO1fUtNa8SyFtLCfyVc7ucsLJlZl2GmXY5XJMweP9KQsP046GFRaWcw1iNOAL/c3tXvHzzW//z8S/0/v/2t/u/f/CbKf/r97/XPn32qf/3ic/3Pr8CXnxP+TP/y+af650//oP/xh9/rn373O/0///5b/Tfw33//B/3rl1/rd4+f6t7+sZ4PCxkxtDYntGuEyuwwewyXbZyFA32ZYdYrKs0vN5d/qrD63xeX2zC7zFazfUJkUAUdTSZ6wsngV8+e6Kvnz/TkaF92MjjyQdOU7R4P3Ck9mZ2CSM7IoKN1g5D6y3ysJYfNKe3m2NDKci3xlnm50ZKRHyNuK8227EccN9pdrRE24rMGcbnWhZR1+rO0RlsrsU5N9vt4bjxRGI5VR6cRq7VeT2udLiSrqyV0tNJMOe3m+IrHK23VaLelfr2ulk+VMfc0QMf5UH40UZOHrf2IqBHHa0auIE/2I592UmYnhRvYY/FeWlMPUrZSb8p+zLLjM9Uhnem4UMKJdj4t1UG//SjrLU7q7nDqdxuytWX9oA9G9nJ2R5PTc97CD5SUlRJsrOjPmLTx8an8pJCVW2XjZXKFeuv4pkvbjjZKTs0rXnqktNtgM2Xlp9S1tBoTpccmdL3T03WIs/046ip1syCdHxxq/9kzDY6OlNGmEdBrkL31bi/6zcK3Vtd1DaK9Qf01YL/b2G22VM9r8raBM5I2h2MeOef0xz9WZoZAHUWIj6XZXeaYqSYDaVwkc8nRjqtKfFSqmSZa7bR1Y2WFk8tVrUNQW9iTskn2mqIRuIJN71gVJ17T6bHGowONB7ucDu5KxJNqyKHISAEyEzghDI72wOxuJ0zTwhKzxtE2txIpi3SCf8mLZjENH7gLYNp3WzCv86KQIwgYo2CICqxQJQdZSEDqK6V+yiway1VnEieFKg7lpoey321zo3250R44YF4eK5meQwRHSsNUCfU9LXg5tqkA1Z65HRFcTBXfImxwC2lp4kPc0hz1iF26ZiOimGGZhkvZrws6Rg5YlpUOzitgVYWsYt/JJ2Ux5jPdwpIg8wUrJpI5pDG1BkqEL6pDFePnGnKiNzx9osn5tsLkAEXkaSRnLyKgGNaso4ZTTYLQ+KytemtFDftRwnpXSZIKJijzb+bOlfux6slUdV8odyV0KlBbcsFRTiCASmI+O+Y3gyJFWSJJpx+KIHpxUfcijP8YG+vrBbA24AcEpdCP3aKMtSE3kYwUuoE8SPyAOXEOwTuX4+WKsNGnqbJ6S3mjK5e3pQTC5BqScmD986h2FxAhzT/WWnBY7A1elU9UOe5cl+BBT88cSEBGeh1ArmSo08vaHMRdHY0GaxNfU0YxjbCztFwVY1BiU7B0D6HDxiD0hLpKiFYVZmXkG/IQPJMVZSorAyqriw7HODrKCCmXyVCFTGWFjUDO2gSxPGnoDUAGs8WTl+Cf2MbMDjkkRNHXliDWa8qba0rt9DDpKzgIKTaafYF2AieDshcEJnlJEMPCgbIPzrzkX0vRN+K6+vwVPLAYob9C01dNfi8PxNWIkpcl0R/rMrUSCzAKqzkQs4tNBVmWvRCzdPu2ipdhad8GK3c57yJugR8blxv6Zth6+k2IhVgXfbS3klWw78AiL7Zr0hhVQ2BEcJdN86PBUF8dHHMK+Fy/e/hI/37vvv7tiy/0Pz/9VP8GCfwNZO8PkL+vHtzTo6cPtb3zVHu729o3PH+q3aePtf3ksR4/eKCvv/5an33+hX73h8/0v373qf7n7z/V//r0C/326/v67Olz3Ts801OI4V4pHeGuM+wwWybIApCM7darai4t/AIU+bMvW8IvK7H4CwSW8xcQVjhg0iwy+6ZUHoFT5tR+MdWT01N9xamo/UXRRwd7OhoNNSbPfgS38i76veINvoFdMjXFw12KamdfRH6ay/p1WXMgYhsCYZdLvJIsjUiTRJkHbAxqyEaSqQOZMUK3DAnp1ZrqZDU101zNLFM9y5VSTsytKYR4MhqpKgrSvGppplo2R5oqR3eCV21jb75M2AxZew4bzCdTCNhoONAIcjWBXAVIWIaRDcicEdUVI4CgZ+27TE1sq9N2WikSuEyerYCTilLVeKrSbIFYBvR6SF7uvNr0ZZlTwJVuXyuQqy5EOEdHMRrr5PBIR4eHGgwGGmLH2emJTk6OdHpyrECf2vW6mnmutApqsKHsGwGClJmd55yCH1N/eHauyXgsix/s7ev0+FgFfkmt7XpTKz3a7fdVq9fiHwl5tvtc9x890PbzbZ0P2JjmmbrdrlqNBr6lj7VcHWxc7nQgXz0tMQbtWk01/OkhX+JTYU/FvCIo51yEhb8djqwF/KUwQS5crgVwLeuIzRbJKSgBGWgmXivYdb2/pBvLK9rEn0tZw7ZtlKmY14HNK7DtZRjivxPZyYb9mOh0uEf4kD3tGWVHlOWu54TQc6+ktOIjaI9mHWkuSjG6izRdfNxF6CcK0LbmznDYJQNpTiLkIixkIFkzmKcc97W7yHfoMFg50ZNAPJAbGK/gYlEFLylxcoyr555wzkqw0oRJ9JHTCJ8ahnIQaYURFUe0ibQVHbLifSUPa3aGWB+dIfBll6O8V2BTG5QQnsHJy9G4J91bGLuEUVQXhWagqgMXcZnOy6AYl6UgFFVo9rE01M0ifJteA0GKhYiFXsdsE2RnJi2vIr9SQt9SN+GlyUAaQwrPtjU+eQweqjx/TNqOVJ1QdkgP8BHzLqEBT0zQO88pYdJcV96+rrS5KV9fUpVyEsXLI7Eueeaz85T2wn+Sw0BHH52rhGI57DKItB+CYOXRFUkg4YCegM4ZSgX6ejms+JRgzKO0toNsLBPmQ5KIsDAwk52CJfmq0vqmkjqnWUlXRsQCK2BQqqAEMNZYjgbCjpCT4rfj21IXMU/c7rxMwldWv2IuVOix+AJhnjfTPdOvS+1InvoYGaUjbJdjvhnIc+QZyA+XQVtCj2NN94yHZ713LqXyrI3A3Aw2gayuQeii/Czd87JJqmK+pfvYni2H1sNZOw5ddiGdlcEO6iuCPkMkE+ZCVu8or3XlfYvCdfRAVCF/ocIOIOxQbNtJDuh1n0X6Qr6uzFXaX9IDNuJ/yfau2vo+HggUWoDgN65F3kJ+owAJi7wLGbhpAcvd5W/FuH2/gkBFLipFZVbHNvcGqpDGFfORdlnY5HfhpTIvRb6r1g/M+3a91ocFKh4iFQ+cis7wqCEkUgyBt2ilSt7Al7RcgBEYACODO2y8vzo81m+ePNU/ff2l/vtnn+ufIHP/+uWXnBA+0L1n29o5YmPMRnkyHUs8xGq5V6eZaalT10obNOtaZZO7xIa2aQ9WTnsmnBYdH51qd/9Aj5491x8gmP8CMfxvv/l3/d+cGv7L/Yf6dGdPjyAAe5Q/o5sTSQazsbzoRzUPWQqFiM1GlsI/wuXQYUDMrot5QjSGAxsms6HCpzMUhGwrZkT2gBOTR+en+tz+oujOdvxvJg5GA9kf0im8Y2siFVXA/yFa7pxjCgbZJn72o0iBhhbX5fAi7U+QtOHcpV4Rds7xHHMzZYTtLX3h8Tebx7EL2BkUsNcsCPTJSJCDSBn5W+Gkr9doq8YDOaWAwSGFuiRLVGf825wWNVtNHqhOo/FIIwjxdDpRVTLr5n4UxLGCsJUQrIL5WLA5KlFkv0tUYYuwy0CSXFXJyJ2Yn2nlIENtrbX7aic12YleQrbDrwEbDbE6G4OA/oB+usXj28l0WXwKQZxiUzUtIFTMXU7hepDDRE7TyTiSwCFlJtg8hsSNJ6P4/5bZi5QaxKxH/xo5mwR0J3ix02hxD7RUyzJZn4bcH0P0W/0B439ydqIzSN4EXY7yeZqqnmfKMjZsJAyLiY5Gp9o/PdaBlR0PZT7IaqnSlBbw1YSXNAW+bNLuCqSw32qpWauxlXG4stJs/ih+nHNyzstDcJ1zMe2bX5a+AB4LBuL4TSBQIQjd1C/Jwu2WPE9V3CI26ccKfTcyeHttXfYHcZZqDTWxKsfjKfUTU4YaEgAAEABJREFUaiQm6YOvWG2mRyoGO/FEpxzvS9Up4zIAI2pMlbpKLCnKmH8pdePYBZEvSNAMNo5OQusL6Cf/WIuXGpnb5HCMwxLvvBwgmbGQgpyE78QnAEs0u60/Dv96/O1k/zxZ+JkyTGNWE+pSL5guxi8A4QvrvHMVwRIgOcHybioHBEGqNFEFYSyRwRXizYg8DkxSJ584ymn2CQjaD6JdUYCNrtiIO+CrhGY8OZ4RnIUd5e2v18b5hfE+kbj1+SIDexQtriQR59tkDDlChphG2PJdEEmkzKSFFyAx5pknnOnk2eLmTy1ZXXKtrGcepbw0SIqhkgnEj1PS8uypJif3NT6+p+L0kTTi1Lk8kasGcvjEocdTX9ZfNvkuX1favaW8e1tpa0vKl1QkTTyXyf6bjwlryZQuVbZW0ajDCQl9NTik2eeiTcHMBgtJ0NIpL8opyiAjeiIe6FcQ/0gPBgtbGn2VY8wMcfUtmBOGUsHWPmwRY+YYGee9bAAqBiH4ptIafWneVNq4KZdvSEmPonUF+hoYxSDG2c1BWHM4/OEkvgHmo5UcDxKQggzk5ANOxWSACAq9Qq/IncHp5Y8narB0A1EumpBzTt7s18veE+nOebmYh3RWbwYLOufknNOLj2kzSDZEkpNzTqbbI2dpih/nZnnOWZv4nmqWb/P5BdAjK5egI1PCc8X7HB9mICVzjth3j9450Ek1RWjxoYFFMGY4YgsQvLr+ah6wUfurNX7V8Gs8cPleeU32a5OsjmGRuQgv5CLdpKVdwiJYkWeYxe2bBBMGgtz1ds1BIleMzPNMXMRj5Fu+rJ4VXEgL/6iwdqNyC3wDLHe0xuaQh0wFeJzwrZdQEjNUlJyiYYBjjialts9H+nr/UL97+kT/ysneP9+7p397+ECfcWLxCBK4z8nJJPHK2Qz3Vpa1trmm69c3defWNb1557revnND79y+ofduXo9458YNvXHtum5ubGp9eVVdTmGyvKFJ5bR3eq6vnz/n5PGe7EdO/8fnn+nfaO/Tp9u6DyHdmUx1zKo9xL4p9hagBNUcARlUkjv3xVw4Un6Uy/TRftRl8gI4K4YrvFdhQcXju9SY0AmblG02/18dHehTyODXB7vaGZzpDEJVpF4lviuoW/KAr4B4WDiHxbRlJCaw0RFaX0A/6oeWvqnP2meVrEAJJgY2LoVtVjw1uCpIVsl4BFBjN7jU6qhbbyilD47TZG8S2+PGhTpJmiqFGDnCA07XDg72dcT8GQ6HKiGEiffKya/nuWp5JisfKFsyptau/R6LxUWax2eJAV/5EkdBCJMiqJc3ZaeELZ/LfjTT2e6NFwmOjZzHx3RBwu5qyuyBFNIdpfQ194kSdJWcFA7PBxqcnqngFK+R19Sq1eXxkBE6s7Ni3EpQQVZNUk059tqJXRsyVoOoGbm0k6tGLVev1VYX5Gka+xl1YEtRFpFMGiEuKzZ99JPtmYTfrEyJ79iHK+SpXD2T8kRGigvmVGHtU75Ex/D8TMNTyBMktEEbbfzXSDNZ+5Yf0If5XC7C42eDM8NJef3lpECvIQOKvSccyzuKOwV8FhgHQxwXMQYGbE6Q9t94rHe7ur2yCta0Dqlu+ZSzCc23jk5JcNFGF6bsec8VONUph89VgDA9VFKdQ0KGYKSUuyl1QdwugLpOWBXIQ9K0B2SjTxdW6i/+cbToaH8GT8jgsNRSZD4zCNdiL5eFZhtXIgv7cZ/EWhillSCvQlpSSf1qjuC8TKf4eFfJu1I+ksFCDukggwEqYyg5HSwJV5EklnIJ5XGaQ4U5jRGVtRcYE3EniHEPERSonMRC4IAPXk5eJhlq2dwKBIKw0PS5IOcIW5ywTOkFNP+EubRcwqifJQRZ0ObtyyA3WJ7pxXbmgowg0V9ZO2RbPY8dSTXhvh8qLc6UMIfc6Lmq80eQwnuaHj9UGDyXnR5qOqDqhJqmLyBTybUkvyJX21LeuaW8e0NZa414V4XLIYRePA5la3U175OnjxG+kknndOkT5mGTBouaNJgG6w8wf0VYumaaiQf6V9HPYGD8KhC4V6pQ4PeSZQIdVBfjExgXidXDDPDc+2lH9hc689ZtJfWbUrZOdhfdNVWUq/D0THriNvoziHQKSki6xjexEGOEPUipnV9CjemTSRUvsOILBPyIdMwdFxx5TkKKGg6YFFqky58gx1pia5IcdgSqWDZh55hrtl7NpeR0+eOck3MvwDTRAotyzjmZboNpDlZAot5Mt6PtmK4w+0e+lQnYPYOXuCecS+WZB44VLNDHABEOl1Y0kS+XCMWXoNnH+gRmEYe4DKKyuMkr/DU8YCP812j3qs3XeeDiRnld5uvSXrl5rL5hUfSlbPf6W43yXCwAi6VgUfmStAKXorqsaZF3WVr4MsTH4oi/hSuw9FdzBHo+g/VfpLIQs5gFUNBP+28kTtk0Pz060R8ePtb/+uIL/ebLrwg/0MPdXR1yKlEliVrdnja2tnT3jTf0/nvv6Rcff6hff/IL/cMvZ/j1Jx/rVx9+oF++T9577yLf16/f/0C//vBD/cOHH+sfPvpEv/zgI739xpu6trml5aVl1WoNjWj7+cGBvnr0UL/lFPJ/ffmFfgsx/GJ7R0/YrB9xQjNgAzDB8pK+GAIyEJ/52hwPHIjps9Sf7LuinRDkHH6kER7Z9vjWEBv3xue6Dwn84vkz3dvb0Q4b+HM29BMnTYH527Yl9pBGA7Wd4r9AENvt+6+BgBWB/lSJ53mfAK/AjtylPPRIC05wq0pTyJznoV1v1JVl2Zz0FArUDYlXRfEJ5Ol0POAUeV8Pnz3VPcb1wePH2tnf05DTrQSdrXZLK7xQWF9f19ramvpLS5wqNiTy7JQSCqdROQWFpvg1eCcHAfJA2OqcU17LVa/XqZKwMQgqsK2krIt2p1CpSmOI0wxTTQrTGpTVc+XU81ka0w6ODnV4fMQ8HFMniJ2AUCqf0RlQoa8kWCVODsKWt+oymB5rq2QeVgpKsK0JSezRlyYvTDx9ET4xPW4eVuqkxCk4acq8GHACec4LBDsVrXfbWt3a0BYvVNaubarV78r6fkb+FDI4q1NowKnj2fm5jGjb6YX3XhX9Luk/01LCP/pBH4yJdV6VKCHJOSfvY0Ds+iQFSgPs9xDuNvNgk7XBTgY3u311c8aEUsIvDo9inQzOiDAnOuX4RCUnOhUng2F6JF+dkT8CEzAFhRLqJrRj8OjyQaTP4Ig7LDBQRIZ465P+l7ocDbloQyLvUmIgpJiSzCx3mZzPiKeQCge8ypAQB5CtagHewFRVorJKZxCS3hfBq6DMFBTUs7oV6UFeFRMh0GKoggIvAALjYOMfQkVeuEDJZCjJL8pqdm8gg9VFX4X+ChmwvVIW2ypK7CyFHVKwcpVTVQbilSraIkg5sQaAIhAOIhlLHOCaC0Lzy6ycB18n5tlW7VVggRzeEt68QKDCHI50zzqTQJiSaqykHMhNTxTGeyrOtjU5fYaEEA7t9PlMcmOJU8JAeVNR4UuxwXeuo6y5rlbvhjrLt9TsXpOvLSn4lkpXV0mZirGsXCJ5g5dzwAOTcvxDPd9Oit8uIOdQsFTisg+JegVWmDQ8SYGKXgHGsWBMp9zPJeNXoVXYGxivyuYKi1FhEsLis47y5opq7U3VWtexHTKY9CTXYAxTNNNtXYYjhu3MIwFHLJpgEsQrmuip5Gk5oVQKMsLMceansMVhi4AjR+ToQjrqgRj3UpQO+crlXpdGGUs3RJ1W5jLI53LO0gi8dFnaDM4huV7KjpFZonNOXHNY+DIWNjPW9FP01wFxb5t03C+OueBs7FHyQs50yNGQAfH66zszX1/lZ5b6t26u/1s38O/Kvu99P1jBPwEswO5VXLpLbXGtcHggzSDkq5ilSy9liY+Zg3jtFV5NvVzYMi/j1bI/dtzaEuYHUF2CxVmvJZUsamNwWkm7nNo83D/Q508e67dffaHPvvpST5880RCCmFdBK82mbq+u6d2bN/TJm2/oV2+/rV+/+y54T7985x19cudNfXTtjt7fuKO3wZtbd3X3xpt68+Ybevv2m/rwjbf0yTuzOv9A+V+9+aY+vn1bH6DvHQjmjf6SemmmCuK5v7Or+w8e6tOvvtbv79/TF0+f6jEb9n3bBPNw5LHOQ9Mp0AdHz2a9oROkzsKWY6DAD7wWtUwGa8ERcnMlLP4xRFKgXUOJnAKz6Yz2D8uxnp0c6j5k8NHuc+2eHOsMAjRlB2IWlvgyEI56XvliylqLr6T+5aKBpgJ9rIDRpiFEaggJGbLpGrA5ObUfZ5yOdTgZ6ph+npF+zBv6feKGI9JOeKN9zAnpHmlPz471YP+5vtp+DJ7qEeR4L/pjzOlwKQ95arU7kMIVrTK3er2efJZpRFsDXhCc0/YoVLIfXZ0k0phVfMh4nLOhOy4nOgJ2Gmvtmd/3p0MZGT+gbbNtwHgcY+9xMdY5YftDPkPTkzoVtVTT3MvKWH+2sfUpJ7rbp0faG57L9Fr5SeY1ps6ANs/ol7Vt8bKWaJI5yo21D/HdH55pf3CqQ14GjHwl38wlTvkmPmhAvQF+GrtKBW1P0TdSqdNipMPRmXbOjrR7eqzTyUgOgtpfWdH6tWvqra7I12s6Zf7YPDqy+Q+hPWEcDsdDPcfmbertY6/VHdLXgjGr6KvDT2I2vZhrgRgD/NJ1MbFneUQD9WYlAyUNivwP18szLxLmuv1ocMo8zmAHWSk15LVUb2qrvxxhf4io4VNKBiwpQSGpID7FpKHK6amK0aEKNuqBU0JXnMpV9D2WQWG0xto2UNWul+4ZDLW0l/C6tJcK/PgRa5JNoSJJyKWkpsrXVDqkYzPuG8SbxBsqQl0lqPBW5ZqqyC9U17SqAZPkq0l6ewa1KE+9qq7CEBoq53UDdYOrk5+rrECosfGfoSJchVyVDDVZuKwyyGAKiUspn5FXk6gfgY0uaUppA1trKngeTBnPQoyYg/QxH6bUmIZKJeNfshkuISFGlAraKDk1qZQyYgk2+BkY6QBQcekKhA2IVy6aeSXlctTqLGDpgbZMAktGxKaw07FuONYEcf9Xw1NNBweQQk4M7ZSwOGTunYEBGFOlQE8JpsApzduqt9fU6d9Sp3eHF1M3lNbW5bJlVUkXv7RAE9TxA37FB0EZrTPPjShEJHJGkCDaL6QnzYHLchamssgQBs1hIUfYKTAGFS8CKkhfZT5mTEvG1uZQwVwoKmxRV0pXGLotyOCW6q0NZc1lOfpic1GMVdSGn3BPbOp1UsHhDwNNv3RRkXiIgnznKfcCIqb4cXwbED/7y/rxejjr/2vh5NzLeOEGNw+aXGCedCX+ah7wf7WW/0M2/CN0anFv/DF50dRrCnITcieynrGAzsPSa8qR5mzRA4GwlTFpsHBM0ouPC7MwxdFN+LJKoheXlbuMi4xLAat7KfoiaBVfxH7c0Ew3XkGthQNdNFQ8ZsqYVvHN9kzHRJ+cnuuzp8/0r59/puy/cY0AABAASURBVH/59Pf69OuvtLO7I1eUWm919N7mdf3q7pv6395+S/+vt94kfEcfQeTe3VzX3eWerkEWV/O6+mlNXTZFnbSudtZQO2+qXWupV29opdHQVqupm90Wdfp6b2NDv7x1U/87J43/x9tvo/dtCOKd+ONm7SzX4Oyck6Vn+t1XX8XTys8ePdLjwwMdjsca8YQq6JGAudfLPkFBFbCHfCBhAYI/8JrVDOiyB/QMNKUZaNHmGpGSghO+RpLOKb3PBv/R8b7ubT/TQwjh3vERJ04TFWxU4slViX3YTjVq6+IBLT6WZiCIJvv+66Ck9Qlvpc+GI+1i/3OIuJGV5xCPp8eHEPM9sK8Hh3u6d7ij+4YjCPzxnh7Q94eQ4UdnR3p0eqCHxB+fHOm5ESU2aads1k4hZ8f246MnJzo8OeV0rlSW1VRnjiQ27pOJ9o6PtUPbR5SbJE6uWVfgNHJEeA/C9fBoP7b99cFzfXmwoy8OtvX5/ra+2N3WV3vbesDp7LPTI9o9kZHSXUjXMJXKFnraDU0buU5dqd3RuUzXw6M9bQ9O9OT8SF/tPkPHMz0+OdDu5FzHENxDxjUSRtK2z491MBnouJpQ/1T3ILyfbz/Sp08f6A+P7+nzpw+Zp7uxzAn1Dmj7GX54tL8DYTzRAH2nEOc92nuGvseHu3qI7Y+w+ymEeZ++Fwx9kucaMw4Hp6d6fnioZ5yePz3c11PG4Bmk+tnpiZ4xJo+OD3SPFw8PqXtwfqoxJ+kh2N0tNufhElDK2Nr3y3DzaEDOYQuggfJuAeatR28KMsIZTeTM/RYEwsjgRndJ15dWtdbuqcU6UFOiDDhmeuC+dCrkHStOGEIIT1SMD1WMDlRNjuTsZIeTG9OPEd/zcpfKXQ5fSv7JguYn4Vtg/WPjHVj3AsQqpC2FtB1RJR2Vvg2BaEVUvkN6d46OqpjXVuHa5HeJ96SkLwdMVq6rUm2812YU2pLvyhkgKAFdFaSxgkTKt0hvA6RboCluHAUjn5QJkEhHey6hHO2ZTLIuvKHDidIMrt6S8oZClqlMvaaJNGUeTFylgnCVp3K1hpK61esrybGV/pKIL1KJ8ZZsNTZI0UtuLsm1i+gswTJ5wMa4ZfxAzKsrOGaowcYBHa6q5Llv3HSkanSiydkOeCKNtmV/jVXlmZyDELpSDu+W5RSSXMj5TD7vKm1uqt6+o1b7LgTrFqRwU0qXVeD3KX6cQMonkOmpIIWQtABZc5BBz+muu0AiF0mhj9JfCs/SHW0bhBSfAOxyfBkSCcLpkwacjnH0TVWMY0nbRWiqCC2Vvidf21DeuqV697bqnRvKWmukdcUX9dEhoT9cjIinmctwwZFv0KUPhbTAi+TAPW8x5yj/Ciz9Ct/lAfdK5qvxV7Kvoj+5B/xP3sJVA9/tAVtjvqWEZV1GRblFnBWL2Ldfi3ILOSvJDcdip8uIikhHhpcghVmlmZxHHJIrplVUM5i6edGXKy0KXmReDiwyX5VWxtJM/vjgMYlS0x/obRXhVfFwsHDQlNyTotLTkwGb2B399v5D/ebe15zGPdb+2Ym899roL+nd6zf1yzfe1K/ffEu/4ETvw2tbemu1r9vdprbqmZYTrw7+4Z0zDz+J5zFvo8VGX2xOkZWiDzPaa1Gunzit54lusjF/e7mvDzc39IubN/Vr2viHN9/Wx3fe0J2ta+pwcjSCQD1hI/w5ZPD3Dx7os8dP9Gh/XweDgUY8yINEv2aYtUJj9FEqZXHLJ/CDr4DFVtdkdRE2jU6Bh2Gg1QqUTIoJD8ohm+QT7DHy8fXOtu5BBp9CmI45uZlwimbWlJQpKctlimZ4jWXhNWl/yaQKA+3HGE8gY8/29mSnnE8h4k8gYQ8gNffnMOL1+fMn+gx8YSQKUvMV5Oy+kcOTPd2fE8Rt3tQfQZ4G7ERGXrJTv8PBmbYZxyfPt7XL+J7ZeEIE7UcnD46O9ZSXEU/3dvUcsnPESdi5nc6BAzZ5RtS+trYgUF/uPdNnO0/0h+ePIz4l/MXOU30NSXsE2TKyZPYaed2B/JkdpypkJG8PvU9ODyP5u7+/C7k713Ns/Xrvub6gT/fpy/b5iY4gsPsQwMdG6hjT7bMj7UHyjJg+pf6XtPk57X+1+1RfUu/zZw91D7uenexrF9K3C4F8AkF9gF3PIcunkMRjTjIt72nUuaMnENKn4DHE7unOc5kPTnghsntwqCeclj872NdziPkziOETSOETTjKfQrS3IYBPIIVf7TzTve2nMvI45gQxbt6412ySBeadyRm+eyYF2ex7FdQhyZke1gvPDZ4Rz6sgQzfNtQEJvMbpoJFCI4d1SGLK/WHwSBf1FoQmCuW5ysmxppDBcnygMD2Wq87lmSOK9y3tfe/LOmn43hV+nILWpD0g6FegVwEywTGNfK2D6MtOadLGspIahCnryQH7EcSkvqyssaIcmExry9RZks9NLkM+1pTVDetRprVVJeQZUmRWX1GNunljVTnhDP1p3lNeW1KNeA19NcJ5fYn6wPJp2yUtOchpStk07xNug46sfg07a03KtvuQC8BYJrzgU62mMvGact8aytTJkZY2O8rby6pxmlaDgGS1ngRBCtD/EE8KPV5xEWTMpV76OGIOvznkn3OZ720dNljY9DnWLyOEnlP0MD7TdLCr8dlTFWeQwuGuVJxKYcxz0OZjocDpfeCFnSBt8k0pXZGvX6d/d9Xs3EZeV1JfV0j7kMK2JpCyCWRwqlwlZDBUGfoyOU4G/QVSLcKW7tDtwWXpgqOOo65ZHnCDgTiWyYi1yxijOmgquAZt1bk7CBupx5YUmxqdm2r27qrRu6Na5zp2r2B/S/I5ej1weLminQCETS/ggsgDJqMt+qOfEChMKecc31fXD/OA+WyBH1bzqvSP7wHujh9f6ZXG7+mB2TrCAvXN8pa1QEW2weImF4grF3mXL9awi61/QYbhojzxVy/TOYNTQGEVIbGnl+mKoJJJhAJfhhK5QEU4lkdS3b4V5Xfd5yixjdbroJ/44zBugUVTZof154yN45ODI3328Il+8+XX+vTeAzbpB/FH+br9rm7fuKGP3npbv3r7HX1y9w29c31dN/ptLddzNX3C49Apc7JHl9gjagLDPBtW2j+Z6Nn+uR7vHEEmDvTk4ES7pyOdjAqNi8ADWEqd1OCrAzHs1zKttxq6s7qkD40YvvOefv3eB3ofcnhtc1Npnuvw9EyfP3iof/vsM/37l1/p3rNnOhwMsZXx4wFa0c8AFD8hfv+5X1iqillQocg0BvSHedjm2pSHY5QQ53M2y0YwHrJx/+LZUz2CzBwOzjWYjjUpCx7m1KScc3QcHXZZyGDhBeLcmydSY5H8F5PWfnBOBiNn2/t7evx8R9uQtqcQEevXQ/r2EGJ0D2L45fOn+vzZE32x/YSTtW1Z+mNInJ1iPTbSwmnWwWigIX6cpl6TxEdCeHB2pseQvq8fP9bXDx/qPvLxs209hfw8Id3wELL4YHtb9yE695EPIUuxfcjbQwjWIyOo2GHEdEZIn+seJO6+5ZH+DML0BFu+xLY/PLqvPzy6p8+ePIS0PdMDTtMsz2y8DwF8jK4DTjAPIImPIWn36dsD9GyfHeuEU82jyUjP6M927M+57EdM94dnvEw50EPafAr5NNK4z4ni9tkRBG83nhLunB7piBPNXaSRwl3yTiGYZyCmo38bUrkHET3CT7tm8/PneoA/zC/3Hj/SI06bdyCDB+fn2oMA7kAAn9Evq7dvP6oK0X3IOJl/DvHrpGBWMjcd83UxcRYbuUVcMc/p5Y/NOMBpkJj5YswWcBbn1CWwZriiVMZNkUEIa8ilvK4bSyu61l/RcqOlZpIqQ/GCFnjqJmxlPa+gQjVQOT2OZLAYHaocH0vTM04IR1hUgAoEav9MruhCJ59kELCW6p0lNuhrai1tqN1fV8NIU3NZtdYK5GJd7d6GOv0t8kBvUy3ire6Gmt11tbqWBvrX1Vm6RlnCltbZVKuzoTblOob+proRszSr3+5sxfqt7nW1e9deQqO9EUmlT5dUa66p1liVT/vyEMWMcB0b6501bFij3Q1sW1Wju6yMsQxppgJyX7LeK8uV1puqtekj9raxs0VbNQiq52RUkCNxUiYlEmuy5PTySF6OOYn8l6Hv+bG6VvSFDFGXpYmWgxIInofoueJcBS8exmfbGp084aSQU8LpkRTOKTyg1hgw71i/xXyWkTvXlNJluOGWMghXvXNLWesGZHgDgrykiWtrVNU1BtMAaVYNfcz4Kp9JfBAWwBdYgx8SBcjiIiwLQxBF6xHBSZQ1WN2Sk0dDpRkJHIcG7TW5g7pStqIc8tdevqvOyhtqL7+hGjbaaaEYY3FaTCFs8ejkimtBRUuBCJcJA0EM49uB738t1hLnfli979/CVckrD/z0HpjfHT99Q1ctfH8P2Lq0QEU1C5s0wjJltYqbbhLhEbK0kjUogrKWNkEuMJ6Hp8iSOlxiFYxgTdS0qDSEtZyNRjpjoz7mIWB1rfyUwiYL9Fv7C8Q2xZ4FFMDKWJ0J5UxaebPHSOKiDqqwnPWY8oswwddelj8r+drsPznR0fEZPA9Ihx57ODt8mGhCSiQw5wNOFbYhhA/1JSdwtvmv2PQttdu6e+26Prh7Vx/cuQMRvKZbyy2t1TO1Mq8kEf0LPKCCTqeV9oYTPT0d6D7k8ovne/r90+f6d07yfoPO3zx8rH9/9ES/e/KMk5xdfX14pMe2sbVxqILMjzwblaVOvUaqrV5db2/09NGtm/qEE8MPbt/VzdV1NfJcJyenuv/kqT7jpPCLJ0/0lJOkI06VznHihP6W9KtCCgQgPg788CvE/r34FvEXsDkx5WE49k4jcM7k2h+P9AjC8DVk5gFk4/npic54Qz3mdHAC7I+FBMrKQN3X2RT3BGSEORAX7Vr4L4FF23b/jKaFjiAYB2enOuSk0wiuEZKIwal2ISfbkJNtSMyz4yNI/4kOOfmzHwc9GQ51wvw65eRvOJ2owPjSe9n9MsIfJxCsPXxkJ19PINFPwTb+20GXpUecHMuI0LP9Az072IsnZJa/S73d8zPtQbgNO9j3nBNts2cPkraHDfvkHY2GMvmMU7VIJHd29Ag8htBuQ7CsH/v0wfRZuTNOeE/BAfVMl8FOJ+13JwcQoSPzAaemZ/TnnLE9mYx1SHzP2mI9OXeVzujbsfUNG0z/EYTN5sEx8pC2jiGcA9oYVkWcH0ecPB5C6E7Rd06a6dynf9t2espcMrmPH06xydo8pU3r1wFtWtsLm/cZD6t3zjy0Px7ClJTiPFvcASYvQ5c/hG3kJXcx4ywe5ByQ3VVI1ksfN9oVhLBSQ9yzCaeDrS7rw6q2un318poatJvFlaaQZwvrZSvOmBOKM4XpgQpOaabnu5oOD1SNT+TKEVthKztrR6/7hNcl/m2kxfuWue1YGD39T5ptpfgkb/WV1TtKshayq0ZrWc32qmrtFQhGX2mzpxzP13ckAAAQAElEQVTUGn01II0NSGOD/Aanbw3KzrCkerPPYV0HPtZWHX21Rk81dDcsvd4lr4+eVaWtTaVNA0SmdU1Z54ay7k3aux5PuDynjWljUwZfX5OvrVNvQ1lzTS7vYWcXO3uqYYshq/ekpKnK1xQMSV0+b1NmCZ0bytq001zHriVmQkMBMhWqBMlWKzrFXRogG8AFLNnyLuN1aeRf6CFMK4qwb4vPpIUc6RFMfG/z1OZfmMpXI4XiTAUn0SNI4fj8GeEdhcmeVEIMq8F8jlbYjX2V+CRSWpdqffnWhlLIVt59g/7exR03FfBbmS2p4MR16loq7fRODWRNBeTQUPK6tHS5olSKBC5BzkG4sh8zJo/GaDNTgARWRjBDXQWYhqYmrqPCczKZrKjM16Tmlnz3tmpLb6ix/KZq/TvKGGefr0uUk9roqoEMJMCBVy5LugzLXsQtfIUrD/wdeMD/HfTxZ9XFgLWvoiKtBFM2IWM2SCM2TyNOWMZViKdBkbhRyaSlGUaUH4IBD4JBWUWiUlDGdFUsdPZMmRI5G4y0ByF5wonHMzZctrkaoTeC8hNg9QxmQ4FOwxRpmCDHILZH2SGw8JQ2Yj5xs8vq09zF1ooqipEYePXLaIdlm/wmXi39Q+KOh6SP8DTgeBh5kGrAI3BvPNYjTn2+gGB9zWnbzvGxyqrSUreru9ev6UPI4Hs3b+vW6orWmplaiVPmhDbJvkpU2kb5+fm5vtrb12845fmnL77U//Xpp/q/PvtU/+2LL/TfOXX8p6++1n/77HP9//7wh4j/9uXn+tdHD/QZpOkZm/dTNphjHuL2o5QYpxqO72DfRqOmtzbW9REnkx9CDO9ev6Fup8vYVnrKBv8rbL7P5v7JyYmOIIVDBnmKYRUSdTJ/Mxz6Uz6Lei+PRlRpapmZks2rkk3gAD8YGXzIfPoMkvoVpzvbp6eyDf6Y0kXCvoMy5i+rY7pN76t2YXZMsvwYsC/8TZcshKYo/iJfFUZMmQsFKDGsZIM/BRMwckH2R12G2DYy0DeTY9Lt3rAyBeWsnumxca0Yz+ATfOY1pQdTOmXlrM5QFaQ6aMT8GoIR+saQ5gllbF4MuZ9HzJERtowY2DFtGuxHdI1AGQamw9q3esDsMTsNF21YGbzI9lBD9MV6vPwYonPIumHpdi/HuthgdkTbqDMhbvZOsH1C3Oya2YPtZg/5Vt4wdJXOmcizupYfZDaMrX3I4jii0tj0kDYkfg4G1Bn5IGvLfD3GpjH2mbR4kXgV+MfaN38sbDZfGEboMpvsR31L6gbGzeFD5/ieA/P/yBXIn8Fhn0OnIgJkrhLNK0NXFoJSxqOTZNrs9HR7eTUSwvV2R+0kUU5+jg2ZCra7UyX01nMiE6aHmp7vaHzyVKPTp5qc76manClh457R94QxdLSrVz6oIzW8kvq3ETWrDFPGasQ6NAYlc1bBY3OqAoI0LjyHT7kSiGECoXJpgzzIAnlFRZ79aCBplufTpuTJdzUFIIiYIBa8P9NoWGgyZvVgMXFWBxSF06RIKNuSkj6zqMc91lOVLMvla3IQwKQFiahtyAFf35BvQAohFlnzmlLy7FRpMM50NpRG00QlZMSnrMJpVzAiBTWYBXUFZ2jIke5rq3L5Kvl9BoK2rQyEsKSvJfZV9F82/yIkxAyyj+MLMEdRKpkDLwqQ/p1hq0oZ5qFzjpILiLBspUGWyELeMffcmDk7Yo6dqZwcaHy+reHJY43OHkMM7cdHT+Q1lnOlHL2UfdArn0pZQ6qt4IIbynvvqLXygVqr76jZv6usfU2qL3Og2FPp2yoYs4LTvEI1/J/PkSHTS0i4Iww+yoo7oxLEDSIYDMpVQAinVV2TkhNICOFUXZXZitL2DdVX3lRz/b2IfOUdpb3b8oyhkhWs7gDsRYci0AvhNI/I+uMC+cAhFiCoizAByjnn5Nwfh1U1OPfdZa3MH4Nz363Dudfn/zG9V/lXHvguD/jvyrzK+wk9wDr0qnZLuoyKAoYSWfCEGEMET3gLfsDb8aOzM51xqjcqKxZKaVQEnY4nOjg90x6nRieQG3uzfzga6ICTg5PBUAOeoBwIokkyveNpof2jIz3b3ZX9ONpzNvD71D2kvOk44jRjWJQXpHM0pY3ziY7PxzoZTXU6KXQCDodj7Z0NOBkY6YxNwBm2HI8rHQymOqTs2biUkU/bDF/un8ySQMoF6GgMm/wWkPznXY7qXo6Hs+PhWyJHpBxywvEQMvj19nPdMwIDqZqQ3oYM3rDfD7x5S29eu8bJ3LJW6pnaqMlxopubP8GxZ/j8+cmRvnq+rd89eqh/u39f/3Lvnv71wX39z8eP9e/PSIew/WFnV78l/G+cFv4Lef/jwT39y8P7+vcnDyGSO9o+P9HpdITPKrkiKJtKDdClza1WpjfXlvQe9rzNSeG1rS3V2XSeFYWeHhzqK+z/+vmutpkHJ9MpZDEoiIr00yENQupP+JimGWzkLGRScS6V6DNMnHTCPH16eqSvd5/ri+1nnBIe6gj/DrDENvfsj9gwSJhESoj1F8OOGsZGFxYGXfqg+yJO+FLOTxxkW0TD9nKA4WBj6RWSBJmoTLyMmEyRBvvrm0WWKCJFpj6WqXwieS85wHbLZCAeiaWkqXcXeibUmWapilqGnlTTqCdRaZI6hZU1SZuvth/JmxMkymlC+Sm2WH2zbUqdCOoVtFGQX+a0Y2USyjsnI1I2hrEc7VjcyOiU8hPKTUySbvkXdtCnKXUvYO2g28qPaWuE7jHdNkwITw0X5aVptNdkwG5pDBEauwop4m7mP/SV6DVU+D4QN2n9N99N0D8FJiNow9oqSIMfQD7EXKMhZpbD/wYR/iY0/zDgscYl6WbhmSbuTfI9EzelRoasoa9fq+vG0rJuLa1qq9PXMvEG/snJz5jpKfQk0QQLWHWqU5WjA03slOYMMni2Q/xQMEQ261PZ/zf4ghBa2zRkVwzGL4v9TcJ+hG7KmjRgTRzwXJrwrCnLoJI3QDwyNOJN47RKFDynTgZIQ0mcR5QmDNg0JCohfRUoIYElG/oy5KogfIG0KqQaT6XhqNRkUqkqGdvKI73Gk6AhE3cKgQjq8Pxqa1x2NJURlSUpXVFIIYZ1I4TrEJhVKQOQQ0dayFYYoY7OR+mMEE6SSErkW3L2h3FcEzvqqrA5YJt8Uy7pyMinfI9TrTZj0laSAEiRU6qAbaFyCjxznHNyDsjG0EBxu2LQEZojxolevl6Xpnl5pLsET9hT12PpDCV0a6rUTZT7CXIglUfxdHp48kSDk0eaQA7LCXOwGlK7pPbiQpMRQhurtCfVtuRbkMDu22r031Zz+Q01lm6p1r2urLWupLEkl0Oes7aqeKJaVwmRL/FXEZGpgJzNkBBOVDlDilcMGe3bHVWXc+ZffArpdtkSutchn9dVW7qj5spbaqy+rWzlbfnuHVWN67KxDa6PnjaYE0Lmk7jrhAciYrdwpluABDcHQpfDFv8LwDlr9C/Q0FUTVx74Fg9wl39LzlXyX80DLFGqWMpKUGGFyQlvjE9G59rmFOnRs6eRxB1w6nLO29dhWeoUcrgDufsKkvElZOT58ZEOhueQhH092t2R/V92R2fnmthDGZ0FjZwNh1HPY04H9zgN20Pfs4M9PYTQ3IPA2O8znYzGmlB2UgWI4FBPIBwPnj7T0729+DtUzyBRDyBQXz55rMcH+xDEiQ5Hw/j7Yl9j54Ptbe0fn8Z2A+sdango2pbqdQj0eJaOia+/sOX1Gd8nFQPiQ8GmfUJbGaTL64TNytOjE33x8Km+fPAYHx9ozGamBxm8de263uVk8O3r17VJvJumqmNDWkjeBodwGQL+H+vx7p5+f++B/vnTz/QvnAz+jpPGr/YP9Ahytj0caReCdlBUOigBcocdzWPG5Mu9A/2WkzQjkP/+4IG+hETtnp/h90oucWIPrtxJNdpqIpdriW6vLOktTgjvXr+pzbV11WoNNi9j3X+6rc8ePNL9nT3tG6FnvCulcjzMnUsk+o8a5J9zzTTYaFnIYFsH9mcaVpV2Bue6t/NcXzL+D/f3tM/LiJFzMgJS0B/bpPPCXFanctgRH8rIb7lMv80dk99S5CdNXrTLaHBfOgU2+OWcnBRIg8UvpOXPUSGtvJAR0f9ewWTwUV8phy8AZYoLOE0d8DMUyPJVULak/cpgYcpbmSJKdJNu+d9ALEs+0uwzlIRLqweK2I5nA2fArkvxYqETm63eDO5FP6gf9czLFdxqhilyAYsbStJK080cKA0x7NgcukiQrfysnMMW2pjrtP6WhKM0u+f1SmvbwhFShc6KtICthtkkIZE0GWYJP+A7UDbIMXoXCKXEWpEw75uQ/pVmG0K4quv9Za1wT7aSFNogzjwCsDtxysiPpTBQVZxoOtyTEcLinJOZ8bF8MYQMFpSpgCIcrS4ulhpaD4voTy9pKt6er5EY8q3t29pQ2E+x8CJoXIxZZwvZ6XrBejRh7ZvwhrDgIVRVnudBIpNl5SjjVAZAeEr+mLLTUqrME7aGRSQKjLvConnHmDgiDl2VikkBSaS9MqhEfxky7q9UhckqJS1BX6YkbymttSVITglJUQLJQ05LrzEvP63tCW2XRiIgos7nNFmjjQx7U8IpdTP5tA4aEqeF4iTRVTWlaUuNRl+Neldp0sA+yldOom/ObBdhLT6Ljljaq1iUeb38RmlUWRpelb2scCHQUgVKUMi5Qh4kfqoE2utK5uH0SOPBc41Pn2h4+pjwjlSe0+BEvJEEwcxWhd0VfgiQ3AABDumyXG1Ndtpa791Ue+UN9dbeUnf1DTV7kMP2daXNTXnKhGxFVbrESy2QQMxdV4XvcK9zkuiQvs1618KiNuhoGroqXV8hWaX+hjJO/Wrtm7I/FNNeflPdtbfV5nSwsXRXefeWfPO67MdHy6i7rVINwFhx1wWef7EDWnzcIjCTLkiWdBm6+vxH8sBVX76fB/z3K3ZV6i/pAZZfFjMeZqrmMkCoCp0PBxC7XT2GMDyHuB2dn8vI4ERB55ANO90zAnaPjfju2YkOIGZPjw4jIXx2eCAjhKOiYhGWOLTTqZGUw0PtHh1pwKbGsA8ptL9kaDqM9NnvBk2ZJfZXI08GAz3hhOvh06eRSO5COvfPTuMflrC/5vdg73k83Xp6cqh7u9u6//yZnmDn4eAcclOqZMGtcGTF+stzigcrEcKYz4NyHkbYtUi28I8J01ux+pc8DqcQpEEh7Z0M9fj5ke492dH2831NBmN10ky319f0zs0bettOBleWtVSrqY4vkrlBAcm+Qac48xmk94tnO/rdw8fgqT7f3tPjozPZ7xKeFEGD4DTkLeVIXuOIhLjXqbU/nOrx4Rmne/v6w6On+hQ8gCTuQdjPQqVJKh6eku0naF4N/LgKKby13NdbW9f05uY1rXeXePSlOjo61YNnz3V/e1dP9491PCo0Mjtjn50qwn/eZb1+ocFippNu6JyB3C/HenR8y74FdQAAEABJREFUEP+YyiPG/oA5OmBuTqlSxo26U5RsyK0/Vp8satq3tHg2iw/d5JuLgJUzEJtdL0VmSd/2bUXjfKOAhRHfvMjg+mb6POVFHsbgS0WIz+U4YcbZkWf98IQTOumBxR3xmEc+FWOfza4YIMHaWMB8avfJAoG6C4hwhOlZhJFRP21ZuzFMmrVt8VexyP826THEYdMi39pzlobOmVQcKyt3GTFPinmifMDGiDjeTgFpcUpI5Cl+rCUpEA6zYAybDwJlqguI+esiLN0g8mSV5nDIl0B+jEuEZtAP+gRddEYBHUFCGuJmGyLoQQ0y2Gs0tdFf0vWVVW10eurkNdXpb0b52WlfaasOd/9Qqk44DTzgMHBPxfmeNDpUwuY8DQVlRJNs6elLiC06CYkaafaF/OkvF2St6ts+0SrKfFt+YKQqXmRW1ZS1vsD0EusBJDpEBNIXqBTwo/1ly1leqQpfBIMK7CjlXamEyWZIfSXvS3nyEleQzwoTJnKsP6EYQLYHUjWSc2PKzeFGmDpUKFipqgFEbao8L6NMrZxGmhF18hkL76ZKEssPSMknXp5xds7LOReRJgk6MnSwSNNf0Qcy5LOaavW26iBN6/I+I9krfmLdGOIrAJrlO8jhH0doAYLf5woUAovxciEohoMiKfTYZb6TLyR8NUMla9WZf8uhqvGhpoNnkMJHiqeExQHZkEL8EiCPlavE0qKS/pcu5VmeqUxyVRBfV+srgfjVu7fVXH5LreV3wfucGL6nWu895d13lLbeoswb8o07cvXbcg0QJfHGLeK3JNJEfqjdVVV/U6Hxjlz7XWWd99DzvppL70MCDe+qvfSmmt07qkEE03xdLllScB1VaoBMQXNf00uHXxH0J37Pv5zkDMw/atA7MePmIUvT1efKA393Hnhx1/ysu/4fz3hbkmyRqljaDAUPmuFkrMPjE+1wEndweqJz4gWLmv0o2YRyp2NOoTjp24Go2R9isN/Zsj8C8fz4ENJzomMIpf2uDS9nNeTrfDzR0WAIGZzK12os1nUNeKu7f3ambQjk3ukxhLNQwSwpeBAPeNu7C3nc5tRnByJ5AmGxds/LqZ7Rxv3957q3t637kMGH+zt6fnYs++uBIx7+RijhRSy4s3WZZ9V3DxprtQzzUhZcYJ70g4W1WVHLSNyYwIgn3DFk7vHuMSTqUM93zzQYTNRIc11fXtJ7N27o3evXdK3X1XKSqYWvaxiRgQSf2DNnUFR6fjrQ1xDA33PC+PmzPT2BYO6zPzlzGWSurjJv8OCsq0xSfJlqygO18ISTmia+pqFynZWp9kYlvjuS6fn9oyf6GvK9Awk3UjiiPSPU5sCslJqSlrNMd1fX9N7123pz/bpWO0sSfTo8Oac/O7q3vaPdsyG6A21IE+pQlZlC4E+9cGK4pMHCFbpsfO2vTD462tfXNgcgg7u8CBhR3ubouKxkp8xsSVTiR8w0UxWcFOYDTRBNs8vCgeAs38oQWVyWQdjKIC6uwEbodRDpMw1UtPBrYP2wct9en2aozvelyzZwL6Jmj4FbhY2Y46RHM9BZD1zsjMMUEPv8QgbLu5w2j4d5mskLkBfLIzWH6TYkxP0cRkYtbtLa90HYpbhZXIS/ITUvQ7sePY46Bh+li/U96Yaom/Cr0vIc6TMofqg+M9Vizr5msDIWcrRnEDIYmCMCuG1Wz5nb8HeUkpCafyz4Ao4sYO1bKMwLmTQQdeCHXVbxm8Aa/BGUYme7Vtf60rKur67q2tKKVlsdtbnfc2xIaTBRxXJREuMutNPByREvnnY15WQwDA+UTE+VQWgyF9CXUC5VqLjpzQHEFOi/ff0ww//00rT3vSu/tmyQh0QkPkCmKjnIm8HSPN1KeDnkDfiGi84FuFTJ6V0BpgoQSe8r6gYl1JVYUIFzhdI0KM+kLKloYyoXxhLkT5yuCnLjwghSPSQP+CHlh5QdKU2GStyAsqcRiTsnbSyXT+WzcUwL0yP0ncX0ei2o0ZByZMqi71OvLE3QlynLUmVpSl6mer0ml3nZSTFMVIIkKstJqytJG+iqKfGpnEuEI2TDGGQi0E9gCcQlJ4EAFD8Wj4E/+rUoyfTBfoEgH0Ccd5UcYyH8GCCFAb9aq+LjqODxny/xyWRP0/OnnBA+03S8r6o8xrKhAsS4dKUKGim9V5EYEmQKaqqSjpStyNU25Zu3lPTeVrr8oeqrv1ALdEB7jfDKJ2oufQhp/JD0j9Ve/QhY+CPiMzRXP1Fj9ZfgH6j/D2qsgNVfqUn9mY4PVOu9paR1W0l9Cx+vYl9fVWjjyyaoKSgBgd5VwCTCLgsaLCw6gzQ/VPiIWacy/quo+0o9yl1dVx74e/CA/3vo5M+xj3FjiuGzBSuoYuGeQqwGk5GMiJ2Nx5C1UlPvZCcuY9Y3Oy08m45lZPAcYndO+WPixxBF+2Mxg2nBSWMleIdOR5SDIA4mE+p71bpd1TodFvhE58VUp7HORGNV8UEwxZZxVUFCR7Q/0CmnjxPirp5LPBCNsOwOzvQ1p4J2OvicE0r7C4Nq8LCkTOGwk8U4LrUOZd9yUeSlnFfjMfNP/DJd1n5J+9FfRA4HUz3dO9HjnRMdnowVykQr3b7urG3ojY013Vxa0jIP/pakBshBQn2E4NT4YqpnB0e6v7PPqeihnkIGD0uvc1/TMKlrnNbxaQ3kKrwhU5lkKhLCYJLUNKbsyNd1VqXahZDe3z/S55w2fvn8uey/CTiCcI9cpZI54Hhcpfi9Brvu4NPNVlN3VtZ0d/2aNpfX1ai3Itl/dnCsR9i0Azk8Hged09cJRpfA/ID4QZd12RArRQUBS8QDWJoWpc6YDzu8FLhn/9/g/m48KbbfYS3YRFX4r/Ie+6UyzleT1EVhoA9RXVQ8+6KbZM7ClhdiuVncvonOH+cW++OIOqwYAa6Z3cQvh4nGdJOvwsrNMhctLyQlo/2zuMNQg0cmVErYzEcQtjSH1QaJZTd4Yh4Fl0CaFrAyc4QoHSY4/DKX1BbtuEvw1HXA2pq162Qyxuc2WPgyHHpewoU+sakEL+UTJ9+jKwHsK/VaWJ5ETfGZ2RvMTwuQE4AixMfRL8Rrr3l9ygbyA1IgSvRZ2OBIm/mCWHB4DCAv0jT/hLn8wcIqAgcUaG0GprNyn6jXaumakUHuxdV2Rz1e1tQplVE2AZEIqaBV1pjqXMXoQJOzXRUDTgcnR8pIq/HKJkd/4pgTjGNg/gT6IPQE/WU/7lJzFn4dFkUsbxF+IYOsG54J4lyhqppA9CbIqRzPJSMi4tlS8pwqC8tnZQoVPTUEefxgZRzrnvBbgCxX1RiSwikeUpAYR5ohQALDdEAxwMleqjGkeiIv4tUp7Z3NQDiUxyqnhyomByonhwrFEWYcS5ZOWkFaNT2OdWucHtZyyUOkHARV2GqnmNZHh6UsaXyzDlaFAi9ny/FAJc9NjBRDDhhHpfIui3AQQqtHDdnznS9UhTkQ8XJ8O6qbJPg9rkVJXCYLW20f8OEcFpfDvwb6oujTijYC5SnHvEt0Dl88UJjsaDoy8LKiOGSEzhX8BFRx/S7kGY1EBX0pXKqCZ1fh26p8X/JrUnJNym/Ltd6U67yrpPe+8kgCP1IDWe9/oAZksWVY+UhN0Fr9UK2VDwkbPlYTQliHBNZWfq18+RfK+x8r736gNJ40viGf36CdDVVuRZWWVKqLK9v0x57SdTyWArsqvgLgmgtC88tFacklNQu0GCrZv0BKzL76uvLA35UH/N9Vb38mnbVFKoIF3aSZ7RIvlybi6SQjhwV5Ex6gU+SUAgtZ8ZSqeENpaUbYSvIK51nunHhsycoNOdU6PDvV4fm5xuhI6nV1IT7tpb6SWq6QJDOwmS/RZzoMlXcy3bEN5+TzVA1IZHd1Wd21ZU2c9ABC+BBScF5OlLebWoJUtThhE3oKOlNRxvY4lZcuQJqlGygiyzcpPmTxzWUJBoJ/zrVQYW2fF8IHQz0/PNbu0bHORyPVeLN7c2NDb2xtapO+9XgT3KCvuSoZPP6yTcGEE6+zSand01M93N3Xw8Mj7Q7HOsP4KSeM07SGPzJNeIBOMLhQYAykgB8cBEkgsJGseKiWLlcJMSypM2LzcATTfII99sdhnnASewTZmjgebjb86EmqUllZqlYFtbBtpd7QzZUV3Vzf0BJk1ieJTjj53aFfO0cn2odkDig7xY4SBGB+/SGgyqUr4A3rT9CU0Hkx1i6nwQ/sj8g8e4wv9mR/WGaaeBkZ9HlNSa0uzyY5MIes/QgMCPQnOL4NhPEQ7RAnHL9dkElLt3ILaeGXYOXnOqz8ZVgdg5U3+ScB3Rf1zHislJwseQHxiWGTl0Bwdl3Um0UxeR7442JRlel1UdjSDJbg7AuYjDaQ4eaFLY2smfkELuIWjuX0Uj8s39E3Ul9OR5+TyHERnu8LkOcNpFm7L0B52oh9NSnNdEpziS7S+SbONzr4Ni0S34ofF791EdfsQ71ZgO9L4Vja4gayXrpi5kspUaslfxOmIJAfqBCidKy3Hjg65EFOapN7ebXV0c3VDW1xOthhvmekJ9xznns14c53rL5iNbAfSQwQjnK4r+n5juyPyvjyVAmnWqmbKnElK0aQaMNIg8HCJGDDn3bh0j+t4h+ptfCXFXOYPEOQ+cfjG8/akND3wPpQjs80HZ5oOj6BL50z1kMI2alGgwONR4cqp2f0e6xaWqmRhShTiJ0rISTFmWQ/5kmZkvoTqzOwOidSeUbdU5WTE4XpiXw1UJ7w7ElGCuUJ6fuQvznGe5oM9zQ6fy777xaGp9sanjzV5OiJ7K+8ToY7EPVdyuxQ71C5HwIIaHGqyehI4/NDjc6PVdCXqjD9E01H5zo72tP50Y5GZ/v0cV/lYF8aHitQzvounhke59iLRM+4wowFM8YHAeC9MAc+06tY5C0kRc3viG+9LH+GwCwMaKwUeH7YyWBlknEJ2DNrq1TC3EzcRJmG+O9UYXqAD56rgBgagXYaoGdCe6UCddHGt4AHGWk18pvkt0FPcn2wJCWrUr4p17iutH1Ltc5t1bt31DD07qrRe0NN0Oi+SfhNNftvRTT6b6vRf0e17lvKWnfl6zcUMgigX2H/0tekamtS1DUta7iyTvuQQNdgi8EzxpstKfYkEt8OUEDf/DiSHPYrZlu/AiEDGVfXlQf+Lj3g/y57/TfeaVuqPBt97zwPSYvNYMt75Z0CeRVJFf2oeMCUwMIizyepUuBYCH1wMg0GorI6hZMGvJHd5wTv4PyUN3xOebOpVqejVqOlxEEG0ec8BZ2PbRmJKIlOaddktIHNfpJlqkEmW+029XlDx0PmkFOiw5MjTXibmtVztbod1ZoNBcqbjaZrBJk5hXztQ0rtx1v3seWE08ohJ5MFD08rF2QfGsVwB/S9IT4OfPMynQbTPyb7iFPSPWzdOdrV8fkRfZ2q16np1ua67kBkVxt1NfFDxhvthIems82NKkKVxtVUp+MhhPBEj48OZ88Sk5QAABAASURBVH/Vk5OyMf4rOfmD/ajCX/bwDNQPvGF2rpD9LofnoZyw8XOq6FWQ59tRz+qUjN1ITvvjibZPTrRzcqzjwbnG+MZsd87JBy9fSeydVJPUzZw2ey3dWFvSxlJP7Tr+xpaT0zPtQih3jo91OgniokXJ9FDtB14znzKlVBEsVGmIP07o13M2PvfYEH2990z2o8J7jOeQjXCB74L3ciDxibyBVh0WOBf4BiZBFVGpxDelrxSQAo52FGFWk044vA6UDeIfesI3QD1Lo57pfC1i3qwNoefbQQfIR52c3SdU8cDC3uLkWV0sUUm4pKDB+hftIi2YrXOIdgMwGUG6XsU8f1Eu1ictSvSb7pfg0RRBDZOMl43ZYuwWYYu/FnSRLvEtWT7TcSZjyuu/HG1EkE3QqkR4vj1KEgMN24mlI2zpjjzRkMkFvJwsz1PWYPV81On4ltWQfRz1TC6AykXQVMriL4MKVAqa/aNnlA/oCwSDbPy+CZEu8gGXWWCwcU4hezkNdNKaNlpd3eyt6AZYaXZU9yl9EB/0MpaO+97NyaA4nQoQkunpM5X246ITTqcq7njIoPNTRbixnLMN+BQdBRaXyAC+/xVLO6w1CPkDYKVjcb4c0BwWjkA5rlQE1vlXwX2QsI6nrHsp60ACIQyjUxXDA7CvwEmcLw8VpruQjmeaDp5GGSZ78uWRkupESckp3YSyg10FUA12VA6eqzTfnW3DD59Lk0M5SF+YHmk63lcxPlBJ2Olc3p2pmu5pOqTsaFsl5GaKjiJiV1N0TcCYcRgdP9bo5IlKCGE1ph3qlINtBQikRnu0tavJ6XNI4zNNIPFhgo0Q0aQYUOZU49NdjY6fanr6RNOzh5pEPNYUfVPGuwpneHCshNdnPhSs3SV9rOTxUwT+c6wW4ski5oGYL+L5INL1yse9ErdosC/DPJNbRxU3jaE0yRyonJchRGmaeYDQjqNdR7sJdkVw+uqmx7L+F2cPVA0eSfjExiTViD5M5CnvVNEnF+H5VoSXyBWlpFRyOcGGlLWlvAux6yutL4EVJY3VGeprxEFtXWlusPCq0toKoCz1krQt55uS6gACWiXwaS/xHBTtOeC9V8IzNJH9s/tvBsuPpjnpJSn7OJKc1aaWj3L2bem6+lx54O/OA/7vrsd/Kx12lwyZh00YPMtUyhKVg4RlytKKqtK0KjTlIVtaQkIOqFDD3kSsmPJsuBPSjBDmSaqMjUnqWOIcy3cAYg1NnCY8pPdPT3Q44EFVyzjla6veaCj1iQJEophMVZaBJV+qeGiV1JuCCSlj2i9IEwuwA/JODpiseIAVkL0phLOAEJZsCixNnspOcf22uqeceD092NMXjx7q919/qS8ePNCTvV0d2Ykl9Wl6VgE/yFFRwKTBwuR++0XZb8m0B+eiL+cE7K+q7vB2d+94T0PeLjdaXhtrPd3aWtWN5SX18pxHUFBKP+xN/+wPHlQ8QiuN8OHxZKQ9yNpzfLk3GsX3qFP8XjEGFb6U2eto1VXyHvAAFpsChTHOmOAWNgb4LJEj7Al5VT7TNM00oO4Jfjw4H+iAU8hzyGvJHAiUtdIJcyOVlGFbA90rrUxbSx1trfS1yolsnqYajkfaOTjQU3A4mmhE+QIE8KddLrZudW0uDOjLAZvZR7yt/3zvqb7e39bO4ESz3xstmKuVbN4WDGi0Hftd7KXQE+TMNz4ozFEhS1dF/1bIwHwzCClSLWwkqCL+Olje6xFolTvlks6AjpdAXmzHBUVJ/suSdEcWmuzbIa2o416YQfMNssiRKsqW9Md+99ZkSeEKBKBYIvA9w6yi6QekLvIvpNWZw2pYuum5DNNtbV7AK9oQTAJu/1lcii1clMNOyxNSzLkLUM4uJ2diBoLOOVK+Cb0m1ZPmJWYqoGspSOYwd8cuUcYZMMIjPTKZI51LT51Y9pJE7TcuimsGvESFC/+IOKWpzveLy82DJhewtmYIDMsMimMsrHMXm/iEtLrzWmu29db6Nb25sqn1Rltt7t8slpRmyyM6mLvitCtwEjg929H5wSONj5+oGu3LQSw8eZEIcD85iKOLhHAsI4WBzfdsxJxI+N5wjvKyD9LC3wPOudiE5CRAFOEsFEEEyTcZPkJKwgKBsIE4/k7xTw4ynhcJhFDjM8jFIeRqR2G8S7+t73uqxtuaDh5Dqh5qdIpfIFXjk2f456kmkKwCojY9eiTD5PCRJicQLQhhNUJHcSRfnUD8DiGEe5w2PtcQElZwwhWKQ01HOxpDNqfDZyogedPhcxUQwgryaKQ0QPZKyhTn26RvSxBSB4ksKTc9e6Yh7Q32H2qEtPGa0K7VSTgxzDiJTKuhkulAjlPLarir4uwxNt+HHH6twekDDc6fcPq5q7I4kSjreXk2I10ldpdzf5nPKtb/UmKsA3PApFNFPMz8TcjNgfjWK5AT5/9cVp5mI9DGeFW0YgiWH/UXhKagoJ1SnrFKaT9hTpaDZ5ocfa3hwecanzyU8GkaBtC8CaAs9R3jbHah4MUVlZMaEtIWiE8qydfl0pZc0pKcoY3sgO4ltOVcE1BWNdJrcj7nXqopSRbIlSYZaakS72dwToloQo5/CchACnAA33ZdgHIxzJfDJx4k9CpFQ0LYka6/0sc5Wv87wF/JvVfN/hEP+D+Sf5X9U3rAodyAePVKSEhYmGyAbI2dbfgonHg5ULEYF2WlEjZYsuEujMix4Q5Wh0UyhZhkkJLMJXGJIzluS2z5H5ZTHQ3OZL9XmHB61+y2lWW5jBAaPDXsR5VKyJlt6K3ONIhTsQKUMkLqs5TFPVEB8RtA8M4HA2ypVGvWVWvUZJux8WQCKRlqUkxifGZDiDrOJ2MdcSp4cH6GPNcZ8RG6phCckr4HKwwc0Kuwp96raRdxfefHdI8pcTqRjBDunhxyAneswo3UW2pofb2njX5by81UHchzDZ9mwOFrh21BQbaZnqjQ2XQs+y829odDHU+nkDivKWSwwOfBeQU3s96z+3WuUAQPXMXffSnwcgkCkJzt3KlXMW4FhHDE2J0ztqf48AyyOYEcGjl3EuWd7F+qoEyl6ujuZNJyK9fmck/ry30163WV2LzP6eCzg0MdDccasUErqG+X4+uHgOJctgWQKkIF3yflWNuDI9072dXXnBA+PTvSUTHSEJsm2GbzpgiUp90KHwb8RzK2VxHCLwFUENqIGA66CNPGrE5FiygiXhkc3z8A1sYC1uZrgV4spR3aQvfLZaztBYTthLkc/cJ0NlICgXTySBOdrICRwAJiYrD7NxC+DBGPoKzV+V6gzmUdptfaqhy1yYvxhfSSpb8OQXq5VeZqQMesE+QRtrhB5FH8xUWeLmERXBRYxE16FHgMsJPBBWIa6e4yUGjxRd6CDCaUmaWJEvrGx9q4nHi5XzQ76yOFLvuM3lFlVtLG0FHKpGfsYjjGxdAE2gSki48nFkE84/7usGaud3q6s7KhW/1VrWRNNbg70yBKSiiQxHzinq/YTBecBk7O9yA1z2SnhJ4TrqQ6p8ZYzk0VgBwLE3CRFE5IL6MO3CDRj++LWXkqcH3/iuJDBbuAaGwm7NsRm6U4KXbNz/vJSqdEAmGOClnxIq1UzouzjOdNMh3KiJPos4p9JdUB2OdEcFdhus0J3jM4ExJCV80RkDJA4sxfwSSnheLkzk0PlZTHSsKJXHWMjiPZ7/8ZAukirZruq5rsSlNQ7CH3wYF8caSkOI7SQXQCJFCUTcp9GTz2GWktIYUFJLCyU8HhngJE0k2PeAl3Bob0bai0GCopzpVgjxtzajl6TD8eqxg9w55dlcWhqupMjvH3vAhM40lcid34iPU9YS65uC6W+LfAi4UCzxaxhjpCJPygK1Daxr5yzDxvcKo8YL5WEU6BPLlKgTZEWw6bDB5CmEBafXGqEInyA42Pv9bk9CHxPRlRTHlhkVEvpTbqsVkRREUyDQpYA5abSg5AthSRS65OWlMSCC1pAbVJA8RDaChUNVUhVwgZ6bkcp43OZfLoS3jRbUh9osT5CE8pa9XJ/iV8pxFSQg6XewVERQkHvDylkghP2NIMuvpceeDvzAP+76y/P4vuOqyMCzuyAhZOvFfOiVWj3lCW5yqKQkbExtOJphApCxspmxZT1vrA8utVg2BkLHMpi6b3jvU6aAQ5G0AwzsGUh3Wj1VSn3VGWpsohI+1mS61GQ44HVTEtVKC7gFhMq4p2yhh36GrUa5RPNIEMHe3va39nR9V0ChlZ0drysjLvNYLwnRwdanB2Lvu9O6rJ85XlmRrtlrpLfS2trqq3vKJWBxtqNYlFnjWaXv80V4naCTgbj2W/R3l8dgZhHSuvJVpb62t9ZVlNTk3tMZTig4SHtflC9sQjbrbZA3VKeIAvzyZDnUJmB/iJLZ1KNs8BzMYtKNiDF7iIUiZFWHGjOCuFOXKirAUg+yFNVKBjgs8nZSnzfUUJTxqXCGrxcdiXxAd5qUaWaHWpp43VFXU7LVnZE/q3f3KsE04YJ0ykalHxT5AlNtqWZUpd03U8Hurh/q4e7O5o+/RYR5yYjrDHbF/4wXwR5KTg+DaIR+4MDj2XrxAjs28LWr4tUAZHcgQZlv5DQJUf76JhTHlZ3zzBMSfI1sJOK2RZEWREaYk/KtCKbmsUF5ubvwna+7Y8smblLQDQJgPBP+mKplDzsrTxM/JwGZfzXw0vyiUYsgi/WmYRp6mLi+IvwlYgxizVECOzr4s8oosw8qVSxJmw0RchjmuQJy0FZleDdWq50dJmd0nXe8vaaHZ4gZSphsoEsJtlzheoGCuEgcrpiYrFj0yODuWIp6Qn9nJIBTUqydYFxxqhUoqo5BaTiXbNvu8LiQrChLkk+Ecv0/1yoUUK0uyImYRfkjES/aRFW0w2K25j5/CdZx2zNcpDPDz9TcKY55NhxNNpyMuUATA5hCiN5KtRlElAVpCu6KcBaZY/lCc9wkizJnIQaBkI6wJjOY1moHwMh2GMe9K9Q4/BwuR7EddY3kDc2vbY6asx7Y5l0mO7R78hgeR7xsizjifzfnn0+3AuZ0CfQ3fArsALu0i+WBvNUQ4r3NxHMimRgl/n4y90SsT1/T+XS6NSEVSvLuDQ6hRmLSHDPKckBfAMEfbZGDn87zjVNAJcDrY1PXvOKe6OqunxzD/0OwE+ahT19ZqPV3CAEQ4RRiENmQKvMV8gJ15TCHOIOyhYWnwCozcFdkddhq0ojvQZZt+Kdji+Z7AyVsfp4nMpuEhz8/IeaVjEF/lX8s/zwFXtn5cH/M/L3L9HawNLFcsnb8Zatbr6na56EDgn6ezsVIcQrv2DfR0hhxCwjBOqdrOpZparzvJd48mQIRM2MAQ1GI90RrkpRDL1Xh0IYLfVUs5uJ08T9Vud2Ear1uAhWOns6Fj7u7s62NvT8PRUKSyj22hqBTtanGSV50ONjk5UnQ/UIX57fV237I+boNdPpjo/PKLesWREFZs99XPKdVptrSytQMDWtQpBgQU3AAAQAElEQVQh7LZ7qud1Jd5TynpnIPgjXgFdJRhOpRNI6iGnZ6f40MhqC6K9trSMTX3VIKwXrVvAwCgI2w0BWfIYMyJuJ3cFxLCCEIoHpGFBAoMLuoAsLM3iM1ld5FekV2IngfrAaBkqCcJegcCbZDLl7J+TEDPIPvMERMqpbZdxWVlaUs8IdpbF8T48PtEJJ7GDUaUpTuCyijNYxDCLfes31sQtwBTrhpQ6qaZ6znx4+HxXT/b2dWzzYFqqDE5hbuBCUjxejrwE2ImRrzzz62XM8l5Oe1HOyce6r+QH4oZL+hzhC5DngAcxzeS3QKS/Hi/6pPjB2VG+/styXZASnGanRQlhDxzFDYir6yfwwGXfmv8tfgHz/xxCLpq3INNKDJWipEI5R4Wc3a9WqpJHaQLBqQWpm9W0CRG8vrSqjW5fS6yJLdZey7MyCSQvgUAkRmjKUzlIYDnYVzk4VJgQLyEgwe6mkrsFhQuDLMb6EmwzbSAu4hfZf7EANtFfFiFaNO8ACAurGHG+8U0FArZV2GkoTbL5r1yiirDFA/mBcBCFgeMecyGVq5IXCIRl6z4IlOMKsRXJ/M/qKFsrZ7A0Eb8E9Fa08wKefGC2oLei/QqdFfZXnMJWfkJ+AUpQzbHQ54hbXYP1A5ge07FoJ+q09FSVUtZFk8Tn/Q6UDZS1/lfztEW5EjJUGXieVwbTjU8C5elyvDA1yu/9Na8QqGBA/KDL6szAuDK/HQSXNxjimFPl+FTT4aEmZzu80OAEtDrC0gFWT/BCCahDa1a/wo6wAGmipL71Q8GY/01pul6uZmVeTrmKXXngygM/vgdYgf8cpVd1f3oPBBZd8QjxaucNbUCe1kGeppEQPn7ySPcf3Nf29rZGkL1er6ctCFkPQga94n2bg+x55ZAF9sk6HZzrFHJgP8JXyzJ1Wy212cxkdKTOAt1vt2X61znls5PF7SdP9eUfPtXXn3+uI0hhu1bXtbU1XVtZUxfSWA1HbHbG6mV1XYdQvbF5TW9sXdM1bGxA7oaQrgGksuREzpWBTYCUs3Fq15ta6vY40VrRcm8pEtM6m6wE4upjjzHoJ7iKUjofjGRkcP/wEB+ey3tP+20tYUckUmkmXAHcDOLDhkOAHshgD7+KZPFWla0EoVKOrYHjDb9AiLDNxuyBuSgfH5iUjhL1FZuuKm5USlk9R9i2Ih69ju0G2RKaxSdcBnWjDvKC89iE1zjhbTYb6nU76vc6sv8fa8qp7THE7YBxODk907QwLSiyiyAXdYlYAPG6y7IWsC3AAIK6A6F+bH9d9flzPd8/1PlooinpFfYojp9DlUP3TDrSHQYbEjZA34STZ4ImlPk2vMinr+jwBupYuqee6XaV6QGX4pYm0hf5i7ilXYDyeg0CaQbhAC6JftgVMfvS5Y+jkCFBRlSKxNATt/TLZa/CP7EH8Lm14PhagODFNc+2oRXDHKeCkUGmiphWF1AcPAaSlzMJc7zG/bbcaOvW6oZurW1onZcwvTRXA80Zg5xx76cREL4wlCvOWCMPeWm2q4rNNUcu8uUItQV3SnVpFs3u48B22yBydSlXf5GPecVgjSHpj1xFpFLQDJVJ0hc+q1gXZ/Aq8U0JCTJUhA2BfgT6JIigQiYXkSMXyKSYl9DGwgesHU6qvhVOFb6pYtue8AIJ4Tmwo4KwzUB5Tw88JNBDBqOkJ95AO7GHlMHWymB1DRf1IX0xTjvWL/pTRZB+UYZ2KWN9N1h+Gcsk+CUF2QvwRC9jvYQ+G7zEeqZAh+mXQAzqe36smhVdSOrrJeh7fZwC4xKwupTnpZ9jnpajIw1Pnmlov/c6WJDCEWUKWqjQi19pt7oEsz2Qc3VdeeDKAz8fD7AK/XyM/Xu11LPsZiy/LUjXan9ZWxubWltdVRvyZovulNO3JEvUhQhsbm7o2saG+s227C32Kidvq/0lddm0eE4ATwanOjk7Ec/R+KOh7XpdjbzG40nKWNA7zSYkbVnXNjdlJ2apnArIXMVpXx0CuUm71zkFXOUEqgOBa/lUy5BPOxm8g13XIYI3llfZKK1rA4LVRXfNO6yXjOTYoy/lgZrzdrTpa2qndbWQdZfRfkq5hBYd0E/ysd+JPB8NdczJ4NHJiYaE8yRTm3536Uez3lSa+EvtO8mcBczXBnsEij651Mv8buUJUsxyKh6ppQIbwsBGKrhA2CCk2KwAVM4enpZO+VgOqVKyt7OcLnjCKXUxBb3xMT2rK0WJkNliD95K5GOfl49ku1nP6U9DzUZdZGk0mTDm9iJgoElh7egHf6ytglojWj2cjvXo4FCPdvfif9lxNBhqCNMuMaZiUxNoNGCLkLIP6QJ0R56Ovx5YT5lI7tiNv04m6J6lO0iWk7fyF6C+6Z7HnYWBSYOVdeh16BAwabDwCziJ+gsEC8c+4F+TxIMoQjgY5sUJ2nUBTxkfhI2S/SVYg690ka+rz0/mAYdmAyJejnGQIcb0jTGwLIZVBqaLFjBiaLD02VTmXq0KpZK6rMMbrKs3lla02e0Tr4k7TRl5mQKyUuYK5udYHAlK42PJTgfP9hXYXPtioMROD7nHPeVdBN80FmjMoLmchR2a/9JX9AyWVTQMHJCtHQvgD8th3SkjfOyNEaGS9b2CGEWwolfkh3l/nJ0GRvKHJy9kBgkhThkxQsFAlysQQMXNZOEFSvIrdEZQJ8rYplcVZaLK2mW0KpeqirY4ZFAViWAxk6zRFRNkBpFvZUzHpfqmw2A6TOdl/abb8gyWT14Z7UFHLIseS4/52KFMJc+50uqBkjKGijoz/zh65nT5Ey5H/lj45ap/rPS35juZNRXzt5Arx6rGJxpxQjiMf431qSrmss1rrxLLK/QEakgl7RsqZCD16rrywJUHfl4e8D8vc//+rPU8IhKW3RTUeaAsN3q6xSnc+2+9rQ/ffVdv3b6tu9dv6L033tQHb7+jt27d0vW1Na00a1pptfXm1nW9e+uubkDiWrW6zk5PdHp0pAYnjEvNlpq82a5LaBaniVI7cVrvdvXm9ZtR53t37+rdBe4QBjdW19XK8oiNfl9v37ilj996R29fuwk5bMd2b0EO38G2d+7e0TVru15TyklcwoM8oT0PEvqWgiSGxePR4KJ0Ejn6sz72uz8vAW1lVXGSOtbZcKiz83NNxhPV8lxdfNHAP3Z6abZRVGbA7MHmJIuA2eOPGKecVq9Ry9UEdZhbxqleEuwhGbcslDZZSjwu2XcQJzi/jChaeoSryDNQtuRUAYKfYWeOr3KfKMNvVj9gDAcUCo5aC1AzUC4wP0TYgRSy2sgzxd/zpG+B+BBSaL87ar8PKvSIjwnTGUH81esiTsGKyBScY9/u8ZEePXum7d1dDThtrSCZdIENhJP9iKQRoAxDszIowvoSEZSTlpdS7RsI8zSTr4Ni3UW9qKOQagZ05Zx8Wl5O3GDhy1ikRUmZRb1FmZiOnkV61E/c0g0ZOx3rV8Juh/0pfRWb2BlkDtSLj42VwebRoqyFLW3h+xelr0I/qQfcy9qZyrMhID0sQJFvpJNml6d0xuAldm9zXza419Z4uXaNF3NGBvu2ZlDQMwc8hDHhhU4G0fC81FE1lCYnqkYHmg52VQz3VBF3YazEykBOnK9ka0FsH92B+zeCsCJQ/le4wkWbttmfw/xFepBTZYAAVUoIpyp5gpRuQXhq9H4Ol6twhEG5AE+a6hKChUMNPTXNyuQqSSuFpH5l8gI1yuXz/Dph6kDHy1i+TvoCjVk4WNzKWB2z06uEpJXYXZq9C71mW9RRm+u0OpfCISed/i3KW1l0V7RtKAmbDQtbq7ndlZWb6y6QhcUvoUKfIUCOAzYpMNnwrb4VeukTiH0TTrM0Boz8H3JZTYN3WMOi7nlxUU3PNBnsacAJ4bn9xdUzTgmLUywc8dSZgIImbI4IHym2TSZpV9eVB6488HPygK0+Pyd7/0PbOlvEZwuqha2zjpXVR4hHrlPbpbK/Zne9t6K7a5u6s7au22trugPpur26omucGq7kqTqQgF7qtNXr6MbysuKPNXHCV5uWqpeVVhotrbc76iap6pV4rCn+yFNL0hI7oK1+W7c5Dbyzvqk31rd0d31D1pbpWmk31YIAtbJUK7S3hf6bK+va4K25/ehUN69rFd1bK9iDfcu9nmqUhdfIO8nTRsJjI4lyFneELd1gYQNJM2fEwA/7MiL4ag3zqRGi4Wiks8G5zocD2R/nqWWZWrWGmpDcBSG0sgaxKQuaWbOQFk0hhC1OV/utlpZbTfVrGf6rIERTUPJOuODxXnISECKMGPCMfUEkKslBmpwRSDaRiQqlbCizslCtLNXCUb28pn69oQ7+rDNOJFnTso89fgOBEO3zhDx5jjYlI5FGVI0QphD/gjbO6Kv9HuF4OlGJ79m/6hsfU/iNxEVC0LiccNJ4qr29/fh7pWdHx9K0UB6c6kFqVFITtEteLBjoX+cySOtWToYO5V7GLL3LhqjzGnRpo0d6j9nzDZDep+c9Th9MRlgYLC1A/kXY0ubxZcIvkGqJjdlSlWp5jhWkpfUY0RZ16rSf0VcjvgmusTHxTGznnBQh6eWgRfW38MGsaMtlaQkWl/SdJn5bmZhuX4DrO3X8xTIxxDknZ4PjvMT4GEKMs911uti4MpQXZpEsbg1AKjeI4yVGCvIyMK+D2oz9ar2p28trEauNNi/QMuZ/kK+m8vF3Aqfom6BjJBXnCuMjFWymJ8N92V8ZDdUAU6byaSmfcBe7ShUoASGaryTCKNDlj9m2wOX0Hz+8aMVhi8TtK1xB2KlislT4oOIZpCSXkppCUlflIV2QnSppSllXIe2ocE1N1UQSTroq076qrK8AlPXk8hksHIgH4iHvq8qX5ujHssH3VLmuKnUiguvQLnd4uqQ0W1aSreDHZclRL1AWWNgl5KXAytC2S8lzLZWs0mVoqAxN9LUU9dGG0BtcWxVQ0pGVT7DVZ0u0sSRPWElX8m058uW7sW4l09sjvUd6P5ZL6I/VD5QLvqWKOpXHfuIVOkoDaQEoRR+Qx3eQTkEQHU96sdaINc/p1Y+lLPBq3uvii7Kvk68rLzmKcjHSAdiIj+WKM5XjA41On2l8us1Ljj2pOGKqnlFmJMdo69InBIvELwtc4coDVx74GXjA/wxs/I9noq2Tl3Gph2wRZFmXklhsbWEWC+8MKZlNVu0eJGuVk621dkfLtZo63qvpxCNPqlWSEb0O5TppQl6iLsRnhfJbvb5urazpmv1IJ0TDCGKdzXodvQ3Ao0lt6vWyRKvNhtYgfevNNm3U1Um8WrRRZ+Y0Eqd4UphmajivBhY2eZA1TbJpaEOw2rxBt9OqxLvYD0fvDFSn1IueOtrVPC8G7WuRbU+XBShjWa+DkcAFXpdvafZXUxfk6BxiWEK+MnzQhHw18E9GIbMNEa+ZCWadQfRB2O2UU6cDEVzt97S13JeR5IYXJ2IFj3PgKqUu4I0KBDaLoKJ+ALbLgpQLWr8A1gAAEABJREFUAigIoAMeUmjvnzPIW53TiH6eaaPT0Wa/r9VuD8JaR5+nbeqLj5shYFEg1SDCiaQ8ZYyYD0YKGZb4I6OHnAzb702eDwbG4VSZDQGP41fzmbmVKAkouHyRyBU3hcPhSLt7u9rd2dExZHA6mtBXp6ZPmS+pOtjRnaOPLTNIfRm8+hhjWOIN/RLzY4l6hmXkss+0nMywwmbzG0hzrRqYU6tZTWtzrCMj0po2srrWL8HiF0gbMf9FvK6NdIGGNi0fbKZNwi9jg7QVyvZpo+VTXp54pfQvc16ZT5QmiRLv5ZyTBObSETaIeJT663xonobda+HkYrp9E/j2CyXOOTn3MkgQKRF6Jc85cn4iyH2LqZZubbLeeMbEp4kMLvEyiDUrOFYgyl2stYRFmsGC4t4Idn8WhRwvPNKiVEtOq6xlt5ZW9O7WDd1d3dJyrcma59jCSwk3kOfedWHCPTSWIH5heqJieKDR+a6mo33S2Dy7sbwvZGTQQQjlK5XUm4JCpWbEMKCtihDfih/HtwHxo1yvU4JfSA70VcBkkGSWmEUhOMJeOFSOe8VnTTlIYPANVa4hQQSzxrJcvqSpb2sCuZomPYV8Wb6xorS5FpG315W3N+ZYU9ZaUdIErTWl5CUGK1tfU1Jbpa0lBUhb5bpRpvmqas0tNdrX1WhdU17fkM9WyaOc62PTsqxM3thQvblJ2U1ltRUJIlaEpqZVXSYrdUjry6fL8tky9Xsyopdgb15fo94G+q3+hrL6qpKcshDXlP55wsIms8slfSXUz+sr1FlTvbWuWmNFGWV8JIddOZPUM9+4rC/FeE9pbUl5Y0lp3pHDj97XlEC0E5cxAh7vu1dA9Htdr9ZbxL9P5SBHcUfziQ886yrVsoJ5PoAI7mty9oyD72fS+Q4vBE+YIEMw5hlRAEXwjWTWhNfju6xwztH+C7yurHPfnf+6OldpVx648sB3e4Bb/rsLXOX+yB4Ir9dnyQbLZQk1EeH4tkHybAwSFteEQhlpNdAEPTL7oEPBFnEey5EINkrFExs7ubFybVb3ZU7BbvSXOflb101O9TY6XXXTXA10NirFegsiGU960Nf1Ui+RuqBDuElZ01kzSX6dtDqyFuHYLM9Qk1MNclD3XjmLN9UpQSX6YX1ZwIVKBkUZCM8g+hofKpSn4o92lbQzmU5lsI2OTxLV8jz+HmXOZj+VsJovrgBeXI7gDJ6+5VChNiRhDUJ4Y21NW8henqruglLInePEwOCrkj1fxSmhSFeUPGPl6Z/B+u7YDPpyKkMOSWwlXuuttq6vLEM2V2R/0bWZpZr5EK/Qhs2RgB0zeEskplgm94katUz1Wq40TVRJkRTaj4xO2OSW2GT/p2EgPbqXAJfFXsalxNgeG+WKjXKCz3q8JNjkBPn25pbeuHZdb2xd11tb1/T2xpbeeQXvUubdzU29h3xv85reBSbf27hG2vU5run9zeszoOv9V2F5bMTf37xBmRk+uBwm7wPw0bWbWuDDS+GPrt3QR1sv8j4i72PiF4jxW/p46wU+IWz4CPkOp+Q3estarrdU9ymjLyVOYmpHiLCBPXN0qeafefI89tcTCztflWbzn22VdRIlc0Hop7+cGT7vjHPELsPyDKSZJTaNbVw4nJbBwrM0JytmYdmHe9JejhjEyaCY695eGIGOT7TFC5pby6u6tbymzXZXbeZBjXo592PmKnlXch9yQliNZH9JdDo41GiwrzEnhMXkUKE8JZ/Ns8bMkYkqTVXYP9aLUvavIq1SQFcgtACVZHZG8OUuMEvWj/pxaHMKtEEAGVvHGgEHvCojK0lNHkKYNbqQpZ6SWk8ZxKbWXlMOksaqPATJiGDSWIPwrYM1pa1V5a011bsbEbXOhrLWOumgTbizqay9qbS5Lm86assyspVwUpdmK8pq68ob66pB9mbYJL6hvL6uLF+DWCHrmxCzLdI2ZGVz9OTYkEPSUgiYg7i61OxeVQPC2Gxfg8RtKa2t0FYfLCmrr6re3FCjtQU2Ca+RtoK+FdXoQx19RjrTbJV218lbI29NddqqN5H0qQZyfJDkS8pIb7Q3VGuvK8WOpL6Mz5YILymr9ZWkLXmPT13OPMrkXCInW9eli0EIFrbxQf7Q66L8960faD+wxpXKfMGaN1XmzjkpPFQ53FMx2EHuStMjqSQ9TDCTuauKlkwG5E9zOfd9+/DTtH+l9coD/1E9wIrzH7VrP5N+vbJuvhJlURbkQUpYZ40MpkiDxU2+FnTdJ3wZUGhljZgtN5u6vbGpN69f19bKipZaLbVrueoQkNSKo9vKepNW7xJmJEbRlsv5KWUMGY+DjIdBGhE4QalA4JEW6ENA+wIVD7ggx+bLQTC8SWBkdxZWLO/0539sY/cSUBkMppw+Z9b3eh3y1FA9y3ngeewV7evSxynEB5BVcuR5+uVVl2SbxPV2T3e3NnVnfU1rnbbaWaIMwuWnYx6WE0hewdgFxXEKTpkBLfF0yXnIssgredBCCKcT5WxE+1mmGxD2NyFON1bWtNysq44NrpBcCawTDjdG8KXZx0KGhGgtTSGENdXqNaV5Lue9Au0qftxFCC2kh5j6jS9HigEh7K7nmdb6fb1x44Z+8e77+n9//Av9f3/1a/2nXwOTv/i1/vMvfqX/EvFL5C/1X3+B/GSGf0Qu8J8tTN4ibvI/f/ILxXTkP16AulYO/KePP9H/Cf7Txx/LMAt/ov9saVbe2v3lr/VfLwOb/qvhl/8wS/8FcoGYRtzKx7RFXUsDpP0X8I/U/9/f/UjvXr+lje6SWpxgpvgjgV3YHK44QTKiHOeaw6ML4LeXPUsGaVfXj+MBhzs9X565vYDjnhLpjAKcrgKlKgidjY/KIM+aE9dRCtkYZpVkSIugzDANir+PWkjxpyaI1yeF+kmqm/0V3QKrjZbaRgZLcW9XrAeS906yG8+XCuVIk+GxTk/3dHYKKRxxKs+9XWDHlPt7AtEc09a4kKboKJhLRUhUGeQVqgUc3WD9sUkEiAmzXyBG9BN9aBf94QKJAh2sDGYnxCXN22p1VtXpb6jVXVezu6EGaPU21e5tqWnobKoOEaq31lRrLqnW6KnWRnZXVAONzpKaxOutJTXaK5RdJ39dOeVTyFuSdSFOPcjWMnlrtLehZmsdXavK6isRjeY6aZvoMWyp3dkivEFbK0prfcr0IXQr2LSpTm8jpueNFcLXtbRyW921u+ov36AOOht92usor/Vm9nTX6AegnzMbl9S2NFDjZNPIYQMC3MR261/e7KO/H3V18EOzs058Rc3Ohvqrt9Rdukk/sKG5Sp9WIYPL2NhTkrblXVNOOc/GlHG3yRRH/Cca39erDfNkpqRY3hScpZTYNVESxkrDkGfQqSpOvMvRnjQ5kCvOsHksz4sNxwtXARes3lzZlfiLe+CqwSsP/Cke8H9Kpas6f4YHvmONtyX0MqwVW1htTTb4SizKQSaNoFnaq5ApsIo2svZcATzDlfB8aXBa1IcU9iCCzXqmLHdKMsmTJ8rbQ8DA6i+TBgvrdR9rB5h9CYv/CyjaaJsuI3gLO3nCieJRU9xqUMfqzsqE2Iwjd5ZHYH5Z/+bBF8IKvoh9ZyiQ+yoq0sQGzieJUohTZsAJCVY48hYgSmx+zRNxk7kzIierS90tO3Vd35D9juVWf0n9ej2S7Iw+JkWll1AGJS+hYkNaRSLYYHO70mjoxtKy7q6u63b8vcyW2omnjOSLIEddodf8GREUBd/RXEfATq4y+pdRL01SJfRNzpMzv+Z1zLdRlSVbmslXYMkGh+JGmmmVU+U7qxt63/6Q0O039PGtu/rk5h39gvgvwa/ALyGMv7x+U7+8fkMxfOM6EvAi4heEP4m4oU/I/4S0jw3U+Zj4x+R9ZHELG+ZxS/uIk8iPOIX8EJj86No1GV7Et2ThD8hf4H3KfGDY2pKFF7C0Rfh9yl+Er1k5EMtv6QPi713f0jvoeHPjGifrq1qqN9VwiRLIhdjkG+EwMljhu4pRqHDWSyAtALK5cORFmOjV9Wd7IMxXlhA18W2XTWwD94uDgNk9mHIvptxDRvxyI3qGQmpOndrFDN3Cq18kWi7TGUKmNV/XtXpbdyCDN4H9qGjTZcoYxyS2ufiiYUEI2TiXxVCTyTCezI+n7JvLXIUaKkJDk6quUVnTGEzK+Y8vhiaEsKFQAvJVsbqEVAFyqLgQ00tTP2/KZhHNE4sh5E9xedYWeogdwg8V1LdCBnoekC5pKan3QF8pBCrJu1KtL19fUt5YVh3UQF7rss42MTATtwt9oiNmNrD/Y3X24+tenhOyJGspzTrKQGokiZMzS0vyNjp7oCtPmUo1yHSqSZHC8+tySVuek78EG/J6H3uwI2+RXie9TryFPX2I4RLhntJ8STmndI6TPnF6J+qY3uAzxkiMlVPwjEFal5IayFTZOpqk8rVcab2hjHUgZ15kjbZ83oBAYU8pGdEvIXYJ/c7npDWtr8pxsuk5PcwIZ7UVZTVsyftKkq68b+Mf2mLcQ5Xid/O9I82AWFwO3y3Cf5L84/UrmqycUzlHnH4K8qqUhKlcca7p6EDFcEfVeF8qTtiTDGOehxTaM12Un+FPMvKq0pUHrjzw/T3wo5Vk1fnRdF0p+qEeCC9XsKhhlmohg3ju22IceAsX4hrr2Oh4ggbWbvKtzAtUEg9JgKwSyQEjCQkZblooGHhwoWK2bL+ixB4AF3miycv5xGfXvAS2CJhNCTJlk2zSYPZ50hytmAo0EZrVW5Q3aeVM2rMuggaitKKE7Yo2oeRSkiX/YFh901WZLmDOM2E2RFzWaBmOLwMFHbAbxmDFcCdbI2mZE73ba+t67/ZtvX3zhq6tcPoK8W4miYwUek6Q3LSUm5RiBxPhOHVwk6kSxiKtKrY3Uj+v6RYngu9BquzHL7e6XXXTRHkppYVk4xdttE7IPs6+IqK/CHkw833AWiJcs9B8FOi81TKQNbvCTLz6vUg26dBWYzO0zOnItU5ft/urutNd1q16TzdqHd1gU3Sz2dLNRpO0FjDZ1M1aQ7eAyRtsoq4TnqGuazVDAwlywmyqrmWEwVZWVwQbsq0FshppM2wS3kxzbRiyXOvINTZzq0z2Vee1AkwaLLxC+ooSrbCtMSwjL0DZZcZ4BRK9HCGtJNLyAuRt0rfba2u6vbap9d6S2tjnIBgl42jz33yEa2WweWHz6zIsPaDnhY/di+BV6E/yAEuLKu6dsqxkfxyqtB+HhnFUFaSMdcjWFLtfEgYkvoQpgtJppRzUIIOGxlTqsEj2ID1LIWd+5Fp1da2DDd/QNUjFrXZfd22+L6/pWrenJeZe2zs1vFfmPDMpKLBZVkQp57hZ3ZS0khSnUqlK9FW+pRIUrgXhaGoKOSzVkv0hk4q0QFikqarJYYuqTMKuELh3Q2CaBeIGhH7qj81PQ0JDKX0BkMCgTBW2BVas4GoSPgqcbJXYXRqRDXXKN6WkLZ92lULsvG+qhNAITlgAABAASURBVGQPh1NOTM81OD3V9PRMk5MTnR0f6fT4WOdn55qMSoWSPov66FTSkEtn8GkTfU0FyPm4THQ+qHR4PNHhyURngwDxTiCINWxrKOBLq2v2VS7Fvxn1sBV9gsT6FNuwL7g2jmxJkHLRbsE8GHNPnw3HOh2ONOTeLpgnE+bLAJZ3Trr93vmYtbxk1B3zwIigZy0oODU9G2DP8an2Dk90cj5RCbnz+MCIn+ekUza+tOmznhIIqcElPTlvdjRk4279D/Qv8CIgyImJ8DL0fT+Bgq8DyX/kCrRbOcdc9cxbJ24fUoK8/WoDhDCU5ypGe5yCP4cQcko4PZGrRszygjIVZQ1C6upz5YErD/yMPGD7x5+Ruf9BTGWdf6knQeJ6CZZvxRypjohbFGCjQxIVQlxwfRCL8As4ypLEhgPeQbgEsSDSdKTU91VF/YoNBoJ0K8+eQ7GcKbiEi3TNP6ZkZgCVqclGJSpCL09jOeKesCEhHItTNVCH0oS4CNjEs2bMfpMzhGgCJV66og0vpfzwSKBKBA2ZtN+hmxaFCghZCYKRNuwm+2UbLIG6MZEw1yLIliDwEFTcGNof97nDKeE7N2/qndu39Mb1a7q2sqLlVlsdNg4Nlyhn85jTmTx45dRu+FRdSNJ6r6fbGxt6m7pGKt/hZOzGEqSylsXf76yV4gQR0HKK8U4iJPyvmdSLT8wLjC19q6ZTlbZ5qcr4UBelY77EOIn6KGOMCBB5/UUJsTfA2qCcyk1CPSVaUaJlefUlLcnJ4oZVJVoj/QWcVslfYIXwCvkvYHUXkGb5i/hMLlNned7OUpTSN2VQnznWp6e9KINMzqBXwhb/Jrp6kWbhy1jCCev1lja7S7q2tKrldk+1NFUiB7ycwzlyso2UYfF23aTFK7LNl4EyihAfEvm+uv40D9haE2syh4MFGAPPPZby4iLLMuW8KGjU6uo2Wlpqd+Lp9oaNH+Tu5rKdwG/ojbUtvb1+Te+t39D7Gzf0wcZNfbxxSx9v3tYnhut39DF4lzK3qLtaa6rlveoMXc07GSG0pitVCrbqukIuqZTlTvVGrjovEmpN5or9iCCnQznIOJFKDZwepfVlpTWQ9eWTjhyEkRVFqurcozVmSop6zxLrQGCJDVHSmCJmX5T5CS7WKXGvSthgxFQQq0gKc3qbKxghdA0JlBDBAlQQw0oQN9eSh3glaYd+tRWUQwqdppAsI+6BNcnkdDLReDQCU00L62NGv2r0swahylRwUltC1Cprm/aC6qRlGk29xmBqJ4SkKbE2G6ogkgECqkhUawoupws5MlNJPwLE3GxKIGXmb6ktVdQLNSmpg0zwP3RXnBS6iCk376QMGrGmjkvSnVNg7eZYkD7WIwLE08pE4jgqNJpIpelkPJ1nXF2HcWsoQAqD78olBtIjMcV2To8DLwKqMlNFn0P0vV7zCaQtQPCPXouyr5PfrMzjSYbSOUUwxy3OZGQmVOw1CrlyoGpypHK0r5ITwjA5loqBVE7ILyMcz6Bvar9KufLAlQf+lj3g/5aN+w9vm5v3cCGJBrYAiB90BUpHoAeqx0NRM8zTEVqodc4rATyduIKsnqgnPhb+VlBmXlr2cIh1SDNpv2cQgbYSFKTzrNbUsUUCZlOwgpp/yA/zYODBcxGmjIUvYOUMlA0xz2lRPsQ06SU513U5zUpEu7HD0qkm0wHH0pgH/HA81nDMhoSNif3BGStjsHIGC1v5wOMwKFGFrMgwlMGpIDCpgpz36kHs7ty8pY/fe1+fvPeB3rtzV3c3t7TV68t+78hOFuwvVfY5zVriRGy11dH11TXZ/yX5yUcf6te//pXe/+ADbd64rka7IV4SayrJfGmHBba3UYpDHH7AH4T4Fg9gzYYkICVVEP7pdKIRfRvRtynE0NJmhUQdCsogvh19As7CEnsf0vQSzFdWmn23ZjkISlS8MS7LsUIx5vSyjKehGekzVGzhABuDlHIzVEpjHKlKCekvwdJU4uXXIJYtlFSl/BwWfgHTV0X9Gf2PwOBsAUzOvoGAjTOk2D2DxPYXkB7rVmxlZVtOtblv1iEXtyETN5ZW1a+11EyzSAxzCH+CZ5lmaDIvBVVEIkgJtP23fP059sW6Nn9eQZxLlkbHYxnk4iIZb4UXwNduAfzlDMQ9sBdL6XxM7XdsDTU25jXuu3oZ1ES2uQ+78lrymVbSmtZrDW1C4G+2urrbW9a7Kxv6cP26fnH9tv63u2/p//P2u/o/3/tI//jBJ/rPH/5C//njX+ofwX/55Ff6R/tdVPCPv/y1/s+Pf6X/g3If3LqrzXZfTfSnpeRoz27FRLNPib0kESGFU6y03lOnu6He8k31Vu+qu/aGuqtvqbPyllorb6u5/JYaS6D3puqdO0pbt+Tr11VlGyqSVU38sqZuSVP1VainInQgGC3QJFwDOeFMFad1gqQJwiZOqdwFvBykwgdpgZl/K9KBZhD32wyVbNbOQHB+OZPocIxUhPMSCNylMkCExNwP5AfWQ9SinxznlCZeaZYqTRNlSaLUOyUgTVMIc64kSalFiyEoML4yBItXkKJCE9ZkW7/GyKIsRClZhWDliZnuWr2mZrOhRqOhPDed/3/2/sNPktzI80R/gHvoyIjUurJ0C3azm3Jm92bv3u3d+7NPvN37vHeze0MOh+RQtSxdqWXocMf7GjwiK7NEd7Ukm5Ve/nODMBgMBjgAc2RmeTmHEEmoKZcY9ZIcDmmIVZRKVVWrNZVKZQl9qFzOSVVk1Gp1JehqCc45efIdEPk5c1egXo84g/O5zPn3DIQ09fLwOeflnJMTF/wyg4AQGCHEjYqwpcMm2QOYxgwresMZtxjSkqIUiTqfgehr3yb1tZkvMFKv9aU81QLTI8YdIdoc6Avm/Xx8ptHgRKP+qcIAh3A0YKxllArwBeSZtQogKMYLakHLh17dVxa4ssDfjAXsbf+bUeaNVMQVU6RNj4bCBo4J1TGxAhYL55xIEAlS4hTB4sN6r4wefB5x7pYiu4PGeyrcZHkWLxY9jyzWL0XZMFrWFBfTLJzHRRhdYcgpPxaOCgvvkHLdfKT9bkePTg71+cGOPgWfH+3q8+N9PSTtoN/RgE28qRAQFtAsp+IMGDXEMHIDelk8t3ouQcqoyxZNq9tojg4GCxssfF6OvMJJJcCCapuIHCrqLJcrbB5qki9rRLv6bDa6+RAdx2zAxIJsZRQ3NlYkzx18no2Zi/lDSf0gdbJAu4d6eHCs+3v7enp4pO5gpDqb0bX5Rd3mpO9H12/qgxu39CHO4Qdb1/W+OYzXruvHWzf0Hmlvg5s3bmhja0uzK8vK2ODsDgf69OhEHx2c6UFnpD0afOqkXiI2i1Kg34QdFVzUkWQZGAqyK0OvPl/ieziEQ5zeQIuSkmcTlrDZkZztZh0bFAUFxlGO3aNtneB8BrMpVdNu6iUv8kiykiM4R4SGeX6eP4Znyj+Si7YaOafxObwylwBoHAOJcvojiyCdtCzCwhfhKUPcynqjFgemd0Qia8NUVg5PBHItzVDIdbrUJnQc054CTmPiI+IG48scnQxS0qpghnYsl2q6bj8qO7sg+69YZkoVVdDZTm6TXPLs5BxjCtPKCEmaAmmiChWXK0hMsPA3gYmy8ka/BiZFo35fqbgVdDTV0cYpvIr+9MqxV0b7cthyuAIbYgE3gTl7hgRD2fiNlLBn/DocPs/YSsaZ0uFIZVAdDFWHzpDWDtIi/bxWKmur1tDtmbbemZ3X+wtL+snKmn6xsq5frG5AN/QPq5v6R07+/uPaNf2HtS39h/Ut/SOO4T9sbukXG9f0M97Tn6yv68P1DU4D1yPe31zXe3yYeYe0W8haby+pVW6q6lJ629EqxQs1oF4KiQLOWeCETJqRSxeV1jZUbd1Qfe62GnNvqTb/tqrzP1J14T1VFz8APz5HbeF9lUlP5n4kN0X7balxR6FyQ6G0pTzdUOaZI9w8DuEMwEHkZClnBMpV5Dj9coQNHl08TmKCXmnwfCgRCPI4Iz6MmDcuwEa+G0sRObSAc7msV70y2myweFAQvZmPlQNFmKyhXNaTxh250alkyM4kdeVcl/I9hTCMZWwcOHLI4OkU/8W6kKM+8T78A+a0AfoOsO1A9od6ck6hck6nvBuqUspVKwfVq1K1nKlcGqlUGqqU9OVcT8o7ykZnGg86qEic0yuHrgnal3HeKiV6DjkK6JidKORdlZNMFZy7kndK0Mfj+Dh0LjBSEm2HHSIdyNE25ZRHRuIHqnAq3KhVNFOvqFqWfOhjD2yBfBeOiR9howPloz30O5RzZ3JJF8a+QjJUhv3HLtPYYWEQ0FXf9xWcHPCMGc8XSc/4MeqIy0DPBPKZ5jTmHbWPjRkfHAPru2NcOJldX6Y06eQ5sownUpLcFwDWL7+vOK4scGWBb80C/luTdCXoG1mAeZHpshBhk6V1TAHHwuEkFqmIxEmJxDwt5mvZZss26mPHGgwsbLIIymASLa6cUEY5m8nJcamiOKvDkfU8SIq35VsgC4Ev0kGxPsIs7RooVw8c9Hv6fG9b/37/M/36kz/rVx//Sf/62Uf67b1P9KeH9/T4YE9dnByrmqLKnSvAZj5PvMa0bUwlpqLpynrD4iihrqZpRi/C8qaw9Gl4SnOsaelGA2HbhAQ2mJ46G80WX+/nVK035dhQjqi7h1PbwykcogA3FiKR23QeIWhoQLjxGk+P+FFvrEf7h/rD5/f1L3/4o/77b3+nf//zn7X9dFueo8ONuUV9cOuu/umDn+h//unP9Z9/AqD/y89/of/8s1/qn37yU33wzju6xoa01mzqlFO9j5480j//8Q/6r7//rf5/yPr9k6e63xloZxR0TJ0DOiSuy2gYMCZRTrMU4U1fMGKh7vYH6vb79FmuJE35gl5Rnc1KqeTlfS7nsEqEOx9HuXTJ3jRX1i9j7Gdhyw9ysV8yS7NBk3jljEkbd8Y7It+2SkNkPYPTUB5Z8EJzBvAzpEgyJNQ9xZSvoGHCH2hlhCspgJzzvQIpZQ2Xy2fUVaDQeYxOI2D0IizN8Exf4cwG2pkrRMlSlXINsMgHi81GS9c4dVprzWm2Ulc5d/IMkoTBkgQJ84qCdlNaIjuGydLly12Ofu3YtyBnIuJFHV+llDtvU+B9NuTQDOSMAaNjaBw7jFMbq/GjEmEBZ8BeHpjNUqoxeN5RZ5vLLJMDCR9rUjacJU6JqtAGzuAs/Wq/M7pRret2e07vLa/q55vX9R+v39b/eOdt/S9v/Uj/K6d6/++339P/evdd/eebb+n/tXVb/7RxMzqEP19a14fzS3qPsm/NtHWLeeBGvaEtTpqu1Wra5D1ZZ0e/yseZxUpVc6Wqmr7CGEhVZiyWmUO8iisEFzvYhVQOJyyEuhSakpuVKy0rxSmsNG+o0r6jyuxbqsy/A95TZeHHqi19qMbKh5pZ/Ylaaz9Va/1nam/+QjOgAeprP8N5xFFsvaNS8zayrstX1iVKz1yqAAAQAElEQVTkhmSOcTVDHzSoqwaq8jiEntPJxJXlo6Yl3pgUR9BBDYFwLh/oGeY6haEcI90g3k7HiBcISDVI8IIEJ8VDncHxTtA/IxysESdC+XignHDOiVHAYcsGxxr3DsG+8v6hNDxWGJ8q4zQpG3U0HvU1Yp7L6EdzImxciMsDhw4h76NTT6kf4uTl0clKeaFCPtBwcKrR8FQJeeYI1utO1Qo64kyJlSj1faXJgH7ACRydqN85ULdzqH73hHp78uheTpxKPsDDyMRhDcMjjQYH5OO4YZOEtuMvKrW5kXiGviFDJ9YHT/sTPmaItppjmtOm8fgwlg95T41aqvl2UwtzbTVrJQknczQ4VDY8wAZHxI8I72rQfUIZnMJwIvku6Es4p5kfaUxbM+q2nyywoaXv+XLU56jYB68kTyJcSLCXJ8crCOq8HCBBOe9vwCZWTrwXBYhx2xiyj7KilPGSJEfYqMUJFlmBGHWK3AKKl7P0GLp6XFmgsMDV87u1gP9uxV9Jf6UFzmfFyxw2B05xMSfYRoveyik3JmPApr83GqsLIuUkqEfagMK2uY2wMMA3EfO2bC7n47sMJMf52MJDHgM2tP1x0IDwEGYIy58izBkcshnrs5D3jLIhGAZ4ndSH44wvr4dsDHZ6HT0+PY6ngg9OjvSYhXh/2NMZug3Z6A3ZBAw4uRqOMk7cxFZkApMF8HnYEkzTxIldri5lOqCHQkOUtrYbrH1D7GCwNg8o34Ovjz2G1DdmkWLrIlYy2hlALvH0SaIqG8lavaVKtSGXlNRH/w6bmx6L/pivv8YJs7FHu1E1X+OFUyP0kfbxBh/t9fXJo1396d5DHMJ7+uO9e/ro/n19+vk93cNB3Hn8RN3DY7neQM0gLaQlLddqWm80wYxW2IC2S2Ul9Fm309H23q4+ffgIOff1u3uf6zfI+7f79/S7R8h/uqO/7J7pweFI+91An0vWpzRRgfLCtgltY68Tl9QxtuhjgyG2yGlPwg6n0ayp2WqoXE7jmi3b+DmaOBlT1ubLdg2015BrSEUD5Azp6xH1jMEQWH/ZCeCIWmM/kNaHZwD6Fqbd/Qmsf2Iahh2QN4hUfFS4DLZGjCm9AOMvygfKfDEin9kAvfsRQT30uATq76FHjxHXYyR2oV3inUn6gDaMsVEOddAS6U0wi72WyolWcQo32vNaarZUT1LZgUOCEQ1xI0P93JTWOVCBGmT+UKSI46YTsJ++EfTtXBNVTM8vFugm+hs1iDY65e45eCebt0yegWyRVEBBjnEbGKfC8fPAAXMIUwxXgrnKBrPBezPPe7PWnNEWDtytxSW9vbwi+yuxH2xeU/GXba9zyndNP10HnAbaCeFPltb04cKqPsDxe7+9oB815/Ruo623ak3d5gT/eqmia2lZG/TdGvWsUN8yWMIGCzR+DrRBi35pyKtmjiA0IS2+Z/AxtEQzQCIX+EgRKvRtVXloKtesgl9QSJal8ppkjlxlU6puSbWb4LZUvxPhOAX0rbtK228pmX1Hfv5d+bl3lYLK/I9Un39PDU4N6ziU9dYtVZvXVGmsq1JfVrm2oLQyqyRpoEpFeVZSNk4V2Mwr81LmcKydPJOYZ15P0MxOvxKXKXFjeaiDGmCUcJoikObgdeR7qFcGb441gmiwctaAMXNmv9/REOSjrrJhR1n/BBwq6x3iFB4o6+6CfRygY2XGgzM1Zh0Z2I+y4+Rn9HnO/Gs/ej4anGncP1LAqRTOWqIBjtlInvczcPpozuCgf4xTeKIs69DWM2XmbA6OKIdjNjwi7wh9DtTv7Svyos+od6pRH95BTxkfJkfQYe9Yg86+ep0d9dBxgL4jHM5s2BfeoczRtdPFQifK4swK3c3xHdHOIXKH/QOcuz31u3samc44kKkLKgGHYzvsHWlI3rBHfm9Ho+5T4k/Qb1vDwY7Gwz188gNl2QnrIfZzI2U+A0G5Ez2Aqb/329HHno8GgDHkDeYQKkEhxhOOonOJkjRVWiqpDIy6lHzeH9F2GNE6KLhJ6EIaGcVtw0jxQRxGnjE6TbI4iEWhV/eVBa4s8N1bwH/3VXyVGt4wXpsHweU5kImUmdE2ohk7jiwnBLVUW46H5HXYRB1y+rPT6Wqn29NOr6fdTk8Hvb5O8RTOculkmOu4P9Zxb6xTPCk7WRqkUs95nSLzDOfvjA3CMY7gUW9IeWSdnmnvrIucgU5x2rrkd1DOZB7jCO53+9o965DfV4e8Pkt1j1l/6FPlpYpCtaaczdYoLWngE2XlihIcIIcDNmRB6QzGOkHGSX+oDnri2yBHOmOzcooeplfckFNnBx2P4Ns97Wjn5Ay9OjoejmU69cnvAWvDySCL6Ye0YR977ONcnWAbcyTNYclob46eAh6dSkmqCo5YrVxWFfgkUW8w1Bknaj10sjJjhiEmZAsksZ/S2EkjMCB9v5fps50T/faze/rvf/yT/uXPH+kP9x/qs719PT451b3dff3h08/0m3//o37zu3/Xb//wB/3hLx/pU5zFR5wcbu/va/tgX492tvXpgwf64yef6DeT08V/+f3vcS4/R9ae7h0e6pO9Pf3uwUP9P59+on/57BP97uFDfbp3rJ3uKNrM+rSPozbAkY1fldFvBMxBNgd6gA1tDJVKXm2cwdnWDF/cS3KOxmCPAK8BImuvlbU+OSFyRJ8cZtIRO5MjjqIPxon2x14HxA+IH+YlGQ6gEVmJvAsgvk/eFHuE97JEO5TfjpC2qecc1LUNdjD+K4GCO6/ANunbQ2TSSdvncNruOz1lj7eNUZ6CJ/BEWBi+J+ApsLI7vCd7DIBDOvyMNo6UKmPcopbMYmUedS/ZX5hcYExvzC9oHSdlrlxTjU2SOYWO98Lj0NhGxmybUzLH3rwmvLlSII8nd4hxs/0PEZjiFWrTLmt8bB0WgJHmy5yoEt5gOfFsmJ0S7OA4/XPMKw7HIOHjRZk5p8q8NMOmcyEpa6VS17XmrN5aXNMH127q57ff0j++9a7+47vv6z+9+2P9E/hHTgN/duOO3l+/rreXVnWD/livzmg5qYKyFpEzx/zUZh6YyZ2auVRnbNfp1BphQxU1KwaJczWpBJ0iJWxIoN4AnzWPZhErbgs7OtixcQ44hnlERVmoMn6qGoeaxqqDBuEmtKnMzfDOtRU0K2kuIiQ4kGXc0cqSVF2Sr6+qMndD1ZW3wDuqr7yj5vI7mjEsvqPG/Nuqz91RuXldqqwxR82plzeYW2vqZVU+dFU0wDkcZF5DMMauuUsl7OH5EOYMzImyDkITXYBDuxinvTEZDR1hTyQijJWNejhURzhUBxr1T5QNT6CHGg+OCB/hLO3q7PiJOic4Qb095WM+kGUdZaNTmQM27MNHOOPUb9g/VO9sR92Tx9CnyNlTGB/J5afyQNmp8uGRhj2cuNNtdY4fq4vsLrRz/Ih6HhEn7eSROkeP1Dt9Cv8hPu6pMivXtXK76hxb2afQJzo9fKjTowexzj78PeSa/AznLtCGEWWGOIwDdLdTz5z25YMTHLtDTh931T3bBk+ivv3THQ3OdjXAyRxQrke8Y/ohd4iMHjY4PbS6nmiEPHMUe7S3D4x/jA1C6EtuLIdT6Mwxx9axD/RVLzrqqxa5wG/9bOAgVQbH2JbB1gzmOfmyklKDD6qzqjbmVK63xJcJKUkKdZkDLWBaWLFz6hxiHDUBwhI0QlfXlQWuLPA3YAFb4/4G1HhzVbDJ8mLrHROkI8GxYRIb+sAXVPuKmhHPlKk/Humw19X9wwP9ZWdXf8ER+Wj3QH/mFOnj7X09Petrf5BrpzPQo+MzPTg60aPTrnbZ6NqPHX6G0/LR/qE+PTzT58c9PcDhun96iqNxqI+2d6OcT/YO9BDH7wlO1mPwCEfr3tGpPqXcx9t7+nznQE+POjrsDnWG3DM20h0wZjtVqrf5gr2gUq2t3FfjadbZIMiwj26PD0/19KSj/f5IR5Q9HGXo3NXDo2MouuPI7g0traf7B0f6DAfrU9ppDtdDTty2O0Ptw7OPs2vxj7e39Qn4DAfr4+2nhJ8i61D73a660WYJi1CCVVPZs8ymtFEuqV0raa5RUZ3wEEf1+HSAszpSZzjSkAUN/0IjBQ3oi4GXTsbS45ORPt091h8fP9bv48ndE32Cc/eY/tgbjXGYxtoZDHT/+CQ6c3988kS/xen7DSd9hn97eF//9vCBfmN4QJi83+Pk/ZnTxE/pv3v7B3qC87uPY3+IHrvIundyrD/RrlgOOb9//FAf7e3pCR8BTmhfl512P/EasMD20NUc6mNODQ8HI53iUOfwVEuJZht1tUElrcDFpjAYPEu8IkjUkIe18wle4ceHA/15t6s/7vb0B05D/3jQ1x8Ohvr9wVi/M+wN9TvD7kC/27XwhO6O9FvD3qhIt7wJ/g3ef9se6Hn8Bo/sN6SfUwt/RfwrXt+vn/T0qycd/eoxgP768Zl+9cTQ0b886YI+GACjFj8l3IGno18/OtNvHp3oD097+pyT2N2uUzdP2LynGkOzIMaQxGGryti8VS1rnRPCTWC/S9gqlVWBg9HGs+AtNkUUZBwpXha2ANQJPmjMM6q/6Qt10dcpbg4nmjp0fxE5m8gc3oxxlfPO5bjVhgDFfozH9By5yoTtBK6Nc7JUrmuTzeXt1qLeW1jTT1eu65ebN/WLrdv6+fXb+tnWLf0Ex/D99S29w0ngXU4Bb84uabMxr1WcwMVSXXO+ohlqbaBBDViflHjnU+DpNwc1kCXnaAgwaiD2lW+KF2UmASNOF/95Yp6hALCI0E3x3UsplwCjhhJ8Zfn4Y5819tZ1+fKMVJuTmjiIrVWpvSk3e0spp4jl+fdUsd87nH9f5bn3SXtXSfttaeaW8samRtUVDcrz6qVt9ZKm+r4G6nyoq2no6xolNWXMz5krK3clMB25Qo9cUg4VML1T+j2RjzGHM5/Lc0KI18Yp4DE4UhifKB8dc+p1pGxwSPhQo8Ge+p0nsh+RHPd34DlExomUHeI07sK3pzA6iHGND5UN93D4tnGqHmtw9ljD7lNZuZz0ADTcV0BmPthV1tvWqPtEQ+T3Tx9pAEaER52nMX1MWVHGjfYlymS9nZhuPOOzJzI6nFDjHXe3lYEcPodObnygWE9/W4E0q9+NcDBB3t9XjmMaBgfoc6C8v4eeu1HfAToMTh+rf/aU+A622addh7L/t2/Q2SN+oDA8Vj44Jn9fAxzIUfcQe51i057SMMC+I+yUqXAK9RWv8BX5L7O7yTvt+QjtGQNGLc24cl6S4BgLSV1pZU6l+pLSxopUmxcRyZeAV+AdK3iFNOC88ktAIrJooIl9DlP9oS6o+JHT51iuolcWuLLAd2IB/51IvRL6tSzgKFXAyf6JOdFOFHIcQzspHOIcdgZ9TsyO9dGTJ/q3+w84NXqMc/JEv/nsvn5/76EeHJ5otzuIzuA9c+Ce7ukTnKoHZ4PoAP4bDsivPvuMco/05+0dfXZwhKN3pD/jHKJ3TAAAEABJREFUkPzuwSP962ef63eceH2CU3gPx+ZzHMpP94/0EU7ZH3Bcfnfvgf6dej5+vK0n+yc64rTqCCdtF+eyN3I4g/Nqza+o1lrQKE+1e9jRDk7gAQ7qNk7kPZzWB3tH2j7tarc/0Hanj9N3oD8/eoIDeKjtbl+PcIo+3dnXn6njjw8f648PHuvPD57Q5u14emZO02N0+xMO1W8+/li/oz3/zgnc7z//TH+EfoKejzlhOx2MNGbDKRYf7z2LrFRmxDcrqeYbNS22Z9Ss1zXCmTs67enguKOjs56640wjFsShchwtqUs/7NLGPz/a0b9hn9/eu68/7+zoYedMB/D1KhUNqlV1SyWd+USnLIj7nH48Iv9THMY/PHms3+DM/eqzT/XfPv5I//zRX/TfOfX7LQ6i2fURTvoROvRcokGSsnEraYiD0U/LOqTvH3Dq+ae9Xf3G+u7zz/VvtPuzo0Pt8XGgl3h4E/WcdMb4OR7n2u8PtcNp7yHlcgZRo1rWbL2qmVpNpTTFDgmciZz9c+IpuKQ+7Tzgce+op989OEDHx/q/PwafPNV/+3xP/wz+v5/u6P/6eFv/9aMdAP0YanGjn+yQBz7a1v8F/qulWZ6FP9rWf52WIf5fzvEUOeAv4KOn+i/QAtuEL8LyLG70JfjzU/1//vRY/+cfHun/+OPzeKj/408P9b//+QG4p//tz/fBQ/1vf3qk/90A///5x4f6L//+UP9M/X94eKJHOIVnQzF+pCzHPtgGU2E7qURgppxoeWZG5hCut+Y0X2+oyhfyRIo80aiEKRlta5RhKIOcuBGoi9fz8Yt5f90w6qI+z4mK7NNwEFRAmtAcmtN2KO+NA14Z7o8hKCWecpqd4EikvDMlSVXeySbvzHytrnX7Xb6FRf1odSM6fv/DrXf1P7/1Y/3Pb3+gf7rzbnQK31/b0lsLq7oxM6+1SlPzrqw2Ncwgqw5qoAoqoAxSEPsjCHsDJ/FqyvrgIvQtXM5k2OMSphFPLghoY0BnGcUxDIRzYBYKKmHnkhwf1uSqCjhxctaqhvD2pPKyVN+UOX2afVtu7kfgPaULP1Z9+Sdqrn4A3ld1+W0ls9cVmqvKagsal9sa4VyO0kZ0BofIHqrCB6+yxtEZTGV6BDbtgZDoKxcpaqMblRNI6F8vH0NozAmhsj7OzqkCp1uOkz/7Mc9seKTx+Eh5dkzeoUb93YgMx8yHI6XuVC7HAcJZyy2NcKojWn6MM3Qk4YyNutvq4uD1Th7KnKtR5ymO117M8ziOPjuSgwYcxLy/I3MOs+5TnKwdmRMYcAAD8kW+qCMf7ipHD3P2Mpy7fLCPvH14CzjqtHrNsQvkJcj3tEGUNTmB8m54oDQ/lh8fU+5ADsewFM5Udmc4cifYYB9nb0eDsyecGD7G2dtWThlhB+Esa3SiiPGZnNlqfEr+CY4kdsI5FOkJJ4SpBth4yBgYA2ZvZz3yDIr9EvRqStY3uU00dVj/e95Tb2PB1lBkhqgRb1Va44PvvMo4gw6nUJU2Q4Q3j5NnuUQBRAcQ/qKMQ0qUBCXsAPJyRysAbMTsDvYABS2eRPUsZLErXFngygLfjQVsfv9uJF9J/VIL2DQ3hTFP50brFM/i7NkwOWZLO+XJmJxH4zEnbX0dsNF/yob/KadEBwg4Cl5PewM9xsk6GIx1PA46HI61ixP2+ORMnx8c6WMcvD/t7urfcZb++HRb9ziR26bMYRZ0lEu7o5Ge2Ekgp3APcVD2RpmOgwNBB+yId5H7tNOT5Zmj+RknhY8PTnXSz3Q6yHR4NtBJb6TB2AmiY+J7OIA78Byc9nXaH8tOFHdOuto+7Win29ce9e90e3pMfQ+o13TdsToIf7a7pwc4tE+OT+Op2SMcwHuchn6+s4eze6ynnGo+4ETtPqdl+9jhlKXmjIXrkFO1RzhLjw4OqK+nfh7YlkqsQbJ1JRF7qpI016hqqd1UC4cww4k6Qcd99D3Ehn3sbP9lxohCZ6Ogp8cDfYYjG53TR4/16f6+HnU72sdZO8MJ6LGpNXQJdxKvDk7hGf13IoftsnhqaKeID3AQ752d6t7Zie4Dcyh3+j2ZM9jB1kNf0qhUiT9qOypV1U9LUdYhm4IdnL+HvY4+2t/TH588xYHf1j3auDfsq8PY6NK4U7CPk71z1tXuWU/d4UiVSkVzrYbmZupqVqsqMaZgwwoOCA0LMIxwhIVdx/p450y/f3yg3zzY128egkcH+tdHh+BIv3p4DE7Asf4Fx+lXD44JWxw8OCHtWP/CSdu/GJ/lkfYr+P7F4hEFz69i+Pi8bFHmRL+ibAHyHl0AMn4V4xd5XgzbqeC/Pj6V4decDv4rp4T/Cv314xP9+gnyDE+h4NdPTzgdPCX9jHae6F/vH+EIH+lP8N7jZHT/TNhQ4vtAHEOZxChTtFnVS7PlVGs4Mlvzi7I/MNMsV9ggOiWYlmzZZXYNGNyoxUWY7CJI2OIFJkl/k6TQ2NHyAlMlgxzvnKMdBXLiACv5kMewZ2x6HEGPI5jwkaTEO1NjDLarFS2329paWtLd9Q29t3VDH3AK+BNOAX+6eUMfrl7TB8vr+tHCit5qz+tGvaXNSkMraVULvCezbJvb6NOU1JjAXKcq4QooTZBCE8CrLIOcZNSgb/lCtC7DYp5aptTCIDqDbJyhIU8VEaAGleEHrqKAM5irrgAk3F43q+AXOWBcBZsK5S2pcl2q3ZJr3lHavqvy/F1VF++qsnhLlfkbKs1v4kuukr+ovDqrcTqjoatrqBqoaEx9Y9yxTNSPTRVbEHganBTTUoZoQpqTp78NCSWTMOQ0a0BaXy7rypyagKMTslMZXGAGzE/lchwpHCOfnygBRl12JG+AJw2nSjRBOIb/SG58qIBDFUb7MWy8ifHClyLD5KRTuSYHFGkn0XFLqM/iRv34KMpwUE+6lSuZHIPVjTxLt3w3Po46lkhPTSawvIR4KZzJ4HDwXGZtOYO3A05VtOkYGxxKo0PadopVu6CnJHTkKZvkXaxs6JPWl897tLUrYTuf98nDnhqRN8LqY4n3SPS+XNAU8cTM4pb+pdDXulzs4xw9MnneX9Mh0PsBrXKXyvFhoVSbV1JbEgNOSngDHW+cS0QmWiVo7qBW0miBHBm5RB5wBQI0kPbsnsTO2/gs5yp0ZYErC3y3FmB1+m4ruJL+xRZgPmSa1DmsQ86BU+HZPDnnZE7hkA1VZ9DTCaeEPTZWORvQ6ty8GgsLctWaBsyufWbcIdIMvSzXca+v7aMjffb4sT7mhOnznW1tHx/reDjUCNm+XlPabMbyY06nOpxCdimXpanwJth0VJTj8Fh85BNxgKRDHLAnOCM7yOnYyRYO1RnO3RGO3h6O5mNOHu9xsvfwybb2OGE86eO0jDIZ7ykO2zFO4OFZRwc4tUYNRzijxziDlvYUR+8xDuHB2Zl66DNkjejhpMU86t2jXjv9OsDBOsORTTjtay0uqr28qFKzgWPa01OctkOcxh664RMqrk6ZlEiqg9laOTqE7UadRc+p2+1r7+BE+zjQXdo/gNNOBvdwsD7GAft3TmP/gjN4H932sKn9/uUQe4xx2sbQEYvlMHgNoSP6LUtKCjh3oVJVwBHL6Cv73cpRKdUoBdh6xAI6op4M/kBYpPm0oqRUZV0tKfepck4JA2VzZPRxOK3uz2jbHx490h/B1Ck0Z/iMMbGLzZ5ySnyMPRkKmm01tTY/p4VmXc00UeoUL8vLCWMSjUmxfj3icR8v6KPtQ/1l+1gfbZ/qk72OPt7HEd0945T4VB/vGs70Memf7J3FfKMfk//xHnmkWfiT83zjMXQKXuR/iryL+OSgg5Pd4bS6E+nFvPNw5OmSbyj4PtvvUqbA54c93T8e6sHpSA9Px9CxHp5YuMCjs5Eekff4dAgdyOjDGLb4UA9PB3rAKfdn+7Rh+4hT62M9Osp00Jd62GcEbByOGIu2R0qgdee0WG/qxtKKri0saaHWUJ0+KzHgEvoiYdDZu+ygOgeCfgA3zbusJW0NBlKneQwfZpoQkbCJTDFMAlKcP0MJaijz7laYJ2q8izOM9SXeia3Zeb29uq6f3LitX771jv7xnR/pl3ff0U9u3iZ9Q9fn5rVcq2k28WpSZx1UQTmIDb9UYgCXCJctDZQmSKFT2Ltu8E4yoL4MsHy/d3B0v8FTr5eTlwzMF5og5GgaUvIAJ58eh9CrAh/zL05bRvgceUVZRnpWY1ThKCZthXROrrLM/LehGqeDM4t3NLP0lmYW31Zj4S1V2reU1LcUymsaJ0sauTkNQ1sjtTgFn1GmhsaqQ6vKqS/HlcmVKtBfAa1iE9CGhqD5mDkzU+pylTxwxPOBlIF8CB3iv4xsZlM5Id9nhEdylpcPIvXB8sc4HSPkjWJ+MkkzmeU0KPVjah7Ju5ESwhZPrC6N5DUkLVMpzSJfQh2lJCOex3RPaxLKeXiF4yqrF2rlU2SXkhB1T9Hfyhqf/SVT47OyVmcE9XhHXciKvFjH2+loPlKgPQEq4paWUFfqR+iTqcwArTAoS2mOrmPal8X0BJslWNmo2S+J8nJ4AjwCgTYHKRjygka7f58P6laBELXxyl2izJWVc2rtSy2lnDzz5UFsHsTAQ13yg5NoiY/PnLaMiY2QkJFCW5AZCF2CIyFikmphkiwGubqvLHBlge/RAvbufo/VXVV10QI2912EdYbB0qZ8junUsSgzs7LE5ZxYDNTFIbQfhUzLJdVwaAxJaktLzuJewKbfUT7WKU7T4fGRDjg1Oz45Vh+HbIyTldmCw2arXKuq3mxopt1SfaaptFSS5Q1wGM86HR2fnOiEU61YZ57JUSZnd9UdD9VlAzBUzjIY1M+GOuXU7ADn8+j0RL1hX+bADtFhSLkBi2afcAe5R8jb46RrZ2dXe5zwneEYDgdDjTgFG0C7ODNnOIz2o5wJTlINHRuNhgxVHCNHWzMWF/tDKkqcUk4barShYX80pV5FzlidbleDSVttcYngwfrPVkdqlLwWm3UtUKaOwxXGQYc4Utv7R9rHOdzldO0henzKieQfHjzSn3BwH3BiuY/T2uXICHblLkELMNnUOTrJEzY4aNFv5PtUOe0IBspgRBkcYa9EzjaDmZPGTkkOSPOBdORJpBM3/gz+Hh17gJN6Hz3/gqP6F5zuz3BSd0Z9HWLbXWxpDrP9lxOYRrNsqpewzVy5zJmAi20X16Q6+k7qYJe9gaIDdB+H6MFBV9udXPuk7Q/chBLna8NBL9PhYKzjiExHQ8AJ8VFETnqm42naMCe/wDHhV+EET+sET8soPptejUCeQVDJyuDTKWIknWVSh4adAaNTdIl3x069scRBtQbw9g3EaQ7jWJRT/NHgE/p2m35/yEeH+3zceIIdTrBP30tDuoIqZF2SSKo4p3Yp1Wqzpc3ZOW20ZrVYqatGH5WQEx0k5XK8awZ2d7oMol/lRg99HXyVOoyXdhqxqqY0kBbBuy8+JDmjpFl+Qg3INJYAABAASURBVPtSFIvgXU/5cFUCFeaZOnlzCTaq1XW9Nae3Fpb03uqGfrKxpZ9fu6mfXruh99c2ddd+FLS9oI1GS0u8761yomoilagjlewNuIBgXXAOsuMdeF4EUbSy57cId0HWNDylF7KeBclknDjnxC2eZLnn4EmnsbzzMqfQoBI8Bmt9iXYkBZhXAh0R2xkFesmV5JIqpClfnmM+XFapvqFq84bqrTuqz76jevs96I9Ua72jyszb5N+B74aUrjM3LSv3nCBqlk1/CzSV+TppVeUuVc5EQrX4rrnkeAOAwzFzGjNDZXLM7Y5TYMfHAIVA3EV4cqdw6OwncAExhAsqnMuCy2EFxXQLAeflnIPZkWyQRDTI/kkh5nnJJ3J8LJPzpBUQYzSH2WDpgkfMn3Lkx3TKEba4LB1dA400fpMbyAvwFYCXfOML8Ab6yRz4AsijnPFF5SjjaJiThAg5AhEqLqJyk3+i3BSOsFOK3Qwe6qyBcIrwBFKMK5AXQ19G9dUvE0mpHMq0Sf87ZUo0ysvKfUMlHMFKY0lJfVGqzEpJU+LjRUB3s0GA2zEuUg1JGUQkGtCGoUS6lEOlwPMSHDHDeY6DwwC5uq8scGWB78UC/nup5aqSL7SATXvWEUYjmBs5EpQ4qbK4907Be9nvtXVHg+gQ5i4oKZeUsCFVwqLEqpMxmY5xuszhy6kxy3Mco45OOCkb4my5JFEFh6rChssniaxcWiqp1myozSnS7NyszDlU4qIjuYPT9ujJEz3d3tYxTt7INnvViso4Xa7MRsEcs9Rp7EOhG47qMc7eiI1gzRw4nK0S9eXoN2QhsL+I2eOL6gmO497hvnb2dnXAiZ85b3YC6pyTaIPpHdA9oZw5g+32rJaXl7W+saH1zQ3Nzs2pwslmCV2SSlkOPZR6pYRLwFHOTOick3PYTpPLEjGMI8pWR3O1ihbRcb7V4styScecDj7e3dejg2PZH7GxHxH93b37+vf7D/UpJ5b7/WF0Gkas9LlngwYNQn5coL28SyMcVMGLJlgXxiUyhze3MgYlci6BtwQoIy+YlI9yZYAP5XKsxi73CqzMDAORjPPmNU7L6iF/l1PKT9H1D+j2hwcP9fnegbZPTvX04Ej7xycacSJbTlO1cAgXsFMLG1VpNzUpD7G6uDz3STseSA/3x/qMU8H7nN7tdHOduaoG5RkNSk0N0ob6SUODpEa4qlFS0SitasxJ5iVY2gQZeZdRU1YC5bqycuM51JWTnlegEQ3llddDBr8hh+bILShykJchI4JwoG6X1hgrVXl0dKWKDIJGVGtyjabG0FMMtMMp9v3DI9mPSB+MFf8bDIjE4PEgBRVJDfp1Nq1otdnWjUXG6ExbDfozNYeQsebjBjlnQ2QIVpxS0ztMA19OJ6xUG2W8Lo2CJ2Vj+HUfVgG8VpQhqJxwzrsk7+V4vxxGcPA4cjzvrNmjRFtT3v0SqIRcNfJn05LWZmZ0d3lFH1zb0i9u3tE/3n5L/3jrbnQI31te143GnJZ9WbO0rCnJxmkJmgAPEINFFWFpKRWnTkIFcm3GEFq8HKb/84iFvsnDFYUj4cEtVNfLrpgXMyw0bc00bHEQaFXwiEgYJ4lk8bygxUY7RUIBp4R2ewBlLnGedI+1PKPR1yWHBd2slLBhL6/L1W4obb6l6ux7as7/WK3FDzULWgvvq97GMSQ/gU/pCtXiFPpZNv4twPuHzJCUFOhz1JPsa5rPqGMs58aSzSDM5w6H0NMD3gX0cuQ5oaFcIGzIC+oRkpCT0D5v6VPI+Asel0s2Qdl/p8NwkujrAmKUGYIoBpyKfnUSdhA65vDy6pJOHuEA5Dx3IpekIJGlZTCNmZxzGZ+nDk86FBmCX450OVpUIMSwRy2vQBsC+gf6QVOQhhAFTfRD8cD4D6yXoh43yaGwEKoYzSGgiDtshY7IcdjHId/FsINJ1F5ARQW6fMFzzmHhy7lfJxaroQ22JufIHitl/WGMpTN8UFhVtb0m1RhfpbZkY85X5ZKyhO1yW8hwBl0YyGc9+XFPbtxX4ONxyEaYYEwzctkV6yEQfwwWen6789Ak8ELCJP2KfF8WuKrnzbAAs+Cb0dC/yVaez4iFdjbtuYtpMRwUT+xGQ531uzrEMTs6O1F/OFDGV/g+Tliv1+XUY6AhPDE+6HFKNlLGgjSGh3laTRy02XZbzWZDZZzAnEV8iAyTM6JcNmaiZhFwcZcVoqwup2yd7ilOZVfGm7PRcyjpEpY4+MwRHLOCj1kExtSVswh60uucWs4vzKs921a5VpbHGQmUsT2OoGm5pBonBs16XXU24JVSiWQnj/A08aqQX8GxS5NEngUpjWllNeC3dpiTmJZSBSdOIUc6w8G0k0xzWnucnqXIM94yMhLKmhnNqVJOyNqArmV0tr8UuYBDuDQ/r5n6jAbDsZ7uHeovnAj+7tN7+u3nD+IftnlwdKx9jpS6aDNigzRmE5Y5z1qOHdBPwKGMIz8iLuaexc/gqAkYPwjwBNopwt5A3DZKLqcxmeknIVjWOIdco3QLqjvkeI18or73OsLheHrakZ1g/vHBY/3hHrqi9/3tHcbImeScWjg49ntadkI4gx3KTtQm9BKyJA7l4o8AH/Wlh4cdPTg41fbZQIdDpy7b8oE5gAZf05DNoWHky+hQ0ficWniKssZJRdlLUVaWviqvEsuNkyo8r8A0z+grMEa+yRjj8Bme1yO3TQvtELoHaAS62o/l5qUKTmgVJ7eiLvbd57T1AaeE945OtN3NdMI+GL852s1JSgBbJNXoshn6ZKna0EZrDuenrblyVY0klZ0gpvB53gunIAPWJyWAr3BP2N1XKDJlPS8zkTFNfy1K4WCAOZ9A3sk5R0yyp7MNr80xo5E8H53KvFuNxGuBDxGbnJreXlnVjzau6YOtG/rw2nX9eP2a3l1e1Z32oq5X21pjQ7nAhrONtIbEqJPK0BQkwE9gdXnaMI0btTQDLFjXLBugL4PlGVcBxBSBb/K0igG3UN3uSPWSy3iewcE7hbXC4KSJTWWXKRhBek5+jiVyLAJ1gbg87A6Q7gzkOazmquKrBpgBc5JflNJVqXxNql5n735L5Zm7quEI1tvvqDF7V83ZO6rP3FS1sam0tipfXlRIOCn0TWVs9DOczZz3wdSIG3eXU68hkzOHkHWE3T7hHK0CoGpixdPh6BTwDCRPuofDqCNu85wLcBK2djmoiPO6xDlKXNEsjsDkJttYgPWzZEVkTMylQc5EkmYFnCweLA/9HRAIzkceWwpy+IM8fF4ifYpYTsg+h8nylIMGX/BTThcQSCeDQiGWCjQiglIkxpqKRgXCkUUxK3dyZlyoogxPvoeB9Pjk8crbvSTnZWkvYfuCpICInMbk8GTOKWcMKK0rqcypXF9S0liUKnx08DbOanCmzItmFxHOlOcD5YNT5Z1Djc4ONO6diAeZQ0zAPgNu672A/HM4QlOQXtwogjWK8NXzygJXFviuLWAzj6Tvupor+V9qAeZDZtMX2MwZGI3GOD1dHRwfae/wQEdHRxr2Osr7PY1I6x8dKOueKeAI9k+P1Ts5Uj7sss3KVC8nWsAJvLa8qBsrS1puNTVTTpSyecuRMTw5VpfTug4Y4mym46EqKFJRrqozONUTqeaDKsRLIZOhzORdgifhq1/KhtD4W+UU+TPaxBncWlrQ6mxLs9WKGiWvWgI4xZvBQVydn9WtjTXd3dqMdAW+GcrW2Ww2S6kWGnXkoCfhFPkOp9fjvKbonFr9XkqoP0PXfudMJwf72t/Z1v7Tp7T9WM1qWcuceM7gQJbYBMCqHGfLHFZHeccmpkQbZyql+COjG8vYhVPHxPt4uvZHnMFf/+UT/f7+I93DQTzmeM5+7y+HP6BnnjjZ+n1xrXL0nKOzIkW2A6yAklVu4UtUkytAL4JovAOiL2Ai1xbqjPwhAft90dNxrqecan78ZEe//eRz/f6jT3T/8RN1zs5UK5e0PDurdfpitdXWDA5KSlm6UQhnSVZ0Bk/H0l5fenzU1RNw1M/ij1AO2exknERmSpSzUQmBFkXYwg/iRjRB1hR0im2qKKcI0imrl8H4XgD8yAzwB8q/AOMnXUZfgkBaoHwOjYA3j3H0h1qeISOc4cAF+AL9rQlyqKWPk0TmdJttn5x0dO/gRI9OutrrhXg6PJaUA7vRWCUnVSnbKle00mxpY2ZWa42W5is11UhP6fsEYDErcgFhEp7SSfQVhGpekfPlyd+k7Ll01LQhzBTAQVFQkksJX1lSxmDKh5R0MFR1mKmNfVerDd2aX9KPN7f0i9t39cs7b+tnN27rvfVrMX2t1tIcTnkD4RVGYhmL2vtoDnZKWjIBI8qGKjEV1E2oiotoDDgF8g2CPoPOr3Ae+n4DVm8umdFegOWFqG/x0Pk1bRfNUgQ5DiYHtdvaa9Rg76UY6+K9kbBgKFMGxzAA1SRXB1g6mSEbJ7G6RNKa0uYmJz031Jy/rZmFuziGt1Wb2VJa3YBvWbmbx91rKaP82FU0diXCKUjIc6JVqBZEZWhms1JGPAdFWJGj4BKpML54uxeTYooNtBgo5OtclsmbwvIsPKUWfobovMZ6n6Upxo3/GQJpBaa5xNDLyk+hWL8pRAatVbS3J2EKghM5Mt0jqHfa5zKbTOJRFmH4rdQlRLXcJMnoFJOkS8TyLiVciEzzjBZw6H0ZIkUvXKaCaZeRa87gmPc58AGuVJtTqb6otLIgxZNBxlT8dMN4CE4ZDnBOO30YKQw7Gp3uqXf4WN2DRxqe7kqjDvPGAAwx0bNZ1Op7GV5Q7CrhygJXFvjOLeC/8xquKng9C0xnRZuNA5FIFZeNjK/wHU7rDk9O4mldwDGq0XNzqVNLY83g4MzjdLXSoNA91vjkQFUm5qVmVTeWF3RnbVm3Fhd0wxwxcJ2Tu832jJZqZbVYtGo4VtVRXzOE12Ya2ppvg1nQ1vWFdqSbOG2Wt9Koam2mrs25Ga23GlqslrRar+rmwqzu4li9tbKoWwtz2mrN6Hq7petWrlGDL9Vqs6Yb8N1YJJ86rpG3OTuja3MtXSNscteadVn+ndVl6p5Fxwo6SnWczqZyNb1U4RTCZ0M2pWOZM2pOY5n8mqTZSlnrOHdr6DBbr6iMB+TNnrTNOZY5qMeqKc5nrVzW/MyMNleWtb40r0a1rCHOt/1Rlnv7p3p82tcRG95RWpIqFakExWEInn5h0Q/ICsiUMmrOWUJfhNBZ8F2kjjTDNM3kXArDH+CxNOMzeIvTjjwPGjMeMuc1Ahxeab871KP9Yz3a3tcRp5k2PuY4Ed5YWMAW81psNFWHN0UGvqzwUzR2ir83t9+Tnpxmenjc185ZXx2c33HuRFXCTCzgOcjk2PzjGZIWAM2FWP5lIJQsYQm9cJFnZSzd6CVM8qZpsTxpFymbDll8yvMChZ80B18EvO4C5GiT8wqREqYP5axAjlgDFo+bGilLUvVDor3uSI+Oe7q/f6In2Od4rYznAAAQAElEQVSUfcxQEkSUjGAYqcRjhrG0zCnztfaCrs8vaakxo6ocTlMmG38GF0tQ0uqVXYSNRFwMx4Rv/xEcMl8Gkl96B1og9JeSADLJMz48jl9qP5LMEXOdsdLCGVlMq7rWaOvthVV9uL6ln2/ejPjJ6pbeIe1Gc17rlZaWOGmYdSU12FSXkc4bRelALBAz5NAXQe9gvVw574amUC5FWLkXQW8jy9IVqZBgOO+HGNe3eznEXUJQoS/GcxNEndE9tiOIIamLRcR1HifATT586GthInLnY8hSDAxom5j4DCgsWoA0Odktxr4SrJ3WpFJTqs7KfuzPNTeUtrZUbd1QjZPC2swNVRs3ldY25SorytN55UlLOSe5mauieZnZDieAHssRHNCjQK7gxvBlynwGHSt3eUSRH8h/TSigc15AObXkEvTlwKYvyXOkGZ6VQSZp0/g0z+hlBBUf9qDwO1or2lHwBPR4xY0dBILxG1xGK8YSNpGFoQFahMk7D+cKyA9WNlLioh7isovuExYIQF/psoKvggmyPKMvIqeuzDmNoGPGU+CdTWvzKteW5KvzjJ8ZyZUlxoDpFWyxYF1STnuzgbLuEc7gE3X27kcMjrcV+sfy4x5zyRCMkGz9FpDx7I7TEzmK0NV1ZYErC3zPFvDfc31X1b3MAjYv2qQ6RQ5TnGADU6NjeQjqDQbq9HqyL3E1HJelmaY2OO3bwIHamKnp2vwMJxQ1paOeQu9ELdb+a4uzevfGpt4D0bGD/+7Sot5dXwVrukN4HeduCaduCZkbOHh3Vpf0o2vrendzDUCvbUT61vqK7uDs3Vic1+2VJb1D/m3ipsMNnK8fb23qwxtbem9jXeYQbqLXFk7nHU4mt+ZbWq5XZI7f3bUV3Vyaj87hQqUkq3drrh2d1pvIvoZjeBvH8l3qfXt9TSZ7pV7VbOo1V041CyosuB6nuMwCav+n4Fy9phUc0Gs4QNeXl7UF1ubmNINzWHJSwuLr4XU4h4m3eJBt4mseeei5QXuu4YAutNsqVWsasNCdsLnqcIoxLFWlWl2qshlKE2WUZw+s3LNwu9hRUtw45PTVM0zTjEZMeB28FjdqsLAhkG/QBWrpBk8Zj7PiQG7OIOMkx6sLKZZggzfgC378gyz9kcbjXNVySavzs7qGHVdabc2VK6oG2o0jXWI0eezA0i37f/a2T3I9OOro8UlfB92x+hla2eaRVjnGoKO+JMuUGKV+iqrYqzjjeA5EbVWnLkUKzzmd5l1Mm4aLPAevw4qO8i8AFke+yH8ZnMRGw0XdTMeLcOSZPsHKWtvY7FgwQkGxkFHaF6AZ42IATsbSU4z02d6JHnJSeNQbq2/59EcuydQxURy4q8nYWKjWtdVa0O2lNT6WzKlOH53bjTJOgSoDJbndhJKGJBK+6ztaoajKqr4ItHqxdmMoUj0kgSeh0Q5H0OEQloa5ahignZS1giN8c3ZR761t6pc37+o/3H5H/3jzLf105bremlnUZtrQAhvLFjKayKqBCiiDEmkp1GMHN7GRhadwpJvSAToFb955zPKfQUgTb28BM7GXSHvWFqfnr2d5z+d81bjJvgQUcBG5nMvAGBBm7nC8588QSKe2SWEbU1OY/maL2MYoC15aDze3k/0LtDjwASMoIWcC4nnwfMNxWNUsCDt8slNERw94eiLFKawsStVVqb6pcvOGau3bqrfvqNa6pUpjU0llmSJzCumM8ugUlpFZAsim9hyxgRrM2Ylzoh/DZ8igmQJtDQ6O52BpAW3z59ItLtIsT8iN2rtczuw3iVuaYw0oKHkxjH0v5edolusZzzSM/QKg7pfmxXTymQuKOkxuFmUVX8kIvnAHUgy5hK4BXQ0yim4BZ9DCggZLizyMYmvnOYhTd4h5ResDgyDQgqDJ5aAGyJffxngBgXAEJY1ChGw9d1ldBkaqxsyVY+ZB8f6WavMq1Vfk7ITQ/pCMjaM4nhSlOHQXH2WzYZcTwQMcwUc62/5c3d176h89wUk8lDglTPIhpTLKYCvKWEsLiBhSTE1dXVcWuLLAX8MC/q9R6VWdr7CAzcQRPFiQxCbcvr4Rk1gcfJqqjvOzwMnbOk6YOWc3odcnWOe0ba6SqJlIs5UUJ6mh6zhfN8Bqo6plTgTtlDA6dpzUbc61tIZjuY7jdh1n7CaniTeWFnAuZ7WGc2h5m7MtbcFr+TeQc2NpTgVd0AZ5i5WKVtHpxsK8blF2a7attXpdS6Sv42xdx9nbwFlbqlW00qzFMus4pku1qhZwQhehJuc65VdJnzcnsV6R6bRFu27gtF5H7jUcnJVmQ7M4O3Uv1XzA4SvFHy9dabW0jgN4bXFBmziFK+hgTmKVk5vEfkSURVnAsdiaU4hvyXLmlEqql1ItzTa1iXN7DUd5aXGJTVBdQ1fSAIdwlJSUpWUFbJ8hL/NBOQi2kLOEGbWlTHEzEuSgIt0BES5oIBaobQpbDA3ETc4U8IcLKMrnODq5zBl0bGQIKDAWchZrg/2Y49Alsr+WOQ5OjXpDa9jg+uqKNhcXNVupqkJ6MmYRZsEO2COjjqGCTjnhecIJ2IPDrnY6Y52wyR/YJpJWWFU29qxOgyeBZqOLyAXheThUc0IsmFIRnsK9opxiOUxwIR9edHaXoCjLvVCvKG+wMkI/R/xFBJOO3RThJTnuUCAqLQmbCicuw54DNtRneaL9fq5Hhx0cwmPtdro65UPEAP5cUR05xKSEq9AWA2u53tTWHO/G/LwWCNfTRJ73WDjVzt5pyhYlKRTDRqdAn2nw69OXlES5mGr0JYjVWnpk4hETInWTfk9JSmlHygeHSh6YY0paqjV1fW5Rb69u6oPrt/TT67f1weYNvbe8obszS9pK21pRTfO8aTNyqiOrAnibSMl5BwM0RDfGYwt7V6awuMHihb0CHAWm8YvUtC90DfR/gVie+mIepS/KelZWXAF8V3eOYEN2gRJ2pE0HM7qhtGwsFbpKL1B4i7RwKS/GeE8kL0OAhvgOW+sNRatzSlm6sLjij/rVJNeU1KLYvFTC8auuK21sqdK6qXr7luqt6yrPbCitL8lXF+TLbSltyn6EMNjv4LpUwXnlDms665tc9q9wejLyckB6zIPqGXJLewUsz+yBVPQzzQ3W0udh6VNYnoWNTvF8nPQ4HqDoYuPFrPPFMBkXQdmAWuf3NAKlPcICsr6dUhxAiwdoIP0ZNdtMAG+0jOWjV0BOBHUgVYGBEczG1oeTNMgX3DCTGyK/hQs44gZBC4grRMT6Y8gpp08zxtHYlxSSGuthS6XGkkqcEIp3WqqKDPxjRwkvx5xpv8Lh8xEngR0cwn31Dh6rv/9QA5zB8ekODuGB3PBMPvR530fyth4rp/y0fkROYqaepRJ9xf3Fua8odJV8ZYErC3yJBfyX5F9lf58WsPnVQJ22Gc9ZvOyvbXpmyFq5ovnmjFbZbG7itGwtLePsgYVFbc0vaAsn4BpOlTlGKzhg8zhps9WqFnCiLNzEmZlJnJZwulY5CVskfYGTr8VaDaewpcLxWpLlzVOuwaa4wbTdLlEvfMszLa3Ozml9bl5r0JVWW/PlqppM780k1RxO4DxoV8pqEW/xZXG+XNMyOi81GpqtVNQGsziAbdCqVtSCtw1daDa1hFNq4Qp6ViQ12UjP41CuLcxpi9O7rZVlLcPTQsZMWtIs9lhBpw3avjE/r425Ba3PzsPT1hxtquHApawbjk2sw46IZAELtCigsWdb5AjncWvUrnitL7T19taGbnPyuTjTUD31ccPqcKBCGLJ0sdi5sQIhIc+ZbIkFzvF09JCD2qI2pUU4d05hAgsbYpwSAVbExHLGTZI0EeyM4oFFamGXk5cLUWL9ldAj58Qv2I/poKMHjXKqzaV5vbW5rttrq/RTW3X6wk51NKZE5jTMnXqgO3Y6wtl5YqeDk98d7JE/RqHcpNNGG3+GYJUCo0FONAg13SVQhNtNADG+SyAtgHhP+aY0JiK3oFjsUknjspwptfBXhbsoMTiKe+q7AMZ7/JE6PgQI+4xxBsehpM7Ia4dTwsdHfT0+Gsj+AuspG+4BEjJgojANY0oqE5iplhiDLW3Mz2sd2DtWpd0JjlSSByWE6VZsR2FuKx9EogFiYzV2dwwbg6Lm+oaXQ4pDxhQEn7upMKbkPC1sEKVydM5VZqzVcGibjMOFUqoN5o87zD3vbWzqpzdu6ee37uqDrVu6s8C4q/EOqqImb1gVCSUJGZJHtMMGsY2kiTY76POgVyiliGlY8Qo8n4ciX7SZVISlc/vqr3VZo2Ld54EY07mGKi7eM7NDAZKeYz8fG2QV95TBqOEZAvY2HrOQqCdEeKarKRIpjlSj1itlqjXUJN+USrNSdVm+sa5ya0u12Rs4hTdUad1QuXFNaW1dvrwsV7I/PNPmNWkqx+HPQ4U6SvRminwP3DMQjGOcDopODrToHGtZgM9uoxdhaRdQCJgkIJB26QWIy/IUc1AG6mJV0yojJcPJrkC+0YsIk4hRg0WN20A4EtJ5BxwtV4TFAXJliDzwvuw2tpgeqDsQmsAUm8oyGZcA26W7qMBKXko+j0zzCypqktnP6ASW44QE2iHqzQ2MQ1x4jZnDxoyRscoKvi5fmVWptqhKbZnwIuJaFKkoH3tlOVGJUZfzfg+UDk8VzvY0PtrW+PBppPnJrjKQn+0q9HEKsw590qeGIRhRNkMrBKGDTCfkvUhj4nOP8Fz8KnplgSsLfFML2Oz9TWVclf86Frg0nxFxEyFGDZ4HDhwzpkpJollOftb5Gn9zaU2GtfY8jk9DLU6v2pWqlnCONtmg3Vxd0/XlVdnvMLXKZTXTkmo+wbkRE7BUSbxqpTSm2WbNUGNKbrIhbnIa1kBeFVqm4hLpFWjNldRIymriHM7gBBqaxGt8IS5LLB1OVRzACs5HCf4S5ax8nS+MM5SJMsmvkl9FH6Nl04nFp0Q7K2miaqmkMu1MSbNmp8itEK9XymriNDaq5ah3Hd42zuAq7b1NO99a3+REc1FLjabmajW10K+G/hXaU3JeCfI8Ojng8aQs7NHPy+wR0D2wpZEW64lurS7o7Y1l3Vpqa6NR0awfqZx15UZnCraQaaj4nwk7ITeR/XM8HbIFQoRjaZuAunPqykjPDeiTG2LYsfx5WTnBY9RBPWW8k1BVCdkO2E46sHgH+6oK9S6wqCKZL7JJPmTrPaTdQSutqu6ur8h+nNd+R3S2nNIvHp0TJfRX4MRzqESnmdfhQNrrZPF343ZP+jobO43IGwen6ASiHX6RMhQxjOmvHGVy9BN6ogEc7hxFmiaXm9DLJLw8+Zwp0C7bDARSiu3isydJKvIt9CIKzqJ0Ud7CBc65YwZK4NAJh095KuUlUAYWNnjCQIQ5BRkzQjpDr+2TTJ/t9vTZ/lh7A6cuQseguIPoEFm/lBE3Uy9rhZPx60tL2uQjxQLvZwPblbIgzy7KT5wiXbis6WzbZc6iweIOO3ugl0Jff2emuwAAEABJREFUeDlyHeUcRi8gVCQlxi0MJDh04Qr0fc7mPlfMcEEORzBlnNXCSHN4s5uNqu7wkebH62v6cHNT76+ty/5q6G3mpo1GW4tpTU1mmzICvKaXI2BjhRTsEAS9AEfY4KEGCzvKT+EJF7BcQ5FjaU4i155G9ewqkohPA0ZfBliQYM9vhOdFR2Ek0l7xXsnGU6SenAnoC9FmndcfFC8Xn+ePyBZ5LMMwKX8pTTEmLmcsRmOK8aaESnLM1+LkW1GPBI60APO7XIXkupTOKDqGlSX5xqYq7duqz74TUW3dVaV5S2n1mly6puAXlIWWsrzBAXhNeVbm3aEe3ivHO+Zi27wkxw1UXEHFv2nMRoblOpo/hWKjrexXBPXKYHVfkhFroMqCOstHL/cCxOWA1XuRkiRTMBcvRYRzkzAzvuIFP3U7ZBs0tTVpMlCXAFyyy+GEFUBOlDGhwSh1WX3GOA0aNVgaeRY0xOjk8bxlRX0vwFEqIpOdWObUPaYtfPLkg6E0DKnGriaV5lSpr6rW2FBaX5PKy5JvMz/UlfOxLJhsPkQq60uDE4WTJxrtfKbh7j3lOIXuDAcQZCfb6h880OjkkdTbl8anmLDLKLTVaIS1xki62OYgyQCJ1MLP41V5ln6FKwtcWeDrWMB/nUJXZb6eBezU7xxMdDZ5x4nPTeRNqXdyeAN+gnKaaq7e1CabrptLq9paXNZCrakamw1b0lnK1WbTaSd35hDeWFnRQqOpuk/EEs3XOyZTFh+rm9lctgjFHwFEBzeB6WHhlHhJYvsSlBCewuqx9BJTdzlCbPsUeTx8Js/kTmHlSqSXme4LOJVYoK18gvzn+S3uUTMBJuOinhY3GI/JMkd3baatu6sbehuHcKM1pxaObN0lqkbdHLoB4iWQYCcPEsJGp7IT9Ch0lGZo4Ea7iswFvbu+pNuLbS1VnWqhL3MIszFfNh0LGEomzmEfT9sTWuexp8d8WIFFPzegQ26gznyCbEKLuJPRQFpAlqByjhugEz6YvCccQQKLd44zaBALtyPuWIgTNukljTVTklZaNd1cntPbmyuy3+1cxIGuUrTivFIc5LRUlpJEQyedjKSdTtDTk6F2TgY67GWyP6Iydim1OHotFIA3p3zmEuXeFzrT4kCaROYFhAthvewydtIDuMRq6VOQN6m5qP+5J9kSbcfYehGWYqWn1MITWKXABSeXA6PBy7HxcWxsnNEslca+AM6isxGUVhXSmga43PvdoI+fdvSX7Z4en2HDXDjQqIGODqsJGMVSqiZOC82Gri8u6vrCklab7Tg+yziCydQhpKgDqMWzuB0RPwVJFn8eJE9uKz0JPkdiDm1ENXJcYW7iU9mW4iyHugRTDBOXcuWcqOe2IQU2zjwKVF2O/k5rzYreWlnQTzhJ//nNG/rptWt6d2lF1/k4s8T716KOGjLLyPHA5An5JCkwZgJjyKgIi3HkgArteLpzeEKePKPTVAtP4Z7Lc5Kc42kQ9CIsGuN6xRUZXpH3GskU5441vECjPh4hhgSaAqg5CgbaoVhSXFYaIrMW1KLYvsh2MTUQKeCJF3DYsgAF7DZQnKlDzjk5ZinPe+1x+hwQYZGmWDe6MM7lmBvMIVRNMrgG2W2ptIJTyOlg+y3V5nAK595WrXUHp/CmSvVN+fKKgp+jpzkpDDWFvAJSudzLTdvHmCh0ZiS4AoJSkWDS+RUKLss6B2WjHJN1Do+QV2Fa0lOFhT3iochRBHHe+yLs4PETWNgVvGYzgs65Sd6EhzgJEu/CRTjizqG7IwsGZ/2BbR02dkapz03DcnJRD6PiCrSFicTaDiTCEcxbxLlFaAJBn0NkgANqa3uBKY9Dvo2bZxD1R8SsHHkTh9DnzF5BI+QMwAiHPvcNJeV51Zrrqs6sS9UVqbQocwid5SU1OfYXYh3SiM9jnX1lOH3dxx9ruHNfHkew1D9V2j/hhHBHvb37OIX3lZ89lQZHUtbFFkMsM5andjdpd6G9Jhf2mYReJK/Ke1X6ixJ+CClXOl5Z4Pu0gP8+K7uq60UL2PQV4SZ5Rg3WM56Ac0pYZOxkbaZc1Wylrna5Jvt/zspM8CkTeAkBNSbnJpv+2WpNbVDHiSxLOGFBxmPOlIPXYGFDQtxgYYOFjffVMHlC3hQhOpv2o3BW3mQbTI4hRS/TzehFJKRf5LcyhmKLEzglCSwWL8LKlFjGrK0zbEAXqnUc4wYOUVk17FQJor0FUhbeBPt44AzkOxdDyBYI6C4cu2BbItUkzabSWruudzhle29jRTfmWlqsprgDQ2ncVRj3FbKhXM4XzUxQ5FGPY0kziHoMAZrTZ/mUEraNcAGngB7GE6nlwWflFFgO6ZPApjxQRz5FGCsHAmajhMXT5SP0H3Nq67SCznc42Xxnax0nZE5LtYpmvGS/r5VKUbvgpIy0PnUcj6QneIWPj3qyPyRzNpYGbFxG6JJH3dADZQr9KUi6IizsyIFOdYYGoAgV1+VsXcyycJDJ/yIE6ngVKId8a89FkIpUe5r0GLz0cCQ/g5OjvY5NpjNn8Bz+WbqNCjbKORgxAo45JXx4NNSne33dOxhrtyP1kMkt75y87Mpo3lhlJ81wVLg8M6ON9qzWWrOaY6xWcawTnEJHHzuoaRsBPzdlBUKBQBiIRjpSiEnnVF9yuUm+K0pEGaJtxC2MXGdUIg0owBckxp04EbS/UhuyMeNLapbLsj9gZb/H+6PNNf305pY+uH5N76ws6+ZsW+ucyi+kJc0goZFLFdpVAkmUqcnloIwb7BQYRwFrBfgF3BfCw/nFHJZrcjS9HIGLQD4p3BcTL4bJ+qb3RXEXw8g1O4txdgm0SlEvYxbXlBKMd+BpgJzfUx6jL8d5qgUo56jDYW/HLOfMGYRKCTl+AsLmIEaUJca6+KQm1Qk3wSxYoggOQWVTSX1L5ZmbqrZuyf7oTL25pUp9XWl5Sc5PTo4yPgfgUAScQvGOWV+L61lrJiE3oYwT2fsAj92MEhksLEJfG3F8O8Y3QM6XPa0e54xLXO4lsCR0Nr1xAgWczcMRgRoMglKWdov6FSm2jmFLBwWHFATiwwIRNi+YLciI8Ugvs8Skoiws3M9nk1TwxEBRn6gzwvQQF/YO6G1tsJ+6sOQc1rGBsZr5Cs5+W/ajoqXaMmEcwaQtORsTVWhVzpfkmc9kDuGQyfBkV/n+A+UHD+U6e6plXTU0VDXvKRkcKzvb4YTwSaTq4RCyniofousI7fIIIjq/nLXMYkafh6Ubnk+3+DTd6BWuLPCDssBfXVlmq7+6DlcKTCxgE3MEcZvaLEyQyVKy+dGTmExg4dcF83whQ7pMkWVyvyqer/dl8l/gsbqky/VLXzluA9YcQ3M4L0M4kgVie6SJbActEAjJLucUgAXNwUoVbPuvMglz5UT2x3He3dzQO2trsj+Ws1itqglPOhrI/k9EjYasgwYWMxZEz+KKxCjdIcMRMkhRW1I8pSdgkxBiuiNdcE4QxHrII+fLbZYpH4PRCFpAY+qKm/QxemZs2zLZ74SutBq6vbqs929s6d2tTdkf3mkgusyib469g+aS8PnUD9IZkf2B9PD4VI+PT3Q8GsscmwF5Y2ySAdscmH0MIi7kKT4sYEBV0i3fIMKKV5EXg3+TD6f4L/C8BOunC2lwKYI+Y0Od0V/9sXCeB3p8eKbPd0706HAcT1oH8OVssgPICQeQgBqb7HalRn+0tdae02JjRvUklX2o8DhM1i8MCtkVeKBOjMawxUG8HbaOgWd0En01MSEvyS2Si6ez2gginvcmKGHc2elliXFXHuWqglkciM1GS3eXVvX+1nV9cPO2fnz9lt5a2tBavaXZtKImH6LsdyTLuZTSrgTYuz99B5+p4QjGWqHFTfVFgGeRKyyn5y5H2kWIuH5gl0PfLwLZr3W/SsaLhe2VdM5hK8AYFqGXIZAeGN8FzI03TGfEksRsI2Yb+RmCC/L1NZXs9wvnbqk+f1v12ZuqzFxTUl1lAHBa6FrKOC3MQ0U5H1qEfBu5vEmErDZZNK5n52PEkWbjkXk0AEUEEg0QSuorQVwIjcWh52VJfultPGREfuj5belTTBONaQJrQNTb4pP886CVszSjF2Fpz1DkWKHLsPRnXF8tFOh30eYAdOEKk3AgPQ/2LlKLOXV8LAh8DAh8+MpclX6cUbm2oHJ9RWllPsYV/39LX0iI7c4YNSMpDKT+sfKjpxodPlGOM5iOzlRLRqqVclX8SEnowXaiUedQw9N95d0jadiVMsrykZMAGilCX3ah8pexXOVfWeDKAl/PApM3/OsVvir1FS3wuuxx0osPxVmSYJzjdXV9UwsEDJlPYGGTZy9BEtjvEGmA+XKqa+1ZTgqvsRG+oXfXN3V9dl6zbH5L46HcqK8wZpHLoJwYhoyFkRM7x+mKsx+1Q5YLjo22wbP5MSRQg4XdtFtJEwjEQRALrGLcS7gYjsVU8hkZ4zGL6FB+2FeVRXS5UdGtlQX0u8Ym/Tq6rmsLx2O+XImnnWVRDuBe4gwG9R3OIGIOR9J2b6SHJyd6cnqqE9ozdEH211PtBDHiOfsI7fTGXo7tqdOIZw9bHXY7enJ0CE61iyd9lGNXbDPARmMcKNFrCaiwwWqnNS01W1pn7Cy12prh5L7CGLIPGsVJAAUnd87GMndS7oFRkIGcfLqNXAKveTP0zjljWfp3Sq0OIc3iDDTGaJA5cek4VzWTGigwj+7rpYbuzMzrx8vX9MHGDf1odUu3Fla0XGupzQlCg7ZWOU0osy1Mgaf9iD2vF9XPw2904K9sCOe+DQVMRiqOCKVyW6osSziGSZMTwvYtVdq3VW7dUNrcVFJbkSvPKyR8QmMcuTg2As/chlsBidHiFK84EAk5AhGZ7Pfa5BiMvHM2Vsl9I++Jhb7VtvN9UDmmzvkwmfP+0lnYuwpqCr4pn7SjE1hpLKsMkioOYamGDp6uyFV04FjSQHh/0vhEobuv0dET9Y62NTrbVxidwtaT90M5HEKH05iPuhp2jtU7gfcMh7B/Rtk+MpAVUAiJYpQUIHJxEiN6dV9Z4MoC370FeMu/+0quavgaFnBWxh7P4JyTc98cJvlNha0ztvzkcmw3HGZwhKSUxDSXylBb/hYrZd1dWdKHN27rZ7fv6r2Na9qYaWu2VJL9lxcpbpYHyocKfOk0p9B+zM5x0uKQ4YOTY9F1VOhZeF2Epy4HVAA+JxVhKdJEUkKZhFjqPNtuVwDdSjibNRc0Xy3p5sqiPrh1XT+9e1s/5vTmRmteC0lZTZeoyhgpSfLwBpdrCFh6dYqM3X6mJ2dnEXu9jjo4saMkKKROIXEyhxCfQOY4oIaELMXL8TRA3rDb7GDbU3paZziFe2Y/TlifnPS10891jF172GQss08ibw4hZ87NpKql+ozWcAhXwFxjRvVymVwnFzdBuIEO20cImweZE2gw+1+E6RDFU8/r3AytczYLh0kdU4oCiAsRCbqU2CXW0HyeU72mbb4AABAASURBVD87FXxrfkUfrGzpZxs39eO167o9hzNYmVEdRVLGYWplgmili+3xhPXa11difm2pf6uM9go5R59/B/iu2uycQ7Rh2lcJ8YrkZqR0TiqZU7guP3Ndldnbqs0Vp4XV9qZKnCz5UlvOV+FPGFUQBShg3DAURZSxp3gV74LVkxM32NsGmLciozGT8ybe1gOGb6vtmJ9vUcz1vMeBN9dOBsWpYHA1eZz4tDKnSn1J1eaqKs1l+cqsxDwmek9h2idDcczHB8oTqbOv/HhH/cOnGkLz3pHMIQx5l3p6cm7AVDOgaE/D3om6xwccKO4r71B20JXix9RcQh/JSRFeV9eVBa4s8P1b4OrN+/5t/vo1TufHKX39kl/I6ZwJ/EKWv8tM23IUcMpZeIqwCAEi+EXRIazm0gxvxlKtzMngrN5d29QHW2yMt27orfV1bczNar5RVbOSqOJzJbao2Y+TQl2WKcEpTNhgmzzPrt4Bz4JXQPJBLJKBegPhnKXWaLDlWVbGNuh+nMkNh0qgFUktHImV1oxuLi/LfjT0g5vX44+J3l1Z1mazpXlfUgOJVYlNOnUoEAu0UxqzA7MTwvgfrZ904+ng3qCvU/Qcss/LUy8ZEq/A2EDdSEUYcdwOvNm32SXDHr18rIN+T084YX1wcAzt62gk9SSN5bC35+mjE1+lR+2UcGVmVquc3topYataZ8wk9Dv9U+zOFFTshwJmNpj9DRY+Bzxf6TZZFLgsO8jkURs6hjgGE8ZAibFaJWM2LWuzPa+3Vzb10y0+hOAMvj2/qq3GnJbKdbUZY/WQqAJvhVFbcp4Wetri9HWur1fq69R0VebrWiBQMDBaRE9LFcnVJd9SdArLi1JtDR9xS6XZm6rN31J9DjqzobS2IJfOwF9WYKw4oCjH83QRYhw5ccVHIADcBIJGkPyDu2OD/spav8p+Dqs6Tgk9SAjz6ZATf/m6fNpWubaoGieD1eaKSlX6N23SjjLgNoeQD6DKexKngOrsKhw+0ij+f4PbCr0jlUKfuW/AFNOLDmEg7jhNdFlf+eBMg7ND9U4ONISGeEpovKx1aOIYFYrQ1XVlgSsL/BUs4P8KdV5VeWWBv4oFHLU6Fhx3Th0xsTHW+WX7EQ7KVHZSHczj9F2fbeu99Q398tYd/eLWbb23sak7S0vaare0XK2p7b0anJrUsrEqOAwVnMISJ2+lKSUtJZ5A/QVY3JCSVgZWrsaiW2eTXhuPVR9lagdppVzVrdk5vbe2oZ9T/y/v3NVPbuKcLq9qrdZUi1NB23bZ8m6QtQrnJWcTNmbTPmTjNQjSyTDT46NjPQJHyB6gd5YkUoSHAtICZQLloxyTpecv93zCs/gXZD1j+mGFAm3KsUfunewv8Z3iqO+cdnQfh/DhUVcHw6Au9h3SrAwQjFYr8WziRC1UGvH3CNdn52W/S9hISioj1OeSwxlzE8eQXRTbIoliIruAnrtMuOG55MvRKUNBHcQp4LgFJYxTQ5rlKjHOKtTdYJzMcTK43mzrreV1/fjaDf3k+i39aHVDdlo478tqss2r4QxWoVWX8n4k8owTGUzhCHFhLJ6axC1mkF2mBxB552n6oV5/33ozLBgxcdRAE5CCkuTKoCL5mpQ0pVJLqi7Izawrmb3OaeENVds3VW5cU1JZUUjmlfm2xnyuGqsKLSljDGUuUXynnFMuG/k8GBeSJ8KcZDTCkWGA/CDui7peDH9/ysf5hOocPYYxCQUwuaNKHpsbUmhJuaMvfVNJeQ5ncEU1TgfLOIO+NEehOiISBRsQ4ssXDp7GZ+JIUOHkqUa799Tbe6jh6Z78sKOKG6vsM7kwpMyAskPmnRHzzkj2qxZZ9zQ6g0P7XcLesTTuwTMCGXWFCSBX95UFrizwvVuA2fd7r/OqwisL/FUs4JyLWwzPxiOV4jdvB53+GN10Ew6b2PurRGbDS4tlr+vNpt5dWtZPNq/plzdu6Bc3bsbwj1ZWdWt+ThuNhhZLqdoKquPc1TgtrGRDlUEKkvFAfgL7Wuoz4nw1TaHl8VAV+Gv5SDNs2OepfJUTwevNGb29sKif4oD+B5zRf7rztn55/aZ+vLqum61ZrZSqarGxqlCnLe1OtrWiQTQgkJ6xWR/mTv3MqTMKOu4OtX3c0TanhKfjoJFP2KwlUuIUQb2iTIRoOHbSFGacaVg6DzlpEibEXcT08uvL8l9e6ntJjap9UU3RRonGOMw9Tm0PekM9Pu5y2trXTi/T8Zg9EuUhbHjZ3xBO6JcK1mklZS01ZrQ5u6j11pzmqw01cBTL9M0zp5ACF+6pPkansOxp2LF3iiDxPO1imA1ckR7oycCGrECKA1oyZ5A2VMe5mjh5S5W6bs4v6d3Va3zsuK53VjZ0nZPCVT52zCepZhhLDSVs5xNVkFYCzsZDhJ5dzolbPIEuwFIs7iRSHbrrwmWpF6JfM4iUqM9zNEojLdKrx+tbAJsFz0BOKZIykksgYYYBzBGBjwLB4SDaj4UmDYnTJVUWpfqGktZN1WbfAndUat6QK6/x3sxrGJpiptOIsjY3ZbxLOYMhzr+MC0aolKc4E6UIMTZFuv4WrpfpYOMt6oetzumU0dKm4e+CmvyXYVqXvWSGXBiTvstldjY1Ay9p4J3OcMxHIVUWKqLTlNJ/tcY6TuEqzuE85ZqcIlZAIl55kIEBfdSR+gfKT56oG08HnxI/VpL1mGeGzBQjeWcYQ8fUMlZJGR+gRjiFPWXd4/i7hlnvUMqQhfMol6NakFTAEbq6ryxwZYHv1wL++63uza7NOSfnXo7v2zLOvVwP5/6+0708C5YibPC7ieFtY5JbxECa5aWsTVXQAks4S1u1mt6en1fhFN7UL27e0s84qfvQ/j+21VU21XNabza0WCtrrpyqXU40U/Jqpk71RKolQVWfAyhhS7M842mXEi2US1qhjmutlu4uLurH6+syx/M/3r6r/3T3bf2H2zf1/sqyrjeaWsahmJFUxYEs893dc7LoCJMkBpkC+o7py5EcDmHQUXesvbOedk+7OsAxPMukAVbI4FGEFCnlxIYvhuWkc+j8cpZ8HiNgceAir8WdYhByicaI/mYv51D4lfBSkuBAO+zGaSsnrDtnAz06GejxyVD7famXSyNaZ06hfVH3OGVlUMeedkq4ObcQncKV5qxa5ZoqpCfkF6eEkmOc6cL1fDzulS7kx6CVeRkmmY5CNi4cp4GeU+rUnME8qAJm2JgvVevaml3UO2vX9P7mDZzCTd2cnddSWlJLimggvxacKsGzsUvY9DmJtrJTLKi4ot2g9HERdBbibTNKOuV5kmbPZ3DPgt8ghBR0fLkA8l6ecZWKBZxzcu7lIIPby7GlF3NFoDdzyhgyUnNGQ64KI6wquTpoS+kywS2ls3dUncMpbN1WWt9SKC0rS1oau5rMIRwz9jPH8AHmqMThwfhyoSSYQcr7kEC9/jYvFH+lYl+U98pCXyHjdeTbCxHopYBceozJJPDSFrb2CnwMzHn/R3miMQ6hL7VVri6p0lhRCrUfCw6hriwvc9LnkYMYP5bcULITwu6eMhzC4dFjjTt7SsZdpflQ8UMnNMEB9D4owdFLXaayxiqHsVI+gob+CaeE+8q6OIQjHMIcJ5N8oZ9jNOkc+qtdVxVfWeBNtIB/Ext91WbJOffmQbRZYqPh5NmB+ElcXEQ1BaaR+UVsR1TOFVEP0qyXlnH0rjXrujM/y+Z5RR9ubekXd+7oF3fv6Ge3b+uDmzf03rVNvbOxprfWVnRneVE3l+Z1fWFWm3MtbYD1uRltzLd0bXFON5YXdHt1KfK+s7mmD25s6ed3bumXyPslcn9+86Y+3FzXO0tznArWtF4taYEv6y30qbO5r7LJL0HTPI8bdSfRKsmc29xDE3NUnHZPOnpycKL9Tl+nnBYOyMzYlAVrrBVSkAwxbgkUtjCpz25Ln4A855ycA88Y5M7DFnoe55nfaSDQjklrCMVWTeqz1EnwFeR5jS0uWmV2KuA1klc3E07gCGewp/sHZ5y8jnQ2Eicgkv1RWKvYU10pBE7WnNpJRcv1ltZnF7TG6dt8vcmHgZRNlKPfJI+D5iTGpmRlIwhO0yKdxtHnclykfAFMNieCbjSWG41U4mRwJilppdnS3dUNxusNvbN+TbcXV7TOSeaCOYP0a12KY79EO+zjSBKcPJBBXKTzvHCjFfc0wYIGoZ1RgyaXo+zF+CT5a5CpFKMvw9cQeVVkYoGpPSfRCaHrlNOnOY5iHp3CMt8GapJrSn5WSpekyrp845rKnBbaj5DG/5qivqJQbmvsa5wWphoxB40ZSznvUwBSwthP5fISSAl7iXr0N305tHseJH0v9/P1TuNF5U6BwAXw0sUY77bzqYIvMVeVoDWVa/Oq1JeVlhdkp4VyDexfBWVg/ZBDB5Kd6PUPND5+qv7RE407u3LDU5XDMDp9SRjJGeIIkbwL9GqmlA+WpXysUjaUG3ZwBo8ou6/QOWDSPEMuX9SYWUU5Rb1R/WV3eFniVdqVBb6RBa4KTyxgb/okeEWuLPBmWMA5xzYDsLjwnDSaCAuRI2YvhSdqlOj5+sR2RVUYZgjMlxM2z1XdXpjVezhyP719Uz+/e1u/vGO4pV/cvqFf3NzSz25c08+2NvTTa2v6KXwf4ih+uLGuDzc39BMcx59eJ//Gdf3sFvy3b+kf3rqtf3j7Lg7mbX14c5ON+qKuzzW0XPVqOamGXpVcKrPJN2e1hGNSwvsrsblK+cLu2WCJCza+0YrNl9SB/ykO4ePDY530xhrwaT6zH8eCX8aPMymDFTJgHbsRw02lPIvbMp8haBoucs8NNY1+j9Sacbn+qW4FLXQ1jiJUpFr8ixFz2dRYU0I0ilNwiYbY+2wYtHPW18P9Ez05PNNRL6hHf4yDcTt5+L0CGyL6jTJznAquteZ0bX5JKy07JawynrzSXOLguABlvYgbncARn6hAaHrH1GnkAqUQdUa9oQ6H1E4qE/o35cNBGW91hs3gaqOl2/b/C17j1PnajRhea86onaaqSpz7KOqNiKkoUp+7HfEIexThae2WYiCVDaI9JzCGSfBbJdPKvlWhV8Ket4CZ+SJko4RTvYA7EDhpYqQrOhNJi0G0JN/cVLl9U5W5Wyq3tuTrq8rSOT6cNDQM1Xg6lVn5iJSx5hkvIL49jjdI38Jlg+55fAti/2ZFBOwW0A5wQodBCTPJ8DLHeZL1T8wBsh/5dWX5pK5qfQEsEm7RBzj3nAyKPvGsE57S4nRP9vt+vSPlJ3vqHjxR92hbef+EeWuglHoSYwzUabAywBH2IVcKTXEKk2wsjXqIOtbgbE+j0z0FOynkhFE4lYonhUyiyEMRJLzspo6XJV+lXVngygLfyAL2Cn8jAT+Iwj8AJZ1zPwAtf7gq2hJSwLEsstSYvQ00ySxvL8IU55tvK0A+q6umSGAuib0OqBGeSZ0WayWtt+q6tTCnd1aX9QFO38+uresX1zf1jzclPSOtAAAQAElEQVSv6T/e2tJ/wkH8H+/c1P+E0/g/cfr3n+7c0f/AieI/3rylX+IQ/vz6ln6C4/gup4q3F2dxApvIrCE7USuVWKJljkPChj7Jg5JcwJHmQQJSFmavuI6Sx96fDZfUpQ2HnAhtd/vaw3npjHJleSLh0Ch3UAGYkBkNQ1TTxkaq4oI1BiKFPzIHngVE6Fl+DH3vj7jZiXo806/Qy+IWKqiFXheFTJrChsZEO2zi2AQHMMCGJ/1cOyddbR+daf90qLN+YJOLdCfZ8DJ45ZyjSE02Ycs4YtcWlzkhXtIiJ3SNtKzU+pQOi32Kihepz0W/Iot0Z8oY5FRcRg1FjFqnASgFTGHg0d1O+Go4pbPlqjZwSt/mRPD9zZuyPyJzfW5Ba7WG5tJUdhKeUtoDu6ffDCIl8aXUSTaUYo2ErZzBkWCIYXsQN/Kd4ULdsY7n4zHx6vF6FrDOMjAAZQhx1JlJGQZKguQnICThOASlcJaUuwrTS11KOS2srcjNbKk0e0NlkDavydfWFEqLynybj1YN5qMq36PKyEjlkOOQW8C9nqqXuCisCWJxC19imERelT7J/rsg1sYJMGj8cVFsE5iUAg63HPZOKpwKNlWpzalUW5BLZiRXpS/KcqwTSXAyp06c7oVhFwduX93DpzoFfZy5fNCRy0fyTlysrVTHdEN5opPbk1bMQUEJcjTq4xCeqH+6r97pLuEjBU4egwaUGDHOciiFeL76tvwpXs11lXNlgSsLvL4F/OuzXnF+1xZwzsm57wffdVv+mvKfr9uWjWmahYNYuCI8Tyd7eglKjq1mU7B4ioX0Ihx8CbANtjlodkpXZf1q0W9L5VSbzapuzTb01kJLP1ps64PlWf10dV6/WF/UP2yu6B85KfzHzXX9A6eEP19f1Yc4kO8vL+rdxXndmZvVtWZNy5VUc6lTi5W0ztfVcp7hNGSy/4Ii4aQnwXkjiw2ZQzX/DOjBDsvWbjZZ4iRQOhlKe72RdroDHfSH6o+ljE2XcGYKSKKcm7aZDYCwyjmcFKPisjA2iSxE/xZv0y2g2AuwfrR0aNwYvS619lIu3tjIUYHDscp9Sfa7UJ3M6bA70h5O4Q5O4RHhYSbBJmEvbvopsFUOqjFG5isVrbfntbmwpLXZBc3iiFV8ogSFDdavRs+dQtItzSPMZEWhpEWqV10wGLMLlKJuwrWEMVWraxPn787aht7fuqkfrW9pqzWnxVJZbe/URFwlSDa2HWGCsR02VGimxiQ+D0s3WHvNKaRYvB2FTW+jBhGPGd/1Ax1ptCJ0dX0zCzAx2OTApOI0Zn7MQGA8q0AuOWAfLUiBM1XGqdOIU6exq2nsW5wGLihU1zg03FLauq5yG7SuqdRYky8vKsCTq66c08WQpyIB2U5uOl4C4dfuzGkhcVnYQDAOPgtPYWkGixv9e0TAagVEz2hqA1eEcnKdT5WW6ypXW2BWrtyW7C/H2s8IcDooe/FzbMOao2yorH+qztGuTg631eOUcDz5K6GJGBcuF9ObJg/Z5XhYPxpNmDsT5JhD6MZ9ZYNTDTsH6nFKOOgdKhudMQb6aDkCY5BTOoAvuqf5U/pFvFd5Vxa4ssCXWcB/GcNV/pUFfsgWuLhUvCp83r7IYI+LYGFisVNEkW4b3RKFKgaSqgactBrOW5PFt8UqOMcquIDnuJR4rZS81ipeG5UEpKCkjXJJq6USeakW00RziVMbwTOUr+MAVrKxSuORUpAQ9oENGTp4lkoHJCqYgk0TxWRABbHuWlAcXmm/E/QYZ+Wp/TGZzlC9MWxxoefVtx08cOiPaBkVC3eEnrusugtJVuWF6F8zSN00gOf5bbo+D8u0NKNfC1YY2BEZp4OBMz96SAO+op/hdO+fDfQUh9BOYe33CzEz2yRsTV8FOsSBFDXtD8zMcUq3OjOnjflFrbTn1K7WZQ5bQn8yBGI/WB8/w1Rh6idotkcUknUOkid3QAqgH+2rfAKt4nAu1Bu6jhP63tYN/fj6Ld1d2dBmq6W5tKR6LtkYNmewLOG8IjcAwpDzOiwMaxxbRqfxqA+qWdxAsfOb5PPwVeCHaAHr6QzFjRou97D1r8EGSWDk5biMGSMoUwUXEqdQOIVuTqG0pKS+pkprS43Zm2rM3VR1ZkNJpXAKM9X4UFVWzseqgAwhq4CeuwLxKQhObtNhimLkTjJMsWnwnFr588jXCFhNX6PY91IkYLnwippCtEaOffOQSkktngxW6/NKSi3J80nI1Shrs0ACdZiSvscZDMOORt19dY+fgh2ZM+iynkp+rNTnciwgzjslaSIPnKOsJHvaumIfHL2oOWTy+VBu1FXeP9YIp3DYPdR4cKJsdKo871LnCOR62WVzIplkBfBd3Cb3ZXhW64u5ZtcXU4sSX1/HV0m8mF5Iv5jysnDBFTt/mj1JMjJNMmrxK7y5FvBvbtOvWv4mWMAWpGk7LWyw+JQqLlniImWyiJ0nkSpLm8LiE7D2iUM8FkRF9yDBE0vY9PssU5LlsrD9KGAagspBBShbncCcSQvbX6EsUTbFCUyABw4IJzAYLEy+HAWtUkNC2GBvr6UTjfmEbRkdEx+TZ3/1cu9spMdHHW2fDnTczzTkOCegsc538S46IELHF2AJF9Mtjmy7nT3+6pgqZ4pcDFv824a1OMECgM1UrhS/uaQxX9J7mdchnvaT464eH/e0h51P2EdN/0xCRqmcccB+SKVcavhEi7WmNmcXwYKWm201y1XGkpd1RvBB+fNgV1WcbBbbjAvdJwtPUtnqBSXUVcoDY86pwWnmArKv43i+s7ymDze3OBnc5CR6RnNJohrNSjEd1VGW6k0F0sSFGJ6KQ0uTy7KmsCQLG424FIkp8RE3cZY3haVa2OhXxrSgSZ2Gv7KQqwKvbQGzseFiAQaMRZ9PtjTAEGLMeJACcy5q8q6pNF1Qtb6hevuGmnO3VIOmjQ2FypLGSVtDX9fQlTVizI5B7jxjGyDFagwuJ27g5SIse6Go71wNmMzx4FWhhAAJ+rLLeAzwnQsi/Mr7ItPF8CsLfM8Z0/fCdJvCYykQbZoq4KxzZIvjNk9/rKpWX5FLZ9CzCugv+BQnBBwzxyyWnUj9PY1PHmtw9ECj023xYBUZFc4gDmGwz1/QhI+fSUrfW9UTs9qclpOXu0zOjRFNuWwgP+gqdI6Vnx0qxzF0vRP5cU/OHEZb8yblTVSBSUIkRQqN0WXETNph9GUg65X3Rf4cLkNA/OvjkjI2gUYgykRDXn5bpqHItdDr46Jupu9FTKRc1GGSRKNiZc+iJqfQPmZcPd5IC/g3stVXjX6jLGBLx8UGW3yKIt1iRYgVqwhYkqGITZ4kcMtAioMavHdKvFfCKV9q1OLkQVg0Jc/say9aIsV4Ci1N4aQSQkowp1APnHNyDiBLUxCXY8Jmoc4TJu/pzxR6BE0QoOYIGoYkd8bS7llP2yd9HQ2kHqdZYxwZRS1gRjNFoQ7BBmLnKwQBbjK4CUwXFUm24aJJ+u4udPlS4ehkPMZqsPB3BqvAeq/oucwcQoPsRKOEk53ibOd6dNTT54cd3TvqaruX6ZTT1wH9loGAui4LSjOpht3nKjWtzsxqo7WgFWirVleaJrI+zK2PQUYfj5NMWdxMBdl/jRJQxZDTARlhqiAUImwraKeC5uDZR4imS2T/rcT12Xm9u7KmH6+u6e7cgjZrDc0xrmrYqwJKyGHoyoaCJpcjLYI4QbICWusFOPJtJDk4DIqFHKmXb0uJ4GEsl3OJYR8aQeB1bmtpwWfFJITq6vr2LWB2td5NEG2wsKURnRAzvY1H61NP2pTLaMJgTjnxS/lokjLqU9dSmiyoVFlXpbGlauuGSsA3NpVVFjVMmuq7Ckg14qPJmPGbITgXU5ArxnhwvECgoDGHXG4GAtWbOnF+gp1CpL/ypsALeS9LmzKZ9GnY6PNxS/tbgelm74jBK+etzR0UZMz/wdflS3MqV1ZUqW7QH0uSb0uuDkqEnWS/D5GyiqSc2OWHyjqPND6+p/z4gUJ3l4+eHRw78oXTGEbKDZwJB2d9YtD5ldMZOek581ig7xJQgrc06sl3cTZPD+VwCpPBqZJ8QB9m9GEODVDEBAMPbkLc6GdhAzHBqYuXTbYX45fC54UupT6LWH5ONDuHjTybb40aLLdAwLaBaesiihyZQ0tOMQhNJuImhNCL94U8Uz8nbmDJMFcbaynSiXTqNckBapoZCn1D5CrCIlcmzPQwikwLXgKaBBJMrtEpC8lX9xtoAf8GtvmqyW+gBVhC4rLxMlqYY5pDjE3IM2bSY3xCYwY8k5tUxY0Qj5L3bHiA0QinBAZ7yTyTrm3W2fLbknyOEukleGLZ8zJOnrBnU+SAHKWdY3oPyn2BDGpgzyUVFSiD4vNpzG6sz8xuvz+4e9bXztlQp3iJI3NgXEmOjZaQKTkWXIcGBokAcZ0jLibIiRkqLtb2IjB5OqgB8i3dU2lTilgLvgpkR/0sfxqO9Nt8mH0wrksxUSr7caucTW4ENrX/3Plk6PQUO39+cKZP90/06KSn43GmAWpkjA2Hvemy6BBWWH1bSaplTgnXW3Na5fSuXW+onKYSvJnLNfZZAZzCDORspsz5y9HAuiQ4KaczDBYOQiibEBtjJeq0PyBjTue12Xm9tbyqH62u652FJV2r1jTvnBrIqbBJKEPLyLFxqguXI0yLZZQgmz+djwvYz8PWJotrck35zwta+jRxSi3tG8Dar1iBCbS+0dX1rVugsK1ko6BAiGEnMX5kF0Ebe4JaEsSC4nvVBI5xk8jH/0aiyphpSm5OLlmSxyks4RRWWjiF7S35xipO4ZxGSU0D5qgBdY2QlkPlTLIk3gu5TMHxpYuNbxzzCrLLOCKIehJiGPrFN8yx/JR+MbemjRXSrciXsP/1s+3dAMw91nc5837wJbm0qXJ1SZXaOk7hqnxpUfIzUqgy5aey5slsnDB7+TOF0b5GJw80OvxcOnusZHigJO8qEQ4hp3m5QTiFuC1ZGDM/5kJYFGNmCkwQNn9lnr7zY8plKgcwGijtneEMHsmdHsj3T6RxX8pHEnMZQia3SbEglNtCBRzEAHnhNsaXwRgt3ejLYHk5GQb0ldFi1g0KMRYiDTFsOVMUKRfLW1mLA+ZahNIunkQRMQkTiXkFjUFY4lxP0wIwKVNklneOgBhDkRuiRsZxEeSZUMTDPKkTARafEDjICsCyJxnkXd1vngVs7nzzWn3V4isLfGULMDO/oozleB6eRwKMQnQJlLWXzXDRKcR3Y4EUCEDyLKO2/3HOSRMEqE3TcZGQlJGVschGsCO3XwnMPOnAwiOonQ4e9cba44TwoDtUN0uUebb/ODWiFgUnByRnq8AzSJYiu8gxMkEgPRAu4BQuxcn4Fu7LNUaBL0kqlI25PAKwe0qnYYtfxDTd6FeDSRGtFXazXjLkoejFHNd+zGlhlw446GV6fDLQ5/unnBZ2tN8fq4ONM3jkvTz9mEhsUap4ZwAAEABJREFUhqQa4dlShVPCttY5tZtvNFVJEpqWK8uziDGbppxFPndB1vcBmyNOz0PK6csgZz+qDCowmOz1mVndXVnXO2vXdGt+Sev1puapoxGCKmy4SgbKWku8Apq95IY3/hgeWf4lICnejqcB8s3uV6gxFfol2VO2K/qtWMB61DDteQtPBJ8HrUcK2Jxg4yiCJMc4VE5Z+0qVl6VgZ9L2KaIt+Xml1WVVZzZVwyGstDdVaiwrVGY1jv9PYUkjymXICKCoFaGMV53D4iCE+Ha6IKiTeOqNv8wO2N7mKZAzBwUcbYdt03Jb1caSao01pZVlKZ2VQl0hfuSi97CncPAUziBHyjgR7B0/wil8LNc/4KNWR2kYyGvqeIyZPXCeHLC+sY6Y2N+0oFsUnUKXS8DKpTiOKY5fMupz4niiDIfQfnRUfeoc44gy96GQnl0mxWJGDRa+CEszXEz7umGTg64y+gw2/2IoUi1UwGooOIqn5V/GVA6cZlfmXEVgO2sjc73sL69GZIpzLUbzsBsIxtFslKR4W00WMPoMhT7TuOVHTBOMxoSXPwK1hJh1saaY8F0+rmT/jVnAxtzfmEpX6lxZ4K9pgemEaNRgukyphb8cxu2ck3MFzBEoIBZRyUkvQBcuF3MvJBAsJmuWGkeE2+IB+QFeW3IMGXn2VyAHRPBLdMDp4OFpT2e9ocZ4FMG+EKOBlUEECxvyAiAC4UnYArZwxZiQbgl6jcv4DK/B+rostOeLWZ+r78JG5MVytmCSajxfBdFKVg5gDRmCKfZs+5ux2bJTwm50Csd6fNjTw8Ounp6NdMjJYRebW9+Yx+8papMu22M1E6/FWkNrrVktNWfUwkGswZuO6cARGAeJgi4eAztZtQZzEG2DRW/J4OmvBEewnAfVKT9XqmoDmXcWVvT28rpuL63I/ruLZlpW2Xk4gqyMV4gbEJMRkGEUged3kXYefWmA5ryQ/rI0M9sLjN9iQkDWy0Dy1f01LfDSfrwo60sZjNl6xagxM/JxOqQyw6GqxLdUriyo3lhRc2Zd9eY6p1b2+2zznDI1QUXidFE4lY6B7xAVxy1jlbcBGWECMZJ5v6kCNkXEHKvXEHg8D5L+bu+pIczeCcYpKQRs6RpKSrMqV7F5fVnl+pJcGWfQ1yVXgSeFGn9OmaE0OtO4e6j+ya66RzsanO6T1pXDkXM4M86cP/oCZhnogUh5xNv6ywJoY6QA3eAUmINy5qBMykbKBh0Nzg41BuqdxDrEqaM4cZTgsXooY3UUQqbPQOA5WKWXKrTIRVCEsWHPl2PKi+0in8VFyHQOkTp0sVyD5RYonrp0BWJTWDsmwBmWwdp4ETjZ0pA6xtgnY7nIWVkCEGGRVsAh9dltsUKjQsME7Qz0pZVivhf7BBVsukQ1vRzJU0zTruibaAEb099du68kX1ngB2kBd0Hri+ELyV8rOJU1pV9FiJVxFyZuR2EWAohtgPAbFJ1BUvFDtHc61O5RR8ednnqDjBMnW5h43W1xgOfSbQIM54kIPQ9bwMpOYAsuS06xOE/SjMUQi1maRf5KMP1eCvQh3bT7SrjUpoD9A4KKrQ8BLOGVu4Q9a0lZUlWHk1j7Qz6PcArvH/T1+CzTUSb1YLY+svU5QWaJeJW+aJVKWuR00H6fcHWmrblyTTVORtKR5Ifi1I8+Y0NMiHocoO7YjkIP2yAnOIIpDqE5k/OVurZm5/XO6obeW9vUrbklrVSbOJ8lpVY5LUBp2YUkmdN3EZZusDSjz+AITkHwNe4Au+E1WL8zFrPSdyb8DRBMF5638mL4PPF1AozXgs0kGDyjsAQq8r6pcnle9fqKGs0N1RvXVKmuK0kXyG8yzZTEy4UT4nAgDIKy9cUR8QxkBxRRPHNKRTjivF965fX3OjJiw2k8NuZDkuN0UKGMFWpyriVzwGs4gqUGzmBtQSrPSElNcmU5X6Y/Uqij/Fj2l0WHJ3vqHO2CA/W7p8pHA/oik8P+1q1wqriwp6URuZROsmwSiLp4y5WmhWAMOEajQVe9syMNcQjz6BAyWwYmv+gMZlKkOTQKezlFFkpdyCN4XpGFp5hWPo1fpoEyAddrChG3EhPNJzm6QB0cPkKkGn+Ek6I+ppdywiC2Y9qesSQDE72dxuIIYnDs3pdynO7Qo3gfudibPA+Ph98hwyHPyTRFBByBegPOX1BKakruFInozAlQiBt24tI5lSiti9EY1tX1RlrAv5Gtvmr0d2KBvy+hjuYYIH+Td6FbQLfcQHRExP6y6Elf2j3uau/4TJ3BiNNB8bUdhjjVTymFXrgt74XE10ig4tfg+uuyTHU0+hURzRKi9S62wVIicAhDUpFKNZbuiuwP+Dw+Hurzva7uH+GY0x8dOsmW/oAA2yOkUEqo6b3mKzWtt+d0DedtudFWE1kVnMJknMiPvZw5hGyorGyOLra/Eku/bQo8m7CEDLZzmklLWm/NciK4ikO4qbc4IVyvNdXyqSpo7+GjGDVbaUDcHD/7bzEincaRGZle+XCXcix2EZcyiSCW57d/m1zDl0l+HZ4vk/Em50/79qvbwCw/gQ36KMDZSCTEZpWTQqkql8worSyqVl/DKbwG3VS1uqJS2mazWsUBTHgHKMc7ZGP4GYLMMWEkIy8wtJ3s/cidk70jwVJjvTFksQkg8bb0GPi7emCpaGPHnKGQ0rYyqCtJ2jjby6rgfDtOCVVqSUldclUJZ9B57AwoLNl/NYFz1sMZ7B7uatg54iSvqzAeYvMMFjpDz+xnZna6cJFl8QKOMoBS8UkeQZEoKtJ41NOge6KB1UGdGnXpUpstzWEyWF1TWOEpKG63VR51uZjuyHkZSH7lXfAHlAuyzw0eTkfM8CxlmlPkCk4HPHxeFuNx4Q6Sy2XtjAi0y04Fsa/ZGKOSPAAsEnkP2hFHpeBUyk4VsjMpJ83yOEF0OIZOJg+5SBW1FnUmWCAhx09gXAXsXUDBgs1UdFIsJkUyjU6prq431gI2PN7Yxl81/MoCPxQLsMdRhFz8Z3rbkmBLg508GVhq1OVx2M+1i1doPzJq/82E86mcS1gwHLCS3xAulr/8iIvyNMk0m4b/3ui0bRiBDgmstBHYOMeRG7Ox6mSJdjmmvbd7pvv7fe12go7pl14mmdNuC7RNvLZNq8mpXSrLHMKby6vanF3QQqWhBl/sK3zdTzIvT+c+M6/VHygVZP+9RBpyVYLgT7RQbejG4rLucjp4HTkrxNt8Oa7aCSJOXiEDva1LiJsTmEdqCU40xwIvgSvSqOfZAJqkFTl/1edUrefpX1Wpq8olGyJTyK5pxEY/8xEfOgLvikJVDmclqS6r0thQY+Za/PHRanVRadqSt/8bz37UlI8kAo4XyCCoSeWYW9b39qPUGZVmJObA0iAi6TIit/6OL5vnPa00pLSTz0Hxx0XnVa0tK6ktKjqDU7syz8jD52F1WC1nshp2lXUO1Tl4oi5OYU7cW/rkd93M5tablIjmNVqA8jFAbuwfhAYPj5egimnkyfgM9BYOkskf4wxmIESHcIgU9OBETAbmOasTIaRbOYjdzsLPwzK+CdBVF2H6PoOjNQ7xBuMy+gw28gzmyJr+1g4cPofDJxy+MQ7e4EjqH0oDA+GLtH8g9fcVgAYHckN4hkdQMDpmLegw7/eY1ftgBMZomqORQVDFyyxiAaPPY8pk6cZjul9sh6Vd4c20gI2DN7PlV62+ssDfsgVsln5OP8dM7kgrUDxz4hmw5WfADH/CGrTfGWv7tK+Ds4H6OBTBl1h+E9ZTXve4IFPgJbc5CJZs39phZu1FIA4DAZIJI4XAF9zG8wXZP9CsolVu0vrC7kVTLGzWIc955S7VSKn6bHSP8P6eHPdlPzr65GSsffYCp3RUjyIc+omuZDGXKpKalLW/OLo1t6DrYC3+6GhVdTgquVMJBezHQhP6gl5UCrXfF6xkQTUGgJ0ArtRndB0n8Pbiqm4sLGu10VI7KalKfgKflUdLWb3iQuT5k4Cci097vAIvS7ZCX4RpGeOZhq/o37sFXuxtSyngZP88L41nigE4eCEvS64ulWbla0sqN9dVm9lQubGqFKcwpG1cgroyHMcMxzDn1CvHuQgRilfO28lQV6QuQKkCGjO/s4dD8qtA1l/hDtg32MtsHwBdCbsBHD9XbstOYRNOXlVZkHAQhS3FXIXppGgxLJjjuAw5nTrb1/BoW8PDpxxY7SsZ94UkTmvHcvH3BwNlDJAowMKBPE2AXYIjDHBZRF85A/pJIf6Ty+VchsyRXNZT1j/RqHOgvE/9YyZMZlMypKluU6cwkCQnWTs1vQqZlmUhUcM05/VoUdJ4bZ5Euhz/BAIw+mqIy7iY4E1nDYh3pZx2ZDh0oz2p/1TqPFQ4uafs6BONDj7SaO8vGoLB3sfq736k3s5H6oIO4S7okT7c/1jZ4ScKx5/JUdYhw/WfyA93cQ4P5HOcxHDGStFn5RnIhzFAl4AKU0yCkHhfSI7xaCoSXRG7er7BFvBvcNuvmn5lgb8ZCzhbdNwzdRxx53hOQdwmbgeLI2wgaEks+tKYiP24KD6IdnAEt0962oN2BplGnDBluVPOAh0iYGYBiIUvUksOlkCA20KGy3xBLpD5Rt4OU7hJy6HndnDRtuOcPQB2HrHJ6o6djvq5ntIhD/a7OOiZTskfJFLGrEs3RDl8l1eN/mzzhd5O9KJTOL+o5caMmjjydTZ2NRzGCjwlSpSotgKt5KFwBnFCV2pN2V8TfW/zhm4trmgNZ3C+VFYz8fH0MM1yJUG2LUMKAQlqcHKugL7KVYh4jRIOHgNkWsboywDL1f03ZIHXVMU5dz6GCMkgnnaLvBcg4zB4Ocau4yTc2Y+OBka1OYUpTiEnhaXGmio4hkltRSotKEtaynBizCkcZyWNOVnMeImCHO+kgCvcBif4JF5D0vQdXlT0hdK/LP8LC3+jzMCcoSRVSMsam1Nof1kUJ7BcX5UqS1LSlnCuladQDwIYYTicsBFOTAdncP+heiAnnHJiVw7D6BCWsGrCGuHNOUNLB+w2arCw6BNxOagzJ5B+Miri52ARCeYQCgfGjeRxRLPekbrHuxrhjGrUQach7Eya8Mnqo15FiMsBu53QXjnPMAEFLeMrwCQU7CbNJE/xLJWPF8yggTYUwG6ELd/qlelHWyR0Vk/KT6TxvtTfls4eKN//SIPHvyX4rzq5/2sdffb/aO+T/6anH/2zHv/p/9ajP/+zHoIHf/pnPfgjYehj4jsf/3d4/yWW6z/5nUY7f1DAmdTZ/UI2dbj8mDX5DHSxYw8fegDozzyT6RVYK+xjbwGSQgHMRcBaMAHpk9AVeUMtYKP6DW36VbOvLPC3ZQFnC4x7tU4xKy6uMk7ZxXIppv34XZJDKR31pb3uSHudkY56Y3XxFKcOYaDssznfQs/BoggtFg4i4TmQ96beWIKmWw841lGjRLmnoZweCbZhYDOWx2+1JXXGiXbphwf7p3qMY3jIXmQ1IaAAABAASURBVIHvxhpRKJ+UTaCcj6hO+Tk2cBucDl5fWJL95dG5SlUNHMUKcs0ZTKk5pU9KoMwi3yB9qVLXFieD9kdk3lnb0ObMrObTkmbYjNeQbT9OamU8ZaiWFG4Czjk55+SB805E9JUuM8jrAKFI58lt/JCr++/UAucdbe2zCGB8xbFllGQjpJLk5XAxHA6hhDNoDkqoS25GKs3L1ZaVckJop4RJbUmOtJDMKOO0K6NcFhI+wiSSvAJCg5NywLevSC1saQGO7/amUlqiS9DksrxJ8HskwWzCx6SQlJUnVSmdiSetKc61S+10EBuLdDsh5GxJCpL9OOgYJ6x/pHC6q+7eQw0OHinpH6uc93DZhyq7TClN8qCYBcNzrQoXrABT7ACPeECOwzmUpcWsILwWBZworxEfrAacDJ5ogDM4PLNTwhORIJFPAJoDyjCPEZjcjvKKsNycUIgo0iZMX0KQGTmMGmLk/OHQW2bPF2B1G6gLZzBwahryoZQxww8OlXd2ND56wCngJxps/0mdR7/V8f1/Bb8Cv9bJg1/r6MG/gt/o4MFvtH//37R/77cFJXwADu+R//mvdXLvVzq9D+DvwNtDVrb9R+ngE+nkodTh9HGA8zk6kRt35bI+juEIjOVwCh36ifXikulo4bS1jgwDLYk3WVf3G2oBe1Pf0KZfNfvKAj88CzhUjrCFlRndiDmEQ8L4gTrqZzrEMzwdS30W4JFtnGzRJ6zJ4qar62tYwCnYxjPaMPZADEVBRJ33cgkbVL7MKykpZ0M2wOZHdMrjgxM9PDgt/hsKPtz2KUT32BotsZNJ6LsSaQ1kLNUaujY3r01g/xVFA3lplqmU5zJH0I/HcsOhyqNMbfLMGXxrdVO3lta00ZrXfLmqhrzKQWwIgHNKvCdFXCTydMCUd87JuQks7btAUeV3IflK5t+iBdxrKhVgdInEKaGiU1iWzDHE4VPalMpzcvVlpTPrqrQ2VWpyulVqK+M83ZzC4Ku8j7xnvGM5sniNZE6g/R7h13MMqP5bu2nbtybrqwoq5qnMeeXMQ77SUFprg3kl5XnF00E7iY225oSQ919YNTpfdjrY3dPwZFuDk6fKTvfkBydKOb0rhZFKE4cw9WLekBTf7SAXCBcRCxSgT5wcYWBh+skxC7lJmlUbRK8F5jNk+zCQcEjjj432TlCHk8phV8pJh4eAhOOieDmeBazqQN2Got9hI/cb3yZ4oqvJsqjBwo76HDYLYShhGzvddBnO9PBE49Mddfbu6+jxR9q990c9+fT3evzxb/Xks3/X7sO/aP/pZzreva+zwyc4v3sa946UDU+Vjc4i7Pcnw6inbHAm+0M+PU5MT/Yf6+Dp59p98JEef/YHPf7kd3oC9pB5/PDP6m5/qtHBQ4XOrjQ6Yd7vYemRvMO29JnDzvGDoNmvaIQ1YwJLeB6TrCvyxlmAV/uNa/NVg68s8AO1gC2CqM4Ce3FuZ1nVAK+wM5SOu0Md9Ubq8ql8pBLLVspykCiwQdD5AmdyXgJL0tX1KgsE7BfksaVTmDA5OsJiCfEkcexvvVzi5T2p5PVx3g5Pz/T08FiPjjraxlk/obA5hfiG0SmEDalSGfntclkrrZbW52e10m5pppyqhEOYZmNornScqTLO1WIjvVqb0e2FFb21ssYp4bwWOVGc8YlKDmW4GSYSOgl9AvogntTidkSc42kgXKRePa8s8D1bwHmJMSgPZeyKcS1flkoNqTonjyOYtnAIWxtynBTm5bYCDmNIa8rhy+DP5XiPXHwnA8+LTqHesCuYLcCYGWWMQ+iYI0rNOSX1WQnbydexCPZ1iWR2d7kkZqK8K44EcQYfq3f4UMPjHWWdA/lhRyknTilOWSLmHy8kF3CUfPEOJE1znFyM8QwTkEKIVLuNN8OhHOHEDDnZGiiMuhr1T2V/dTQb4GRlA4m6ozNoBaPOVpbkgtDj1uvPUOSY7AnDFxITagxGJzBd0VORWp4sNgH6Cl1DD31P5cZHcgMcsc4jnLLP1Nn+WMc4fgf3PtLe/U+18/C+dp5u6+DwVKfM/f0s1YA+yCptqb6odGZFldk1VWfXVZ8zbKgxu6ka473UXOMdWNIoaaub13Uy8Do4GWp771hPn2zryaMH2qGOw4ef6OzppxrgiIbTbWlwKI1PJU52HSe/jtNLxymhY6Ex590gzGOtVQwwBuI4INHiE2LBS9DV9cO0wOtrzev9+sxXnFcWuLLAX9sCNo0DJu0ccLNMS8NMOmPtPOz0ddgdqDuWRrZZ8qlkiBsANgFxWaMN7iUg6ep+mQUc66IZzJbPZ+EilsvbYsuCmsAVwaxqfphxZjhzXZzCXZzCBwdHenTa1z59w1aHbYVw2KmP9dizWLNNU5M+m6/VtDrX1up8S+1amW/51DEayYESzuAMp4/2fxbewhm0PyJzfW5RK9W6ZtlQ152UBtMM2YTHSVCeEPdEbDNFdVf3lQW+Uwsw1F4q/2K67UoNvDNxSrKx6bwCYzgwvsUJoOy/RcAJdJwSJu0Npa01JY0lqdJiTNeVcbKYizfOylE+UKnt4YPJBBZn5JP65tzW/gxbMFtojEPo602l5hBySujKLZzphqLDHdcD7MIJkmwmCsxI/T2d7d/Tye499Y6eKOseMuecKeGULsEpS2D3oJjbCGBjuy30xXB0MaBDHCCiAhbJcTAz5tARYAHD+RwNztTrHGvUO1UY8emMuvEaJZvDDOIKBuvpAjmr4BRFCvmvfbtnnGZAU85orONZlqhDnAoG+7HQ8ZlcdiK8MIXTB+rv/ElH93+jvU//Tfuc4h0/+kTd/W2NOl3luVdabckcvtbKbc1t/khz1z/Uws2faPHWT7Ry66dau234udZv/5yw0V9o7dYvtHTjZ5q/9hO1199XY+muyrwDeTqj7jDo5OiYk8PH2ufkcP/zP1D/n+NpYX70SOripHLyqKzHQjCWWF/M9lPo/MJajgUojgOj5xkvBsweL6ZepfwdWcDe77+j5ryZTblq9ZtjAcdi5ay5NjkD5vm4JptDaH9AxhzCI04Ju5nX2JWU42AEx1IeYa97LG0SrvBVLMAmK2D7AJXMjlY4ppCas18xZOTk8qy6tmmKXHTQMMt11Ovp4dGJ7h939LSb6QQHfogIc+qLxTpXqjw6f43Ea6FZ1xqnhEvtpmYqJdKDSpwO1unHhVpD1+eWdHdpVTdmF7RaqavNRrqOvHIQcgg40f+BjwKBjXOQnZqQRcbVfWWB78ECjD9eDF2CppeNxAkc1Hi9VwA5yBjjY19RljY1Li8o1FaVNNdVboPWinxtTnlaV84JYQ5vLspSUUC8gZdRwWQSJ9mebxQCDnLGfJCXKhwIzqjUnJXDIclLTWxWk3CkRb7ZiVkCZwGnYXiivLOtzuE9dQ4eanyGQ9E/UTLqKc2HzCljXG9FOCmadUrFdTFM9NJteUWChQwWs54KyGHeVIbckZKAG8uJ4JiTwUHvRMP+mfIRTqL9VxcuCOYCMaDzixyFS//Os75CwPQyUMQEQqb3JJVaAyYzHfsK9uO1vX1lJw/V2/1Ip49/r+MHv9PZ4z9puH9fvnOoGo7sTLWq2fa85hY3tbh+W0vXf6Slmx9qAWdw/voHmr/+Y/C+Fq5PsPWBFrc+hO+nWsYZXL75cy2ChRs/1cLW+5pff0vtxWuqN+aUuFQBW40Od9Tb/lynTz7SyeOPC6fwEKfwzP666RldbDbM6GedX9M20SDSckC+MxoIcxu5CJLibWkxcPX4e7SA/3ts1FWbrizw92mBOI2fNy1uekhiKteAubyLV3jaG+i0P1Q/M0eAjRIbJgEH5HjdHQVkMDFGvwqKMlbv87AcncvVt3N96eJjun87Vb2elKK+oKliRguEPFM2HitkYxZe0oyVza2ShO2O1+kw184ZTuHhmR4dDbTfl+yvwtofmKFElGh/mCAPAzk2YK1qRevzc9pcmNdaa0ZzSaoZjL5UrmqrPR9/TPTO8lr87yWabO5K9L9GQQ5h072T6ZkjOQMhNrB4xuBXekzKua9U6DtnNnW+CN+5AlcVfGsWsBEWHL3JWA4+VeCUMHM1ZR4npsTml5PCKqeE9dlNlepLUjLDRw7ycW5y2xgzt8XyaOQQ5hjzjrACz+dxPk+RZzyvi+fYqeZ1S17iu1jOwgZjMDXPVbMEEEgI0Mv3NGVKrbVeQYlyXLfcVaS0gd83q9R+LLG2QHhGIcEZxNEW9hX2sg9ReFzSEKeht6fh6RMNjh9Bn+JoHCvhJCzBSUtDhuSA2y20mcCqNsQUpjyoRUOkNvNYmiZXgD4PkridM7k5p4M5DuFYnrkvx8kZd4+V90/FMaFkDiGtk6MDTG+IRRUNhpBv+zb5JnNKVejoNCJ1gD4dqX+gwdFjHW9/qt2Hf9b+4490uv8QdU9U5vtru9XS8sq61q7d0Pr1u1q98baWtt7W7LW3NLN5V83VW6rh2FXmVlWeXVJpdhEsKW0vKm1B59ZUJr+2elMz63c1d+1tLW+9o41b72vz9vta3bqrheUNtVpzqpT58Dvsq3O0q/0nn2oHfY5wDkcHDxQmv1doPz4qOwlmNaIRtMiekov/xOUmgLzyDuS8iIA0g6AFYLu6f5AW8D9Ira+UvrLAD9wCgYn4ZRDpigsfE/RFKuKGCQm8uTlhW6LMsThlnTrpDXWGM9gbjpThoIgrrpnwWVEVD8h5gi5d0+SL9V4Im76X+C9FrPB0OSjCl7JfKxJe5LKkF4B8S4vchCP9sgd852W+jPe5fCvHSV/Ruhhh6cPV4otqbmAblrNpishJp3jOxiVncztmYzsE3czpsDvW9mFXj/bPtH061HEmdejHfuI0ws5ElYecjVdQMylrudHS9bkF3WSzcK3e0la5rjuNWb3N6eDthSVttOc0W6moTFlRbw4C5VGOnrZNjEOWCGtyOcl4///s/QebJEd2HQyfG5lZvrrajnfwHhgAa7B+lxQpiWvoyaWW5pU+6Xn0xySKbsmlJFI067l+gYUHxvuZnvaufGbGd05UVU9PzwwwAAaO7Ow8GT7ixo3IyDh5q6q3AzqYJuem2JIm71vFTeu8RaTqvkWSot8kWVluwNspc0MlOxF3WAMala0ALPwBjvPTSEEMCWNKDFfJYcYRl3ahVNmHYmUfkvIuWDIOb1VkvojcxzAfwXnQzWG8FwLhwbW7lt4tp236PVuB4BW3Fdg8QhJDfghlFzxu9Tdsl9Wp7CZYXudmmITID6ESo/pzZsqpBy+oIYZ1ivoNkDN2mNurkZjFC8xShblxxEUSivJBJMUDiJJpODcGI1F0IoPOMR9PWrCQ8c1Uh+Rr5Qo6yxeQbcySN6wg9h1ERiLI9c1M9Ss/oVPN0jUYr9dOz3AQhdGjPg3cHBwQgisc66Sg0MFsMBYILiMc11jHF2pGQmgby7B1WrhaKyDLYhHWwfqxBaGc3xoz8jMSb++gOBByqshzXWfjrKjL9ltARoLaWSb3hcQ0AAAQAElEQVTJmkNv5SLW585gafYc5ucuYWllGe2M/SvXUaI1sLafljwSuHGivv8+VEjskpn9iCd3I2pMwdXqtHQXYQU2FLNvEZ/kUQ9wclNwAIBSDKuW4ep1ksQJJCxb2nUQ4/vuxcSBBzB54H7670FthuNcn0DKcd2gZXWJRHD+6nHK9ip6S8fhN86wG1fYD+rSaA3mmKqPAhtkfDSEYz8FBm9Q4TDC5Ap6zo3gce2PZRnSdQcfPg1w9D98Qu9IvKOBD68G7E2WS2PXbgI9lBXN1PBM5J2bM8xHFa1PwMJaF/NrGySEXfRJBvmIwWDBZwGt33TCqXoGHkD+rQArfCOM8t40D58luBOHhB3hTeobZVNH3xTDujbLMHy7fmYNm8tAtkYPwYGbc4MjUqgHYs4NTc46hQwOqUXou4RkL0GHG1aR9rnVDi7Or+LKSgdLfP6vM3+bau+bQ878jtaOAjdtZbrjSRH7x8Zx//QuPDi1Cw9P7MJj07vxMHGw1sBEoYgKNwEJwM0bwCoGY86HtgGUQDC6Bv2B15vCLESbGcxuBibb2wdY9raBNz9U3ZvnGuR4K3kHJf71XT8MPRqNk1zjZHG8F4yE0KFA0lBmF2qAG4cVd6FcO4jq2EEUK7tgSQM5Ssj0P/W4ixchdBlXP0GkkDcjb0t4RgXXG3wA1yvee55gBOu/2cm8jGZ2Xpk/XAcX3e+hqDH+llAuprNIyCv3lnmZL6SxTHCN/RrA85701AmjeQX14ZlZyAd+3uGgrkCLqlkdCQlgrXYYtfp9iJMDACZhVuMaUaIbM6yaWF6WN/2S58Yi1ufPYWPxLKyzQI23UIzSYOmKnMFAmXilKkm8WdwT205FeaNYjA9+ugqppFwYyRJh13rF6EEBY0H64NhOlPfhOhvwJIPZ0iz88lW+NVsDUhIlDZaEUAOhfpUySoYABwQX4WDLzO9vgpB8k4uqZSna0HKkvPZ5zX0PwbqW0opKq2C2dgXN2VNYoRVu6dIJLF29gPW1ZfTZTqE+ibE9hzFx1yNo3P04SgcfRrTrbtj4PvjKFJDUgahEcAyMrWV8eqdNoLcKdBaB1hxASy30ozCK67PNlASOOglzlM8ES6pwtPqWJg+hQcvhzJFHsYtWw4kD96LG50RSLaCfr2F+/iQunP8F5i78Ar25l+CbJIXZPHtNUutSUOX06zReKI/mDyL6Faaz9RxFSWZQbo4hgut5FfQslKs0YWvhHf+HSQPuwyTsjqw7Gviwa2CwXGqFfTvgMswKRs/EnMroMUxjExabbSytN9GSdZAPJ8+lmsm8ysdMPBVGeGSybZ644WAkNx+jLDe4zK9qbgVsFsB7cFDW0N5baOpWgt9OfGhGGaV1PgD1lpUPRj/EiBQOchi3E45EMEKPD/GeJej6BK1+hOWNDFdoJby80sIsLYZLKfc7rJvbDtbkYNwIJ4i5xY1QixLsLldx1/gUCeFuPDpF8C3xfWOT2FMso04yWACYG4g4bgwCDvDhwR28iGCMGgD0vzHwoTmMkt4OmG3n/MBp4OYjN4rlFOZMdZy3EQlPgSgRVfZiDIimEFX2olw/gEJ5N1xhHD4qw4cNreN8ZxaGIuZWPeB9YeAf35ZYgDHlRnDJZCneO9op6yZmLh9iFEcwrFNJ16Acb4RBuWv5B+HhCsL73d+Aa3kNnrLnMOYxhPhrF1bEgFhuSGFPucaYq9Aa2EChuBvlyiGUykdg0V7mmGAtNZgV2AXmBfuvshlXnfY6uuvzaC1dRH/tEuJ0BWXXRcFliCMPZ55l1Bxl8AL9oTzrkMtUT9cb00Yuk/wQHDh4y5hLSBGIIbwqYW4GeWVWZjP6gIgkNeo1ETWXgNWr8KskMe0NBEIYCD4AvQmlo9N42Q5Gve0zZ0nSJfSRkw72uY6TtNFainQNeWsBneWLWJs9idXLx7FBEt2jnJHLURkbQ2P3PjQO3I0aLYKFPffCJg/D1/chrcygV2igb6WB7N0esLGBnESytzyH5uJFrM6fxfLcWawtnAtjkS5fZt9Jhtephxb736UcVB9QRJ7wPqjuQjRxEMnuu1CmxXD8wD2Y2LcfY1NjKJY9+r05rC2dYp2vYH3uZfilY2zzItBfQcb+ZBwD9ZXd5blFgxwaJjFu26ksIWGUQaUH8CFefqVtK7cT/FBpQKvDh0rgHWF3NPCvRQNaPt8KRARTrrt9Plvl6vkgQthmeLXdx2qrg3aaImWlngs4nbBUyw06Y1xww0WB7QgJvGyPv90wi77n5+3K9k7ybe+UNMrHIDdLIl/C1hyeW5ucm8+M5E6QpTAlbevlDk0O2NJGjxbCJi4ttzHXytHMAW4RuPkwlnTc1Bpzg6TQMBYXsKtaw5HJady/aw/J4TR2MzyWJCh6IOJOVou4M8B0UQDgBosAWB8wjIIOFtmcE/Irbgc7GvigaYC3FueuDRFTvCJgFcA1gMI0DS0zSMoziIuTcDFJoatyC1/i3C4icmXEcQUuKsO5Iu+LAUD/AAV4Eigh5522CVrxc959Cmc+ojUs5j1Jl3EKC0rPFH6XkbJ+QW2pTcEzLpeMAY7yCTE8bXpmZURxnWRwioSAeilMgoyBOmswvUIDUwJ4A6glkHTB9wH9i4eNRXRW59DXD5B0V1B0XZSiDAmtSOq5ShhHAR6sw1heq4lcgcFtJ7MpK4ZF6B/EeL5Ag6D2GavSRnkE0AUPx6wuz+DSLqxLEtRZhW+vwcuKKfKqj2QyHSKzzAuB5cDGLEC+AfA2D67qrNZTtzly6SnvsuNt+P4KdTSLDRLnpblzWF24hE5rlfMswsT0buw5eDd2H7ofk3vvRnF8L1CaQBpVkbkSEBU4B6k31pe31pDT8tm7eg7rl05i8exrmDv1EmZPvoCrwumXMH/uZSxeeA1rtEB2rp5FTnJI8y0gnWR9ymfILEEese5CHVbbhdLMIUzuuwvT+w5hfHoG5VoZZilazUWsLJwltz6JDt1s4yqHf5V9a8HL+ildbtWVMTACvTAp+ebwlOQalHkHH3YNcJZ+2LuwI/+OBv5taEDLskhhRk/GLvfpdlJgg8+sNRLC9U4fPTLFnIs4k+DpAlyySRp4ZYkQC2jBx87xnmiAuvakZDmVnhIdjs8ax+nqagsXljYwu97HSgp0KExOGMcrGoJbOJTjGGOVCmYmJrBrehoTjQYqpTKSKIaxbj7VeaokYPwDDyN2zh0NfKg1oEk8hOeLDm8xYAXAlYGoDhQnkFSmUZCVsDgDH3EDjgZ6vkZLTA2pqyO1KvqoEGX6CZTR9yVi4E8ZHiHb4lfcKLzVlT/zZVpY3k2UkKKEjJagVGCfUxK+VH7GKy1lHwLyMl/+Eexjhio8+5yQiBTKE4gSWgRFRljepDutDd4DIlR5l2SQhKu1RIPRFXRWriJtrpD0tEiPM8TUN08Anth2boky+oVtOW4M2o1R22MGWTylzAERJ5LCrNtCv7OBnBZDpB3GU24RWWoHI9m8scyoNht5NpOvRdyeTxtiRz05Pmgj6irSRzY7K3zIXg3WwfXlWayvr6DV7yGPSyiOzWBi992Y2vsA6jP3IBnbB0salKmIiA/pKO8jzlpIOkvwaxfRvXoSrQuvoHnuJbTOv4w2/Z3zr6F3/nV0Lx0njqFz6XU0L72GjUuvYuPKq2jNvobuwkkaKS/AdxbgsnXEvhOeKmwMbJSkcC+SySOU4V40Zu6jpfAelGq7keUJ1jZaWFy4iqWrl9AKYz0P6y3B9L8K9R1SWV5H6pEKjWPgKLxgdIUhkR9l00iBvRy4CIf8nj6Bzs75bmjgXa7Tvcv171S/o4EdDdwhDYgAWAQY90b61EyP67bI4Gqrh9V2j9YnEkI+yDwXaoTMohfgwYyjByhDm2dY/Bna6kIBxu2cd0QDnrVwz4Kc45FRtzQQYoMm3vn1Ni4srOPSShdLbaDFIcqYV9rXoswhDh+CK8cR6uUSxsfqRAPlSplvpWOYKaf2PZ6EcOhyjAexvPLEzrGjgQ+pBsJ9Q9l17wQ43hWWAFYEXAWIGrQQ7kKxtg9xaTd8PI2+NdDJ62hnVbTTElFEOysMkCZoEx2Gu3kB3bwY0CPB66MMISWxGqE/9PdRJUG7Hhnj3i2krDulPCnJX0YiKKQokgKVKEeZbiVgkK+CNBfKgeRmJMCOZCQpNQIhdMEyFVNnxpUBXCRyQJa2PhecziqwMYfeymUSwlmkLRLCXgdGK1yEnIYhzwK3Pm1L0lb/KFqlw7gxUf5RvFxGydnEdeGQOaesffRJCDu0EGYkhRAxk0UrkBSmq0chL6sZufQC19WGt3KopOAoeMw6kzyHIxn163PoLp3D+uJ5NNfnkZGURnxJV53ajfHdh4l7UJm8C668B3Bj1HEBSGPq0GAkttZeRrbMshdfxfLp57Bw4mdYPfMsyd+roHkQhaXzqKzNoro+i9L6FUSrF5AvnUZn7hhJ4StYvfAiVi6+iI2rx6B/c2G9ZTjfZk+lB90XtBTGE0B5L+LxuzG26yES1EcxMXMv75Ep9PnCcWV5BUvzl7G+dBn9tcvwrTmgtwqfthDmhJemdOFTKBBAupxp4Fy4BqXzecOsA5/RN4CnNAzwHIXp3Tk/dBrgbPrQyfyvWeCdvu1o4KYa8IwVcq63egxkdHv0iBCutPpYIyHUv53o5x4ZyQKfadAavbl8m0qPgC0HK1LGTWxJ2vHeEQ0ErXNMcnPIXIQeIix3UlxeaePCUhOzqxo/Pp85duBGxxERERMFjkuJ1sBKsYRKuYRCksBxc8zqKBtr5ttslQmskDHh1JAGz85lRwMfTg1wZnP2h5k9dHlH0NoF4+YXIoR1WDKJmBbCpLIXSWUPXHEXUJhGnkwhjyfgE26S43Hmo8WGRMkKdLfAFcZZZhA38jumC1FIG0dw5X/P0GCbDco1NkQdUZF+yhURki3ISnksGQfYL8RjQNyA4mNaCK2keOmoAHC94SUo0ufc5NNiFf7NxNo8+kuXSHQu0fI0D9/dgEt7QNaH1y99+pwrz7s3d4xVj0DvtZPPKUcY28/STvhfhFlnHSAxg36ExZPdMG2w3nGWcP3jleW31iY/o97GyabhuA67zMNRF3l7HW3qaWP+DJokhd3WUlBpuTGOxu79GN9zBJWpQ7TQ7Qc4H+GrQEq99x1lpr5ZPifpbtMyKItf89Ir6NHq5+dPIFk5i+rGFTTaC5hoL2GcVsRaZx7l1lUUNi7DrV0gkSQxXDiGNslha+44WotnkK5ehu+sABpLPkug+8E1gHgaKO/nlLgX47sfxtSeBzA2sQ9xoYp+v4/m2jJJLa2ES6yXbVifhDBrIadFFp6yYoQ+NUc98xUEQlzOcM770G/SQ8/ZIYDuCAp7gPmugcG3eW6t6W1WsVPsLWvAveUSb7GA1w17C7zFqnay72jgQ6WBm839wVI56sZbc7Us68fz+vQIXbobPY9VfVy0m6KV5mBwsGjzmchk6GOjwqBdLbJb293nogAAEABJREFU2gzBcNkSueO94xrgWHgxuChCVOBmISminTvMb3RwcXEdF+ZXsLDWoQVj8PgFH7Iswke9IaY/gUNsDpETIjjWZWZMMegI8wwcR66zCt8Kyr0dt8q7E7+jgfdLA5zJm03LP4BxhkdAsBLyHhIxjOq8nyZRopWw2jiM6vhdKI/djVL9LhTH6G/chcrEAGW6ZaUTpcYRDHCY+QYojB1CoX5zFBn/XqFUpzxEadjmwD1IOQ9BMpSYViRKNcbVD6JQ24+kup/uPsha6qq7oe+vMZK6KnCNiAh6ueE3kSl9XJTWwd7iJazPnQ1kJ20uI6IlK2KePM0G/0+VpAhvcozWkjfJ9paSVWfkDHHkYSQ8Wa+NPglh3lkDtv7qZiAqnnWrxHYg9Blv+fBsk0RIxFhW1F4LvY1lrM1dwvLseWwszaPf6yIpVVCf3Bu+L9jYdRiuvgsgWYcs1z4G9NY2ZT2dJrKVOWxcOY0VfQR09hj6y+cQifTlq6hZE3XXIXq0C3dRztoopS0UsyaK+QYK2Rri3jKsPY90/TLJ4DksXz4B/Y/BdPXKQB/Sg0h/sJxXARFDWswLU3dTvvswtfsuksI9SIpVpP0e1peusj/nkK1fBXprtGC2Yb6PASHMqTFP6PS83+QaL9fDgnavXeXbChbYPEe1bUa8qUclboU3LXyHMrzf7d+hbryNatzNyoQNBjcX210wLsySLfpSnhA/rEhhIae5XRhG39RRdTdN2Inc0cCHXAO6B27WBc15LbW6hW6W/mZxuQFatvm4QTcDLYMpltt9rPU9OkzswyEzF/IM3umNany7LY7K77hvVwNeD1ASOHCjAz68fRRD47ROVj+/1sblhTVcXW1ilVbDFscwJRX0iFnKcTSNLuiCrkGHqjKFTCHQR3hsLs3Bg7d2DKt6a4V2cu9o4F3WgOblAJ7z3LM1hozbFisAUZmEcByl6h5USf7qE7SITD6K+sTjqE08huokMfUYLTjCoyhPDVCZfpRxQ7/iWKY8+QjeDiosdyexKQPlrxBl9qUy8QQqdOUvM64y8QgGbT5M9yFUph4g7kVh/DBMhLAwHnRjFoeVRETPadNPaxC6K8D6PFq0erVICrPmIsh6EDM9onaR8SLoQUXve3v6MMbOcq53fMrlPWT9FtLuOo2Da0DapDg9wEhgLIM3rnkEwiHPdjDBXw9jC1Aco2882SZX5si34NJVhF8VXVvA2uI8mstr6LczJK6OsfEDmJi5B7XJQwMyWKyDExHgCzuyK4B1gKQOneVgzWvOn0Jr4RS6axeRdxeYZYNZuzBLYS4nWIRTWi9uPfuOMAhMYz3muwBJou+ukg/Po714Ds2rp0gsL8C3OHb9JpXAPEiBQOJjIK7ByjOIxvejPn0IY9MHeY9MwDgb2utraC1epWizJJlLAC2vJssrraHgnh3MxQq4f4ioJs0I1sdyIIyjYhgdPuR0vA4A+hR3DXjLh2cJIR+68guj8MhV3HYo7c3wdsqM6lRZ+eW+HbBLH4LTbZdRG1lBZG4EhUcAp8kIozipR/WMwtvLKe0aNKVGYE0sPCq33b1WZse3o4EPvga2zt83l5YTf8u9xDvhzYswx5BTwPPO7fDBvdzqYoGWpnUSwi4X7dQiZGYgrxjWPqSfxvZGCCmsbOd87zTAMfEEh0yPbmQuRspN7RrNvLOrLVxZ2oDI4UYvR98bR8j4gBUkYo4wt/TA10ZNQ8lopbJK5lMghOjRyQw85RvBRp6buG+UdpPsO1G3qYGdbG9dA9umbZjbmp/CYI1UDoZ4/yCiRYTkJ67soWXwCMYmH8TE9BOYmHkS4zNPoU63MnMU5ZknUN51FJVNPEn/NVR3P4nq7qe2QOEnUdslHKV7a1RZ551EjfXVdz2FsYCPoL7rI6jNfATVmafZh6dRZHyRspb2PIXK3idR23cU9b2PUfaHUZi8m0SAFkKSFvgi1eXguF4YLX8AiVS6Echgb/kKCcFlEoKrMFqJEhKviHkiqjaSagkzXt768N2BEhSCsnhaBz2tmfqOmwhhTjm9bwMRV1CSKECbc66LXClZgu0a54oj5NogzISh71o845gIFrsJVKfIZoeWs1VypTm0V0jCVleQ8qVrkfNtfHwv9u5/kJa3+6F5h6jG6gqEA6SzCIBRRpJv31mEvq/XWb2AdOMyonQJMZqIow6ALvTvH/rUfY9krM9xYilw6cfgR+EoCy26xvSIpDDK24iog2xjHv2VS0iXL8Kvz3JYSfDzFqAfh8lICjP2OOfYowIkDRQn9gVCWG3sQlIow/f7NAwuYGP+EjYWr7AYiTb1DOo7EELqx5P45VkEn6szwoAUem4q8tQj72XI+5Q2y2H8c4RR/kH5nH3zjAExcPGWDs/cguoZYRQeuaN4yoARRnG3cj08NF+uYTABbpZf7WyH8ilO7luFyo3A7n2ATzeSLWw4NKijCLqjOLkMbjmNfoGO+klHp5nBzOS9Ecq3HSGXIoNn57KjgTujAU2pEe5MjXekFokUKqKHJxeowZI08oe0N7gon5Llcl1Gm+v/Ch9US80u1kgk2nya9LWYm2PdhvBg0e0oIsgYld3B+6MBD4Pn2shnKlL6U4vRdwmafIAvNXuYXd4gKVyH/iVFO/PMA3iKqqELL421No+g+E1wgFkvr4zhyUI86bnxVJ6b4cacOzE7GnjvNTCatyP32lz1vGM8BRpBKQngSkBE60wyBSvuhZUOwyr3wqoPwmrCA3SHqN7P+C2o0X9nwbbuRJ2Utyo8CFd5CFHlYbjaQ6x7Kx6E1ZlnjO2Nsb+Nexg+DFT2A4VpsAByFLih5/YuvERKARIL9GhpW5tDZ/kyenR9mwSFJLGAHi2EGV8nIsBR20Zta+2h856eXCUpaw4jQTHK7El08t4G0s46yczIGkbSRiLgwwop8YK09LgA88Ye0PuWT84vWkppGgR6S+iScLVX59FvNeG4TleKY2iM7UF9/CDc2AEgmQInFeCpa2mO63Agg9QnzXnINxbQW79CMngFUX8eRVtDMWohsg7LdTlGfaS+x7U+IzxyQ4BnvzxygITQ0UoYkRDGJMNxvoG4uwxrzgYLYb58EWAboH6Q0kpIgpbnLOGL1A5flrgxWHkapbHdqIxNo1yukpB6eOqyuzJHsjvHvpEQ6uOx4XuE6j9HgEQwz2MMCCGFAuDZf58BjvVHiBDTddQz9ExiurGoI+Sa4gTGsySvTOD1jU/lYZ8xgsIjjOK2u6P0kbs9fRRmn0f1esYJDHtiIB/jgv923VF7t+uO6r3d/NvzvbHm7mSqG1nz5Ir4aU47mr5HMLPN9szoD2BU8BrMjIFrp5khijhlCNUBHqrXh0ku9csnNyTwsnPuaOAOakD30h2s7p1UFeY9F8aRGxZPht9RnSys5UWEsJMC6ySEK+0eCWEWCKKsSxkXauVhVp5SyFYwaud87zWgJyVb1bjkXAvDwx+GPj3Nboa55SYuzK3g6koL6/2c74+BPoctH84X45iy+LbTWAMCRlfsHDsa+BBqgFN9U2qjbyvcZli+iCEh4SZClhCSQpQZVyPGiAYxPsQE77RxeBtHfgso7UawHPPfGD8e6gLTAjBq5866o3Ylc8a2PCbY1yHkD+2qn4QJJMVWYx+rJAJlogDPTTsvMP2QjD4SqI9bdlZosZpFd/Uq8vYyF5gmIpKuiHQkMg/HvRtAHQfX8M6PraN6O7Upfw5jD4zsw0SIKF/Wb6HXWaU1axWB/OiXUpEDlNkTCIfk3QJVFeLfyoV1sj2RubS9iBb11FpfRtbrc09bQqU6hXJ1Gvq3EjDON6tQxQVK6yQNIKIR9N2Hb2+gu7aIztoSCdgakryDSpSjxKkbU2apWDvhwd6ARSmmZ6TEHkDXnKORcyRzxNRHTJKckBw6EsDOyizW52l5JLEn62QFJIS0TOasI5MGLYLXC5O4ypcl4yjWplGpTaKQFBGJOLY2WGwVvab0SqLNulkJoBcIVIN5CkSXHWQcSMb7MPbNND0SBys4kB0CaYdoM3M6CEsT4ZnFCuQSPDHoJ+OY8+an0rZCjb81BH1S4BvdQT2e4+MpXwD9GPlvKBOe0BRzUE757iy29nO7n83ecCrPDZHvSoTLsgyC16hRMWql1+tieWUZly9fwpkzZ3Dy5EmcPHECJ4iTx0/gFF3hxInjOE6cYFh5zp49i8tXLmNpeRndbndLvapVYMd4cnZAkHfYpBI/EJBMwq2FUapw6xz/VlOkFeG96f9bb+mNSihNeDdlV/3C221DZbVEiSh0ekCz47FOzwYJRZdv8FI+OjKu2FsfLIO2VHIrBrE71/dKAyPd53pUs9E8QA+mjA+lbpphtdXF3EobC+sp1vls72ZAxod7zhJ6RqsGMBzA0oCFE6M4BjGEHOwcOxr4EGlg+5xVWJtSAZ4hzw0o7RsQaJFBXuAeYitIELn+gVvoETz9nnFeZQi5I4R6hnHQD4HcBox5hM38LL/pZ9od8VNeC3118LyhjUCAA9gfeDIK5sH2tkNcxJwOjvpyOUj2eCGpgghhl5agJi1Cq1fQXZ9D+OVOkQBjK8M1xA9dsBa8wcEiN6TeLG6QydO5XTBr6HVOCTL2NoPRYpfpx13aa8hp2UKP5EOkjeumZ16VAHMbAR5GhHPTE0K3eaGc0km3ScvZMpqrC2htrIUXc1Gxjsr4LpTHZoACyaDIFjjnNB4sBpKlAO6nkaUkkT10mm2Ky8U8zRHnhpjjGhHmDcawyR/GzVE+43ymw5O+0JuQT3mVj67jHj0SkaE1sNNcwTrlE1H2eQtw3BDEKXyUIncerB6gUQZxCSg1UKjvRqW+C2X6I8qd8W1yd5393NiA7zTZdh8Uim4Gx744thMhA/IcYHu+30SuOdQjKe+uAD2+UGgvwLeuAm2ivwRklIPjFfb21AlPCLjtwzN/fguoJsrCVLwhlOdmUPmb4Xby5gDb9LiVbG8lPmNN26HynvEEx1hcjL5BOFylQMku992FS1NOIA36sB1ZCldXV3Hi+HH85Cc/wT/90z/i//yf/4P/Tfzt3/4tvvGNb+Bv/vpv8NfE3/zN3+Bvv/G39P81/urrX8c3mP7Nb34LL7/8MhYXF9Hr9zg33puODMV/R85WSbf6r1W6NXar/1qOf6u+rdrY6n939DFqYeS+eSujnCN3a4mtcVv9W/N8EPySTcuX/q/QOp+LKxsdhH83wQdO5gp8a1fkAyHmsjVYMgcys5QRg8DO9X3TgIcZH7BhdDSKBBd/rveQRbedGta6wApfuMrtMXmwTTCIEMpSaJR9AGNdAK83hVKYgJ1jRwMfJg3YUNjg+mFAbgBjc94ROTfheYEL3BD6vpQIogjScHPtSWy8XoyFcMQ9iBCzQiGiy7DSwmZ+4PcMbwUY3gobhYdlMHJH8XfKVb2kQvDGWzh0HOwsYXTYf5KDzbaVdyskA9MtlGV+sDwtS9D/8GtyA78yy338JVoJ5wPVXGIAABAASURBVGFpi7lzOGYzCxeArhfApmAqTd/NT/PX4rf6r8Uqw1uDcW00tmpyLadsGaXok1+1aCFcR7+zAU9rIUTaSFgGbVH24DHmNfoEOqyHEQD7A0VtBW51eIBk05MQ6tdFW7TwtdokQtRUUh1HbXIfksk9QJGW6IhEy3EugmOSsz7uofXvOsCXe+hnrCZFXw/qzAci6DLA9zJ4vs21PIJx3ASovDeGWcfWk6IwlvEOjukjGNtB2qMumuh0SFY5jt5IBhM2EJNGRBlyl8I7+SNAchYaKJIQ1hq7Ua1NoRiXSe5SdDeatBCu8+VAi8KlYEN0WQ91G/HZZHQpMDytgFl3nQSXVtPlK2gtnEdr7gwtlKextnAGzeVzSNeuwHc4x/TywSh8ULo6ZLq8CTwGfzldIaM7gsIjKJf8ctXGe4FRe3KH4D2V30mQgOcBns96z/WK4EPfB3BIOBY8B/H0eOJNFPq2k53ZYMDUiNqhKGg2N3Du3Fm88MIL+OEPf4jvfe+7+P73vod/+Zd/wQ9+8AP88Ec/HOCHPwphpX37W9/Cd77zHfzoRz/CsWPHsEQLY7fXQ8YJrGF72xK+NwU5AW9s6Hq5RyG5gvKPXPn/7eJmWrhZ3J3R0KjmkfvWa91acqt/VNPN4kZp76b7Ru0qbQQ+b9DSx0T5BrLV7aPLjVJqCR8EBeSmDc7gnuZSgmvr8qi0XHxID8n+RvigdstzGDyFIyynP6d/BK24DhnHrx+V0XUV9CxmGFAOlmBejecWyMtadN4SLLVz7mjgw6aBMLVHQmvyC7oRtmIUJzeApbzxGU5wP+N5UwzgGBcPEXFDdQ3w9HOjj1vAK555lO86KF64WdodiSPBIKkD+wAeFjC4IpAHbvJH7YgEB8vkIM5YzpQnlDWEg9YqkEhh9SrS5UvwG3MwWnqirAcX1qKQK1wGOqMOQ3lGDaug76aneZCw4A4fOevL4JBRyxnrJ7mhhSrrNZHRSiVyAhJCT9k55KAIAVAgyL1VaKWyuts+mV9kq71KorSEVBZJbtSTYgWlOokUCRWqk0ChCpg+rixCGIVWwX0umBeBRHFNZzgjIcz5sDaSQksZp7d8fRbNNMZ8OcGxM5HDUIPkFnDtoDjql/H5LpDjkbPlREqQBHrur9Flli5yuhn6yB31Rfap3w9gLoYT+KSGqDKNMi2ENcpfobXTZUZS2EPaIuHV/NBLA+oV+i6h+sEawTEACTKyNrLeOnWyjI2VK1hdPIfl+dMkg+fQWj1Pi/Ml9GgpzLq0HuZdeOrAX+vFbfo8ywk5VZkFhHpIvPwIkgeq+W1CE3ZUfqt/FPcmbpCH45qrfyOZbsvN2bdsAOrWb0eog3lYt0hgLiJIMsaTZaiTYfg2FfmOsrkkKSCKuGiydXXYeCv2SeRmZ2ehj4K+9NLLeP6FF/HSy6/gtddex4mTJ3D69BmcO3sOZ8/q46Qn8Nrrr+OVV17BC88/jxdefBGnzpzBysoq35D02aGc050DyPqDvoHgMIa+gT94Ni+6KQRFKNcICr/7UGujVgZSKGYrRqk77nYNSEujuOt1N4p999zNttWwsDnLNlO2NH6jd2uuUHyz/I15bytma4XbCoSkcNmWwODNonXr5EwTMrp8FGCj38d6p4M2LfwpM2RcpHIuKEFsboqYjeegJ4O77GY1M8t7fGodHuGaXJJthO0CqQ/EKPmN3ND57eU/CGHKz1XQuLaaXPZBH+lyHDfjuEVUSDGJUSmVUSkXUCoypxtoB8rPcs4YgZ1jRwM7Gti8zXkfjbQR+AADgyhPIuF51+SIuNmKfUorTZ/okkJ16LYZTwtZ3oITsqErf0AzxJtvsZ52AHybN+QQ+dDdGnfH/B0g74Q2Hes0yoOt7UFtdwDfBbj5Dq78hDFsLAuv9BbTm4A+4rcxj+7CBWwsXkDeW0MS9RGTOIh0meVcYYiwFnlww8a26VKXm3qW/z2D2r4GEwnwfZiICYmhz9g3+k1xSCl7RvgBOAm4lG6T1G8LMxiidCFUICBnAkFrmD6O2aVF1ajPQrGAWmMC5YkZ0AOQHEKWQa3H4TlrQGjXYHSheOcCnerRWtjT85luluYIfEvkkMTdDcFSAGcqL+G0cPXsD4bw0DGIl49whrhQQKFUZHMRUj73+yQZGXXi2fJoTD08DTKOMUWgUEdUnUC1MYVKrcHyxUC6+t02+u11hJcG4cdl+uxPxkaoC5bXfGDGsJfvMJ8+pro8fxmLVy9iZekK2s0V9LsbAVlvA0g3YHmT90+TbhumOcz5aAFd1s3xox8BbYY5T4f3meZ7RPIZcw4L8m+C94BjGUOHehmAQlPOzhBtxrcIuSN0GL4GlXcs70iene4XuoYe8whdusIof3tYr+KEDiLJQMiNKKPghu4gro2Y96swCHeohxG6Az/74NjfSKCe4oDWZt2O9TnOO5Olla4mjXH9Mq5jxpE085TTU285PO9ZeijnnTudixwnlQNsOOXYSMbNZnO9iaXFJczNzWN1bQMuTjA5PYPDR+7C/fffh/vuuxf33H03Dh48iMbYGHoss7K6ioWFJaytrqPb7SHnTeCzDL12C+trK8Qqmnwj0e120SPplH9ldRlLS0tYXmY62+x2etDNA95cJMbstCamOp8j56Tv0iKyznxLSytsaxHz8/Ph46krKyu0bDbZbhcZ28S2Q8rThrlPOZvNFpR/YX4Rc1cXWMciVlfWg9Ul1Zsclh1ow8NnfcrfZJ9WmG8OC4sLWFtfR6fbQcp21JbqbLVa7MNy6Is+crvOPBsbG6EdyTg3N0ddXoPiRlhYYJ1ra2i32+hwk69yy8vLoV9rjFdcyoVFfaBo1EMe8ilNH82V/prNZrhp1UfpVmmqQ67SVIfqX6GeRu2qnOK21q02BLUjV/3TeKke5ZesC9T50uIi1tZWg8x9ypZxsDhNEUC//glqm5bmVY7tEnW2yLmkuTEvnXNOzRPLS8tQX3ucDzl1OShMnXOBSzlOHepjnf1fYlvzQX9XsTC/EObl6uoax6sFzbuU+TVLuNaiz8W3NZxvy0vMu7SI9Y31MC9yzu1Bv3J0e12srK4EHS9x7m3Q2tbnfJUMOd+qdlnH6vISlim7xlNzpttLObdy6t8jZTvSi+SXnldYR5Nj0NW8pzzSA2Dw0gXzttsd6mstzA/pUOO2wpcmrVYbKd8iSrQw51hQ/q0AD0bz8QcuYUCTnV1iO8vUT4v9SDlHebNxbWCCOqDMbBvCyM/7CeEIrQTfe33hWiaJ4CiTYwflgi4FpyiM5DX4FaeguqNnk6DwCOpjyLvtovSQJs8WbMZty/+eBI195vrK990Ib4QLsDyhDhwiihhzTStahvGSw+56jJmKoZ4A5IQhPWLpmBsAx/XZJC8vPOV7Uyif8KYZdzLsaOCDrAFN4q3Q7bQ1LL/kH7pyTBsoEgh0m0B7BaAFA81LwMY54jSwfobuWUJhuQLjmkxr0m0xHMD01ja0GR6hdZ51vw20LwDti0DnZqCcrctAaxZoC1foMtxhfID8jOsyrXuVdQj0dxgntJnepr/JutfOwa/QkrNyES0Sw7S/AXDTaXySOOtzHUqJjGtNjojPqpgPUecBR79Jp5trJyM3/SHhXbqoVdPWl60Z9PwEn8e+30FO4uE1niQN4EbeBfS5QmYEYGaEIwyAgFsc7IueMWwBbAkinXq6kiSQHaHbWqWzBtBaGCURimN1JCSFNLGBTApwDjA9nFgPdDC8abV18M5Awx+yCJAxMGU4o2yKN3NwfBZHudEFbFgFg/AMcPcDgyfyIQZ+ZcwY36PcPaXEfI4UKnBJGc5KMD5TQEui80DMfBH75Piy0ZjfsT1EeqiUkVTHENfGkBeKtCd6dHotdNqroJkPNBcC0oGlFCwnEPqasS0Uy3AsE8Ux82Toddrocz9kUYHxFUQyLLkMyKi3DufixgX4tfPwq5zna5y3Tca154D2PCD/Ouem7kfN1Rb9zI8Nztsm53JzDp6W7HT1MnrLFzbRXz6PbIV1hnKc3y3Vy7Iqr3p6rL+n8heRa96rzhbzdRjfvops9SJ6S+cD0lWWZRtoL1Imgm2C90i+dBb5Iu9/toMN5lH55hX25TK6bL+9eJZFzqFDf5d1ZBuzfFc0B9O9unER+ep5pKvnkK5dRKa43hJcvgbn1+GoG99ZQG/tMsufQ2/5DPpEunoWeZN978wjp476lKXfWoTnuuV4vzrdr7QGg4QfeqvAtc1zbMG56zm+4HgPwPF6h6cL9bESp4lKhIq5oXWMM8JzIo9PTuHok0/hi1/6Ev7zf/nP+O///b/jv/23/4r/Qv/XvvYH+KVf+gLuOnIE9foYCgVOVItYjeO0BfK0D22sL54/jwsXzgdSpY346toqrl69ijNnzuLkqZPB2njlyhWsrKyhx4nGec3FIEfGxSDnpiknS+52u2FTrXynTp0KFktZLY8fP45z585BVk1t3vskE37UMfWBfhGllMRFm3aRs7Ns97XXXqNl82W8Tsun5FgkmW21usi5KLIYpOe018HK8iIunD/H9l7FsWOv4/Lly1A7kqfX6wUiqjr1AzyS6zz7qjyS8+zZs3h9aEF99dVXsRWKV/jYsWO4ePFiIAsiF6O61K8LFy4Eoqm21Af1S22urKyEMrLi6gd9VKbVIkEaynPp0iVIFpVXmuQVCTl9+jT78VqA/CKHKifdqO6tUHtqd9SW2nn99ddCf2QpVt2qs9VsBYKkOer5IMmo5067hcX5OZw9fQrH2T/hdboDnb8S9CD5rl6Z5YuCdQzGLIfalyztVhtLJJHSy4njJ/DKyy/jZVqrX331FVquj0M6XiCR3mhuYEAKPd+UebS7HZZbwPkL55jvdZw6eRyzVy5DJD60wUHNSD43SNg1Z45x7pw6dQZXrlwlydbYZ3zb1Q1z9izn5Ynjx3CBc0t60txRHZJPepFONcYad9UlPYsghu8OhAnE9ZH3UqdNmUiML5y/QJlOBv0dZ7vnODdErkXK8ywP9wtvN0rIqccbgNOW+rjm5zKNJuOX+ykWWediq0krYZv978LzHnGhpBrWnevokUt4giGoBXnVSHDBQx467/LJZx0k0cAyBi6QgB5WFmRmp0buqNOcR9B9uBU5eDAvT3pufirtVght3LzYuxvr2NcIlscBzkeIvEPMviZ8cJeolKlqgv0TZeyuxRiLgSLAdCAMFTcUjh7BYIAgB7c+Bsm6GnPbrTP+K0zZ6dK/Eg1o2t4Kjn0URulDP28T6C06tHniZhetZeT67tzieXTmTqB99RV0Zl9GfvVlYP414vUh6F8YYnHkMm1JOAYsbcEi/QHHr4/fmucN/Sy3fAJYPQmsnLoJSEpXzjD+LLBMrAgKM36V+dforjFuXZttboiDS1LKDTgCmLbMPAsn4OeOobVwmvv9WfQ7K+jRQpimTT4vujBSAkciFHGDGfHhHXPNjbl2RnS1XoPrE0851+NdXkc9JQvlA3eMAAAQAElEQVTtcoi1H8hJzLJuC/3WOjKStfA9QhJasx6fKSmRQ2NuMJYQOBkGE4HhbafX89SzP/LkTMyG6APceGf9JmTxSjsb3Hu3Yc4Ql6twlTGIFCGOEB5e2owHJbE413LTCz/BDCA887kS98LFAnzMBT1JSJwKiGhYcZTY8ZksGPgENIDBAPoUg8GzUfLljPfILeeTwqOn/QTR5R7bx0XESZWoscYijCw0IrOM4fnsyPmM8UFUYyooI1yMqFRhX6rICgn6lgVC2O2swuvjnuw7RDzYEpAD5okIKJRRqo9jYnoXdu2awdTEOCrsW7FUQr0xibGJXTSejiMuRyy2hpzzsTX/OlYvvYLli69ibfY4LdRneB9yvpKU9Umqmoqb5z3AeZotnuC9eQyd+ZPoL50LH23uLV3AxuwpLJ1/DYvnX8XShVcxf+YlzJ97mXzyONKlM+gsnMLG3HG0WE9KYuVFANn2Buf88qVXsXH1OOs7DU/yma2cx/Ll13GVdcydo1yXjqO1eA7ZyhXkIp70K33hLNs48wLbfBnt2RPoz59Gb+EM1q+cwALLXT39Iut4EfNnX8Uy69iYP4seiWRv5QK57knme5W88hWszh5DS30huUN/ZaCXdAVtksGly8cwf/4lLJ57EUvnXwj52/On0CeJbJMAr8+fozX/Io22C8j66whjovUs60EvKTxdT2Lo85TzOCM4Vhxz3IHDccgBTmAzg4FHuBP9wM+rcZKXKzXs3ncA9z/wIJ588il89GMfxdNPP03/k3j00Udx5PARjDcaJINFRC6BGScGK9PGeWN9HefPncUvnvs5fvLjH+FnP/spnn32Wfz85z/Hj370Q3zvu9/Bt7/1zfD9wx//6Md4+eVXcPnSFTQ3WkhJBlNaP9qdJsnSAk6fOYUXXvgFfvjDH+C73/kOvvPtbxHfxre//W1897vfZX0/wosvvhjIoTbrah88PPukTbc27yJhP/nJj0P+77Dct7/5LXyL+M63v8vyP2b7r5EcLKAtYsiFqEXCMXvlEl579WX8+Ec/wk9++jMcP3ECc/PzzNOGLIEXSNrUrr5v+bOf/Sxs+EW2RNZeeOEFfP/738e3vvUt/PM//zO++c1vBr9kVpygdJUXqRDRUbnnnnsOP/7xj0N/VL/aERmRpU8kbNCPn+B73/sefvKTn0DtiUyqnysrK9BHeH9EeX/6059Cdf3iF78IOtf3QNWmoHY1FmpPZVW/dCXCJJJ4lYRd7WislFdlvvWtbw/kZ3/+hW3/nP099vpxzM7OY6PZIbHLgzVumVa9UyeOU7Yf4bvf+TbH6FtDfJtj9h1ovP6FepHsr732Kq5cvoKNdZK7Thcry8vhBcHzlFl5BrpiHWxT7X+T8+W7nDc/Y99E6OZJDNsdtk1S1Gw3cY5k8IUXnscPf/AvQYciskskZL1en2Q/50Oxj/mFebzEufLDH/4o5HnlldewvLRC2XsQ8bt88Tx+/rOfQO1Lf2fOng3WbVkZpZ81vtA4c+YMpNcf/vCH+Cnn9XESVxHHHq13Ka2CzY0myegsXuWLh5/85Kfs8/fwberv29/+DoTvfff7vB9+zpcMx8LLkRZJXiYCxPnKVUAzN8DzZtctnzLUoWeddS/1ulgl+e3whYvnAx3IYFzEjXlBH3g/Bxe8EaHjZu4oTunvLtSSni98VA8eUh5BsoG8DEjurf1WlHKMnpRbXfBQ3u1QHUz6QJ4kgQgWQm4M6Dr2h6skipFhrBhjplbAnrEEUyVDlUoqsP8RIZ1d15+gyOtibggoC6Q7YHjFzrGjgQ+XBgaTGGECy38LeAN4Kw3zjW4Yutwsod+mpWEZ7YULWLt8ghu4V7n5ehFrF3+BtQvPo3v+Ofizz8Kfo3tO7rPIzj+LHtG58CyaF57D+nnlHWD9wi8QwPLrwijMutbfCi4+j+bFF9C99CJ6l69H9/JLCLj0MroXX0GXG9uB+zLzXkN6+VVkl19BTmTceF/Dy/AsK/SZtjH7OmTV6HNjmqZrfMHegifxAa1rxk2moc/1OENEkiFCGPH546g+ERLQxc2OEB8uN0t923GqcQA9FdygeRJVcB/o+WI+66wjba/Di7ioD7JmUX4Lz7630ixb0bODz0sEpCzco7fDptrIeiTMwx+v0WNUljFPIpXFBYhUaU56tjkAGDSCq7nFCOlJDFcuolCrIKmWgUICxDGMZNC4NzYYtLa7IIOe7h7kcYP+GpjqSeHy4CLE5uGqeZ45hzRY+4okmBVESQVmZe7Si6wzJiKSQdDNOa6e9RjA1ADtzUtlWKUKK5aQO0OPltce9Zp11oAeyUdOPRj1YTnLAZk5ZFERrlRFoVJBuVpFpVREHEWI2J+kWEFSrgHFEsCyfv0qeounSI5OoLVwknPvFAnbKRK3k+jS8pbTWijrWYcvOpokc2uzr5K4vYY28+brF+FoQfS0uvWWL6JLUig3W7tCknkFXVrl2ny50SP5yjYuI1u/REvcBfRplevRKpevnUN/5TTWrh4jIWOdi6fRW7uAlGSwQ3LWIrGTZc+35hDRchfpR3A6i/C0xuW0FubrV9CnRbPDcq2505Sf5UnQQHmsdRUZyVyHFsaNubMQcWMnIfRD/Fm0SOraJKldkVW1x5dQXcruu0uASCHddOMqWuxHZ5myUt7uEvXDvncZTtl+h3VtsM2NpUto8UVWf2MJvstx0XzUJx5oGDPkEETYPWeG5z3ih3MpDNo7uLhRWT/y0NUmxNiQmcEiBxdFiKKYEyBGkiRICgWSvwL9MSLnoLczEkjIKZjqooMerVWLiwt45eWX8M//9E/427/9xuAXSf/qr/Dnf/EX+LM//3Piz/A///R/4X/+zz/FXzL+H5nvRVqCRLi6JAd9WvtkUZQ1ST9oo18y/Ys//wv8Ocv+1de/jq//9deD/3/9r/8V3P/7f/9vID5nuYEXicq50GkDL8Lz0kuUg6TsL//yL/Gnf/qn+Cu2p/IKq74//dM/w9/93d/hhRdfwpXZK2jJArO2hrNnzpDE/pyE7p+4kf8WSdoLJK2XSIA2sLi0CJEvkRb9Cus3SfhepjXrOC1Aak8ySya18RfssyC/IL9k0K+4ivy9RuKgciKH3yXB/Yd/+Ifwoz2yIA4ITS8QUBERETv94utf//Vf4x//8R9JZF+GLKQiM7JUiWip3v/9v/93+JVYyfY3f/M3+Lp0RqhdQXWIVEpfGxsbkK40biKD6sc/cTwk65/92Z8F/f4VdfeXf/WXwa841fctEjXJPje3gDZJTavZJMG7jOeffw7/8P/+Hirz53/+Z1B/v055v8F5IHlU9m/+5q8DwVRb+lioZJB19dlnn8Pf/f3f48/+7M+h9iWn8PWv/xX+V5gv/xOq6zt8MXCSlrw1vnjI+OAQCTtOq973v/89/J//+3+om38IupFOeiRRmp8dkke1IcL892zj7/7u7/ky4Ee4Qmtls9mi9XcFJ0ju/pH6/8Y3/gbf+s63oP41qR8zQ0oLqPQjMi3df+Mb38D/+3//wDnybLDattptWhs74aXBi5xzGkfNr//xP/4H+/Nn+PpffR1/+Rd/ybn/5+F+0Jx5hdbjhYVFEtIONGd1/4zAWxFCxnuz77kG8Q3uRi9Fs9eH4lwcgWs7PBcGXpiLJ/PxytOGoAP55b6/kBQBlDG46lzobM5+CkzgoscAjB1zXGOE0EkVuJX4KnartPczXnIJfOobuJ4SEfubcLzqhRgzjQqmiYlqATxRpD5i5t/sKv3YOXY08G9NA7oB3gDaDGlTFMB75pp6eMPoJVnaRYcWpaW5S5g9d4xv9l8mXsDi+Rf5dv55XD35LK6e+Dnmj/8Ms8d/jssnfobL9A/wc1yRf0vcJYavA9MuvQ2o/lm2eyXgWVw5cQ2Kn2V49sRzuIZn6VceyhTK/BxB1mM/x6Vjz+LyJn6OK4y7cvw5XDn5HObOvojVK8fR1Ma6tQDf36CqunwK9ImU6iK4BkFPEbmC9Mi1iYl36ORYqM7bxrBZjrunlOF5xrH0NAyk3TZ6nQ3ktBYi7VDsHh8R7MPwWTEsOXRYwdB3veNDUHNHQCgrwpVCVpeM1pec80btOaaZi2BxAh8VkFs8KEv95NSZMCivthxgEcC8ViyjUKujMj6JIi1rrkiLXFxCyvKZqVaVYpskXZ7IXc66B/DSk0Qk+/O06nnWmbNcbgkyxydDoUoLXwNRZQJxZZztVeCtCCOcK9B1gMoPLpSJYSNAOMpP4haXy4hI6oz7+oy67dGS3qVFFD3qlISDk4TlWAm7RTEom8GzDq86QD90MDH4I+RgvcyYtTawNn8Jy7Nnsb5wEZ21OfRbK9hYmcfi7EWsLFxBe30RKe/JHonO6vxFXD1/AguXSIpIfjQ/Ha2+fRL+5sYi2rLu520kcYZCnMN8G2l3DRnh9X1FzmeQxObtVfTXF9BeuoK1ufNYuXIGq3RD+6xnY3kW64tX0N1Yhsu7GKskGK+VUUwM0fDFkWUdFF2GovWhurss11y+yjKLiPjiocj2i1EGR39KgmZZG9VSBMV31BfWv8b2O5Qjo8W121zCmtpdnUOPOqCJPsgta2yf8lraotZ6UJ+7bKvbXES/s4we3dbqVTRXLqO5fImk8DJ6a1dJWpcBWvZZABQCZkZnAKPuBcDwTg/Okhur8BamZUgwNuLYeOQMMSdQHMUcIILEMNZbD04UMI/XTULy5YeLCouEjW2HpG5hcQlnzp7By6+8gud/8TxElE6fPkWLzDI3wF1scDN/+fIlvE5C9MLzz0MfCzx/7jzWVlehjyNeungJL5Gk/YzWuV/Qcnb23Dmsc3PuuFFMkkLYoC8sLARLizbpstK9yg324uIiSV0LKysrwWo4ShO5VFzCPtR446ofayR+x469jud+8RxepHXpDEngOi08XZIIEVJZF8+yDxdpDRS5lCWuQ2KhdkXiRGjkinikJAyqs1gsokSzuuCpH1ktL7C8rHkiJBvsg+ILhQKUX35Z5mRlkqVQ+S5duoRRe8qvj1CKgL5Ay6OIo4jKWZJflWmSiEkmuSKHsvxJ18qrfKpLZE/tqE6Vk4VLFjDJrj6qrHSjsoqXhVF1SF7JJp07jnmHpEf51e+fP/vzYCmTvKvUY4djLlmvzl7FqVOnae07i/n5hfCCoFBIUGR/pSPJ+Oorr1LfL4ax00uATrcb5oTIeJP66dIK5jj3Knw7pbFK4kIg4hcunCdxfwGS8eTJU9A4dDgevX6P+lqB+nr61Cmco25EppWW0rLmOUdFHDXnpMtT+h+bhPzrG+uUke1T/uWVZZxmWenh/Nnz4buGPb6c0LhL7uPHT5DwPh/6rbmmuSGSKJnDSwzOOc2z5zmfNe9Osg3NMXMuzAneMpRzGSKe6sNrnK9XrlyG9JZlonnYcnjoj6Kjx6QWLxudPlokhZkWAz60wBuOSzgXTcCY2wC6RoAPCBuAXibp+p5DslFUeMqZD+EpFpcamdxzzwAAEABJREFULmweDgQDAzdHTH8SkNGfIaLf8dHDjgxl93S3gsEP8sn7H5KfD2DHh5DL+yhwMzBRKWLPRAO7iXG+TS7z/ogiA6f8YOzAg3riNZzyvhlCxp3Ljgb+LWuAawxibm94L6VZFz1uwrRB7HGT1Q8f8bqEDq0QzaWLEFr0t5YuQejQ7SxepEXjAq0d52+BUdrIvVW+LfEL9Au0HHQWztG4cJ6gO7cdZxl/hjg9AK0isowEzA/iZMFozp1Cc+4kIXeE07TGELSGtGjNaK9d4aZ8Ab63BuPm2vke1xY+REhowDVXa3DOBSWjWTDlGpvRn9NV/LUF6K1OpDu8Luce+YgQtlvISQzR7wJcQxH2mzkFVJt0Nk+FCfbnun4ozDzBYbL2QqyIL8JzZNy3pWkf/X5KP3XEfU7E/W5MMuhIyECCBq7jnuu4D/pjHvphrChAFUdAXERUrqPcmEJ5bAaF2hRQGEPfFdFjnX2aB/skF/0oRUo3IxHJCU9iyBp4SrqIbsLaC0hRRg8V9KM6UJxAXJ1BqbEX5cZuxOUJWFwGJB8iAI4wYnTSr3uBDhwvcRz2X4ViAVEcIeNeQ3vCLo03YL/VPzCbSmsOeHkIuZ715HCUKUJuMXK25xmGClAvWbeH5to6WtzP97mPAzcsZtyNEJkHMo6jZ15PHTA79FWaNe6Tmtwz9rjPztlunji0qYc1ji1HGinvYVcuIKmUgCgKdeSsV/s4z/1c2umhw3266miurKLN9tNWG77bh/ojmdrcR7ZbLXi2XywUUa3U4WpjQLkKkMD30hxd7qXSLEdGwVLW3+M86LA/Pc4Jo57iYhGFUonGsCKMezijLHGSQP3Rp9PWaUhotrvoUIeZN+qGs4p1aX551keSwuna59zqI805b1hHxLHw1EWfbeiTkHl4GdFBRrLbby+TjM6hTWLY4gud5iLXmaXLA2LYb4MDxwYMlkew8OkjB3i844O1bK9jWKsmOFswQjnM2DgnlIscXBRxbAgnOCVDHc95cwaoTMivvC7k9ZwIIndLy0vBetIYa0AfN/3857+AZ555BocOHQ51aCN/nBaek6dOBAvLCifMiRMng9XvpZdeJLGYx+TkJD760Y/iS1/8In7zN38Tv/qrv4pHHnkEInja2GsDLlwJ30lcgciVNu0iisdpuRMBe+KJJ/CVX/91/MFXv4qvfOUrePKpJzk3Yly4eJFE40Xol1NFGjwH13sE2eiEvhd5MzkOaKfTxtzVOYg8igiaGaampnDXXXcFeZ588kn80i/9En6d7UhGtblnzx6I3MjVx27//b//9/jyl7+MT33qU7j77rsxPj4e+hH0yYlkZlBbGW9ckTj1Q30T2ZBuUk4ms0Ee8FA+wcx4P+YQGRIxVtzu3bvx+c9/Hmrzsccew9jYWCA6x44dC1ZO1am80puI4khfbZK/Q4cOBRkl65e/8mV85rOfxZEjRwJ5O0Fy9OOf/gQv0xIsi2mfN5N0lfMGpOZCO/fddx8+85nPBF1/Sf395Kewf/9+3og9XOY4XSBRlqy6eWrVGvbt3YdHKeNnP/s56ucr+L3f+z189au/T11+Bc98/OOQ/ta5kJziPNHLhdmrs2jqpmfDkeal5ihvOMebOSJ0E6fUoW6+jAtJzptfbUnPVBXMjGOcQ/OXVYAR1LtB5WAIR87xWF5a4guLV2kN/DleovVPcotsaoyiyLEMF0u2Mz83H77zKD2KeBe5oHzkIx9lX76M3/7t3w5z9uGHHwbMwvx5/fXXwzzVSwONFW5yZBRM61yrm6FJQtimmwYdS0CDDcvo1hV0G4Lz10KKMXUEet/rk017ypEP4Tfb93DwiAkRwILzJEpAQje2DBEfvI4wEilDzsVPJYXNCj4cHg6I5OfOBp4Lv+MDr8SNwXS9jAMzk9gzWcV41aEcAzF1xVO3zjUognMF1N/tATvHjgb+7WqARBClIsq1Cqq1Miq8scpRHyW/gVK2imK2jqJvoogm15sW3fYmSmhxC074Fqp5EzWWuQ75BmpvB6ynynIVtl1O11DqL6PQJXrbsYRCT1ikexN0GdddQKEjLCKhO0JEv+sswjpLQJforcDSdTiSwYjWjYj0wnE91b+c0FLCxwNyri1C5gARw0xhzhxPvPNTtdwmuEZe396gnOfa77MUfZIG/UBhn/suTz8Yx8V0sEZeV3BQ7roo9kn9BS+DZVQRLMrnp57rGevSXqrPl749kqOUewTjkymOEsRxgXvYAsAwH1N0WT9f5gE5+EBCcJWgio1KdBGsWEGxPonqxG5UGnsQk7ilVkQPhj6zpFEeyGDqUuSEtwzecoJ1Mw9IPr2POVJFpFZG3yrISAitNIXS2F7Upw+jPnUQcX0aSKqUJEGWO/jcKM+WMwR5kWzOAdwLxSRBCRFFETLuVXq9PtTvlDqANrtqn0UkyaAm+QSjfA65Rcj5ZPZbALXNPVXGulgpCtwLlYsl7nWrqNcbaIxPoMo9f7FSRbFc4UvxMmLJQwKl/JG4RSGGL8boJw49PgSzAvVYKSDhPVwgEt7PFjk4F3EkHIc+R7/dQ2t1gy91VmmE2wA3lCgnMWrlEopxzHnvSbD6EHksFUqoVeuIKlUEMihCmBTRS3O0ROZG405dqQ1PHZixvUIBVimjUqsRVRatoMD9nFF+Ecge50qffc+lLOo0Yv4y26hzf12lIUO8RGkZ9et9DhdFiJMEMeWJC0VESQyLDI57nohkOIlSWiVJ+nor6G3MYoMvkJaunMTi5ZN8SXUZZN2g5QIg50W4WQ136nBvXJFHzg6oEwL8ltwcQBsClMdzImmDndPFKCPjFRYUJTeiMkSaHnjgAXzkIx8JZPDok0dx111HUKlW0Go1w/eprly+EsjKIjfg+m7dSVp75he4+FGRd5FwiRB+kiTq05/+ND5JcnH06FGI8GSc4LJmiaTJYiOCI5KosIihwmaGGgdX5GuSBG5iYgIiaSnJ1eLSAi1Dp7k5Pwd9DFFxGYmAZNfC0aHFanFpEWfP0eL58suBSIkUKJ9IikjdkSNHAlm65557IOIlWUUGJbfaLJVKgdTee++9eOqpp/BxEhyR43379qFarcJxogV9UpdmxvslC8ROfZBFTtY+EdAeJ7BGRPnljsrILygsmYucvAcOHIBkEPkWHn/8cShO6dKJSKD0Jr8sYLKMqb0Nvl2RzOqHdC1S91mSwU9+8pN48MEHqcc6ZPk6c/oM9XaWY7YEEchcb0E46OwCIi5CFd5QjfEGpO9x6ZtjHXMuSE7JH/PmVVg3j9o7SAJ6//334yG2cTfHey+J9Mz0DDRWtXqNpDkOLxb067R6ybC2usZ7pMf1LB/MWY6ZJ3q09snyqL6IdMm6+jotwZoLIl99LWAUgmqWtGAFDHkoLLmiyCGinJpX6ue58+chy+wrtGxKX9KPxp6FBuPGWjRH5ufncPoM5xEt3SLyGgvJrZcZk1OToR9V6iAleZZ18yKt4Jc551fZj5QLjOqjMHR8EMnTx2dXWLzatBC2+zm6XIT6jMwIJvM0WLiCriew5VDKKLjVP4p7d13P6gPYtBbagXCejoejziKiwNWoRH1z74YiF8fESAh9ykWdK1/eg8gUmI9VfahOPkbhjH1l3/lkYhdSPjCBRjnB9FgFM+MlTNQcKhFQABARVAwGmw3sHDsa2NHAW9KAZ24DuJagmKBSL6NRL6FazFFxHZRJ8kr5Ogp+g/dbEwlaSEgOCySAATkJYsizwbzrqJDAXQeWrbwjsF7WWeqvIxBDkcN0FaWANbrCKLzC8BD9oZuuoEh/Ue4WFFhecXILrL9A8llgv2LfBp+WRI/rUJ9IwUUIWmOkKXEI7StFCFOD9vbwXK/wTg/VwfrUzm0htCeJBAyLeC6DnkJlyPmszNIuMloHfdpjHPvB/SkzYHAwH0YYxNxwlTyhZjCnnq0e2gNlfJZm3LCn3AOKHGXcR4L5nIsRRQVELgHAp5SqZ0kjJYLljBNCpCqEoiUSjJv8Ug3FsWnUJveiWN8NX6ihT4LZ5wLfJyEU0sgj5XNPutc4sEKeDuZjVpUg42uKPl9P9KyCLB5DUptBZfIgqpP7EY3tBgp1wIoARxeyFMHRb0PQ0amgXCFsbIz9ieCMT14Km3Ov5ul6bdbAQ/mVj17PviJAV6PPUa5oCxxzEazLiJh715huxPJRFKNYLKNSrfMeHEO5UkOcFGGm8gajm3BvFTtDzvZ7JP4dttBhuBc7pCSEeYF6LyYwup51e9bLkpTdKJDxcZpDVsKUb8rJpVAiea+SaFULRRRcDAejLg0UGKwa3rNMRpFTDxAZ91JNkUruE/skhrnyU25jWe2rmAVwEYzjZhFdxitNcd4cqzSAbkgjyU7YdolksEyjRqlcQVzQE93ToN1Bk1bEjHu7AmUrlstIitQFyyDU6+DY7yjy0IvwxPXotsO65Prc267Po7VEa//aAnynCTJ4cHIAOdtnVygIAvDODre1uOpVOLi8aILkwxsl5w0ieA6c8gxAYahA+b33VPYIjGGS54Y8pQJS3mQ500VMprmpf4iWkU+QUHzs4x+DiJCIhYjU1NQ0dROFjb4268u0Ji4uLEAERZtmKWwvSZPKyPr20EMPQf8C44knHocIoQiYCINuaFmbVEbE6fLly5DbpRlbcopIKf0ErYUiCLKMqQ19JLJNc/MSCd8iyefG+gY6LKNB9Nx0a5FYWVkOH2/8wQ9+GL43ph8UUdkaCaaslCJOh0hmZmZmIOwhkTl48CBE9kQGqiR80oNcpSvt8OHDm+llThTnXNAltRhcfYxThEYfP5SF8CKtmCJdgUSRSJlR2cxsZlCcymuRY1QgmGpDJFBETnqSZeoJWkhltavX69D4qA3pfGVlJVhhZamVX/2SXkVaVYesdo89+mggshqHAwf2Q/3R9zUX5uexTAKvuqQrUB7J0CPpWlldxeVLl3Hq5CmcOHYc586eg+ISyr971y5IB3pRUOEbFelJ1kNhrNHgS4IWzp0/R6vtazhG67HI6zqJasoFnDMuyK8xV5vqd8oHhz7emXLurZJg6aPI+s7lP/7jP+Lv//7vIfcntGiqni4JPpUcbkZpUfVBdxZllx4jyhfxhu1yHkgnshw/Hz5SfBojy6D6yOmtanif9rGx0cTC4mJ4sSESmXL+a7zmrl4N1sDjtKieI1FcXFxi39rByrq2tgrN1w32S31QnYCFOjE8OAXR5QrV7nt0+QTvczHoZ4CshLxd2QcHM+MCyBDPYTH2xujdCgbfh9MkCdcP40oWIUWBr7jKfGda8T3UrYfxOMMUN22ThZz+PmpcFMtoI86acGkbJlLIhwZYz/sg/jtqMvTdPAw5ImSoFRxkHdxVL2OyEqMag/oA08CHGJjPI/STZejZPI2+twJm3zl3NPBvTAPDO0QLpsUo0UJR50tIvbUvcAMWOfD+yuH4ssm4Bjnf5z1H0I02wQ0Z16WYa06cd3E9mBbiRpG0H+YAABAASURBVO729FuHE1rpNoEuyWiP9z3BdgsB9HNNLLwBEsqldLmx7yDJO0G+RH7WX+BaWuTaWYxSFARaoBK9XNPawwcV37Wx/wiHD1euNFQZHyfgfhmKG7jBxxwjl943PZVXmUau/G8fRmkEx+eGy1OQDcKTDArg8x/sE5hn0ILazAfezbhhcKvDvoYgs2s/qOetkGmvS1KQ9nOkmYenEswiRISZGxUJLliHhTZYSVij1W4O1TMorwxFRBUaGyb201K4D0l1mot8A2lcRS8qoecK6JNo9jlHe5agbwyT3KXXoYTUlZFFVaA4hur4bozP7EexMQMr1gCWQxg4B+O+0YztYnhs9SuKolJABCh8HViO5aEyhLJ6RoEY9BPsrbGpiEgCvNoGH1wC++IKVRTYX0c5+6DcnNkWlxGXKkhIjiOSw5z97XAP0+pSV66IQm0SrtDgfibBRhdo9oAeia2PSkBUhmeejHpJPfVDyFU4d0wnlC+nvnxUQbE6hQpJcoF6doVxIKnBU9cuuBW0+bZjtdVDc6ONdL2J/loLq/Svt7po9Tyfygkkr7GunO32c7aZRYAvci4k6KYROqlDL4/Qz2NkvhBkjEt1JKUG+9lAUplEsTZFWSZIBtk+ddBhn1bXu1hme92+oVhpoFSdZL/rLF9BZiWoH6wguHmkeouIkzJK5SqKJJbg/NM+Wsi5nwTvB0BzzoMDM8B14/n2Au6NixkGE8IQJgc8dAPxMhSAwgDMYjAzegwGEBYAHkb4QTYkSQwRjF0kAAcPHsB+kjuRol0zuyCiWK1WmJsTgpavVrvFjfVGsD6tkKRscKMcRTEmubDv27s3lJ2enqalZRIiXSJcqqtKwqWbUqREJEUbchEdle+x3pTKFPGbJ3mRFeyVV16GXH3fTaRCBCVmO7q5PBXuqXivfrN/IrVNbvYvX7oSSKEsRSdPnggyisjI4iYS0yCJKZPYFQoFKF6kS/0u0TKYJAniOIbSlEdpyi+5Fed4U3oqzMx43+ZQP0Q4RQQFEVnVoY97CioTlLblYmYcIg8zg9oUST5IUirSJd1Lb7KmioCpfEayL3KjtqSvEaQvlVd+lVffVEaEbc/u3cEiOzE5iUKxCBGwFsl0u9MOfi2u6kfGt08iQyLYZ0kC9S8+Xn/9GC2sZ7G8vAyNhwhXHEVQ31PK0mq3aRFdhCzDsobKKqp/OfHSSy/jGMtevnQZ6/qseL+PQNRJ/DR2GRd0hcHJOph3PnyM9OKlS9B39J597jnoY7D6GKe+0yddqn0ws9qWCiWz5o/qoQY5zz1StiOy+xqtgq/SKizrtcpJr4LG03Oe5Oyr8qq/epkgGeVXXs0/EdCTJ06G78qePn2KxHsukEHNa7WvdgXJYRJKHoLTAQK7h04vR7OToZ0Bfb1FtIjdjQBzwJYyhtEhH2GE0uWMkt5td0v9Rv0YyZzjpichytaHiN/+eoR7p4t4ZG8NTxxo4MmDwhge21/HA7vKONiIMF3KUHVdLq19ON6TW6odet+7TqklYdjw7TmmmeThLCcyxJaiKkJYK2JXPcFk2VDjEPIxADpw8Bwpz6uq9wDL4x0eb1nmd9jeTvEdDbxvGtBax+cotGFNKoi56dQGulCfgis1kLky+oiRcu3MeaflvL9yCqs7jnfb8L4DbzvPVA8+BLZhkBtai7Qwvw0Yy/ApHerXvSmRB/DDuJu4lNPYptaRkeuGYWcZ140MEd3I0qGbsZc5YpaL2avB2gLWT3iAUcFPXzglR4gIHkbRHWZjQKdCct8lDKtns5tiUHT2K+dYZPBZD1mvg7TXhu93gKwP8JkLPlsGYAU8oY4FEUMg+K6/GMwM4InNQ3kdzEWIXAxHkgZP7XKcUrahZ7sxvzMH49wyi+CY1zmDGcsSYf4wv+f+w/PZDM4zFBtw9RlUpg6isftuVKePIK7vQ16cQS+a5OvOBjGGDuoBXVdD11XRJSnpk8z4Yh1xbQKV8V0Yn96DBlGcmIKRKCCKQSEAQzi8pwQUJQSGcbCRR7FMpJFG+72MZDqn3syMWVzQmD7+qFyMgGe8N4VYhn0D/Z5xOfUi8iLy5woVWFyCRXxyRUW40gQKjf2IGweQl2fYhzpaJFVdEqec+TISvJTkTsQ3Y9/i+i5Upu9CYeoIrLoXmY2jn7FOX0cST6JQmEKSTLKL44CjHgsTiEpTcIQVJ4HSJKwyTUvpXhQmDhCHkIwfYvgQUKOOy7vhK7uRUKZCYx91NoUeyljl1FltZmilxjWgAFesst468riGzNXBTiBi/XFpmvGT8PEYENWRO7pJA0Y5HGH0FyhLdWwfKmwjqbC9wiT6Nsa9WRUphApSX0I/L9GtwJH8lqu7UCRC/eVpRJVdlG0annV59snTzVh/Go2j78aR0XWMT2pTzEf5kgLlMSDKAJcPMBwjjdg7gbuxsDGKMIOZcTAiuCjiAuPgnAtxgAHgROE1nAwyKxwvzphPYSZELkIUx4giBzODcxEHOEES4iIAxj8gZrhYLED5MxICbaBl5el2e2h3OtAvV+qLvjHlEIkqlUucLAWYGSSHmYU6kiHZ0o0hgiCoLm2yR1CcyM/qyiou0XJ4/vwFyIK4RgtNqVikVW8X9u/bD1mtKhVOFN50zrnQllpTfc1mEyssv0qiGszAlFlti9RJPuVXPwS1a2ahPIXddCXjKF1+QXkF+c0MSpfVSORF31fTj7YUCgXoo6ayqIrUibCpXsHM5EDlBckhuVRGOo6ov5CBF/kF5VOb6lePhFm6EaQnZsOovFzVJ5lSEjCVU/kidZYUNBbgjBjNCS1Mnmt1jrSfok2iqI92Ss+nz5wJ1j5ZbEXYNb6ra2vBOrZCK6LI+9mzZzD6ldS//uu/xne++53wfT3pQR/P1cdam61msMZpoR7JJJdrIudCRMRhPmoeNfkyQR8rvXp1Nlib52l1XuHYdWj1E2GFgXPTINfnHimZV0bIr3knOUVO9e83Xn/99TAuu3fvoXX6fhwk0ZYOpMOM86DPFw7SXa/fIzHusa4UKeNEliX3xUsXcebsWVwiqV0jqdW4iGBP03Iugl8slii3C7IMLhbGk2KBLy/R7qXY6KTo8E1ThgjQm7k4oStiiC3HYCzCNcwL25L2Xns9VUvwjbzeyifcsNQLHnvGCnhgTwMfvWcPPvPIYXzu0UP43CMH8AW6n330MD72wD48cmgCBydLmCBpKnMBjLgBMg0yRoeNPGAjeDeP0JJnC0Tw0/vmJzPzztCmwSQ7Mm7QctQKDtPVBDPVCJMcvgoriomIeR37pz6qzGafGMeJwJvM3wiWYdFbnrcv6y2ruK2EnUw7GngvNWBmMLsRMK2fvJviArjzAs0qSEgGC/VpRBVtsMrQy7TMIuSOm2GzcAd5uya97r9ByEOpN4D3o/LcEM+a3jwu31anwiOM2huFt7nc+JnWERvEO4Yd/VFAxmcHwTXGcTsacb2NPMM+BzWipwWcB8kVAVAGgn1m9yFg6MfWg3GKZ7GtsXfev7UBCqNmqUq24ym7kMHTMph22+h3mkj54tlnPa6FOfhAJnLoeR3KbK0rRIRqmHfo0tFp7BibkheO8yBJYhSSIgrFEpK4yPiI+5cMXX2ckM/zsB5HDmaOMkUwadRFgDOA+jeNi2L5IiJyLC9C6CpAYRyFyYOYOvgwZoj6zL2Ixw4GUtiPJ9F1E0QD3aiBXjyOtNBAVmwApXHO22nUp/Zh5sAR7D5IQjmzB65cA1w86A9lAWXw7Kf2IHIRDgNGnZMrgAf3NSn3b/oRGe1ttF+PuC/Ufk77F+aAynnH6lkFCJ4IB+8XRAmiYgWl2jjK1XHEIoXqK8meK0+gPHUQlZm7kUwcZD/Gsd6L0CRvT62AzBUgMpgnVcQkN5XpQxjbfx/G9j2A6jTLVPewKxPU/SQqpRlUSbDK5V1IClOIi6y7thu18f0oju1BXJ1BVNuF4vhe1PccQWPvfSiTXMbjRxCPH0bcOAxX24+4vh+1XfegsecetnEAUXUKHVoam5nBJyWUxiYwPr0PY1N72a9xIBqDK06hWNuDOvtSbRyAkRyyUsQkasXqblTG9qFc34NCZYbl96AxfTigxPg8nmB/i9joFtDNy8itGupMyuxTfReqlL1MFFhPTCJY5MuBKnVVZFljfY5EMWI/jf1P43HKWkXPaiizn5N770J1ag9chXUWIsqfI437GHwPlfcB14IwTu/gwmF/o9IGx4lkZjAz8ALjH7YdXBtpzfJD5NDkUhYzQ+QcHGHgBGNGTbqUG2RNRvlzxmki62OZ/bQPbdDNDHGUhHIsNjiZL+VE7vX6JAIpUm6+1Q6juR7kjOujR0KjOs0MSZKgQKIixHEc6lJ++SdoZTx0+DD00cePPP009D2+j3384/j0pz+Dz3zm0+F7jfpYpaxhRdYRRRF7bdRFhHK5gumZGRw5cgT3PzAgBCKBrVYrkA0RHRFGkQL1CzzM1PtB/xUnOW4GyS6wSDhVhwjh+fPnw8cPU+pt//79kGwHSURkdVR/QmZezAbtmFnor5lRN1nQjUiePvaodsFD7kgWBqE+qi7pTa7CyiMZpFdBsg1aQNC/FpUuCbtIl5lB5ZKkwLGLweDmPCiVSpimNVffoRx9rPb++x/Anj28sTk2shSev3ABsqDNz83hLAnTKy+/gldffQXqu+Tcs3cPHnroQai8PpI73hgP42vmKD6lYoMGg+Za5GLEhHOGUrHItmdw1xH90M+jeOzxx6Dvr0p/9bF66Dd4qK9mrME5mBl44WmcU31aMlcCgRMp1NjupSz3338/1B/1SzoblVf7ZhbKOnNQuMA5JNJ3hDJo7I4+8UT4UaRPfOIT+OxnB3PuqaeeDD8qpLkZJxEM1x+a5zRUokXroAhhmwtaygePZz8hsE34QSnD1iei4rbj+rrf7dCgdQ+HHLFlKCfAZLWAQ9N1PLBvHA/uGcO9UwUcrHrsLaY4UMlw94TD/bureHD/OO7eU8fe8RJqpQjRdYueXRNd/b9Ba9eS36kvtLRVrfSHuNuu2EMbijgCKoUIE9UCZsbKmCzHqDGuCCAmHAdaenJhDD2vnrEjl96bncwiWW6FmxXZidvRwDvUwAe7uDnkLkEWlYBCFSg1uImcRFKZhCV15FERucXwXDdy9sTr5qGrc+TVOhqg+2s74BHS3rabs/wIW+saxb2ByzXQwHQTMhhdZxlEDNlrOMoUeQTy5+hu9SssGDsq0IHcERQOEfSwKK/v12lBDGNfHPvr2F/kfZLCLnJaCbN+m34RwgzcaAxwnahbpN/i3czCcQdhxnacg57T2vPEUYyI88YGqzHIpcMeKiexZlbAHAADRlAGUAaB42Bm0HPfcubrcd1uZ8haGfI0BorjPPejtutujO25l7gPdZKn6tRhlCcOoUIrV2VyP6rTBzG2+xDG9x0hDtN/ALXJXZy7dXgytZwENW+z//q6C/fMkGyUwwgEqMMj4PqD8nnk0H7qIavlAAAQAElEQVQ7o5VQ3XCO/WE8BUeAgTmkeRUd1KNkk24KZZSq4xib3I36+DRK5TpczHvMiMIYovpuFCcPsQ9HUJk6gNL4bpTGZlCoTSKujCMqj6HIlzM1ktwq+1meOkQCSaIjPYwfRKW2F/X6XjTG9mOMqNFfJFFKStMkU/tQJ7Euje2FIyFM2FaJ+qrPHKFOSQQbB2AsnzQOoTR5hDz8EHEAhcY+6vcAalMHif0oU54i5SkQ5bFJjE3vRmP6AMam9qM2KfcQGjOHMbHrrhBmZbDCJIpju0N4nES2NrGP4zEFK09BclQbLEtiVxk/QLK8F0WS1RJRrEyjIDJIkteY2I86y5XpT8rTiNmvCsvVNf7j+xBXdyEhWaywnhrjqkSZ/jJJcI26rE3vR6E+CSuW4ROHNOI4RimyKEP41yW8VzRi7wSctTcvrmkwSuH8GHlvcE2JnIQZCZqIQZamJIZ5yGe8eQQwk4ifSKA+QrdGi9AKLTQbtLSJqOj7YAprs63vLBaLBdRqVVQqFWhDXy6XkCQJurwBlvW9wsXF8L/iVFeXVp6NjXVu2pcDVIfyjo+PY5wYGxtDuVwO5Z1zwX/o0CE884mP4/e/+lX8t//23/Bf/st/wR/90R/h93//9/Abv/7r+JVf+RXoO4q7d+1GsVRCFEXsgsFFESYmJvHoI4/gC1/4Ar785a/gU5/+FEQKZP15/vnnww+O6COeks1rc8c2seVQnAiOIP8Io7CyjuL6ZACqVx9vVbosgiJE+u6e/OqnmQXZVE4wG4RjEi2FJcfy8jJUh+oScZXO5CpNJFN5petGo3GdzlRe+VReZdfX10gEU2ic9RHIZY7FwuJC+Fir6qhWq6hWKygWi3Au4vT0QXf6ERXJ/au/+u/xta99DX/4h3+IL33pS9AP29TrNcjSeo4kUNa/q1evQq6wurqGKufAQw89jF/91V/FVzlev//V3w86P3z4EOdIje04IkLCxSqhpSyi66hz5yzENxrjJJEP49/9u3+HP/iDP8Af//Efh1/5/NSnP40D+w9A4+uHH6NgEcRxRMQBqqfPlwz6aOkirYrSRWOsEeQ+evQJiJzX63VEnBdmFsoUCgWUSkWUS2W6JZSKpSDnPffcjc9/4fP4nd/5Hfzn//z/4b/+1/9fmHfSh36FVr/aKrI4M8OFgv0ADyMGp4G3F7p9j2anD/3LiW4K5KCOLQbMAbCgb4+tB0PXKmHCdQGG38uTsrA5Fxl1U8TEeAP79kxxDMboT6CHWXOV9zFfCGxwvvItBiZrMQ6RLN61bwr7dk1grFJE7FhJOLf0ZYs3JL1Hl0GP3rwxjQw4OtrYFAsR6rUSpsdr2NWoYLwUo0j5Y1bD7SlHNKcurtUsH5cRpu6cOxrY0cDtasDD6Y5DZlojC0BS4TmJhJs0oyUDcRWgxcJz3dT9aazYeQxJ1KB0iGcck97gfNMMN5S1YQx5DlsH4d8AOdOuB7jyGzFwB2XBQ/W+ITxY1wCODNgxJDfIsSVNdeCG4z2KoBwcuM3GJIsxQi/KIvbZSH5ykqBcPywz+sho6ICKKLfc24Mxu5nBCc4hcjEc4bkKe32PjaRO4nBBhki3XFAW8OCWgc/kHPpdjVzEytMMhj7zdWB5E/qV12ztCloLF7B69SzW5i+gt7bIkh6F8Uk09h3BnkP3Yv/he7Hv4F3Ye+AIdh84jF37D2Hm4GFM3X0PJu69B2OHDtDy1QDtI8g6K2gtXsTa7Bk058+hv3oFfmMe6CzDpeuIfIfztw8KReTA9gcH+8kOUkZHOZTs4XMP41/C/aL2cEoH8/mQY3CR/gGD496qUKyg2pjE5MxeTJBIFSt1WFQEwCeYFWGlBoqN3RibYT/2343dh+/DJPtapRWu2NiFUmMGtak9JFwHUJ3Yw/txGqWx3SR6+zA2uR9j43sxTtI0QXLWmNiLKtOSyhQiokxyOTa5L5QB7+GEFv8K81cn96Lc2APHOBTHUazvQo11VFm+SNIYlSYQM63G9ib3SK67MEW3Mr6LdU2hODZDmfZiYu8RTB2g3vffg/G9d6G+6xAKLIPSOJgJMWWpUa7xmQOhfiszPqnBSIRjWh7HmDa5m3XvvZv1H8GE8lHmMuWssq1xErra+B5E1QmAZa0ySXH3YIxktNLYi2J1GhW2MT5zENP77sGuA/dj5sB9mNxLwkv9FcamYOUakBThORZwBpjpBEdzCDrv4HRvXlZTQxjl3OqXMMYETRlOLk5AXhn2QUj9UlVOssjocBv1SXD0kUBZWvS9MP1vQX1H7Pix48EqtLy0DJEhWb4mJznpiHESMP3YzBjJSprlmJubh76393KwIL1KK9KrgYS98srAmqRNe52bdBGmqakpjI+PY+QWi0XKxvuHVq0u37I4KrNYKqJUKqOQJJR50A9GwzmDCSYV6eFClbMjqmOGFkL9IItIo36c5TCtjXEch4+e6mON6p9IhPobGnyLF+lAEFlTHWYGWdP04zsPPfQQjhw5ggb14RzlokzKqybkCvKbsS9ME+kTyZKe9d05ffRU30UUzpKEKV19mqDVdJpWPOlKrvooPSr90qWLeOWVlzH4f4Yjnb+A118/hquzV+G5Oqrcnt27g75LpZJECC8GJI+jLCKvIuYa23qtjkqlQpJeYD5Dj/NCHx0VUZVf/59GHwntkeyrfELdilipvAgXC5GUZmFBZhc5boA548WCX3NQ5ThiJGRF7N29Bxqvxx59BI8/9jgtjQ/hMF8KjDXGEJMAmklXGTbrMoRDc1f610sL1TUxPg7p/uGHHwkf29XcUr80DgiHsb4YkrMx3sDU9BSqtRqMfxpLn2dMj8J8K1NHSUIK4AFZu8FDcyiKIphZuF+YBJVV2xnnfofW8Y1WBxvtHrppjgwcfxcBzI/NQ6UUGLrBMUYIdN630yimwXEhi4slFKt1LtwlLuJAi4q/utbF6ctLOH5+Dudml7C83oa3HPVqhIlGBY16BaVCAnddXwFWCsDwQT0GknnOLT6gkXOdidCoVTBFQjg9VsZY0aFgQMwORNSDNj6O/sEMoIfjx5OenXNHAzsauD0N8IZSRt44RuIDRDwrSLgBS2q74UpTQFzj+lLg0uq4iWZyuPcYTTfirepCWYSVxYA76oKH6qTD9nllm1wg6GejPOlhpM4QkIeQf4DR2rBZB1O3n4Ocg5pUPTvLQETEMB+zz0RO0OLkqCPHChwLCUZXdQuMfh9PCgJPeQmuncaOWJ4iT7tIaSX0JIbg/jIIyOeChVEKoW0Xvy08CrKEyjm63Eu5KEIUJUhIcKKIcwMOMlBkJJ5Z3qUkJFuUw+ccgTyCp+4oEltl/Zax0jbQXwY2LiBdeA3NS7/A6sXnsHrpeaxefhErVxi3cA7ZxjIku3FfU6iUUW/UMT45RkLUQHliDNFYBaiw/YRVej4HO4vIVi+iNXcS65dewdr5F9nEC2hefAm9K68gnz/BNi/Bemx79M/LJdgIlJw1cewpJ98s54LPYWaIuP9J+FzVvipJ2Cb1wFzwMNx4OMBx/hRKiCt1RKUaEBcBi1m3A8D5ZQVYonutgQItgUl9Eq4yARQa4AMfVhqDlccY1+B9WIcrCDVERbrFGhwRleqImScijPFsDIKj31XGSMCqDJeBpAZjXtUJllMexKWQbgonFSBWvkqIi0rjYQ0o1KcRV6eApE6RWRfrQakBMlSQmQ5ckbYK4xKmk+hSMOYtAYUqjPHGdlkJ4Fh/VIbai8oNJCwX1yYD6TOGUayyHaarXLke5GUmxlVYVw0I+hhH0APXpEJhDOXKFEQii2OUkyTQ1SfY5hjzVliOMnCOGnVu1LfjHDUCNx0vvOXD3VDCGCPQ4Z2oawBvATapqaLgwOV8gpnBOYfIIkTOwUWDsBlL5J6b9gw5CQN4pLQerqyu4viJE/jhD36Ab33rW/jOd76LH//kx9CvNy6vLKNQSGhxm8LevXshEiQcPHgQ+tEYWQtFtPTjIt/97ndD+W9+85v4p3/6J+jXPs+ePQu1oTL6OJ9IoYilwiovv4iCfrFTPy4S6vjmt/C9730X3/3e9/Dtb38b//L970O/Inn27Dno305kvHm4nePNz75wQ6/ycZwEq4/qv4dvcvQRRPlFaC5dugT9aqlckSn1XWXY/U1dSV+CmYU4s2uu8gkqY2YQuVDdDz/8MPTRVn1/UP0oFApBJtU/gsqMYEb9c0GQTCKEzz33XNDXP//zPwf3++ynSKLSx2hFHelIZFDt6TuKGgPJImvdj370o/DrnP9MXf/TP/0j/vmfv4lfsE5ZDiuVSvj4pHQ+SRJeJNlRuSAXicyGfojn8mUSyNfx3LPP4ueEPg565cpl9Lq90EeRq0ajgSrrUn3lcgVxkgSyKIvrq6+9hp/+9Gfhu4Uis5dZVqRRpE1tjZBzzoVFnHOO3ed8jEL9qrdYLHJ+FRBc+uM4DnPWbKD/nOMbxptlc0IkLOdiGscRpPP7H3gA+hVZ/bKtdKR6zAyjsZTu5a9UqhChPnjgIF9GTIaPQV+8eBEaA837H/zL9/Hd734H3+RYSJff/Y6+I/kyZmkdbbVb8GwbEp5g9dCRch52qKsNvshodnro8PmTgQ8lc/ACMw3uSq7NGPkYCeNlOxj1Hp6b0rAz5iI46t1HETo5sNwCLi1mOHlxFa+fncWxc1dw5vIC5pbX0KY1VJIXY6AYO3AYYNytKA46Nj0KvMd4K21TAZ5zC3wIlwoJJsaqmG5UaAGNUE8QCOGADOZccv0A7I4fgR6eDO2cd0IDuk+34k7UuVPHB0wDumFyyiSX6yS0aStPIqnughWngLgOWAEGR3i4HLSweIgMxiwjV+QIb3Ywb1hu34LLJewNamVFPBEqVTYFBPmvwa55g297OETqQrIH9hEkgUDMtSUh5EZ0I/bbwTGPYxOCsYwj5ApBDKYFP+Pf61O64k6GY5SzF3zocR3N+j309bKYLhnbQCRHqR2l5DNmEHEbV2YH85sZHJ+hxmdSkhRQKlVR1AYeEVLuX/r9Dvppm89xfUQ1Bzkh9KMxDgU4FwMO8NYnydtAvjGL/twxErbnsHT6x1g59zOsX3kRK5dfwvyFlzB37hWsnD2BLl+yZ0tLyDskkXwukIUChQiIjZWl8O115MuzyGbPonvhGNYuvIrVi69i7eLLWL/4AlbP/QIrZ57F8unn0LzwIgnoafgmrYW9DcrRQ9hDcC9ED+vzAFgvw77XRZe6y7nHiNjfYqHI/pYDHPeU7BC88oLFiMHp6XiwOOHgaT0FdQO5AQbQmroJxVkCb9yjokh1FYiEL7CL0C9qBlB33pWAiHBF1p8AmqMC6Gc6WBbBLQzSRcz00VSl82UG5LINhHjWMfIrXvVkESCojtAO2wrly6yP/uvqVxuqQ5CfMqgOIVc9DkgNyOh6poU2mU9tSn6GQ3+GfkD1M12yqDxfHkD+AMWzndD+yC3BhzBlk4xDognpKID5HMs5tR1T4Vjq8gAAEABJREFU/oijJDi6gvF+Nsa/vXNUyo084E0RwAgNP53N0yjqZuA6j7GIgyaWrB1JIUEhLiDmhk8bYxjHmJXxZCnjXHMBPW5s9RHGY8eO4flfPA9ZCJeXlwPJuuvuu2l9uQ+HaXXbvWsXdhH33/cAnnjiaLDyiLwsLS7i5Zdfwo9+9EP84Af/gmdJMM6SDKrNAwcOhO/YyZImcqP8IoPBQvTYYzhC65qZQRt0Wcz+hcT0B8RPSEpfeOEXOHHyBPTvAfQx1j4tMpLduYibUSEOfYvjKBCLarUa5BMRUhslEqH19fXwkUeRGFkrRVB184GHmQVdST8Rb0Yzg9mNcFzcBJFBEQuRMxHCEfGskDQVePMmSTKUZyCX6hzBbFCvwuAhufR9PJES/TiKSKvkE7HR9+FENKW7Oq2ralPERx/pVJyZQfp97rlnqfMfBVL2yisvQR8XrdVruPueu/HoI48Gt0FyKf24yAUdFcslLqQZNN6vv/46fvqzn+GnP/0pLbuvYYVjXq1WcJjWugfuvx8i/mpbutT4i5CWqVP9L0qRV8n+Ci3BiwuLMP4VtZgR0qeZg7GfFBXymBkc9ZgkcZBD+oqjGI7xkXNBbyJ0GrMC563yapOYkXiFX9tiZRHHuVwqY5zW00OHDod/kfLAgw9yzHejyrGXblVO7lYUiwXsmtkF6VUQ2dYc0L+akJVVc03EUPP3Wer02PHjmJuf40Ldgc89JIduObkMQUfKB1O3n6Lbz9DNPFIuMLkNCCHYJxjvNWb0Kki/wgxuObdGyr8l6T3wesooSLcd9mN1o4tLc12cvNDDiYu8Z+bXsNRO0eVim0dFeC58Hnz45OwX3wTnKR/G3AxsrkWsDzd2Eu/VoXVhs603UadEjZyhkESoVYokhDVM1IqoJRg8NrghiH3GjVnORV01Ezxts4Edz53SgO6pO1XXTj0fYA3w/glLYU4ZuVaCawqKDbjyNKw0CUtqXGOKXFyM9x0ID5FCx/U3QC/jWIcJQFhpDLjmKl4ArsUBt+WHjpuW9cPydD3o94Tc64HhsVWeYVRwPK8DaLXkGsrNuyfChpuuccMuOOplAINjgRFCnxkGMWoD4VAoeN69i5oQ2HhwguspH0FaYXwGeD4LcpI0uQNCSEGv09RIPMULo7DcYThUrouxpINxTwDTPqqESqWOkixMiKFfDe/qh2x6TTbV4XwhKVUJPnvNHMM5sl4bXVr92kuX0Jw9TuL2UiBtnauvIFs5BWtdANqXkTWvoLsyi/WFK1ieu4KV2Stozs2iszRHw+IC+qtL6K8soLM4h425y1i7fB7Ll09j5eoZNBfPIaWVEBuXEW1cQrR+Hn75DLrzx9Gk5bF15Rj682eQrc2RZDaRUUee1lTwuQI+XwDKTUtnr9VCp91GLkLI/U2pXGZ/KyjSUoki7wfpgWoaaok+wMAjRLC/7LenXnISQM/5A84nkPzBxQD1F8JM94zLSX5Sok9CJqR0U5KeABKonGFsgg9DloHKcn561isoDNYxgmf6yB9c7hcGLtsP+ehKDoH1QAjxrD+UZXpwFU44o+QWcE0O6oAyhjBlhAge4Un81J9cZVW3xn4EOOQkjtkQni4YB/WB7QeZh32Dyl+HQdsqn5M4Zrkho15zlsspt9oF2w5gWOVV30A3jmMjGF1jH9756UbVyBXAqp2LuIkucqJUUeOGX5vfUqmIwcZ7kAvMZ2aIoohvF0oYazQwET7iOY4aN8sJrWiRc3AEhkeRE26c+aamJiGi1u/3A6locpKKiDz4wIN45uMfx9GjT+DIXUcga9M0LU4PPfQgPvXJT+HTn/502JTXSFrCR0/PnseZM2ehH16RHCJO+ifwzzzzTMgnq45IlYiFCJXKf/KTn8RdR+5CkhQwNzcHfcTzxInj2PyYZ6/HtJh9KsJFUeif6qhT7snJKUxMjAcykJCMRZFDtVbFAZJQkUJ9p6xCsqbvMep7kj3WlZFgaBPiqAeRD/VTlrBarcY2SmwrgdLMLLiqV+0pj8iaiKy+fycyqPpVbmueCZKV8XHqnPWpnHSscQIP1av8ExMTtFRNhfYWSaZlMZRMIir62OvHqXO1ofol4zjr00dhP/WpT+Hpp5+CyJnqUtnzF87jkqxzXFQ05g8+/BA+8tGP4OhTT+DwXYdRrpVgkUPCsR6jbLv27EGD9WkB0r9uOH3qFC2oJwPpdlHEug/hySeP4qOs44H77sM+Wobvu/deHH38CTz+6KM4SN3Ce1ydncWFixewtLRCkzp1fvAQDhAzu3djrD7GtawY5qdIX6lY4rjUMT4+gUZjnPO4MtSzwWwA6WlifJzW6GmO6QRqHDeNp/RiZmH+q7zI6d133YOH2M8nnngc99x9V6jPcTxVh+6N8fEGhBrnQpFksMC5MT0zFcp85CPUzdGjkG6lA805Wag17zTnNHf1a6cRdVEslRCzrJnxMegJIKO/R7Spg1aWkzApTkSQoAweJvUgZIYOhuVswtMn5EOXzrXMCrxnkAR9PojWW21cnl/E8bNX8OLxyzhxfhaL6xtISmXM7NmN3ZwzE9RpsRAjTz0fYD10Od/SNGU/DewyPjAHxQmyjNwQ2HKh6vUx0AJ3W/XEMFUpYFe9hEY5RpFlOIp8dHgEy6d5kBFicNAfPMwk1w9d+d9D6H4Q3sMm73hTkn+EO175h7TCfxP64JqpF2wI904MxBWgMAZXGocV6/BRgUaNiJtCrpm8vTzvUcg1D9199A5GV4HtGKTwupmL/rdzqmKVG7nyD3GTKKXcdouj8iNXhTf99FA/igpgMLg3XNTaCDckvksRFEZNchQsjE7GNTIlKRT6gMggSRr6XYAkB15PFooSytDVIAbIL7A+1iXfzeGY2wEWAYUi9zBjKNbqAF8gp3wZ2e9sIGuvst11QN8PRAfOOizTAnrLSNcvkdidxOL5lzB35gUsnHsJzasnwQuSPvcrvgX926SK9ZDkLeTtZbRo/Vui9W/uwinMnTuJhfOnsEz/woXTuEr3KsNzl05j6ep5NJk3ay0jTpsoW5d19VFh+4VsDaBFsrt4iuTxVaxcehWt+dOU5wqsuwzLNigvZWT7YLvor6PNetrNZeRZl92LUOAL+UK9AVTY30IJcDE15dg3GwJ0AcU4c3Qjhh0JkCFMH8aBexdECUB9wUUs4JhmIU8e7j0HJrIc0xDRjYeIGG+AEY556Cq7RovbBIwQ2mFCTrIkeBEql1DOiO0QjAdJFJgHlBDGegNYJwybhyomVF/OSM80U/7tUFnqAYL6FRdgccJqYwz6h+uO3AMZK83oyTKPLM8pO9cQxoNtDMqwLPuuMLOGdGZHyILBMYhnXRSO1WCQbkxUP9gn9TvUobCgNGMLhkFFdJn7nZzOsY4B6FFNlKpWreGee+4Nm/TPfe5zeOYTn8C93KxPTU0jSQqhcaMYLorCx/G02X3y6adI2D4D/XKirCJj4ftZMbRxVl4zQ5zEECE6ePAgREBE/J48+iRESD7zmc/ic5/7LETm9NE8WfdK3CBrkyxiJEL3CZK5X/rCL+EzJIYf/ejHcJREQnV89KMfhcjL5yirSJ+sWyJpIkOFQiEQuL0kGrJ4iRB+lu0o/9EnnwxyPPb44yQlT0Kb9yefehIPkJgqvz5mqA2//I/SAvbZz34WIqb333c/RFSLvIGqlWr4OKvqVtuSX9/1k8xlvn2JqCNhfHwcd9P6qY99qm25R44cQaPRgNKlehG9SZLqe+65B08//TQ+85nPUKefDh8VPXz4cMirPNKL+nf06FGoLunvrrvuCiRbdY0e9tK98kqXkunJJ5/c7KfqHulL9Yj4qK8xrbuSW2Hp/JlnPgH94Ina+djHPoYn2KbqeeYTz+DTn/s0PkN85GNP474H78HM7kkUywUUuOmdmJlk3AP45Kc/hc9+/vP4xCc/Qf0+jaNHH8dREqunn34Kn1QdHMuPs95HHnoI+0gEJqmPA/v24fFHHsEnP/4MPsd58clnPkl9fARPPPEknnzqKdb1aXz+C7+MX/rlX2H/P4P7H3wofESzTEJRrdRIFA/j8ceP4hOf/gw+xpcDR+46gsb4GAqFmHMwQq1Wwf59e6mLo9B8eOaZj+Ohhx8OpFmEXnP0EK2Wz7DsL/3SL0Hz5SMfeRqyok7PTJNYFyAd7d27J7x4kC6VV+kav0KxyDZqOHBgP+V4jDJ+Ep/97Gd4bzzDsTzKMo/gkUcfxuNPPIanqAfNuXt0f01Ps95SuGc87y+Rwb4Bbd47a1wdVmkdbKYZuvRn0G1o8Ezz9F93sqziBBhXFz5UsYkQe3329yCkVnPKRX6HFondSquJ2eVlXF5cIBlcQ5/y1RpV7Ns7g/17JjA1UUSpwP6xr/1ujn4v5+JvvFdimIvwgTw4VuwiYCOPg3mDPg5a4pvammWYLnrsqkYYJxssOnB5N2Y36GBWsAAAaQtQ7AAW/FCGmyCkDorg3Tr0MkMYrS3vRjujuu+0+2ayqr03y/OvNX3Ud7m3wtZxv1UexX8QdWRBKF5dDERFWgfriPU9n2oDns/vlGtJFjkIPorgY645EcF7U7daKH7TizFWoPO2Tm4YMbppR64q2upnWMFt4BaNCW9wjvKHLAwYwfUVluIaMnhH8PkQJGFXlEvAbRyDfLpuhworTu5bANvfnlv6N/NwyOAoe0xCFeUdoNuCb2/Ad0h29LFRvnSHSOFtN8uMm0pUw47rK+eHrDhJCYUa9wpjY3xxUOAIZUg7a8g2FgB9JLNDN10EsnnKcRn5+hn05l9H58qL6Fx+CZ2548GS59uLiPobSEi8krxPIpgj4TMgzjowEjN0luBbi8jW59BbvYru0hV0Fi4Ht79ylfHz5J7LQGcdSNuwvEtC3Ic+SRJTHxGtf67fhIhfTstjb+U0mnPHsC5r4dVj8GvnQZMhHyUrVOsqkJEEdpfQZh/arSX0KZtegCTlCuLaOFBpAIUqQAJkcPzTdQCjdgYADyPAGAB6zo0QSIRj3ABmhhDF7Izhcw4YuREGfjo3nDaMkWvU/jCIQVtymMK6uUligDUZa3V0nVylAaEhk8sL7+1QlkGdGvawVnEKMBWC4t8QysTOmBl43jKrmQE8WXWQPLiSL4AJGByD+FF45AKhOIM8MTq2+gdximFfMXAtuEwJhem+w1M1hypVn+qSssbHx/EkydZ/+I+/hq/+/lfxm7/xmySHHw3WGhGMXFplZlljqjWSR25mf/mX/13I9+UvfQn6Vw4iTLISOg2UMTNPR8VUSJKOHD4UNsf6pcmvfvX38bX/9DX87u/+Ln7lV3+V7T6JA/v3cWNcZonBKbP2XhK6o08cZZ5fwW//zu9Av86oX4z8kz/5E8j96le/il/7tV8L5FLkSRbIQqEAtS/UKKc2+SJ9//E//kf83u/9bvjVyq/94R+G8n/yJ38cfv3y17/yFTzz8Y/hbhIsEQNZn+46cjfJyyfDr1N+henq34H9B2A5PigAABAASURBVFAqlyB97KaVSqTqi1/8In7jN34Dv/zLvxy+ayZyIAJXJEFQHpFG/Vrmb/7mb4ZfvRThmqIFNCYJk96VV1a7J554Ivyqpn59Ur+OefToUai80pVPZEQWw8+TaKk99VskWO2pr7K8yjJpZlDdakPpalt61i+q/iH7/Vu/9VuBdMoKKTKouqVxlVEb+0jMPkay9kXq9Q+Gv9Cpcn/4R3+Ir/3R1/Bbv/Pb+MK/+wIeO/oY9u7bjWqthKQQ8Q1bGXv278UTJFH/gfPhd7/6e/hPX/tP+EOW0Vj9yf/3J/ijP/5D/C7H4D/8h3+Pj5L8HiEBGxuro8CXAOPjE7j37nsgIvjlL34Zf/DVP8Af/dEfc8z/iGW+il//jd/Cl3/9N/Fbv/27+OKXvoKPfuSjOHTgIGp8kaFxf5AE8XOf/wJ+g/m++MUv4dHHHqMlcIpjVUCBFrgGX1bcfc/d+NznP4cvf/nLYd7oRcb+/fvRGGuQ7E9Dv2yq8ZS+fu3X/iPb+Aj2kgCWOX81DmONOlTHZz7zKc6L38KXvvRFHKVlew8tXMViIeh9fLzBFyv3kBB+iu18ifPt9/GfONe/+gdfpfsH7M/X6P4nfOXXfx1Pf/Sj2MM5XuYCrTEExy7nItQH0IJhNc2xTIvzeq+PDv0iVjnjN1ce5jOFr0NYepgi+jhCzvB7fWppJ9QnQrJ3aO1s9ftokhx2DXDFBPWxKnU/hsnxEuoVh2IMru0G+Ii9ihC7Al9IJYj0AGA973UvbmjPhjFyNzH0mGPiwB9xvSxyQ1azFBOxx1QRGIuBInNEhHKxgxxKbs1sAIXBi10HxdwIFkQ4RsO93Q2Jb/+idWGEETl4+7VdX3JU77vpXt/izUNv1P7NS/zriX2jvo/SRuM+Ct/K/aBoxSQI7wMjqzCuItBmPy7BijUkdb64HJuAFSrIo4hwAT6mKziuVUJYY1TTzQAeN4sfxTH5zU6uCzfqkcsd5R7E0886GAy3+Mhl1M0ThhkkQcizecm5igzXfxMJHCFHbgKQM28wtNAdVkPfG5zMRPFxI7h+vUGxN0yS4AIzsXrKrGsOo8wRUpIKgsQIvSZECBEIYRfBSkirzEAYFn7TU/USQXg1qLWaC7LmCAmhq9VRHBtDQutZHHnktBCm6/PIVmchqx8ZINCZRb52Fr2FY2jPvozu7EtI6XfrF1Hor6BEq1wRPRRIBiM+52JaGgNICBNa64p8qpetjRLazL+BqLMKo/VObiHdQBldVKMUlThHOcqRuJz2oSzowOlXTWkdNRLCKF1F3F+Aa18mET1Lg+Gr0A/P9BZPw7euUDdLHNwV+P4iup05dFrz6LaXkLIsOPaO+xlXIxkMP5LCPbc+nshWjPfMAMOr1AQdHA86zjmOi6OPJ1W5OUGVjzCzUEsEuZ61CaB7DYabH7z1wOKEEQgAj9Cmi2FsG2AaXQvhGAh7Aspjhs1DFQlbopRsZuAZskn04LmdiwE8sf1QXRHbiSOHSKDfCDDBjCUID7osKNfMYGaAuU21YRAEiwewa1AVHtjMM/AzI+PAAkbIFeQX8A4PanBbDWy1WCxiZnqGpOjuQGwefvghHKJVb3xinFaWhGJYuPdghkKxxM32DO6j1eyxRx+DNtKyAFarVTj2Sgtbxs2fPu6VciKzyMB6ws33gw88QKvPE2Ej/cgjD+NuWtBEfFQ2clRWuGE5kcyhSKIwMTEB1f3Qgw/iSVq7nn76aTz9FK1OJIoP0cI0Ki/yJ1Kj9kdIkiRY0ES4lO9hWqCOsg5Z6p586skgx6OPPhKsQMpT56IQs4ysPfro6pEjhwffTWTbIg4iHmoj4gNF7anM/fffH/KIYCks8qD21bbI5V5u+O+9996QRzLo+3KySCmP9LS1LhE+kbhRXcpnJr17iOjqu5VK07+gUN9Vt/RmZgi65kZbpFCQnFMknodpZXxE/T56NIyr2pA+RSRVp2aCmUFySGb1UaTwXhL+xx57FNLX0SeP4nESH7V7n/4P4+GDmKY1sEJyHHMG84RI1xgtfftoIbuf+nqUFtjHSXKfYLtHWVYQ6RUhvofW0D379qDG/BEJPCIHV0hQGRuD2tZ3C/XLoE8efQpHnzgavqt4H+faPXffiwcffIR4CIcOHcbU5BRKJGJFzpOZXbtwz733kQg+jocefhT7DxzAWGMMEYk3eHvFUYJxvvTQGDzCeSf9HTlyBCL/Gu8yHwSqQ8TyMZLJB9hPjXmVczqKHCKOeZnWyClacw+RyD740IPh+4L7+SJDOovjSLcG4jgJFvF9tEZq3B9//DHO2yfw1FNHiScDpIcHqSPlqYU5F8OkRAP0gE7pdnhPrmce6/0Mg4+N5nw8gj0x5NDBDHICLMSHGJZVLoRcyqnYEULm9/SiliUFtyOU3yOjfLmjdOaR8o1nu9vE2toS1lZWsbHWQbebw8FQJUkeq4/zJVGFuo+Dflj0PZX9lo1dJ8gwMHRA2R3ABzn4YDdMliLMlB0maR2kkTB8I8AxfZTdUw+eo8c9LGOvnaP0azFv0effYv5bZNcadYukm0Yr/4hI3DTDtkizd9zTbTW+d0H19e3gbUh4R4qYDXRtds01G/i3N2BmcHwemxnMrgHbjlH/t0W/T0HJ6SivY/uERYAl8EkZMa0hgnEN93GCjH3L2K+M91/GTbLWJN2Dum08DLgl8AaHyr1B8maS3/Td1KPkm+Gmma9FGmU2BjefBuybCAAsg1zPfg7AFYdp1/oLrkB4fw8JLgkolxHcCfI5AEQ+JfpwaQfWawG9NgYfG00ptJSkQm+G7fmMZTk/fMyCRFwEyjUkJElFGhESvZWkhS7fWEa2dhVkXEB3DnnrEtqLJ7Ex9zo6tBBmiydgq+cQta+imK6h6En0fBeJ7yPmsy2mFTOhm+Q9JDnT0EIRbRLHNookiIW0iULaCiiSNJZYtkRCWbQUCceMs5QEK4PLCVoanYgmraVxznLZKpI+LZJsO1+9gO7CafLW4+jPnYRfvwR0riJrzqK9IUJIMthbh7HOmPulUp3Etz4BFOuAse98Whlu8scJwqGgrqQ/DzPmIVgIm4fJpwuhNIKaDWPnOKuEwXwEmCMAtzhYFCNcy2KMMwZVq1xilCm4jJfLHGAS5A9QBBHiMIjG2ziG5beXDNG8qCmnC2EY/IHuAFQdRscobRD2A2eQ0wAWBx2MDqUPIO2pHqXeDKMSb9+lBq8VDs2FdgwWORKPJHzcssYbo8INf7GQQJthM4PE4iWES9yEj9VraHDT3Riro1IpI+Hm28ygDYGgDnFOsIiFh4sIh0jOGDf+IkvyF0gIIrYLHrJCDh4wGNbBbSQJIqtEibI0WE4EscGNfY1tS4aIG3UzycYKtp1mFmSNKZfaUXsiBZNTk5S7QetWDapDcjs+IEBhPd86mTnqoYBypQp9N7JCt0gSrHoM/DNA+dUflRdpkL7kNzPoGKWLICpN/ZU/1DHMo3xmRhIRBzmkF/VPeSWvmZGEBy2Gfqh+pTVIpJS3UqkEOdWW9IZth9mgbsmncspfLBYhubfqzcxgZqFPqivhmKutSqUGlRsbGyehr6PETXohKSByCViC2uL4IANIPiJzSGLqjA/cKudOvd4IhK/OMatyAarU6ihXqW/KnHDuONYDkig4Qzhy9pNjHfFhrXZq9To03mN0q+UqCWeBekpIEEoYq9VQJ6p805VEDhFlLxbKHKsxNBoTGG+MM30M5WIFZhFC1ZTWcYylgwbn7Dh1WGMdMecGi8O5CEmhyLlfQ50Ww2q1jkKxQNH48KRcjmWVNykUEHRDXUivqq/AODMufcyXc/H2Pofy6zu4ytNgWxMTk5icnILc0dhpHBz7r/ZHgCFotMuW2xS8Tctgj8SQ71c4F8BeDOTxbIsB5lJccBhkYVUQgp7XEegN5yi81Q0J78Jl1EbOunPqw6MQA9VihAZRdR58dYml2as4e+oMTp48jQsXZrG22oE2BA1aDKdnxjnvyiyrfjE/a3p/TrYdnoxv0DqzaICM4yIkzF9nh2fqZUxXShgrRCg58NELqDcIhwoBegnAZ+/AZbxiBXrf+LytTG9cxRulmhnM7I2yXJemOal1X5BfuC7DMGBmoV6zd88dNnXHHfXpnWKknzsu3G1UaGYhl5ndMAYhgRezG9PMbh3HIpz6W9YlRbwvkIyOjxQHGIGILuEKiItVFLjpj/VMiEu812LoUwt9rrEZ4Xm/ejMICIfx+lbA7O/4HLX3dt3tAmiBuBWU91btKO19gMRhsxwFyDuAh5EMCSAhQsonIy1lINHiysncfgg6W08VDmGlyyNXkF+JI3CeuATg/IiqDRRpRS7x2e6QI++so786N7ASrl9FvnyB3PAEcRK9pYvISbass4Ko3yQB7CAO5DUjgRVyOD4LnPYClN8xzZEoOt+DYz8iyh8zfhN8XRqFPBkc4x3L2RAOnjrwjBdy1p8SfSQkkAnJYdRfpSyzaM6exNql15HNnUK+dB7d5YvorlxFr8V0ktNCoYQK92WVsUkURAiTCpXBvus+ocYtAGzLwCZx3eEZEujc9GSRm8YzUkkjMPgOzlEtW9wtXoqPTeDWh4rcOvXtp0g9b4a3V7sk3oq3V8utSvEOGCVxEafXqEVzDtrEDmCItFEFmILrDjNjmkNEIibEMf1xxLCDixzAdBdFqNCyou+xyfo3PT2Fer0OkZGYG3C32ZbBsR0YhofUOZiL8nkt1LwpNDmVL04iFEhWityoazM9qstsswJsPUYPbjMjmYhDWW3eC0mCQlJAksSUOwoyqH61mXHnrQe2mUMcxSyXME8MYxgwsCroMDNc64cLftzkUB7pSZBfWUZyyS8ovlAoUJ4kQP1SfjO1Z6FuhQXlTZJBvlFYrkiKyK50LiukiKXqNDP2Ib6uXtUhmA3qNzPokFxyBTNDxHGN4wRxUkAcFyhHAlgMQEsUHQ1MoC8ZAxm0kDumRS6G8icsF1FWJz3Tld9YH1yE3BxylsjZTmbgcpgTHj4ymPIXWAfdAvMmzBuz3tgZCpHj2EUoJg5MBoMBjnUZZYuihG0TUYyIZY2LnfcO3hvMjGkREsoixCxsZhgcDswAOAdjO45gBMtxPnrKRYCHM0PE+R1zHg+QhPpi6krxzrE885gZq3NwLmKbCYoc31KxiBJJZ5E6iJUPxvpVN8LBIowB9QKQB0L/d1C/MNrXnGT7Gh86zKsymq30htM4EkafQCfUIr+g8BtB9QhvlOdtphnr5VtpF+UolSPMTFRxZPc47t3VwMFqAdWsh87yCq5ensfFi/OYnVvE2sYG+5+B7wxIzh3vWaMOWQ/ej0PtCqO2t/oVZ7oMoTTNaD7QOZNj9rtajDFVq2KyVkKd86PInI7QaIEjphIDGPts8JwAuh/kelYtMPv7cppRALZsZjAz+igxJ58fIkRsuWyPV3hL8ht6zSy0Yfb23Tds4F1IHPVP7luFxNlaRuH3E2Y31/usMN2GAAAQAElEQVTNZDK7lvdm6e9vnGTjHcY1FxYBRj+fG+ZiJMUyipUaRAojksLcJVxjDWl42ZYDvBHNWB47xwdRA54rZE4S5bMuAikkqQKJExgPDd4m3qr0BkQJUKjAKhMoj82gTEuhns95p4nOyhxaVy+gd+UUOpdP0vB2BunKLKyzhjjtIWH7MZ9z3GHA6DfKcUtw7TTuZ22UT2HlFzj/BrPVc8aCGLjG7rB6hsH6tyMnMUwHxDBdh2/Oobt4Dq3Lx9G6+DpalLm9dAX95gb3GY7zv4Hq2DTK9Um4UgNAiYgJx7qNRBABCIfxuhUM7pwfEA1oXO6cKG7rw4hzEpwNMDMYN6kwQIQoTTMEix14eGJ4mhnMLITy3CMLCypvV+ZRdBQ5buaKEBHUD7U88uijuO/++7Fnzx7GawKCZTKk4eONOf05J6vnLcEKWKvqUO0GUwhM4Mk0nozYPM0MZgNsRm7x5LT0jaD+OvbNuYg5/KBf7LjiGXFdPRktPCnfpqjsKD0IoYyUJDiw4CiPkDH/CAqrnFxhe7zSBKUJqshRNjODmSkYoDzymBmULoCH4gV6N08RE1md9BHIhx9+OPxojj4aqbiI5EX5BTMLbZgNXNVpNvCrMuURco6rXCFnglTvYey9oKWPkQyBC5sH5wk3wCn6vPaIlCleGegqxzVkjBVSuj2iyxydoSu/oI9Lkr8xlicb95xfnCTh7dhg6QL9QzALxadkbIN5M7IoDh9YLVOGp0QJO2vKTr/6JHDS8QwRw4ysgIu1z9IwN/VLY/mWyrzSQn89q2c5ljIzjs0IEaTrEczU3iBfKMH5hhsOH+YiBQl9sGE6JeFmBej2c3T6GUQIVVzY7Bwz6632sAgdRqiW0FcG5Zez6UqW7QgZ3sUL27McUewxNlbE/j0TePDQbjxG3DNZx1TsEPVStNe7WFsj1tvodjtUB9+iRin1mVG/GeWTRui8H6fdrFFFCsM0DQznx+Bhn1HjGWL2u1aISQYrmKgUUY2BArNHBDsIcH3yLKeeXQdWmw/hlfd9gBkFGLYbZKSsWsf6fd7jXLdTYqtfaULOfMKwaHBUPni2XRSvvHcKqm8rtjVHlfvrsD39dsNmg/t61Nbtltuab1R2u7s1z7vl396mwqMxkF/QWN4KW/O+WzK+7Xo1bc0BI4B+wkgIHa0jhVIVpXIdSbEKb9cIYa5nDG82FcfO8QHUgO7dnPdvymdzl8bBDsCXibwgMBgNnFgTth8cVIywPW0YNhbmXEDMvWm5gXJjBtX6OApxDOt10FtZwPrsOaydO4b1S8eQLl6Aay2hkHVQdjnKkaHoDDHb4caaexN/S4TnA9d8G4Idovg+QLuqQTxCWN0R9EEaSsg4sN7t8Gw3Rdn1oe8mFmgppLBoXqGl8NyraF46ic7iLNJ2CxHvgWp9CvXxXShUJ4CoQokTwgDeI+C+wejbPD19W8HgznlnNHAnajHuMu5EPaqD81Y32AAAR503hZnBmYMJ0MH4LY68gGkOE4OynpugERgJMF2Wl0ZjHPrF0o8/80z4ARP9IuhWgmJmGBxqQwBLEow3MzgSpBHMHIBhfmblvcSmBu3jDQ7PjHp4yVW2QX2GgetgvImdGXgCBghmBjOmEZ7+QIhZD8LhYTZIH9Uh10xxAyib2hPkH8FskG5mGJUBD+UT6L3lqfQRlMnM5GzCzCCd6/uC+gGbz33uc0Hn+p6aSHmRVim1qTpUyMyG/Ri4StsKM+M8MDCTZsZ1yBFmy3VxivEkShnR5xu7lG7KfNkW9OnvESO3Q3+baAZ4NGFom0OX495zhozNB1LoAGN4IB8Gh6czRBga+RkVmSGKHGXH4GA8pycoEoIr4ZliUB6CbTnWrY8nKoMn+cu5oc2Iga6Y05QvgnMOZg7wFAzGPwdjeASwTgwP5R3BzODZ+ACefoL5KBqvgAFwzMOTPoQweCi9z0uHGxVZCFO65OhMoQi8MonXwRlECiWNEWxPfkVuzYTrAsw3OrfGb/WP0t+Jq/qodL7VBbJg0Z2sl7B/qoK7d9Vw90wD+ycamB5roF5toFQegzZsif7VTeJgTjOqF2aTtCa8E2neelnJPyolvzAKb3eV5qn5HOHjPnwtElmGEvtRLyWoJ1H4uGjCYo7QcHgNaJjAGlNTFPt6ze+ZbwR63/Mz40uubreLdruNVqsVoH+to/9tOoL+zc7IrzzKq3+7I7Ko8p79M9O8vF58xStdedXGnUKn04GgelW/2lHLI1f+dwrVpXVCfXw7cks2lZV8guoSVO8I71TGW5VX/UpTe2pbxF59kM40fhu0zr8ZNAfUB5VVHaM6Va9gduN4K/7dh9oVdIdFbI6ubXG5IbakiKRURURCaFEJ3riNv26tVPkRWMXO+R5rQCve9iY1HloXM75D6yOlhdAT8Npl5AhMScwJ2w/WpaLC9qTrwsqgeZIAcRXF2iRqtKBVaU0uRg55t4nu6jw6C5fQX7wEay4g6qxh8DHRPgpkbFzm4eC5/t8mtC4KKjN0uTlgJ1leYQ/WtQXbw0BId3xixNzgxPqOYtZC3F+DkaymK1fQXaBVc+ky0uYKrYg5SqUaaiS7tcY0LOELEb6eTFlLxvnv6UKH54VhCCFOumFcOLf6Q8TO5X3SwJ0eiS2E8FqPzAxmBsfN7whmBvAMwOjwuI4oMY+yjB4MIif6uOJ9992LZz7+8fAvFPSLkHfffRetBNz0FQqIoii0Y+ZgZjBVLTdAccRQDnMGRiPMVeZTOyPowSY/o687FbcVZqpjAMf6osgg12wQZwACGI75ZiiKI5gpBtf3FYCx/Eg/ctWXERQ2G5QDDzML9ZgZlDaCmWF0jOQcheUqTq4gf8bNmfqqsJmFOuVXmpkFfU5OTkIkcEQIjx49Cv1AS7lcDm2Dh/LTCeXNBvWYXe+OZHTGMWAaqHmV46jTywWYi5DqAIy+sCRxu5+g5yO0yeJadFtcHpsAiR6wTneVxVbIEBfJCBeI+R4wR1ztGma7DlfpLqQRlll2hfWuskzTgE4M9IqGftGhHxtSB8iCqO9+CBnrJX8D11BEzJskRl2ANQAUDhRs+LzwzMPMjLbQL42vw6iP6p/0KzALpIMoiliXwHzOwcwGgDHLdjBqy2lmMBMg7bFtz3mEIJIfxITcjnliZ4joGgaH5jlVhT493RTosKM01ofygxw3XpmVtSLgutSwsCtmVLv87xXYpgQT8VEHMo/YHMocy8ZYhF0ihPv24eChgzhE7Nu/D9O7dqHaGANf4aOTGZq9LHxsVv/v58bOvVf9YCfYlWutMSC9BjCWyZLNSPwdXyqIEMaceNoolDlnq0mEcuyQsFgEkDCCc5KFOGl5ZVEjNHYGQFAs3pVD8/xW0NzXOiOyIoIgYqD/Qar/X3rlyhVcunQp4OLFizh//jz0/zRHuHDhQkibnZ2F/uem/s/m6upqIJEiHKpTdY/all/kUXnUxvz8fCinsjeD0ke4WfooTnnU9tLSEkRWRXLUF7U/IjDq50gOuberaOWV3CJDIkVqQ22pzREU3opRvFzFq6/Ly8uQbqUXyTSS53bl2JpPMt0MW/OM/GpHkC6kE8kgWSTb5cuXw5iePXsW+n+po3Hd6mrMNfaaCyqj/o90LJ1INyNZRm2+P67uIcemw90GGN0APiBcAVGxirhUhyVlIEqYznjedxbuZ957PLFzfKA0oGcm+PTMSQIzWgZzfY+QJAjgA5LxGK6gtxTabpnCBCVyvuQRvCsiqkygQtJUn5hBmS8qHV8aZL0++p0WcsKxbUt78D1uYNI+13MPzjA4eKima7J41r0djOKpfMYLT4Z4DrOZXAavOxmnfAKbuFY9MynO+OLRfB8mkpy24fuSs4ms3USfL/M89w/FYh3VsV2oje+ldXAacCVknO/93OiC+xMDhtLjhkNpN0TeZsSo7Mi9zWI72YIGpLWbISTewYvz2owQnAlhjiFMBoPZANoQCxgdnJScP4ABYB5sHgaj33hVtNGvcgWSvsb4OPbu3Yv9+w+Ej4vKaiiyqHTBzGA2AD0wltVpZjAjYApuglHBH2Ilj+QPMTe/mBnUjoCbHExGANPMVKvB0TUzxrstfgMgIBzymekKmFmA2jAb+LHtMBvEm9lmipkF2aIogmB2LQ1bDjML9ZvZZqzGbjMw9Kh9ET99f3D//v3U+X7oe4TVahXSudoYZg2OmW3Wa3a9P2TgxQIM+nPyS998GxU2vowFl0Fu8bkkF9BHET0ro+PK2LACVuCwkAOzXK8vdoCzG8DxpRyvzqV4+Uo/4JUrPbxypUu08epsG8cWOji5kuJM0+N8D7iUAXMc5yUD/v/s/feTJUeW34l+T8QVqWVpDS0bjRac6dFD0nZtzbh85NvlI21tfyFt909bPu5bW5I75CiSM601uqFlASgUSldlZaWWV8T7fjxuZN7MyixUFQoFoIHI+Iar48ePi/Dwb/i9NxdswIqxbmx41txU12UWLluJOHUsh0nhdNwESRb1hC1b0zUKbR/b/tiKDEWEaMsE+yPKOKWDPP1Ikb1LFd8LbjlhH8isO0v+QoSB+nxKh5vMVMJ1cmjD9V9rdbVutEyqCt+AheNvOx1/W9xdR5R2lOL9/jLm01+tE/s6mdprba0sbWh5pa11V7Q2MqDpYwd06tHjeuzJk3rk8WM6fPyAX9I2tew8M2uFbi63tWxh+CR1B5/epvvR0Fdy8oaV9FAUHmeFMr+ZCC9YeDjXs66GGplGBmoJEEMIYZZyFTyB7bPra3mWKaW/vKK99N3/lV1ISABzBkATYRbvAD/Az6IekgBpgeC9//77evPNN/Wb3/xGv/jFL/STn/xEP/rRj/TjH/94B4gHP/3pT/XLX/5SL730kl577TW99dZbQge60AmJogzKgpTMz88nEvL222/rlVde0W9/+1u9/PLLCfgrVHH9bpWGi3246Hj11Vf1+uuvp7Lfffddffjhh4moQsYgn9hQEbF2uy3qvhdop91AjvyQXvTSNthE+dQZGyoQX4E4/Nj3xhtv6OzZs7pqgk1b0w70S8S99zb5dttYhUkDVRjbaXvKpC8ggOfOndvqX/rvBz/4gf7+7/8+4fvf/74IVy79Tv8yDn7961+nvqKdaWMIJPWhPyGa9G9/2ZUNn7nL7eR5oyyH9uSeyh3suVlNqg+qPjSmxvCYojEkmSAqcq+BojcWUKI0L+vr4yG2AO0O+ookCHpRhV+4dU182p01tUx8uiaGSt8j9CIjPTW7luzL4NDWuRUdW1HbHuI8BqKu8A5hNjSh+vghjR44rpGpI6oNjjt+wOK5Mq4Rqhm5/fLcX/jhVPBmekcZ6NwbxO41wFI8OnejL8HFagvIOc2nPHod8oLBz5/CLyUL7PK9UKim3LuBoxNHNHHglAbGjiia41JACF1nr+FkFH6R70jJmm6HPuGIMt3laTdSSi89+b++3G0L3E2r3Y3M3ZTHuO6T26k2PCgi0jXJVeTwJgAAEABJREFUeGypGusRjgeWITGiF8Z1nENEG+GFda5ava4GPwDTqCs3+YkIVUdEOIeM0tW+R1W65Cy++MycJwWUDm6A5Om7RIRtyBIiQjsOq6ReKc5JPrd0E1eGw3GZfCWKe78PVpBity8RsR3o80WEIqIvRimcedepQkSkOPUdEWVcv0yVTH0B4YhSDj+ytDNgpxPgjyhlIkoX2bsFLZA5X+YMkEGQyXo82XRVNzGrac2TympR03K3JnYBr6x2dH5hU2dnNvT21TW9eWFVr5xb0ktnF/Tr9xaT+9L7c/rNh7PGTf3mo5v67cezevXSvF6/uqK3vYV4dqGjD0wOz69Jlzek2ba0bOa37oX3BoTQbI/dwm7IIZVjdHe3WCacmjnVYq5BYR9CoHyA4IuINE6yLFcECDlKYWk6vfDDqPCASSDuNmjfI8Kt5b4OQ/ZLof0ObHE1tWlPSQgLE8JC5oSuhfPtnnAJ76fstnjnT2X3u7cJPdCIsH3hsSHv9q0vb2p2ZkFXry/r+q2OVjpSY7Su6SOjOnpiQkeOjWp0oqmNbujq/KYuzKzqyq1VLay21LIsbU9f6KEe7ojU1xSKHzfKwUbQYyISuiaFHUW3rdwP5WYujQ7WNT7U0OhArsGafLdImeQeKAzLB35UMcoccGx5Jb4QB2Hc+4JV0GYV0FH5u76HOr1PHUBK2EljtwiiAImD0LHw/9nPfpZI4H/7b/9N/+W//JeEv/mbv0ku4f/6X//rDj9ykIgf/vCHgkBAECFB7DSxo1QRBkgZxARSAlmCkJAHEtIP4ipASip/JUNZFYiDrFIudv/85z9P5JTyqRM2QOawg4+5YgOksGoH2oT2qdoJtwLxyEIq0QMZghxhT0WiKL8C8YBwZR/2Y9OrJq3nvROHLtqeMiJCEYH3jsCOCvsJ9qfjx252YyFs7PJWZBYiS1th/9/+7d/qr/7qr/SXf/mXCfgr/PVf/7VIp6//7u/+LhFF6kaf0Qb0H8SQ3UN2DCGetOV+9j3oeOqYUCn2nFN6aU/uON+MzLvsBjYGvQM0qvrQuKI+pMKEsPAOkJwHmwvfF9yRImup5DO4orzCZ6D+S63Sk5ZAfyVoK8Jdp7TV9g5dq7Wmou03zewSJmLop6af0en5QPYt2OP5mdzAIeso59vST6z1MwbyAY+JYcmEKcYOaABCePCEhscPqjk46rVsUzWvDxpG3WtZ/BnjxvMoc0ipKdLQCQf2g/a4z5EVF+C8t517xTvOp0WpSdfDtqPghT019HjP84YafukxPDqtqUMnNXbwtPLhA1JtREU0VaihiLpRMzLnL7VZ4R7nndIQ3yfd7UPq17i3FtinNXcouRuZHRnuEHDv96UynlKQIgyfHiGcKZZL4eGDS2QolE4PbJ9KkORY9R+EsyyUZ5kyI4IY7TyI6sfO1DuGIkIRsSWTHgq++XGJjIiUHlG6xG8h1aeseCBsVK69vTOc317nl0J3c0TcnRy6IkIR2yBuNyK20yNid/KOcERs6aO9QcR2XETp35HpEwLh9AqSfdYho/DS1tOPyWCmZd/0NzfauryyrvPzKzp7fUFvXJjRy+9f0UvvnNdv3vlIL589r9c+uKQ3PrquNz+a2YnzDp+/rlfPXdVvP7iol97/WL9+/6J+/cF1/ebcLb388bzeurKgD2eXdWV5TfObm1p1P2/YnJZHctvwBpQJk+c0+aBbgb2eIaXoGoXNNoQMo7kEoQTXKSIs04PCksAOY6WwlMtk/JRBR+DZAnJ7Ay2xpS+2hHgsWWsKo81Wpjp0HAMBXG9LYMMkuHwBuZ3XIvd2UsC+OdAL9hW474RwvTPePnZCG2st3bq1pEtXb+mcif/5a6smfhu6tbKphbVN3Vpa09XZFX10ZVHvXbips5du6sL1Rc2tbGjTDeDmv287Pn3GqgHDqnrwuC+HVqHwYiTzWMij8KKh0AC7gyaEIwY7hU2P0TzlLNzlXbeK5OFWXST1dNrd8j2ACkegTelIY9c+5gWQe1FDHCSNj1xCmtjNgkyx2Acs+Nn9etUkhh0xdv0A/goQLggkO2CQDIgkRBA9gPzvvPOOIGOUxeIJ0gApY2fpgw8+EPqrfOT91a9+pd0gvsLutN1h7KZs6gBJxCUvNkJe2LWEkGEH9rhZ0hkRiiiRInyhjZCBvLFDWNkMKaS+1K/fpQ2ruN11qsgTOtitg6yh38WkcnFBFYf/XhGxbT82Q9IgguxMUn9IKW0CaBPspf3px6pPcelndm8BftKRow7koc3RBQgzfhhHvFyAXN2r3Z9a3reWb8FSTeVn7vGzSiB8B0IKvUuY10cUdqPWdJLjSd/Kg4rgcg8g8z2Ify16jy1A+/qZ7ZdtnWJDnc6GikQEW55POyV6nV9o+8lauJRt0KfAkX1n4ful8NgoTI4K75wpG5S30uQtQuWTRzQ8fVQDJlXKmuqm8ZS7hJrhSd3Ki6512k0q7XWC7ghxIIjbQwpyAY7rOfZtn8T1YyuFdgEddYquOt1CHdvJ+B4cPaCxyaManjqu2vgRqTkpZbwIaSrCdUjIrSk+AU7+xHMvHZ+Y6WuBT2iBvVqVuE/Idk/JHsl98nfQvmfSnpF9+ipvkitvzirq7tzq7ro76b2l0FFhb4n+2GRqfwR+RxbyBf/vDIr7qknhduhG5o2eujY9iaw6vFRIt9qFrq60de7mit69PKs3z18z8buoV8+e06vvntUb772rd98/q48unNO165c1d+u6FuZnEhbnZrQ4dzNhfvamZq5fE2+Zz507r3fe/0BvvPuedbynV957X69+8JHe+PiS3r12U+cXVnXNTOmWCdOia7PqLoIcbnhUt+xnfrZ58irdkHjWl34bHA7vOB23I7x3gGxg79T7jS2SmeQufOn2AUJoji12Cdkd66RKWcAPL1/v8cRyQDbc3SD+M0Lh+98Pp04ntLHR1cLSui7fmNfZCzf09sfglt4+P2/M6o0PZzx2GD+X9dZHVxMhvHRzQfM9Qtj1w85PfhtKawF7H8q5R1mu11bRRZGGGI/Vmglh3Z7BRqaRwYaGTQib9Ux5VrivuyqoA7Bc+H6KCEVPEW6FrKcz7BLXE7nduVNiLy2CPihcdpHyR4RqtZoiQhAGdszYNYIsQJx+9KMfCTIFyYEYkMbOYfW9sfn5ebGbCNjlIx6yB+lg9+yDDz4QJALyAFHAfe+99wRZYFcOslARrLW1NaGP/OyaQVqQxQX4AX6IHCAM+QDYBiiTMOmUjd2UCyGD+LBTR71++tOfJqIJucFW7MeGiphFhLLey8vCbY+tAD+gvSA81B1SB7HE7sqGyo7KxaYK7IYyv9FekGHIaKVbfQfl9AXv6EV2N8gQUfYtbYuNEHL6AvJGe9DPkEHaCdtpf9oCkgyBxCUvoK6kIYP9tBt50MmYgSDyQoA689Fc2pP+xY498dAjuRH8cFAu+dklL+yjPqDMO4SZCWFaGCt8D2e+WtZtt3Oe4b75JKh3INfzfu3cRwv0t5/7whoK90qRXM+f6piUtdXptlSwO9htq/Cu2HZ/WfATz1KvrFfp8PyY/JkppceI6lI+JA1MKMaOqjF92jzquLrNSW1mI2rFoFreXWsVuV/gWj7LFZE7b2ZtcZewmJDFxfptv9L4K+M/6Uq7dDxyO87T8vjeMNa9+7eRj6g7OK2B6VMaOfSI8vFjksOqjUr5oGSZiJpzhvhzhD6TIz4TrV8IpbT9F8KQB2AEI/d2Ne68qpL29qUXHjR9wb28XuCk6MotA75JkseXbY2FQztByJHp7PenCF+28zrwCSf598J2tu1UJoLteHxbJfkGK7ZqvRWLyO8ACtehHw5+wol0x+3RikxrnkbmOtLF1a7enlnVqxfm9Ip3/V758Kpe+eCy3jp/xbs8N3Rjbk6rayvmYhsaqnc0ORI6MlXXiQM1nZi2O93QqammMagTk0M6PDKgiUaupqfZ7saalhYWdH3mhj6+csU7Rhf12rmL3jG8pN+cv6o3rs7qw/lVXTXJmLNxy5JWjfWQWkbiT5k9wI6Si8dC6XSm5PrSH+2gq6ktaOcRsVt4Z/peIUraDeTQBPCndF98yhuC6SOSGybbG2aG7I51vDglDdkvD7i/QKbCD8x2kWutHbq12tHluTV9eG1Rb1+cM9Gf0evnbyS8+fGM3rt8S+dvLOnawrrm19rie5TtLosBWgA8zBaoysOtsF0+010ibe6fzOMWIpfbHfA4Hh0d0MhwU816KFPhv04JMkliKIXKv8xuJvlxbqDLRSW9jmO5kJz7ucTtmSAQEJE1kzFIGgt5FvXsakGiWOhX3wuDDCCHfEQkItloNDQwMCDcLHPNbC+EamNjQ5AlyA6EAnIAkYQ4QSjYXauIAvnQMTY2pvHxcfFd59w7lpAk5Cod6MEP2FED7DIiR5kVCGMneckDyaVukFSIGHWqdvQgRRBe6gshguTMm+RiP/bRPv2gBbEX+7B5ZGQk/U/d6v/q0jaUDZGiXNoMfdhBHDZhZ80knHpW9a3X60Iv+h8kqAN1wQ5+CIa6QwapL/0LaYbE0i/0EW2KfVX9hoaGxPfRm81m6u+IEOm0MXqpD/WiT2ljiCKg7qQhR5s8yDrds66tcW+PX0jJd2CCd4FUGxAfF80bw8prg4qslu6+zGMZxD0XVmXwTVt5v3a3WuDePcyV8lwJ+nrD82ZhQliYDHZNBrdIoXcN5TlXKce9lmb97jZfnTE8DsJuLpkwqT4uDR9WTJ1W48Ajah44IwjiRn1M6xrQplcqHZPHwmOq8BjyQLIFPO/uEYG8rXfRBZD9tqRILv790XXeLs/WrK7NvKkNE9nNxpi6w4cUE7b70BOqH3xUMXJYqk9ItREp8/jvkcHMZUQPdh7sieIHq/Ghabubtu83Bvn+8JfNzzi4zeadlSJU4q771Tdsv1Jyl+G70YA0IAfyoPLj3gsqPVUewqC8seSbrYTSkVJcnE/JNxhIceJIsXh+B0CtduOTq0WOrsVahtfyurUuXVzo6t0rK/rtBzN66f1revX8jN66eEsfXFvQFS/kl9tSPjCoyakJHT96QI+eOqRnHjuibzx5RN986oheNL715DF968nj+vYTJ/Xi4yf1/KMn9dTp4zpz7LAOT095MT2kLM+11uloZmVNH87c0msXr+uljy7rN8Ybl2f0weyKLq91NGsDIYU2TRuSsNVRoi+VRenStwr/qXdQM6UwSYSA9jrCkQjZedAnqv0k8ZtO+e2n4QLYFVxvFVqHEJoYdlyZwpYWTvtynNTKiEzyA0t+ABV+aHWiobWiofnNXFeXOjp/c1XvX1/S2WtL+uDGss7PrunKYks31wottXKtFzVtekHXSRX3Jc0xdvUwD8qr0F+u6+cgJnkD0C8+CqNjUtcVhHBseNBEp656TcroYC9m5IVLYX8RQc6EcL9G5SskPoaaBoP9yZXIYeD2gUxOc3bdBiHnkrpW4jMiFBFWV6TFPQt7FqO9QEoAABAASURBVPCQJYgShIFdHogCi3wIGCQA0gdp4weq+LGq06dPi38f9Nhjj+nMmTPpR8P4dzcVOcp9v7KodvGCmEAOIEuUhz6IFmnonZiY0MmTJ/X4448noJ84SBc6IgLRBMLoJg17Dh06lMrmV5QB/+P2wIEDIj+kC/0RkXZAITyzs7Pp0wfs1kGK2B2rdgvZUYQUQqAgm5WdFamJiNR26KSe/FAabfDEE0+I9qD+kCfqRp3JD/BHhEibnJxMdSUPwOYRE8tarSbqRiXJjxtRlof/ftBqtTRvgkudIIPVLh79TH9fv35dtAk2RoQgf9hHvejTqj8eeeQRnThxQvQ9JBaiSBtgL21DfvqXvqXdcKlzVY/7sf1T5wlrAHa2T+6+zEEv9Fm415rKGkOqGTk7hY6LyJQbmUF23ymW941z+113h3gnfX1+ihagvffKTo8QT3rXz8i255bNhKLjJ/2OHUJkAPJ3Qqlz+xqKLXF8Tcm7bBo4II0dNyF8VKPHntTQoUclk612fVQd77R1TAa7fr51lXtmZ5wxcu4SvvcKkErenYf5mzjcOyFTx+W3s4Y6HsvF4JhJ6yHVD5xS49Djqh983MTwlFI98lEpG5Igu6opivBzSXb1YI6wmpB61dGX9Sju0fB7lb9H9Q9FnNlxR0FblaJTeyl4QS94b44HuvYYGVvlaOexd/x+pe8XjxaAbtwKhO+EntwOtQTAnfJ9mdKoI/biViC8NyoJ8xB5MzARLEjetaWuSd+q3jh3U6+9f1lvf3RFH1yZ1dW5Va14bq4Njmhi6qCOHjuuxx45o2efekzfeAY8quefPqnnTQSff+qQvvHkIb3w5GF98/HDegE8cUQvPHFM33j8tF3LPvGYnn78ET165pROHD+myelpqTGg+Y22Ls4vmYze0KsfXdAr5y7onStzurjY0pyNXZMSIYQUtu2nHmIsAodvP5HwwpmEwF9OvgQTIl3TsqD0PbhriL9SnzdZ/KAry2YNDyHcaHe1YSbY8u4YhAiZUvqLdi1cE8MGsqslu9QkemYGiywvurK8ofDbedUG1THW/IZ1sZ1rYTMTBHGxXddK0dR6+O2rH7atfEAdP+iKyEtN6C3wcqlA+G6A/D5y6L1jD5N3N9BVxZV+Ht+ZlwV8bHSwlml4oKbBeq5aSOF4AY8xhiKQL06SFL0/fCqPftXEhC/Om57elYvNxDvpttPxLMxZuHeLriIigTCEgZ0cdnX46CQEiY9hQiDY1WJhT97BwUHxf0whCN/61rf0h3/4h/rTP/1T8W9tcP/gD/5A3/72t/X0008nssO/vSEPxC0idphEuYDIiFDdu2PInzlzRs8//7zQ/+STT+rIkSMm0cPKvFsTEcmVD+yBPI15R/HUqVN67rnn9J3vfEe///u/r9/7vd9Lfv7lDvFPPfWUkIHkNL3L5eyJGEJMqR8f2WTnjO/FQZaoP8SJ+kMKaZ+ISGVH7KwH9YM4UcaLL76Y7IDIQpiok3oHdQURIfJU7UhdsRH7yIN9tBfZqCNuxM4yibsX0H+QPsgvJJA+5iOe9Dc7e6RD3CB3ExMTifRhE/8r+I//+I/1D//hP9Q//sf/OLn0Oe36iMkhxBBSWNlL/QC6APZHRGo3fU4Ht83uoguF75TM0YYX8MqbYocQUph5Ea2sLkWmiEjwxfL6+nhILRAuB9gRPYVbglhQhdyTkL+0Q9hS12Swu/WR0a6FCuPuz3BpMpJrcoRf6ch89ZiAPNUnpMGDisnjGjjyeCKFo0ce08DUccdPqOUdufVuTRvdTG2Two5qnuXzLRSmXDvhGnqcFcClFC7fzq6z2A4jl5Cp8Bjt+lm4jZo6ftEKGWxlfqY2J1SfOKaRw4+Zwz6tERPYfOKEioEpFbUxybYWJoPsaDrgkqN8nKiwf7vIe/JFT7pye8Evq1Pco+H3Kn+P6h+aOCM+FXbPFUq57u/SX1bhAQT6R+JW+pZnj3K20qwgJRPRta8PfsVeeNFUQiq4oVxQYSjBcSph5ytylu1VpNpy3Q9lO3ZVJBLIjtuy8/B9vSuLbX1wdVFvnbuqN89+pA/Pn9fNmzfUWlvUcN7R8YkhPXPsgL71yDF997GT+vaTp/XiU6f1/OPH9bR3CB87MqHTB0Z08sCwTh4EQzp1aEinDw3qjN3Hjo3qqVMTevbRA3rh8aN68YlT3j08o2+ZJD5/5oQePTKtQ6MDphFdrS4v6cLlq7blY7350SWdvXJLl+Y3dHOzkDcvtSIJ2yGFXfd5YcgIyddtyEdhlCeppa9rpx/IAEf3zm1ZJY3y0R/n4D4nUkDOF4ab2qe1m5j46oeJ5E1BP2Q6JoRtbUIIHUsaee4N+pSHS/W9pIT+Fin94Qd0ZsKR4arjxx/o2u26ZqBQOG+WhbI8U16vqd6o++18Q3mtJl/EzqEjFF6c5fVBew27OQu3sExk5c3q9lE/3GrRg9w+CbZFFZwmsJWn6+AekI/CQBZnB1KCyvrj7yFKN80xWaGO55yuXHe7zbzQcF0aaWQayMNLBLk9SoT4y3wF+IHS0VOZ/A/qUrhOLNorfSza2dWB+PDdMj4yyQ4ZHx+sdo3yPNfAwIDYcWMnEOLzR3/0R4kg/KN/9I8SWfjzP//zRA6JhxRCkCBK1a5XhOtlZFkm9EVEZYIiQvV6PX1U9IR3oMgLUWLnrCKEVZ4I97D7D7vJA8nDJggkZUNOAQSV8Pe+9z1BELEZfezEkYf6oBM97GyxA8rHSfluIqQJUgiBoh342Ctthu0RkewlH3GQKNoFgoTNkGHqMDExIdKqPFVlKXN4eHiLWCOPXZBIyC2EkDz6FAe2kR37ILOQXr7nB8mlf6kjJJh6UXfKo1xsPmNC/o1vfCMR6z/5kz9JfQwZ/O//+/9e/91/99+lcEUKkSUP9YwIikxtkzy9C/VFf0SZ3ot+OE5VJC5wqdylEoFM4k4M35ieW9QYlgZGpOagunndL54ioWu7yzwW/0xObOlXvDvcn/bV8jP/AU+nabrdqr07xHRIPGfyrufYdkvR2pTam4pOW+HnYznnW9Dz3Va+O3i2Wp0slkvhwteETCpqRkOKAYmPWQ5OK588ocEjj2n8+FMaPvqE8qlTao0c1lpzUmuW2YghtU242mqo43HW3UJNReTWlRkuQ0ojsqxrV7xEDRWuH+gml7TgqVHkTqn56Va3zqb1D6gVg9p0WZsmrJvZqDZrk2oPHFGMPqKBg89o7Nhzmjz2tEYOnlE+OCWZLCq9WHWdeJaWpfeuRXJdWd12hGOAnT3PlJYueyZ/2SKLXQYT/iTsynJbkNa5H9ym6DOO8Mj87EqIoAm29VeNuhXDaPcwZxCyYPEdsZUkD0/kfQdoT5BYQeWRFmXRUZHQdbauCl9LsbDPqmxT1+KAeHt94gP2fkZnxM62uNtiIu4v3x3191RS48IttC1bxriVHOUUT7ptA0IFsbphdvKBydZbl27ptQ8veFfwki5du66VlSUNmQiemhrUN09N63uPH9Efm8j98SMH9d0Tk3r20KjOTAzoyFBdk43QiOfEpm3wI1l1u14vq0Gcwc/yjzakySHp4JB0ZCTT6fGmnjgwqueOTOnFk4f1e4+eMI7r2WPTOjI25JHS1c2FJZ29fE2vfvCxXvnABPHygi4udTTXlpZdLerQssuuW6qy/Vtbcam2NsSa7PVpP+1uFEbXwbbRMfATVyDrtMDdgrMmP+7tCEftByfJ6pT5wlyNHGMUmzf8sFv329CW34I+mO8Qop0S7xFkY8ZI923HmbHQLWHiVXQ6CtuXq+PlVlu5WqpF2+gqzzrKDAvIT27Xs7OFTG2ndVXLCtXysGw4LSSF/zJl1pRFbjdL2cu+K5Qe/B6bMjJH5plz2K6QFCYOFvDZlS/WLyOsjyB57wCLWJ2zWQZ/P6I/QDr6O6JOhe3v5lLHbtv1Dtd30AN8zAN7whjOQw5SG+V+uOdFVtYpWYXisK+EFfqMPkhOLKF7PyJCLNBBRCiiBB/vg/jwPUHA9/zYMYQsQC4gXuxenTx5Ut8wWWDniN04dorYSYLUPPPMMykNYgYhJJ6PT5Kv0Wi43d0xKg90lj4lG7IeSWx6925kZCQRT4ggu2iQt0HvTGKzfJAXREQiXJAoyBQkEtso/7vf/W4igexYQl4ghn/8x38sQBoEEhIHKYwIa3V/edxSZz4ey+4ou2iA71NCnthNRDAitmzGbtoGgjc9Pa2jR48m4KcepEWU8hFBdtX80oNdNWSQp574+egp9aeeEaVsyvAJl4htWdoFEgjw03/z8/Pp/y7yPUGI/nm/tKOOFdlHFjtpZwge7Ue7fc9EmraiTelb2pc+pd8h2IyBZ599NhFb6l/ZTZtEhCi/Mj1i28Yq7rN0I/rKs5c7tMA11EP4DpRqkhfGqg9Jg6PKRiYUgyPq1OvazELlXF+IvEoZ9YCP2EfffvH7iP8ORnsKTy2eufP6IYdpncxze83Pm5qfidnmhrS+Jm3YNTHk+SOnyTLIA8ZjP1Jar93Q1/OWjsuQ5+XwQx7IrrzjJ8/Xghj6FbRqw9LApGL8qBqHHtHwiac1dOo5NU4+q8w7ct2xY2o1xrWhAb/IrfklLgSuYTVNpTGX+SmQ5YrIFC6VZxXPL985fh4UyrxAyRPk54SU2aZIAzF3dawHomki2M6G1cpMAo2NzOXVp9QdOqHGtO059i0NH/u2hg89q8bEadUGp5Uz1j3mIyhbiihEmQluL1y5BE5VR9gD7BTAfkwpfJ/tQNJkAbtcv0xI9bLB/a6DWyfxW4H79LjZ7jPndrYHoWNb2/6+bP+ku0uJCEXsjTtpKCINv55I2exciScS/9bgJLAXEOzB07d9XaNjlESwLIEU4Gj1hr3LtleprJ6f1AeNiFBEiU+jO6LUEfEg3H5LaFTCuIZPJfjiibUo2mp5wc3/iZttS+eX2nrj8i29ev6S3rpwVRdm5rSy2dbQYEMnD0/qG48e1u89dUJ/+MQx/f6pKX370LCenWjq9GCmAx5pfvymxzE9tO6uQu9yq6vlTdDRmt1NM6DCxLNmoaZlRm3etOfQ40OZHhlv6plDY/rOmSP6nncNv/v4ST116pgOHzygGBjU9ZV1vXv5ul55/7yJ4RV9cG1J10wKF1rSmqu0aV185FJ0vHXLcVtwWqHwdSeI6zq+0wP+wlKiL7RTVimsuzrIuZeg1Sq8KEEV5bTcDxsmWhsQQu++dWww8ULgnqG7PfaXw3A/TGRbIGO4hceIbJ9sZ+74mscNyO1m8sBxnOwvipa6lusmfzv5i+6mH4Rt1XIlRIRrFeWtywPZfRU7UDjd8EPMCiSXzV0NMrcNboX08Hf7RSGXIVl1giyX0nB1p8MZU3K/i9+IrtSPzHOMdwS7IDrK866G6qHxZqaxRqYh168u+SEfRuYHvaFIf5mvJYjLJFtbOK6wwYXHQgJ+p9zPGRHKeuRLvSMiBNmBELKLxEcL+RghZCLCLegSZdkuAAAQAElEQVT2hTDwcc6TJoSQA4gBpIowpI2PDvIdvuPHj4v4iiCyawbxGhoaSuX2itxyIkIRkdKwC+TejYQYkWfE5HB4eDgRP9Lko7A9ICKEXaRjG8QKeygTGyAwEJYXXnghffwUAgMhhCBCZJEjH6Sw0t31zgKkEELM7iAfIYVI8XFSdlDZbbMJ6YwI922eAMnDZmwZHR1NH3FFL3WpdMtHRCR50qjbxMRE+jEawuhAPiLEERGpbfBTX9z9EBFbSchWgOjTn3w8lHrgVuSWulBf7MNu+o5+g/BBBNntfOKJJ0Q8/Utb0cd8tBU52pD2pc2pB32BLuqAi0HYgft5ICLcfjIKX4Dv08xgEhBHSJFLXhynHRPvDmbDY8qGR9U2IWz5PmlZtm10IywryY72PEi4H+yprBe5n75e8lfAcdN7ftQWwnUGdhSeByBMNb/IyTb9RIcM2g3vFspx8nyf5nfP7Z6RybIDHhEpudJnsRQuhRyLQIFrdCtkEm/7iobFBqV8RBqYVkycUPPw4xo+87yGH/mmhk49r+ahR5WNHpZMCot8WF3vynWzAbsN88uai7Ou3oAKaytRpHVR7rJrRt6VagbD1o8Vly1Xy083E9OOCWE3G1K3NqouZTSnVQwdcpknVJ96TMNHv6GR49/R4OFvqj75hGLwiJWNibEe3qlUZFKErLEHF2SrOBMcu/u0SX1R5CWIuxOlHHGkf/FR2ru/nZ+Uvn/O/VNonfvB/hofbIpHx4NVeDfauN+25XY3+67wrmAatL04GrbUY59P/CQVKgd5YWHC2/E9ISKMFLIAE5CDX7GT1tm7ym4S+SWV2u6olqeqBRO1C3NreufSTb3+0UW9d/GqbswvpvTx8TGdOX5Uzz9+2oTwuJ48NqnTE4M6PpjrsBfE07k06oZuuCj0bpiRza+3dX1pQxfnVvXx7LLOzyzqY+PSrSVdX1jR3PKGVtda6rYL1T1CR2rShDFtJYcGMh0fGdCjB8b1zPEjevaRU3r6sUd06sRJDY+Oab3T1ZXZBb3v3cL3Ll7TR9fmNbva0YqHREuhjifEggmxsFHAcXK4kBfByUbH2w2HlSCPojLNKuwnrN4RPffeHHL1Y5dSl1pYYZFGcduL1U0TLdMndT1Qy11wclvEkroXpPrq/g8etiZ06rTkzpH4/0+tDckI+zOTu9yoWQYQV/CPgzdXLLqq7uaqCEdnQ2E5XNmf8pk4ZtafYAtz90nmhgkPxAy4STyUVHN83XXm+3m5ul40dBTYw4LASB8dMgHNTRRzdZTZLWxbYZmwvswEK8tyZbmBm2XKjDBk3VKvbZOTLrr9KBxVwaPC/eKCJJ7eRjgMwR30+B/yuPX7EN4ti4d95j7ICpepzCVFgs2SHK9KZdIe6sbOaJKdtM9559TdmTpePEEcZmdnNTMzIz46yUdIWcxHuGBnYLE/Pj4uCAEfucRlZ25wcFAQIXYAkSE8YZIDOTt9+rQA8uQlPSJSG9PO2nVElGVFRJKBIIHc/QMiynT1johQRIg0yqfsIRNPANkaNTHDFnbfsBfiwncSIYgQnhdffDHZB9GhDhEhjv72gEBBpPjhFQhzRZSRgUz1txF1quzFJRxR6kRvBeKxmfbAblzCxEfcLl/lu1s3IlK7QOjpSz4Gi/2QWshh/84g9mMDbQT5g+jTRrQVbUYf057IYCegnWmzEydOCFJNH0MYaUP0Ve2CvREh4gDhzwe+H/xiRhXEfdqzxAtrqeZA3QvrARWNIak5KNWb6nrctZ3ix5RvR3Q4kE77HeM7MoUezCWspoK9X/XTTVy1RnKrsF2aJsXZkydS2FXuOSxjp9CQn5Py80NOS0h9ZeE7ncUdEknrh1x65FLWFN/BU90ka3BaGj+ixoEzGjr+pMZOP6fJ089q7NiTGj50Rs2J48qGD6hTH9VmDGjdhHKtW/MapZZ2D1seg53MJDGvq8g9Hj32Cj+HKNaPPHW6mV/I59p0ng1jvdvUpobUqo2payKYjRxVY+q0Ro48pfETz2nihInpkWfUnH5C+dgZaeiwx/REaW96AeIyIutVurAL7Ox1Rhm5U6IXSVuUyV/aa3+98O+FL23lPoXh1ej4FCo+bVYGGejXU3jIleiP3e8eLyxU9HIouZlF0bmNLV9hiX5YUj6qdHu/EmfhdqKihS/Ajogq/DBvmwSuGytqaNFvxmaWW/royqzOnr+s8xcua+7WLdU9+R4aH9bjxw/r2UdP6ZlHjuvRw1M6ODTg3ZDMy13xCPYyX1qTxPf5Zta7uri0qQ9m1vTW1WW9dnFBL388p99+PKvfXpzVK5du6Y2r83r3xqLOmSxeXtnU7EahFT/L2+4g7Mysq2n/WL2uo2MjevzoAT1/+qReOH1cTx0+qEMjQ5KJweyteX185ZrOecfwsknnrLcIV6yAf0XRdh3FxFjBFS8MJah3FHaBHZ/hNCC7gBSgB36gFSg91zomNG0/8Lpu71R0eXGpYTy8M3yfhIlWZnJac682864GjeGso5GsrREvvIbUVsNksGkiNpAVGnLaULQERmJTI/YPR1t+pJWwP+XPpZFaaDDresQZ0ZU31tRwFesul48INTyaBi03bKY12qxpvFnXaCPXsJ9xTZdZN7FsegdyyHYMW8+QbRvEDrVs06ZqtjvpynLlfvCWyJT5AQwiMg8Jw2Uq0qWvcQk7WITCkOwa2n2QL6Qw6WzkmQbqNQ3Y3kYm301KOUKyGz04wT5itPuIMqIona0r4W0Ubp0yVF3LmD2uXihVC3RcyA0/KsL3zCA8kEEW9RQUURYOwYEYQBAgWpCCzO1F/giPCOus8tR9P0LIIAkQCwgDu0x8JJG8gB0p9CEbUZZBeZ8G2EL+iFJfRKT+hcwMDAyknThsOnPmTPrRGna4ID8QVuxhHESUeeWDXVN+dIWPWEIMIVT8CivkGbJFfSkTWDyd/f4UsesSEYrYH7vE7zpIuYAM1AOXPp2bmxN28zFg6kIfszNIOsg9/ukPCDw7quz+0h4TExNpVzZi21b0A/IxHiD5fOSV9qR/ycO4aDab6SUBbU7bY09EkO1zQHk3eAZ12ZXf3q0Tu0oUvjMjbyqvDSirNZR5YV4oxIK8sDwo9TiwdZaxW8E7espyZJ23Q33HfnJ9Il8FL01rBHB9aRU7vbPYasVy5iyUeQ4Kz4Lg9n7qZetz0AecpS+28hb29IDQbXBEuGSTOOUNqTaoaIyZH05rwORv5PCjGj3xjMZPP6+xU9/Q0IlnVTv0uLrjp7Q5dFRrAwe12pjSSn1Cq7USa/av18e14d2+BBPNdWPNcev1Sa3Vp40DxkGtNw+pNXRM3bHTiqlHVT/0lMv4hkZPv6gxY+T4sxqYPqX68AFlzRGF7ZPJpj2KyBXYLtfBtdzzJKmCBWgJO6mp8N8JyH2NL38LZF+EKjDQKjsYj8nvG728wbsOGiyIvSgs47Zz4AMyBSmUe/ACqpU7H27YlW+D8GIOV5Ys3ZAcX0JfwaNw7UuUrUoTdB236Qf5qiePW35DdWW50Mc3l3TuyoyuXJvRytKyBtxwx6fG9OzJw3rhkWN66sSUjk8MaKKeexFfTs0bktKP0BTStc1CHy1u6u0bS3r5wi29dP6WfnluTj8/t6CfJszZvaWfnp/Vz87f1M/Pz+hX52+YJN7Um1cX9eGtlq6uSosdeXlvxT5rxlCe6cBATafHBvSsdwxfPHZAzxw5oIMjg5KJ1Kx3MS9cu6H3L13TuetLurleaNX2rEvqZK5Elkmua+ERUSg8dpQgH4VRnZZ0qnagDG3L6y4PdJW5iqRvr2yFIxN86XjHs9PuqOsVSrFvDmf4jE9ah125AbfbWLOuw2NDOjk9pjMHRnV6aljHxhqaNosbzQvxHdFJ98vh0QGdnBrRmYOjesRA9uTkkA4P1TRVlw4N1nRiYljoOTYxoqnBpoZ92w5l0lAeGvZ4GqlnJoqhAceNNmo6MDKgY1PjOnlwUscmR3VguKnxujRmAjjl8g8M1XVouKED1j1eLzTq+AnrGDF5bFinzVeUF9kjZZmKCPvT2btojyPc+uH4zPNI5i7E30PhaKdylXXlWaZ6raaBRl0D9ZrqHqeOUkgJ1VV3eRRkvE02FSoUlum9sPY+qkV9lVoRQj4qCSA7/TIRoYhQnuequS4Af0Ro91Hlq9friYBBNPhFUj5iCOHAD4E4efKkSINUIIse8u5G12/7d8cR3k+e+H5kbmxspYxGo6Fms5nsgvRUHyvFHsgMMshGRFJBu0AK2Tk9f/68zhv8j76qjRDCFrCfnzRAOoiI1JYRpdsfh/9BICKE7ZB7djUhg9hOPSCJ2BMRqaiBgQHxkV4+Bsq/zaBfIO7E03ZJyJcqT0SZLyJEe/GC4MSJE+nfjrBbiB76ld1FyDf9C0lkzESUea3ui3PCNlTaVRS58qzhMd5U3aQQv+Q5Id1OcQebEdgP/dmQ6Q8/fP+XvsTd3dAL95y+6t0e05doL+nA3v1OxkZCV/KLRU/2ShD9COQjk6Lm9IYxYO+wchO6fPiQ8qlTqh99Ro0zL2rwkW9r5My3NHT6m2qefF61I08rDjyuzsQZtcZOanPkmNYHj2h14JBWTfZWBw5rddDEcei4NoadPnpGnfHHpKknne9p1Q4/p4Hj39TI6e9o7JF/oLFH/4GGH/mudX/Lac8onzipbGhaWX3Qj7VcSmM8eg6ukeL0iUdV0+TeRbYkZ62Va+/vzEmd9sPvTCV7FfHI7vk+F4dlJqNtZ+FlLF3gmzKRQDMBv+1XQtvChEmzt3ciXXiwFyaFMgpP6uohHJ/ucd/UWaF0f6fwLr++Aoer7FZQH9hN2A7TsptuB8jcDe/OfXRrQx9em9fF63OaX1pVo1bT4akJPXXyqL5x+oieOTahkxMNjeeSp0e3tBJpW7GOW1Z2ZbWrD+fW9bZ3/l67cNM7grN62TuDr15Z12vXWnrtekuvzBg3NvTy9TX99tqyfntlQS95t/AlSOH563rj4pw+vLGuGZPTVetkBFi9PCV7p0k6WJceHWnoG4cm9PzxI3rEO4XjoyPa7HR07daCPrh0XWcvzejSXFvmlmKncDOkLrCirkG7KFmv1DbltUgxFuuNJCQIgVJCPgrj7s9iS2fSUDjnDkQqn6iuL+12N/2/OBbJqdTPaYGFVezYQawOmXCfOjChx49M6YmjU3ryyKQeOzihE5MjOmCCNjXU1MHRIZ2YGtNjlnny6HSSfezQuM5Mj+jE2KCOjTR10vKPHp5KO8unpid0ZHxY5B1r1jU+0ND08KCmR4c14V3niUF0DuvY9KROHerBpPDE5KgOjwzo4HBDR8eHdHJqVKdMVI9PDGvapBCSeGh0UIfGRzRinXmeuX1dG79wYsG7jdQbuvMRFuqBXiyZ2HYW9004PrfbyHOTwbqa9brqWaY8JEdLCuFGhO7loKhtFNryy4PE4GrjrBLfTli6F2/HJ3VmPLFrBFnAJS5iOLptrwAAEABJREFU2ybCAKJIOsBPnFVsnRHbeTLXc6BHNiBe1cc0q49q8v004iENELWI7bzorYDyyl+5xIEqjP34iQMRt+uKCC+MMrd3eMFf09jYmNjd4mOS2AGBYZew7j6K2M6PbgggH7tkp43v3/GRS+IjIumTD8qvQFrl73ct9pmfVXns8s7PzwtCyC/H4vLxUYgiRkSEco9L6sx3QCGCkGTI4eDgYGor9Y5KZ8R2fUmKCA0NDW21I33MrisfO4X8QzBp49HRUdHHjAnyfTHAfVHeJb5lbFIYmduk4fHRVK1ueEcl5JfKFvUUoZ603b1OC+0VXSrfM+XryPtsAXcVrQ3Q4CDOHnCKz9sT9ozcJYZ2I7wiAKw3wwuOBMcJOJ1cTMAeJ4qGFANSNiTVxqTBQ9LkacXhp9U48YIGT7+oYZPDEVwTw8GT31DTO3n1I08pP/S4YvqRJK/JU4qpM8ZjCj7yefAp1Q49o+bR500CX9DQSRPBU9/WqAngmIE76HD92AuJLHbGz6g9eFid+pgKj2FPUh662Aq0fcS2dz9flSO5PXn8VHkvVHpIq/y/Ky71vlNdPin9Tnm/iGnZ52nU3o3Ziw1cA3cLviG5UYEnXRY6lki3qVMcE/YDT+i+WYu0jA/HexHoge1T/fAd83lW/3MqmxYoa162XfTarHQ9/YkdtAV72B1830Tu3JWbmp03RfQdf2hqSo+fPK5nzxw3GZjwYjxPO0KeFlPbOps2pLSbd3mprXevLep1E7tXP7qmNy/N6v2ZVV1Y6ur6Zl03u0Oa06jmY0Rz2YhmikFda9d1eTPTxyvOO7Ok1y7c0CvnruiNj2e9U7mpWzbOG33CdgZv055RSYfNVs54p/BJE4ynTx/XGRPDIS9yVjc2dXlmTh9cntEHV+Z10Sx1sSVBegHkEputou+00lQCUUWqF60WyVfG0YKFZQqC94VPzgkhTDuEJrYFuyb3Vc6DyOQ7yeY23OB8XPPg2JBOm5SdPjymk9Pj9k/oiROH0seHTx2a0lHv4B2dGNUJk8bT7o+TB8d1dGJYELPDo4Pe2RtJpO6RI9M6c3hSJw+M6djUqIE7riPOC06Y8J0+clDHreeYyeUjxyb1xMkxyzd1ZKzhsod15vCEw2Mmn6PJjsdMUB87NqUztu/w6IAOjTRd1oROHT6gSb8kaDYaigh13J6g6x3Ywg1dLYDLRaD2OELy+A+F04wiK90q3AtlTsp9qeeZCWFNzVqmmsO5lGYje50jHPqE0+39CRJO3ilEaDcslMqLcJk+CUNeAHWOiEQEMpM5IB/E20kvIiBGfOSQnSf+XQHkIiKETERs5VXvgHBAvE6dOiV+qZIfc+HfQfCvDPiVSn6QBDICWehluS8nolcZ58buiNIm6oWNABuBRVTziyyIzJTnr5MnTwricsK7XJAhSCx2R4QiItUJogwRhFTx65zUH0IcUcqod6B/N7ChP64nuuVEbOuIiK34T+OhPAghH2/lY6LYTL9VNle6aYeRkRHRB+zqTU9PC4JI/dFRye2uA2kVaC/INASQH+2hb//0T/9U9DU/TsOOMO3Mzix9U+l8uO7uduXO2GVBuodr7u+Gx0dTtbyhjMW079Q0D5AF7Mq2M7ifwH7xO3N/HXqALbC7y7dUbyfQK0BE7QlSQVdinVnBqyQBPqnG4EgiVtD1c6CoS0VTkklhNqqiNqFi4JA0fkK5CV/z0BMaOva0xk4+p8kz39T0o9/S1GMvavIR8E1NPvqiw9/W5GPf0eSjdh/9jsYfMewf9y7j+CPf0oTdMecdPv6cGoefVDZ5Rho9ro7LaTUOqFWfUqc+pk4+4MdUzfbYnMpObHVQd5prXBVEKlH8FfaKq9Jw/ViUevn1FTw+qX0+2yZ5sNo9mqWISJCPiPD1sz3DLUgpFJ4p0l9VYuFQ4YBvR3VtSznYMskLFkXmwR4pvhMhwP3YDYlFPWg7/zYytT25d6wPnSzglQp3KLlOcF5nUYK+Kkd4QaceQl1XvmPQbpC55Y5001t8l2Y3dP7arK7PzonFxtjggE55gf7kqaN69PikF/l1DXvu8enc1ie5vSVvCpq4FbroncF3L8/qLZO69y7f0nkrvbHc0pKZ2KYfxkVe8wu2hqLpSazRVLve0EbW0Kr3/hbama6ttHR+dllnr8zpXev54Pqqrsx1tWQj270uzO3yncIRr7in7Dk20dQTxw/qyRNHdHRyRM080/LK2hYpPH99UbfWCpch2Yxkb9d2W42v5ck4KRc/pJRxSjWsruo7+nP2Rd+vl/HovJTcNVFhYdtud9TxgwibnFSeFLsbZconXHsFfILU7uTw/QKxGaznmhhu6KDbedKd33D78tHIqfERHTkwrhMHp3TMO3SHxod0YHwwYWJkQEPNuslRrma9ptHhIR2YnNBBk8AD4w1NjNQ0PlRPeg+YxB00sT801jRxHNKpA2DY5G/E/kEdm8g1WivULDY11ggdMOE7ONrUIec5OjGk41ODOnVwwHYMm1gO6rDjT9iuo9YzYTLarNdTTxaQ7Aomh3L7liNYtx2RcoTjsz4QNsoJytNKKHN/AH70oO75qlnLPf5y1UKehZS0qHeE3TthP1uc7Z7PNJ7JZfuS44VCRHhnJPdCuKa626RmwpTZZvUd7ArOe8eJHyW5cuWKIEiQQuIZl4zHiFBEbOVCx+DgoNgF5OOEkEJIAmCHkDjIAmWSKSJS/oidLnoiyjjkKkRE5U1uxHYYe7ruS4C/AoLoo0zID7YdP35cJ0wIITZD3vEiHVKEGxGJDLO7xkcuqTftwBzYr7PfH7FtB+WRhgv6/YQfNNDfbrdVfdSV/uJ7hIRpi4gQMpTb8AuRERNCiDDtgJ92ibjdfvKQvx8RIYgeHzE9ZdJPn0IK+XcVEH52DM+cOaOJiQlRFu1JuZ8P+uqUvL4B7Pq0OVwzhWq+D5qqeyFdqzWVZ3VFZBLPJ0t9fX4xW8A9mcZ013MZ47Pwfe8IG0uKnR3nrji6fkd6f8CJPuVxXqKXFujgqWzXz2UvmiQWnh4n6uZSUU8ounV1uw0VGpS8YxgDk8pHDqk5flyD02c0fORx87hnNHbiOY2f/IbGvWs4dvrF9NHSYT5eagw6buD0NzVw6htqnnxWzeNPq3n0CTUPPaLa1HFlIwe8ZhqT8kGX4/Lk8qOmyIywX9Ezus8J4kBfXL/X1eoPKulAvh/yQdjOjnRXnagUlzy/M5eqtneq0N3I3Cn/Fykt6zcmoqxaROn2pz1oP/dXeACFFWfJxeeA/V2jbS+L/raXUh0P8sJoe8C3slwt+1uetPmBkI7lugbjmTwt+1noA/MGgZYT20wcvn0kpIEjU9gZXJ5c54iw8/BAyZ+EB5/u5WGqenj+DDG3dbyobSsSQWL3bc6XCzPrOn9jQTcWlrW+2VbDC/lDXvSfOTytk4cmdcBkYKQm1QuJj9pnPUM7DpvHaWalowu3VnTOOi7Mrur6Slfzm7lWOzW1XF7XC/AoKLUthfsDBQYkf8N9vuYH9Vo0tKyGZt3RFxc2dPbavHf5FjXj7UubJKtgKpR5gQacd9Awv9CJiYYe987Ro4cndWh8VJnHyvzKpi7MzOvj63Pio6fLHjjrUiKE9m6NBEels0gxrozHTTlW5RYyHBW2n+SwH1eWYfEEdBdHlS2JRrqqVK7eEUlt13rbJi1tflTGDzxscpRSYk9yh7OlGKX7YUeOewgUynzv1N1XTbPwpp877VZbLJhv3LipxcUlZe6QSZO/g2ODGhvMNVQPNc2GqE3HC9ZWa1OtVkudTle+1cRuWYLzqb2hrO1e765p0CNxJO9orN7VZEM6PFLX4bGGw5livaXlmzOav3pJq7duqFhdUM35msWGmmppyGRxYkA6OJrr8PigDpskTg3XNeKXBQP1TLkLTG3o9pSJto1xe7rhbFDIf7i7IMLKhCuPpYhcgeu4AB4PTnX9Cw/lboKrroFa7vpnqkVYSgpVR1F59nGLPtl9RO4l2hXudjtqd9u+322f7cnzPC3YWbRDBiPcS5ZT38EuGf3Lxw/5dwz8yAq7T4uLi+kFEaQQpAVZL29mUolOSCE7hexAVbtRkJDR0VENDAyIMpGtiovYbp2IUESJKn0vN6K0mfJBdf9FbOeNiJS1SqNcSBCk9OjRo4IUQQhpj4hSljpB/qg/HxWFXLHbVv2wTKUrIkQd0El+/BGlDj3Eg7pjL7bevHlTAD9xEEXSMQf76Bv6gL6gDegL4iO27aZ+EbHVBxE7/dS12Wymj+AeOXJEp06dEkQfInjcRBvdtOleRFMP8bDVKpHZlVwNo7AHhOS7MryQzvOmx+OA6rUB5XlDIT/YnCb7SkjJq6+PL0oLMEYZ1+m5sslzZVOF5zhP5vuY6D5PD07cUgpfP7TVyaHywDV8ioe93STfc8WASuMkt0JQVwgwhhqOM/w0i2xEUR9X1pxWNnhI2fAR5aMnlI+fUj7xqPLJxxUTj0n2a+pRadr+qTMOn5LGjkujR6SRg9LglNQYlUwElTXE2M0iV65IIzYPKbdNESFVkA/8du7udF6BnjQV7nlVxft5t9WUpKdwXx79bh3U7E546LVNbe5Sce08yDOLoKpSxE5Xn8FBCaBSjR9U4ULhBUuhlhfAG15srnsRueGFBiSv5bQNg92nZS+Sl72YWzNjXPNqfs2cwhtPWtyUFjYK8W8SFs0YljdaWtlsad36+H96XRaeXtSqQu8mt9rKhN99l5s3Vdgtb3/X6ADXfMNY7ko3lwsTpwVdNIGaX2tJ3smbHB3VsQOTOnlwUkfGmxqtywvwwoSwI/ODNC3KR8v5F00ory9s6uL8qi4vbmjG4cVuU6sa0kYMeNmeu58taEKoLUrmsPN3PQ5bnuQ2s7pajSFjRCvZoG6aTJ43sTxnUnhjbkOr7ueiU3gRrjQZ1pwXDNjlB0tO2MZHTVxPHDygkeERbRa5biyu69Lsoq7OrenmmncyLds2OkbXKM/wXFfY2xUPHQfsV/k8IFqqWk97HSnPXgm9uJ6KFNryRwpy2QJp7Ap2/JDrmLx0fR/4dHpRmoTAbjhVyTo90APzaJXMJbvnVEu/NlpofXVTs16A3rgxo7m5BXO6DQ01Mo2afPGLoXXfZ9EtxEN7Y31N62uraRdjfWNdLLZbG5vaXG+rve4bt73usbSpgWhrMGtpKDY1pE3xq6STjUJTzUKD3ZaKlWWtzV7Tys3Lai/PKm+teBxupHyQwnpnU3WXOWSjp4bqOjja0MRgyJxQ/CgO9Uh95DaV5xF3smiySJfQ/gdpmZNzI7N0hfDYj974KOx2PSYLlxUmg7kaeWa/LCOngcJ57botsWU35Hg94KOwvq7bpGsiXth10AvgmljUQw6Gh4dVLd4jguQEyDvkj+/SvfPOO3rjjTf03nvv6fz582m3kDR2oZDruj0jIhGk3GQTkgT5oAzIIcBPWmbSWLna44iIpCdi2xbd4aA/KR8XsYG/9Z4AABAASURBVIjYMz8yESHsot6Q1YoUYY98IAM6HhuQKcYp5IrdwvX1dRFXlWPxVE5Vn4hQRAnSHhawlz5YWVnRvHd0AbZSB9Iqe6kjfUB/88MvEPbd/Y4swPaIwEmIiK26VfWlHSF+6KEd2TXET1+ThlxEpPyf36Uqv3K5G7CGcOb70g+yrKksb6pm5L2FtpT5VjQU6U++as8j9oz9OvIzbAG60A9Dxjb3Y8vrxHbbzwY/Kz9NqUmt+3nbZXb2MLDSFOeu9lIpzdCFx3XhMVIod2rNqFsQt6EsmtbSkLxbqPRR0kEphiUTQ2XjMgOU6gek5mFp8Khh0jd4QhrAPSYNAuIPWcZy9SmpRr4R62GFY92qyYpcTmYLwpAyGSFFpAueErqfwzq0G9ZTEGd3r5NG2iv+67gH1wK723h3+FOWxBhSRNnJEaX7KXV+Yva9SmGZCyCDy37wLiyvaNkLxjUv+s0nTCakZS865jc7urm64V2eVc161+eWt6OuQzxuLujC9VvGrC7dmNOV2Xldm5vTTb/NXlxb07onjLY6KrzDIbsSLQk+0dzfLQE3vs+t6he+wbuuYdugnRdNtGYWV3Xl5i3dmF/Qhon3kN/oHz00rVNHpnVscliTA+EFuDwJdY1OWgA7u9xVlpfmltu6fGtZ1xbWNG+WuVo0tBmDamUDpn91y2WmCoWzdHrAAofT+MvcM5nlcnX8cG75re2G8y0VNd1Ybevq/LJmFle05L7f9EuDrhe4zpnW9VaayClT5mQz04npcdt8UAcmp9RoDppEdjQzt+TxMasrs+vpBcKm5LK2msNlO6IorC9pJbAzsS/aQk4jwmIP+ESrzUj22BoXRYyLu6tywlK74ahPcaIt88Vrec8XMpcqvNvX1oZ3/Ta869fyQ7nrFy6ZX7LkWM1ulB/QLEpZrK77Le7axobWe1gzQVxeWdWK0bKOWp5p3C8dDk5PanxkSM1apprv1VrWVS0rSn90VHNv1e0O1CU+inpwakxganxII4MN1Zy2ubquDZPPuvOODjWtLzQ8JNXycDt2bV2hdDDe+pEi97u48n7kFqDI3BGZCV4kkMPVFuQ3c6flDth8NdxY9chsk5xLClVHr3xV4W13W2Y77kH5omdBRCizbUNDQ2KHDAwODgrCEBHigBRUfccO2dmzZ/Xyyy/rF7/4hX7zm98Ignjp0qVEQCBNyEdE0oGevUCZEaGIEtrjQA/YI2nfKORBRKm3v5wqU0SZFhHJRojRyMiIQD95QY984Hb9vGHBCbmiji2Pc+JIs8jWGRHJHxFbdYuIFPcwLtiDbdjJR3oh6dhNfH/5tAsEkF1BQBvQTxHbtpIH9Ofbyx8RaQyRv1arpRcM6MZPXMS2Tj30g7L7URnAfVeBOGRqUngyyeruO1Czm0sizUDcfvsku7dDXx+fQwvQLYzTEp7TvQ7w5O55OaV8CovoaZBZB7CfsWx4qSQl188RRxMuIvPzBDBmapJ2gY+SetdQfm0pDUh+Ia5sSEU+bIwaY+rmRjaurtEBDndANqpONuz4IXW9fuqaaBZquLyaynIyRfqTryX0qY7o5a7cXrByqHDl/9p9+C3A0N6r1P3i95L9hLgsouz8iNL9BPnPJNm3VxrQXd/U697RuzW/qKs3Z03mVrRkAugNKy260je9FXh5YUXnby7qYxPAG0srJoVrurGwpEszs/ro6lV9ePmKztm9eOOGrvlt6dwqOja03mmp7QVroa68ciuhr95R9fK2G7SIl9kSu61zK23Nuv1nTaZXVpZUi64mRwe8MzihUwdGdWA4F/8WgCmwMLHuWlE3k30Su4PeNNL80qZuzC5odnFNa+1wWl3yZCZPZl1TyK57O+Wz7pKgF0pHcqyQiceL7sKyhR/WHT+sN6KmpXZXt9bWdXNp2f2+qhVIfqQeVcfZOlaCCns1kMu7Q4M6duCAjh6Y0pRJRu5aUqfrs7O65p1Cb15q3XnahoeeJ1p7eld8wm+FLkL9IDqllUKfzdXlJsWVe3tA4p7th6i5PpOjsO6uyyqy3A+pXO0sFPW6mkPDGvAObG1gUF3vJK+7E1bdmBumQJsJoVYhozDkHgD4C22YMK57J6ZlvdEcUHNsRIMT46oN+0FYb2rTLwTW/CJgyR20bCWbHg+Z5QZHxzQ2Oa2xKTCm0clJDY1NqD7oB6ftWzbpXFhe1RovDCKXX/zL6iSX0/UiP/Wd/TIpIi5BdzpCaUgqLFSiSH4HfRKTdJoMMk5yp9UjU83661kod1mZ5NgS+hyOiFBEbJUMOYAQ8rHJ06dPi+/SjY2NCXIUsS1He0Ey+HEV/ln7Sy+9pF/+8peJFL755pviY6SkQRqR42OKEMmtgu7Tw0LvbrIiBypZ6hURO+oasR2OCOV5LsgLJJg2wE++fj3yQd0rogUhhGRRt91yu8POuvfZi0UeEKxc/PeLfjshg9iKnbv1UW/6FyIIIcRPvSs5bOkH8RGB8yVHfx0K1wU4rshUeI6SapKfM1nUFMp9K5MG7BUH8rhf4+G1gNv/ngtznvsYr/RuCc/zHgGMiYKxATwekt/xAi4ChwVB+UzwGHFc4ci9oGRP5qwWwu/nQopLruPl+B7IL5e3G8meNE6RrxBSigu7wE5Pj/Z1dX9H4WxU1s7X5+fUAvTBQyg6iwhFxEMoao8iTNCU4DQPuG630KoX/FdvzOjcxcu6dGPWC/8NLXnraaElXZxb0TsXZ/Tm+St6/8oN3fCib9k7E0utDcst69LNm/ro2jWdv3bdO1S3tOCdxjUvOjejq5ZXap2sUMePgKIH38ou+Kt30tsRIf6ofTeUFuor7UK3ltd1y7uqyyuL6rY3NDKQ6eD4oI5NDevwaEMjtSJNWTKN7LhdO56fOtbl9brM3bW20dX8yoZumrgvrKynHcOi95Ys/KYsvMAvPJF1JXXcJ5TtrnfIJ56i59q6whNyF9msZgKSmyBkWvGC/qZJ/s3lJa102tZhS2x/4WzOwlVdB9zVGrXthyYGTAondWRyRCNNLwA6G1paXtSsSeWCt0R9atPGuOqqFkMoiQirA4TE/L8FcbgMnIeNcIFhy2T77H0oJ1V1E6njvmgB90fRCJO3AR08dkyHjh/V+IFJFY2G5r2rP7fe1poXWW0TxI4X30WtoawxoHxgQLWBphrejWp4y64+NKRsYFCOUKfW0LoXZCvdXKseJ6tZU8t25z3ArvslxfVl91vb1R0Y0tiBg5o8fERN7/B0azUV9YZ1DKhrHZsenavuzIX1Tffxqm6trIlPGfi9hNoeGB3DWiSTNWUh3Ihwc0aK3v9CenjmMCxfyhFnX2ogXzyXOVV5lqnuejeMep6pZrFMkh19HkdEKKIE5UeEq51peHhY/LAK/4KBf8XAr28SB3GICHFEhHeDO+mjvnw3DQL46quvJlL405/+dGvH8O2339bHH3+sWb9sgRhCSKr7CRddnwUiYqtumds9ogxXZUVshyMi1Zv6NRqN9O8TIIX4yaveERHJRx0guJAsADnsev7pr0/l3+0mBbsulUwVvTtcxd+rix5IIDbS9uwUtv1cRE9E7GgfyCB1BtSbtogIRBPQlTx9l4jt9L7oL4m333bfo5XV9vr9jed835med2REQu4438W9dN/wnFWue3K/Fr7fFujvs37//vpYOghRkDz7y/anuJuVxFM++bAnKbOXM/k9RnYIkWsblS+tZSzX9f1S9MBzs+ipLLzeKbxmkkdU+GmqHvCHV2DhNRWg2H44u7X2xyhpUIqtUvvcPq9uO0i8LfIOEciDO4h8nfQ70wKM9M+vMizO/ID1DOwBLnXsTzuE3vG7dnPOpGLZpK6lhc1CM96+Ou+dwbNXbuqD63O6NL+iBe8YteteEDYb6tRzLXvHaG51VfMb6yYLHbVrueQFqBo1dZ3e8bju+qbrurQigapzO+N+teCmSOthz1tiwmKtvebLreU1zXvnddO7LI280NTYoI6aTB0ZH9A0HxXVpjK1VBgdt6XX66JdnTURwlUzw+W1lha9VbhiptUqckvVJBPBrKiLh64iUzdkuBc8SaaWpxsSPCRNBJUQJneZ2pZvm4S0TDDWFZpf39CsSSGEsK1CadK1krDODNhv3qpBq+L7Y0enJ3RsekyTIw0v1gutrq9pbtljy3autCTzB+cQw9DaknfrYnUuUSWwT0p+fUYHRQBRSunR9tGzBodIKrwXSHvAKGxP2wPFt6GWvRXMd3bbXoA3R71DaGLGL8Yue3f/+sKyri+tam6jrUX3/9JGx7vzRdpVVCJvNXXyUBovtnGjkAlb17Id3TTpu7awppmVTecvNOvEayaDlxx3cQ69a1qyzm5tQNEclJM0a0PmPNYW1pxndT0RQEjgrF8WXZ9b1NVb87ox39XckrS62Ta56aZ+Fu1m+wVUNagNusNZWK7w6JfdEuU1PGqC1aXns6yQCWCoZr31PFPdLoQwl1IufU5HRCiiBCZktmvABJ2Pi/KDIE8//bT4dwH8AMzo6KhIq8gCJAEiBNGA8EH83nrrLf32t79NxJAdQ3YOX3/9dfHjM5cvXxb//gByAqEiL2U+KETEDlUR4W7MdtRPfUdEpLQqirrXvbsNKQL4iYuISiTJYzf2U29QEUKEIrZlaR/i+t3KTzyowrgViH8QwE5sW1tbS8QdWyGz6I6IVBf81BESSN8C/PQxab+biL5q+cZMIVwgFX4IFTxn5OdT1JQZ8gulwvNc0XW6xXymXF9fPo8WiLsqdLuPkAd3le02ocL3CroSfCmApQoxw2ee5T0mHObNcBGFw4aLKxxXhHyVPKQcb9eh5Hd617J+6qiwXyKPB5fdUMeaAU/Dds9f2NUOqO8obvOjdBuFc1aQ/XKdkqtKRl8fX7fAvi2Q7ZvyMBLSYLUJhTw5F+p4cu54Qm4bm8ZG1L0jlGt2rdCV+TVdnF00EVzWLe9ArEeuotFUY3hQ41OTmjhwQEN85MmLmaHxCY1OTml8elpjE+MaGBxSnjd8C+a+BXN1lSd/4ZsEPIyqfvHK6NXc8wTTU8cG8oM9C6sbWvbCwr2h0aGGjh0Y1/GDE5oeGdBIPbxn03Grbbr9Om7HrlHYLxM3yfxcrXahTXvMGdyfubp+yBa0t2dDSozIpAQXHIaqw37LoCxU/skuUUysbWdr56HN8MK+1dKSd6LW2h25OHUlS4rHupqSzFsTGvbzYyKHx+uCEB4YHdRgI9O6XxjcWl5J5MGbmfKwUy2TFwShiHAuYKd3RmEPsLMzxRGf0UlxoFRPqaAMpeuuYIqj8fZFKXG/10Ju+26h5Y2WZrz7e/HGki7NrCY/xOvj6zf10dUZnfeuPr/meunmgj6+MaePr9/SNbOxxfWWVjwolkwUZxdXdHnmli5a9rJf/Fy8OZ/kPrwyow+8839+Zk6XTQAv3Vr2Pb+k5N5c0rmrN4XMJctfvrWk89b9/qUZvX/xhj64fF0fXLquc9ZB+ZdvLeqKy8WpJJwgAAAQAElEQVSGd8/P6IMLCyaFK2r7pVNqIvrZ4zAiFBGf2CwFEoh5MBQKMS6J2kIhsYBAJLPeRAizXHW/ochD8vByri3pu/K4qDvIucA7pPYnhQMRoYiwT1tuzQQd8gcJhAzyPwLZKTxx4oT40RF2kyJcV1cMEgPxABAOPiJ68eJF8THS6ruFP/vZz/SrX/1K7CDynUM+Srqy4jb3bhX5tc9xpzSyRJR2468QUcZFRKpPROlW6bvdiEhREZHkIYHUD9AOkKUk4EtE+Ep/FulHZNh9A+y6Uf+ISDoQqmzvdys/6f0gHvTHPQg/OiGE2AgphMTuJoQRIerYX++Gd0kjQhzoAPh3g/gKu9O+XGHuGeC+teGlz3dm5JLv1QCRpWeZpzpLPKiTkvZCv/690onrl/kq+aNXWdx+EL3dLoXwA8cjZuezOVEOyrGzVxnVM6HwPZVgIdYmAAuxFdfRPisfbqF+zfjvBGfeOostHzm2AsmzlUYSSLH7XO6QfoekLWV3I7Ml/AXzYPteuLOZt6fupYO42yXvI+ZOiu6Udo9FeTa8xxwPSDzVgRGbFhtSx6v+RAazplq1QWNIq1HXnHecrnnn4IoXobNrG1r1TN3KMxVezGS1XM1GrrHRpibGxzQ6Mqrh4VGHxzUxPqFJE8Tx5pAGTQbliX6jCC25zCUzgDVl3uOynt6tqK/Y4WbwVOopyh3Rdt1XHbGw3vWOy7JW1laURVfjZlNHvLN2aHJMI82aGn5wZm5DVr6FaVjXKKxFhtWIwYSLp/AORNcovCDuZoW6WVdF5pLChDIKt3oYmV+29eD+d7TjbEzSZxkiXEbXNL5btNUpWup0O2p5DLQ7oXYnd2qQIeXzYz2RwrpjzF1NXiV2CQ8MSUfHB3XIhHC4UTNp3dS8CSHfRVxYbVu7MFk21XrCkO0ypOSX7VHfEfZHcLXnvs7izrlI7t0X8BdXWYXbp6Dtsahyd2gh046I2wP3bXKkFmh3pJX1jnfu13Th2rzOX13QxZlFfTyzoHPX5vTxjQVdubXmlzfrJnGrumDSeP6aZW6u6PpiS7MrHc0ut3V9YUOXZpd1YWbJecCi3YWEC9Z1xWlX51a8u7dkLIofOZpZWk/k8MOrt/Th9QV9ZN0f2Ib3r9zSB1fnhB+cu7GoC7Mruuwyrrmsy/Prev/KrIniLRPCNfe9K0Ft3BaROtye21tqjxjal0e74TEsj7wi8PeJ0i/eEc99n9Symup57hcNmSCEkcTQAVJg30sp62R7aPnbIY+CMHB1VwfDNcJ5jCpD5vsTUsCvQ/IvA5555hnxfwMhhqdOnRL/PmBwcFA1z7W564J8RAhSBPngXzFA+vgYKd8nhBj++te/FruFkMIPPvhAN27cEL/SCUkhX1V2URRJD24Vd79uRNxVVsoCCFMX6gVBqupGPIjY1gexgmxVZHB3OuEKle4q3O/ulUYc6Je7F39EKCJSln47sRW9ICX2Lv11pu6EI0LIVeiJfuGcyr5+94EZ6TaQ74XIM8koHPadzSzxKYqIu8jLXFDhLsS/ciJ7tyEtJvdOYdAk/HJyUXTTOCZee2dDVHdKS5/yQLnh6cn6lNT5mtyi4F7xGCkyrw+MfZVtKyjsxUzcgvwpT2aV+S4QB+5kvLPsOkvpXiGklRH4bgdpHtvaCyKRLJUrx/T7Ce8P+UCtnS/FuV2z/c29G5kq993I3o1MpW9Pdy8Fe8XtmfnuIrOIUMRDhiLdYPwMeqfVUbfDrR1q247NrKbNfFCr0dCsF5+XTQQv+k3/zKoXc/WGGiZ+uRcpRRaJHHRNDlhwpcVXXvMCDNTVyOoaAMp88xba3GxpbmXNC9MN3VjZ1Lx3LDY966dbqXD5u1A4fHdN+OWTKsL19Szl+Ulgw+1wa1VpJ+farVktLi+plhcaG6prenQwuQ23d5iUhNtTRmo3oceZ7WaSF8DSQD1Ts14Xiywest1MKqxLNcvlnrQzL8ijsIZQ0oeA9VqFBa3E7e5pV2GZiK4iybectq5Wa1WbrQ05UjW/NKjlA9aTKaQEbEoEyrxTRs1FDTqR/0140HU55F3O0cGGF6IdLXgXdGZhUbcWl7Vm9V25CMPivirpswm60xERiog7iXy6NFeo4y3QtnfWOq5LQVvRYXfSijn7gXyk4d4jCoV310K+bbSw2tGNuVVdubmsS8YV+68vbaad/IXNTAvexp31dvN1k8Ar8xu6DEkE9hM3s9K1rDSz3NHVhU0TyA1dW9zUzZW25tYK3Vpre/fWYZNAvtO67AG62sl8zxa6ttTSpbl1XfCAvXhr3cSvpStLbV1d6ujaclfXrPvGmjS7kWu+XfcLpZquO/364rqW3NHsXjNnyPVR7+BeB73gHk4hMRg8HgUZNAq/4CCuMDEUB/1iRJF5TOaqZTXfDzW7kUoKZIBV4eyHCEtyAgvZ2crf73eSz9tjHHlPZ0Sk79Lx/+Oeeuopffvb39Z3v/tdvfDCC+kjpHyklF/iZCct3dPW3u121fauX8s79RBD/v0E/5/w3LlzghjyK6TsFEIQ2SkkrdopJG8F2hxYZTrxgxTwpd/v4G1nRCgibou/U0SlExuQi4ikIyII7gnIFvIR4SnN841d7ToiIunZFb0VjCjTI+K2OCIiIuWP2OmSdidERLIpg9DYT/2Aegf+ChEhCDAguYrHvxsRpR3ER5T+iCD40EHb0wcAf2V35d6LQf23X0SkNncDyg8s5X5uZXwFxQsK38oCn6w7LLIXHJ1OStyNlLDPZbdsFd5H/CsaTatQ9cJEsNNti39t5IWkRFfIh92IUMQuKJy4faYQykCK7np9YHgdUvSQop3PwR5JzCTP8yC2BkmlwK5tKgzGquwWKaNLSnly581VFDUV2gn5yVGWtdfVep3DmZ1Y+mMr7Kh0FrZSiogt2ENEH6Tb42IrzlmdHAmKrWiV8XcOy4ez+PrlOO/G1ocpc1ethkH9uKtMdy/kkX33wg9MkgqhzDcKb3cY19wr3vTRZtS0kTW1UtQ144XhlYVV3eBjjBbIR0c1ODmpfGhA6Qdi2DrpdOUNKPk2Y32mouNbxhBEsZDjC3U3N7W6sqHZ+VVdNa4trJsctmS+WS3nsOYriIKm946btOjF8k0TwdnlZa1urCp3o442c40N5Br2dlvNrZPWw+4HqZyKuim3G9mu+aLq7oRmI1Rv1P1w9aTnB2viehUhrJmlQfBodWfLrCssEPbH1sQqH9AzI0DHpTlfsem+3XC3tlWr1dVsjqiW1xUh+XSnS2z1eSNR4V3lzESK7xEOOHoklyZdh6mBmkab5Cm0yvdNV1Y1v7oKySGra2Fhn0mf3XR6jCZ312WHzK60uwu60vsIVikU3fU47nQKP+vC9oHMuT6hdJL3g3Pfz1n4YdU1Nk1K11qhhbXCpK1tEtdJ5G5+M9dSp+771vdup6HFVk3zG5kJnuQNO5O/wm6hufVIacsmawuWMadzfuLl+FwrnZphXSbpfF9w2W9t1j1GNlTXSreu+VbueUG67i3tGeuadbm3rGeuXROABM63G1rsNLWkQS0Wg85T0+IGfS6T2sLtWLUAjVT5P8ntqiKDyfWIKRjHSVshjmA8K3cr5cojV82L9NwDNCPxLhARSYrrnYBQlY7/06LuhTAfET1x4oQghZDB73znO/rmN78pdg1Pnz4tiOGo599Go+H1c1kjFjoAcshHFW/duqXLly+LnUGIIbuEgP9deOXKFUEcIZHkAf12E+5HlVbFVeF+905p/XL9/ipP16S28pOOHxf0+wlHhCIi1bsiXuo7Isr0iG23Lzl5I8o0AhGlP2LbJf5+gU0gYlvf7jqgO6JMx096fxsQJn43ImJ31EMPR2zbgJ39wBjCuHeLdLei04iwbp/KM2U8wLwbXmSZeBwhB/bXS8b9U6X9ct9r/J3K+Kqk0dagqi9taPgh2fUasOu14M5x0C9b5dnbRbKE9XlOL3ibXLTce153RKHMiT7dnSHzOxUeHEWR2/U4sd+C9hdG196uC7GeAjiLHSWZ8Po0M3Kn92BSqH6IeMtZwiWpRNduhcL+bVi7JYs+2HvHM5x6N7CYz7uR3C3jbF+qc7f9Vfh+K1Hl3+3er76HnS972AVulecWyzwJ57VcWS0UmYd3yMss+XYMbXhLZGFp2Ts4i9q0v+ldQX4WfWx0RE3nCU8AmR/qNSusGzX5xvAb687GhjobJg8bLRODtsIL/87aulaXVrSwsKxb8yu6ZZK5uLKuVrvrnF/R022d5ilX39xJa37jv9pqu93b7oOuF7NSIw9DyZ9ZTp6O5EVvcvEnECpEujmX+ybUdL/WItL0lnmCDWByFwnIFp4YpfBCP2xEJJ2ZBwCQXdC19q71dh1uG+5PjwxzVI0ONDU6OOiy8lSGCimARTNJmcvOnDu3n7HRDGkoL0xss7SDmee56xipzmseM5t+oHQs23+ibzts5RSyFUF4K3APHvJVIBt+uz3Hvq1S0vPE8YXbp0jt40rYL9dLn8tBL2buyVxtPwz5saBNP8zABq4JW0sNtaLhlzoNtVK4rs2iYdSFzIYJ3QZhy21GU5t2NxKcbvlNvzFtRc15QaaW69t23dvu5XbkIm3DcmvAL4zW7W6joXXrAhu2oURTm/gt17KOjtvOQ0TSvTagOyL1jHNHRwpcx9ktd9vlw/1j/WF7Q4w+pWsmHxb1VTvHFDHbiIjtwJavl3Er/Nl4IkI1L4T5hdHq+4Tf+ta39Ed/9Ef6sz/7M/3+7/9+Ior8iwqI48DAQJLnPooo7YZcsINT7RhCDPnhGXYK+Rgp/7cQUrjqFzDIRYQiSlArFnMV0FWhikOmH8T3h+/FT170Q2QB9lRx6MEP8IMsy9Rf1yoNHZU/oqxLxLZLXhCxHYeuiO0w6Q8CEaXOSj86K9vwA+ylrgA/6RVIrxARlfcL4UZEav/+ukWUNmK/fFSuvfd0RlgPUKjA5YZ1VGE46i51VcKVezfZdt/bu8N3o+OrIuN2/YTmKfsfIXD/7RKepH27K8uKHpSGAUNDPhIh7EpFt+ihq64ji4SOcJ0qMpEn7AmeBJEpIlfYlcM7kUt+Pik9O8J+6nAnWOTr8+sW+AxaIPsMdN5BZf8gt1gWCi/Ow3dghORT3vuX2msqNlfUXV9StrGiMd8vh4abOjhQ10QtNNxta8BEr2G34RuxIanuGzRvd0wCWwrvCGZe6BOuOb5hzQNZrqZvyAGX1fBNWXOBmb66R0QoIlIDmA+Jj9Ruut06JtpSKM8zL/py1dw/9spd5Viluc5PTnsyh3MjE76aYxohDebyLlymicG6RuuZGt6yrXXaqpm850UhkNndgvMFT19PhlJu/UY3kyCLXce4/+p+IYCesVpo2noPjw7o0GhDYy4QEuq52/JW5JMquXsFUGsDbZ+UuwIN7KnXXCfrt2zLJJgFbNvjxkWJ0eloZwk7wM6OEwmwI/I+A7frcbPcUVfYslIgksN1G/hSDlOTiQAAEABJREFU9Gd4oYxtFLZnByLchntD7oXC6XKe20F/hGQZkY4cHZgQjgKWSeG7cwvLlrZlolz8ViShX+pddVdHcZsUMV4Q9MdjoiFsV/ivLzFUhu3qC3pEhO/3WvpH7ewG8p3C5557Tr/3e7+nP/iDP0gfJSX86KOP6tixY5qenk6y7BhCJjPPq1QNosE9xW4gpJAfnXnjjTdU/VsKdhFJLzzYI0IRQbYtNwV2XSJKmf7oiDIuonT7027z74qgbOxs+/4HFUGqxEgHhKkXdQTUM6Isj3SATEQk+yNCyIOIEEdEbKVF7PST/iCw2w50VnH4IwJH1JkdWuqMv18mCfRdIso8fVGfqzcittq2v33lo6pH5Trq7k7r3BLsVZc7u4rr91dxX7ufQwvs1xEpngvodaAq9/7sDOfPvVbI8szjzaFAt0z0DK9FIILcOyU64pfxu16flOiq8GKKtJTBuiJCGfD8GJlkr0L9ByHQH1f5y7JdchXxtft1C3ymLeAh+pnq30M5g9xINxqul+L2c0sEi4Tuproby5LJ4EB3Q5Ne9B8bG9CJsUFNe/U/0trQkDFoQjho8tJ0HshgvecfcLhhPySirkJDNb4HN67jBw/qUS9kHj12XKePHNahiUnvFuW7bk79zh9ucdc5tkCFmcA2Nze0YULY9q5pOJLFTx3yVMtNpiQmMnGgwOQtvEsUJnCZMl9D5mpqZPIunHRgpK4TUxM6ODSgAchga1M1T5o5ukGnUO7JFSIXBaU5o7XIOmUXveEyso5DnmDpzxGLHBpq6OTkiE4fHLP+hqYGQnxHsCYfyS5PnXZR2Q2p62gXJUcpi0L1WqaqTnLs5mZLLE7bfnlgvioOF1PWNVXYSohMQAtIgYd0KctPpsh+eyJCPhW7LXBERNwev1vu8w6HDdgTjvQp18ESD+QMRZ8e/CHUR4SSR3d5WHx/ScYEQGJvwb1jkf9igIU0qKyp1Wpit/DQoUPifxS++OKL+pM/+ZO0Wwg5ZPeQXyM9cuSIqo+Rkidj0eO2RRcki18jhQDya6R8l5Afn+FHaJaWlkQ65SGLGxEif57nApUft0JEKVOFcSNCu49KZ388cRHhbvcLCz8jmPMgR5ue87ClSu/PExGeL+oaHBwUu6L1ej3ZFhFJLCKSvoj9XQQj7pyOzIMA7QEiIqmr6hSxHYYM9tc5CfZdIiLViaiIwPlCISKSfRGlWxlHXfHj4t4teFbsK1vd1pW7r+DXCQ++BYJHtGF3S3mf3/ewE/0U30rc9vSJbUfepc95IzJF2OMsbb8sXltfS//OhXUCc0Wn9yKJtNLfSd+pbntNykvmFO/1DmMxIhSeF31apxVGCRz7vj6/boEvVAtkn481zLC8Ye+H5Hf5qpsFDNe7mhzMdXRiUKcPjOrU5LCOj9Z0qJlpuhY62KjpQKPuncNcA65Azat+Z9GICczkwIDGmw0Nm8gMKLwrGBr1ImO6WddhE8ujkwM6Mt7Q1HBNTesyT7CGr94ZvSrTE7zlggxWCwWSsjxPOwa53Syk6ME+hZ+i4d4K1XzNTeGUUJfSDuG0CeHJAxM6NjGmCfcTJL3miTUzGczdV/27hGEDwvpkAlhYS5gUhl20ZmZ1kMim2dqYjTg6OuTxMK4Tk0M6OJRrrCaZE6ohyV3pq8dT+DFhOKs6jukaLkLh/HWPiYbHCHVytFgQbpgIM5G7CKJ6sILkwwVoMMJQhSTw2VxSEZSLetwo259gQoiIiLBTQl+Cw5Zqb8jx/dhb6l5jtfsIItIFz72BbBW2ctJRW4GtOhALPBK3E78EPhYwICISEYIUshPIdwj55VG+V/i9730vfYQUUtj//UJk6/W6InYSLr5bePPmTZ0/fz59txB3ZmZGkEUWVxCzqmkiaOAyFFH6I0qX2IhI+iNud0nvB3r70Z+GnzTuf4AdVb1J6wd1ggxCCtklZO6I2Fl+v3zlj9iWqeIqN6JMq8KfxsVuEFHqjChd4tAbEapIInHUF1B/wkB7HBGxR+y9R+2n/140oaOyF5eXePxIEW7Vd+hDDrfcnUm+u7vsW1U/T9J8f3dqHr4Us8yd8PAt+vQl0hkATZW72094a3bt66F++VLmfq9tk77l5RVdv3ZNvMx668239NZbb+udd95OLh+Hr/D2W6S9pbdJf/ttnX3vPfESbG5uLr1wLgpWIX2WuMt89kV8shd5RuMnS36SxINro08q6ev0L18LZJ+ryV5gM8iZ1NveScq8hB9p1nV0elyPnzqi5x47pefOHNfp6SEd9lbQ0ZGmTk+O69GD0yYG0zowPKShLFfNu02QgqmREeed1OGJcU0ODSUyGN5hYsYIyTQj1LQ7mJlIGLn9X9WTCYYpFZf2Z5HQ8k4eD1yF0pvwWl5TnmUmfSJK5RF2Modzx+d2M0P2Fwn1TJoYCp040NSZQ+MmhcMar4fq7TXVW2tqFi01irZqRu7+zr2Pl1XwxJm7s9jZbeB226p3NjXgXeOJWqHj44MeC6OaHm5o0ASv5nw1y+WZy89BiHVMj186VQlhi3ML1UwI6/Wacu8UOkoQwZZ3B9t+m0e9GYvElyBX6dtx3Sd6h8y9Bu5SJ31ViVbuvRb1lZSn4R5CxSkGpAWpPT5vK/WL2G8R4ftmJ3K/CKrVaoIEQYampqZ0+vRpsVvILiHfL/zDP/zD9JHSp59+WuwmIpd5vuBeAoXf4rOw4uOjfH+QH5vhB2ZYLM3Pz/cWS77rLEdDIf9JqPTudskP+vNTNvd3JUt6BeKY9wB+8kWUbUAdKtRNcqkXpBA/7UIaenAjAq+7vOxt9FQgYS9/FYeLzP2C/BXQERFb/UgYRGzHUc/dbUJ+5EBE4DxwUMZeuJuCyIfdVT/xIoF/ZXLp0iXNzs6mFwukV7qQTz3BBaQE6lUhRdz9hYdJkiZ/8nyhLtw6e+ELZeSnMoZ2B3ep5B5E99ToMeMZSetrayaDV/X666/rb//mb/V//V//P/2f/+e/07/9t//W+D/0b/8PuyCF/63+vz333/27f6f/8B/+g370ox/p/fffF6SQe44+6na8HvFa1UXsWfQdI62gHNv3lfuOqr9ciQ/fWobUnfDwLfrsSvRS+rNTvr/msnnDFMJPsLRol8kA6/TRwbqOHZjQ4yeO6gnjzKFJHRqoadxZDtg9Nj6s04cO6JQxPTKsAS/yawoNeaF/cHxMxw9M6ejUhKZGR5xWU3jrp2DB75sxjNz3U00yORSlO6cDX7GTCQ90xdWTlCcbHqpdu+G2iAhlRmRSBDHqO0Lpzzt6kgUccpOWmkzw85BGGtJhd9gjhwb1xNFJnZ4a9K5uR+OxquHuipqdVdU6a4oeMru5CSNxtfaqGk5HZljrmqy1dWy0rkcPDOvxQ2M6OT2qiaGaahm2d00pqYVkM8SzewtyvWwL4a79mBoeK2EDI5zgOCbYVG/GiOteiD8SALWy6ziuwiXKcmX4011RhYbKxU8dcLEZ4FfPVsk221/JY3s/9PVxhxZw290h9Z6TblNHrwA0lW4aSR4rySXaqLJVrqO2zzLbdvgB+lBdjZV+tRHblkSEIDh7AWIIIZqYmBC/RPr444/r+eefT98r/Af/4B+IXyPlo6X8IA07hcird1AuOzkQQP79BGSQj43yPwz5RAL3H6LI3QuqPLh7AV3oBvj7QRwEg91LfuQG+wgjU+mKiNQekMChoaH0rznwQwgjdrYb+XaDMnbHVWHSgO7iIA+2QYQg1pAgCNH169fFzivtSBpy2Abow4jSxohQRAmKY3EKSQb4yUd8ROBsoT8+YjstovTvl14pIB1U4b3cT0qnjSogSzvQV3wMmfozpggTj/6ISH0mH8jb8bRte7kBHOi/F4naChNw+u2n8/YiS5HtsNTv130epda7z4z8NvDtl7dM43on7Jf7ixBP+4JPYQvZ7xERzuAmY26anb2lDz74UL/85S/1wx/+UD/+8Y/185/9XC/9+iX99re/0csv/1avvPyKXv7ty+KHs37605/qRz/8kX78ox/rlVde0aVLF9MvK3OfeSCm7/B2IYR+LrCc2FmzUESkaBcvxi9uJYM/xZE/SYWTgJ104ge9NZkzbBdDfIUknC5Jn4Xu5CbBe71QdrWmwm9U9aasZH5fuZ+knjxgtxxxFbq98nbL3Clc5cVFDhf06+pvtcKGk55c+1MeuynO9aGPifsyg9HzkO2vmthuZL4JMvEQq/uNdCPPNdyo67B3AU8fntaxqVFNNmsa9o0yaCtHc+nAUEMnJid0fGpKE4ODGsgzE79MowMN5xvTiYNTYodxemxYQ9ZVc95QJALojSrVJJlL+CqZv+irenRNw7sm4Qxuj2lFhPIsV61eU+6dQfnwPbY1MfmedowsZyj8Z5fIhMLhQrJOdvi8mavppvTI4ZpeeHRK3zh9SI8dGNLhgY6GiyXV24uK9rKK1oq6RrG5LG0uKYwMrC+ovrmosWxTJ8YbKf8/eOqUnreek9MD6cdkcncedWi7zI4B6dtCYEkJvwMwaVRC1xXFSj4iS90jQlmWSXZph3RjSz0pPEj3uU5x6FOfPa130OYK+MSuVJjtk8M+UxBbk6f/YqWV/f3RXz0/rbQbn3UrlOX1uindM3SuuyQVXKYm79bFwzfNP8mtYqsMVfgBul0/sLq+31EZEYoIvDsQEel+yPN8K52Ho3xwn0CIIHt8b/DIkSPie4SQQT5Kys7hk08+qYoUosPZ0sm4hIAsLy+LxTxvzfGz6EIgorQlonSJ60dEbNkTEf1Jd/RHRKqPfGADdalA2RAsSAW2QKoqYlHJUOdms5l+PGdkZCTtlkZE2b/WWZ3orvy45CcOEMYlbi+QdieQH1tpt48//ljvvPOOXnvtNS9GX067F3wElzQWnfQPO7r0EYgIsqe2oz+oD3WERFFf+gSbiAcRpTz2kDGiDFf+iDIcUbrEV4jYjqvyk9bvJ7wbpO8HbAPkiSj1U0+IPB8ZxaUuxPXLIIlOd5SjezeVx78D3JaG4wgnxxfHIFvm8fzfi0IeIIoIfgntQA/o2FXYJ2jFlgrbNu2RyWorub3cPXL8DkW5f9IZ7q17g5xDfnvc7RTiZdEt70JfunhJFy9cTC9gGHORhZoDAxoaHtZID1lkWl5c0vXr13Tp8iXx8mthYTF9CqLb8crDixPGFz9Kk/pDPtxHvqazHN5hv+cXkz7GfcqXZDIPSp/Ep8wpMskq2VvmK/3yQViJgFKeI3yWcfZsndjDfADw94M4bNgSvgdP4YVju91Rx8CPrk6nrY43ZtKYdR26rkvH7dJpd21nVR9xG+4oCZuIwN0P7Xapu+tyd8uQdz8guzsPNgLi+/PRetSF+MK2Yyj58VfyrlaqXpWP9Mpfuf1x+CtU6Z+365H2ME2gWXfBN1JEKDdqkgbsjjXqmhoc1ITJyXB0NeDlfNNNDdEYM6ubGsw1NVTXcD1TI6RGJg3WQuODmSZHjKFMI81MzVpmvVkigBszoXoAABAASURBVGlnMKS6pMw3p9WWCzKHv2onhKIaiLjUP/Mkl7ntg4BHNgO/2+2oi99x1S1LOnB3+O7dTihMytRDzdFDFppuhE5O1vXk0TE9d2JKTx8d1xnvFh4eqWvCnTncDJN2abhRaLhZaLQhTQxIU+6/I2MNnTkwoqeOT+vZEwf01OFxHXM+Xgo0vIoOl9WxESWqku26XGxlhy25tsXdrY4Xw6DlOrXaLbU9OUUWYqEUESqAMxTyn+ssu+JIfntwnW7fAzl3qyIMknLXwebotrne8ZVdyO4EIX3Fj9RA+7SB0z7zJnIZvdK5r0AvuOUkid129If7/Vu5Pr2HcsMDCpsq9GslrrzneUB3/bwr7wPiQYRz91Cr1RJJ4tdIT548KYggO4b8D8Pjx49rfHw8fQdxt34W75CvajHPg7xfN/IR2+VElH7iQUQZjtjpkgbQVYEwJAfgr0AdKZeFHWQQcsrCD3JE3kqOfE2TwWEv+NgZhQQTJh4ZZAGLAVxAPMAP8FfYHa7i7+SSB/3Yyq4gH0F7+eWX9bOf/Uw/+clPxL/04NdbWXxiP/axm8lHXOmjCM9rnrfQA6g75BIySJ1xiSMNYAsuqPy4gDjQ78c2QHvStxWwhTh0I38/oKyIuC0r7V/VEwJMOGKnXHULJbdwmj0+ezM6vkptz99ziPWot1NeywzO7/vGkfucpO+T9BCiMX0vPISiv6BFuD986o59pjscZDZ837Rbba2trYsfweJeYbwdPHRQzzz9jL714rdKfPtbeuGbL+ixRx/V+MR40ru6sirmuY2NdaX7wGsP1hqAe4L7mbnn+o0bunTpsi5cuKDykxNXNOO4+fk5ra+veQ5m5ZJUpotNcq3CxKqr1bUVzc3N6urVK7pw8WNdunxBV65cMi7r0qVLjrto/1W/gJvTiu3hPk1KehfuL+YCXopdv3495eGF0/nz54V78eLFZBO6mHuoD/c1+XoqRF2oH3PJLe+mXr1yRRc+vpDyX7YN5FtYNCle31DXBFu+F8mzsbGRdk5vztw0gb6ePvq9aDI9NzevGzeup/9lS7n8SjXfN6f9KZu8lIctfDri6tWrSZYXYjxTkAHIk87XFJCZn58vibkJI+1A+cSRDngGVPnX1tZEmVcuXxbfH51fWEi/NVHIfyaC5EX++rXrQmbG/bXiF52brhNYXVlxm99yv1xN7UffUo8K2IV96KE+/e1Ztevn6WafZ+FMZGX5YSf8XkZih4nvhTXM2OomgiXaqhegq5oz1WS5kPKQvKb3TWKXOKPeQyUTERKQtggglTankFMkd7QvX59uDTetWn6rw03V7r3R4QYinsmIRkrt7YZL7UeCI32fu6eklv2bxoax7rR1b891u6HJiSE94x2+73zzGX37hWf0zBOndPrYAR0/NKZjJn1Hp0d0bHpUJxw+fWRKT5w+queefEQvPv+Unn/6EZ04NqnBgbqYwJaWV7WysSn0t73f2zXFL5SlXuS/VWBLgnxE2btde9uuAP/Pkh/PAS1P9o4WCwqg3hghbm9Y2d4J9x3rJkp271ZQlZTcPrsqedyyZvgq7NZyp3CVZ7d7pzz3lrZbcxmurPbk6ppvX6v4nuuKpz68F9fmbZfhhbC2IfuVDitM7qe53FlHssFjbasEIrYCn48nXP88y9NY5wHEPc2DlfuJBxMPQcCih7h0//feumJxROAkRIQiIr1IgXRAPiCGfIyUHcOTJoiTk5MiTT4iSvmqXPRX5WCDRbZO7sOIUj5i2yUeRGzHRez0o4QyKhCOKGUqf6WD+rGo4MHOwoA2IB9yyAB22ioyODU1lUgucaQhW7UhLmHyVtgdjojU9uSN2PYT1h0O9NBGLFZYuED++Pja97//ff23//bf0sfYXn311bTwoA70BW0PgcVWVKMDGwH1Ro6+RicLOeJI2704IV8F0ioZdALS6EsWN7QjH10Fi14Aops08iC3H9CzHyIitRnjKPeONW0VEenXXo/xa+FegLNLTR+RThnqHf3+XpSdMJhfmBdwt6EyKaXf+4UbfDfuXcv95KBUT6PbFSGiB5z70flFyJO643OrAAX7yeQ5PHoDIyI0ODSk48ePpY/J/5P/8Z/oX/6rf6l/8f/5F/qf/uf/Wf/sn/0z/fmf/5mJ4tOanj6gLM9M2jqJMBUmg7SpVSj34on7mY9984vLvNz56U9/oh/84Pv6+7//e/3oRz9OO/8ffXReC95d7JqARGyP13D+LMsSQYGQ8KM2P//Fz/WD7/9Af/93fy90fP/7f68f/OAH6WOrfIz1vffOCsLHnFu4TtjS7XaTfcyB58+fT5844CUT+f7e+Zlf+HgsL52IY87ho7PYzfyBHnQwd3CvQ7refOtN/fznv1BVPnnefOPNRBCZE2jVWi1X4bIJXzLhfPedt/Xa66/pnXfe1blzH+ns2ff16quv6Re/+GV64YUO/mURcx9zFm1HPXgBxicleCEGeFFW2YYc8m+++Wb6qG+VDskjL/MSfvKQRhn4iaMukEvy0na/+c1v0g8EMa91vZsZEYL8ffjBB/rtb3+b9GMf7UtbAvScPXtW5KUNacsf/vCHqT6Uh27INjqpT4RHmUG/fBGQfRGMKG1ww/gGDAcwqnSLtNQvwwwpWUJbx+5F41YimSv4JiI+/QNp4qrcyV/q1NasWiX+7rtUP8GDMTez5u1X7huWf/3Bg5y3Yx0WhSaI3lQrm6jXLExRUXRMsNvun6736qQN+5bc0Lc8iV1e6+jDuY7OXt/UuZvrmnF4s5Fr8MCQDpw4oJNnTuiRR47p8TOHTf4OlThzKIUfc/wjj5zUiVOHNXV4SLWRmhY7mS4sbOjsjWXrXNLHc+u6sVZowQxwzWVCQiGjXdlMKmXX1VKC/Zxt27VhErhubLpO8uRYy2tpJ6PmHY8sGGXOn8YCOSr0FKZgvz9FPNDLbdpdge24UGyVVo3brYjSsy1Qhm+7kg/cltCLIA30gvfopJx3tMES6U2CFSO3H5x8z6fbKjXQlmsN/fodTOm49wUrSxOOM+PaudNZpHHk+u4Suj1ml8BnFOwvl/ubhyMLed5g8gDjwcbDqvrRF9KQ4cGPSRGuPx4jIhQRYnHCvDE2NiYW58e9O8hHRglzT4VlIkrZahHBQ7ACdlT61TsiSvle8I5ORKT0iNIlQDkAf0QkOyOCYLKXMiExvKkF8357zCKBPBGR5KnXwMBAIoHT09OCZLFDSF2TIl+QRxf243dUylv5CVcgrkIVh0tcRODdE6TTVixUeNt+3os3+orFEPjACxPepFMH7IAQQgYB9kdEWpRiZwUWdOijf8nHAoo0ygKVIfjRSRrADsKkE0YHCyEWUyxMGT8QVsIsyFjwUFaVh3y7QRm746pwRKT2jNjpQnSpHy8hxr0TTT0hhOTDLlDqDaLuCf33SMqYVBALUsw9XO4nzz2o/1r0s2sBkzjGUESkOSMi0sfFx8bGTQqPi19XfvHFb+rFF1/QN707+Pw3ntdjjz+uQ4cPa3hkWHmeeXnR7cFPAq81ul5/rHr36dLli3rj9df1y1/8Qj/58Y8EWfjBD35o9wcJP/7xj/XLX/1Sb739dtq1W1xaNHlriyMirLP8KCtzAYTyZz/9mfP9UN83CUwwOfzBD63rRz/UL375C7351lvWc0XsElInW6Ou68enpOYX5nX2/ff10m9+q5/89Kf64Y9+JEhgiR/rhyYy37e+X/7yVyZGZ8UcxD1dOD//pmxu7pY+PPehSdwrJoM/T9+x/Intpw4//slP9NOf/VS/eunXeue993Rj5oZ3Nde02d7UwuK8zp8/p1dfg/z9wgTwF+nTDr/85S+t52fW86NEan/o8n/+85+LuYXnFESS+Wpubk4fffRRIs+QLH74B5IFISMdgsqchD7SmZOY63meIXPu3LlE6CDBEDd0M1+RDrFEH+WSl3mWONJ4gYZuyCB1/IX7kHTsYT6ETEL0X3rpJdfhxyb4P9oCdQF8z5QymbuRL9vzizNXZAy0zxW9tmDuDfGXmVrIKBySUXiVXthVOgpfWY/tRhIIJUcc9iMDSfAmVVqeWZFTrMG7j4LGsDjtpTjBp9N8/V0/g1by5BImy5n9LHQGBwa9CzegWr2uiFDXb3JYBLQ7HfnliMPyZFS2TDhNnZay7qbCe4NdXyGE8570Lq+s692rs/rVex/r52+d0y/f+Ui/fu+SXju3oI9vdrQRmSYPDuiJx6f1wrNH9OJzRw27zx7UC89M6eknR3X6VENjk5lWW6FzV9f08tlr+tlb5/Wztz/WSx9c0RsXb+rczLJmVrta7kqrkjaNjsEZvuRGZuC3iFq2bW2zrY1Wy/UolJsEsoAaGhpOk72DkuvtuVvlQc7SJ/X5P6Mh0leCdh7h0o1wbAV7lcYtxuxGSryLy/3mu7NqtNpg7QsSqnrc5jrCfaD7glTmkw/r0S6g0yn3faaK7cptnSm6v6hU7k65Knkr1hHMTRV2ZHHaltwD8hQeKx2/1WGxHBFp/PPgZOHOw+2//tf/qv/4H/+j/v2///f6m7/5m/Rw5mNDPIAhS/1mFL5BKhCf+Y01H+GDMLFAx+W+Yk6JCEWU5ZGHOaVyKz9hgC7iQBUmDj9xAH8/+uMqWdLxg4gQ9skH8YAHOwsbPsLDwx1S1PKcUMlZNOWBaLAzCPGAFPIdQkgu6RFlvfCjM6IMR2y7pPUDOezdDeL75fr9pDEHYzMLFhYmLD5Y1LCQoG+wHZ3YT7vTBxMTExryjgb2ooN09OKSh36FzAF0VToidtpPXkA+8uNnDLEwIi+LIX5N8a//+q8F/st/+S9iwcOLBdKRQ5689wrKqvJEROoT6hgRXnDnom6QQ8ZZnjPba+uICI87yVfte8S+KfskcKffC/ZR83lHu95uns/bii9u+Z7fGO+MvyzP01jzQBIkqus0fn+Ar54wEnK/UGbsRbhRezVKPhI95xJFUtdz7+LiQiIxkJS//Ku/0l/8p7/QX3uu/aHJG8TiF7/4lcnYT/W3f/u3+k9/8Reeh/86ETrICvd/RNiMEERubn5O7519L83TEJcy/y9Mpn6un/38Z+ke/Il3Hn9hgvX6G6/r4wsfa3FpOc37aClM6DY219N3InmJ86tf/0o/N7nBNn4M5+VXfps+lg7pgRy+9NJvdNa7dzduzAgiSH3W1lZ1/uPzggD+9V/9dfol1h+ZhEKGXjIJJC/1+3/+n/8nfZqB7z1fu35VaybF8yaSH3z4gXfRXkrE76//5q/1n//yP6c6/513On9kYgr4FARzyve///1E4Hhe0RboYCfu3XffTT/m85IJGHMRBIt00iCBEC8AAWTuZM5k/nz11VcT2WWugmySxrxIOnkhhJBF2oP2IZ0588aNG97NfEfYwzMTwshzEnsoF/vQ/Xd/93cC9A22IYc+8v2V+/4v//IvU/tCHuf9QpL5l7HyRUD2uRqRbhxb0HPDXgzCLVH4JijhpHSmRZRum8guAAAQAElEQVR9kLxuzy13/wpCkslemKTIhI+FEPJJ1uSvlCMXsruhr8xBzcvKhom3vEuWpQUEH79hUcHDlomPxQgPdPif58LeFEfurvO13dQttTsbWm6v6cb6ks77zc27V27ozYvXjRt669Ks3rkyZ/+MXv/4ut69PKfLtza0uFrIc6SaWaGhmtJ3QYdqmcNhnaGNdWluoatLNxb1wWXfhBdv6K2Lt/TWlQW9eXleb16YdXhGZ6/c0oWba5pZamtpvdCmGaFPcYQvmcFJ3KZZ7fpmyxOaQ1kuFrHUl4VTs9lQWlIUHjUmjtRVtx1oJLJy8X86oAn0ayEM+uN8E+wIKo1lRyHYD0eRhnM7XLmtyH5/Fdkf1++v0u/eJfftKMrxY9vvXtO9SNIQyNv1mdqs3yXpvoGiKjP+Co7Da+dOZ9UWlQzhyo+7Fb4LXcjfKwoP6HKR01VESdB4iPGA44HHg4+HIw9x3Jdffjl9D4SHFXMA+SvsVTYLdeYMFuiARTrh3AuqiJ2Viogdi3v5qHQ/KNcq0+Kn0hdR1pmHNgsCHuIsEiCEEC3qSB5AXagDxPbo0aNpRwBCyFxBfZC5W0SUdceOsv19D7gvCAP0VC7+3SAPNrMYuXXrlrB9dXVV2Eu+iFI/+bCNuZvdTOzF/mazmdqadOoVESkvJBDCxkevqD9loJPy0FuBfPhxI8o2RI4dVhY/LMhYcLEgrRY/LLDOnz+fvkfDAgud5H8QiIhUn4hI4zhi26V+FSLKeO1xcK9tIVTOSXvIlVFbkmXwoV37y8X/4Ap2la2MK7D3/s/PNCfWgXsrhLYyfN5bvp3SEeHxlSnDzUq/5PHv0dI1meIeaPOVGi+Mur6fGeO4vruRSJAPZ7df6SOe7FC9++473tX6rV555WWxQ7Tk3T/mmqmpSU1OTqSXHNzn3Ff8kulvTMQgDQvzC+ITW9yLfHSR3SjuX4je5SuXxU5fnmVijmr4nm/5ZT1zO7tm165d15zzr62vq2NbbZZtKhKxXFxeFPmZD69duybmFuYQXn5leeZdxRVdvXpNly9f0aznH9JZD657gTZz84Y+/OD9RNRef+MNXbt21TuZHY37ZdTU1LSajYaYW9717uBvXd/XTEwht8suc219TfMmQlevXkk7jO+dPZvI8pzjwu1dzVvkp/6QSUga9eG5xfOFdmPeoh2QoT2pA3kAJO7q1au2/2qaN2kz4pHnUzCANoIIoosyaV/mRl4WnvccxqcvkFlaWkr20k7kg3xiC/Mb8y55cWkbxgZtTNzk5KQOHDjgvp0UYWxHJy/M2MFEH3P614TQLbb7ng3HbSN8+/VQZPZnnrkjSZAPkueAnODB7SSBwhSwdCF+JQmUkmtB8hCf8jtX6Tqj02SU4XCKeij96h1lepVWul2ngf40R6WziiO9QhWHm4QewAVd2yhse4ltC8vU8rpdIIOfFjUf00AujQ03NDkyovHh4bRTGG73VsdvpLqZWs7cdlbasvAN2/WbsXatrnXTqPlNE7f5Fb1j0vby2Yt66b0LeuvjG7o4t64ZE7tZ48rCpt6/fEtvnruiV989r5ffel+vvPme3nj7rN45+6He/eC83Y8ddtrr5/TrV9/Xb157T6+/95E+uDSjy3MruuHdwBtroUuLLb116ZZ+9e5F7xp+pF+7zPeuzevqSksL7UJrtpWPj5r2yd70aoDwuuuy2uqaNBaeeOsaGRzSuOs7NjysgYZcE3kRaXiST56U25WuzrCHGR7X48Wh+z5R0Y9KEXGV/04u9bpT+p3T7pS7Pw3/veLOJX9ZU7c5rHuoahIqg99uz/GIKVT4hVThDMQl9GVJYcvveVpuz/gHFMn93lsPeHgXfjGymR5yPKR5oEKQcCGIPPR4KPKw4qFX5nXdKgW7bGJBxMMQIJt5ccIDEjdiu2KEq4c5LmHkATpwAf4KhEFVJP5+7JaL2C6Ph3P1sMU2FgQ8kHmgs+iijsRVMpSB3SyKeJA/8sgjOnPmjCBY7BiSXpWHSzjCzwm3CzYRhwtIq9yIEHUFEaGIbegOB/azGOGtNcBWFjDoof0qQL4BNk5NTYmP7bIY4WUX9YkIv/Sre96rCRtZHLHQYcE070UYCz30Uh6grbAdYF5EJPvlg/HAuGBBxFt42pHxwthhgXPlypX0IxHopF0pz9keyBkRW3agF2BjxHZ7RpR+N7IU2nFw/21HEDJ8r3rWd7T9vWvpK2Mdpd169DAOjAC9svB2bUjX9etEpnbkRk2trK7NqGsjoWG3oc2soVaAepLpWLarTEUPsp6dUO8o7PbDwYd+Uj6F4ha2tA++z7a6yylhuFLpHWiQBRRcPgXctpHVxP0UES4hBDmq7iPPgr6HOiY/bXW6bb/Y7qT5tDBRLGEJ2+mMcnZ5dkhzLXPN66+/JubX2dmbJgkT+r3f+z39i3/xL/S//W//m/71v/nX+qf/9H/Us889Kz69xDzFy5Wzve8AQiYK6wXcny2/3IYccs+fOnVa//Af/SP9q3/1r/TP/9k/0/d+//fFJxuqpnANbKNsdy8m8HfV2txMO3boGxkZSz8O9j/8D/+D/qf/6f+tf2x9/FAYH5PNPH7yvKbM83rX9Vzybud5Eybufe577vUTJ0/pz//8z/W//C//i/7Nv/nXqV7f/s531Bxo6qrJ4ttvv5PI38LCouROG3A881e4hfIsd3tM6lvf+pb+X//0n+pf/st/qX/yT/6Jnn322fTpLYgecwzPKtqBOe7RRx8V/wKJOY55kbmHdOY1iGKENfeA3cxFkHLmLcC8yhzPv0s6c+aMDh06lPqc+Y82johUX/lgbiQvNkA8sYG8tA824h8bG0vz7gsvvJBs/1//1//V7fBv9L//7/+7/vW//tf65//8n6f+Zm7GFubzav6l/V3MF+I003rwdjDs7grB0Nguvz+PPHkpLdNNWYqaB7QnNO/eeCzZL+FNcETXKoBvzUQAOs5beKCVkCCDpHeJC8K+uMNlORHXQ0dSuwd0lfpVluX4/nTkCAP8gB9SAl3LAuJAS4X1do1CxDt551k4uC+c4IkgVdoug9WONaqHwnXuWi9Af8f+EkVKaflKuOt4JVij1flqRbmLHjAmBkIHhkY0bQzXhzzZ1bzrJi2sdbS4Ka1ZZiPsesQsmxTO+6FzrdPUuaVC71xf1RsXF7xzt6Czl5d0wbuAs6vSYss6OnUtbGa6udrRFZPE89eXTQ4X9d6FBb1zYVHvXlzSe877rvHexXm9d+GWzl6c1YfeWbw0s6zrCxuaN8tbbmda6eSat87Ly12dnd3Qa1cW9fKleb12dVFv3VrVuZVCN9whS7bVJrveZX+uu9GXN0MLJpXrDtQ8rsb8Bmt6aFATQ0PemZRHgNw4hQo63d7UuFzCgT3AmHLKPZ+VKjdjWaa7gWK2YI3uFqWw/bJUATxeC/VFI7QbTi/zVZL9Lol3g8KlKUH3fBTOAex8budnUX6RFh3lzeMedOdHD7LrU90ojK460fF93lbLi4WWd6XbHk8+Vbg9gJ27OF2GpQr3wl5w0j2fYV0RvhrMITyEWNzzYIQU8FBloc8DlQcVCxL8kIf+h2REqSOidNHFA46HMA9KdFbyGEk6bkSIBQALGB7igDezESFkIkp9EZEexBHb4YhQdSBb+SNCEVEFkz8iUn75oI48zLGLN+/VIoYHO99Bob7Yi5zFUz7IIIspFhtnvFDge5Hj4+NpYYIMJAQ3YrtcbEJHhUoGud1gcVIhIpLNu2XQRxvSptjNW20WJIuLi2lxiXxEJHsrXbQttkNe2dkE+Nk1qBa36MU29KIP8ra7n+UjInwtT/TneZ7Kon68QZ+ZmRGLL1DZRlsyhkinTSmH8kot93f9pPykV9i7BOrRA47SJd2LzKThlzfhu1WFXxkWbbW7LXX9QrCg/n7GJfEyy97qP6vYoqfYbhQYYEQmZZm6WZ5I4EY+qLX6iDGu9eaUWkMH1R4+rPaIMXhQm81JbdTHtJEPmxwOqG2CWPi5pyK38n5Yb28dFK5wOLU8t31l+G6v95uvX78r7mC4p/hNg3Aw60dK86X3/KPErAjP0SFnKZE8lrnn0zqch3Evt4d8hN0IW2MbUNtzVDBW1HWUUXQcLmGPc8jdlQkTN7yjduPGdfHSjbnVKsW88t3vfld/+qd/oj83kfqHxh/+4R+m7ydOTU6JHb3Lfrly8dKl9KuXzMN8XHRjY8M7d6taWV31Ll9Hg36xjS7I1B/+0R/qW9/+lh559BGNjI7YhqAoRbiP3T4p4EthWzc217W6tmpCuJps5GPmj5hk8S+Efs+E8rnnnzfhOinmabnuknX5pM7LK8u66p3Jixcv6caNmWRP7nHJ146Yb8DQ8JDqjbra7Y5u3ZrThYsXnOeqlpeXHNdWRCjyUF7LNTY2msqCYP2B2+DP/uzP9L3vfU/8SBmfdGD+Zs5hzmLuGvGL/JMnTyYCe+rUKdFXtCu7iHy6hXa+5R1N5n7a68aNG+LlFWnIEGa+fOSRRwShO3bsmNCJHu5/+WBeIe/s7KwgvuR9Jf1vyUtpt+/06dP6xje+kWzk+UA7TU5Opn6tSCbPEdKoA23Cs48y0MtcznOXulVlutjP/fRIKW14UFduljvpIn03FGUO4rvJG47KjbpR8w2eyzOhJ2v5zUzHb2XaJiyg4zgvwnzX8SuSfE+sZb85gW/SSJq4oLPrYHKtsQjfqIbCkSrR9Q3T6RZiEbfZ6ajtxVwid87kaD8semmeBPz4UNuKKQeXMluWbzsfOpAv0wptqKN1Lw7XO21tOr1r+5x1+7T+ggxUvoqt/JZlYCZYhoHDW6HCNqS72PLUu7S166mp49JA2/VvO2wy6Idcu9NS2292sBW7XKQskGrOABiwnnE38cHhhqaHRzRUH1TLlZxbbumqidZNkzLzOW1YeNmy88aM2+sjs8TXry3rlY/n9frFRZ2b2dTMWl2L7UEtdwe9Wzeg9RhUqzaiTm1MG9mw05qaXavp2nKuS/Ohj2c7+vhmWxdvmTDOdzWzkmluHR1NrRYDbr8B6xjwW08/1OrD2myMar0xofl8VJc26nrn1qZ+c2leL5lIvjmzoguLXd1yRSGE1NPV0Kov8yaot5Y6WvJOIp03XKuZAA9qYtBvzl0fmtxNJNolwXHl6ZRwNHD9C4+Zwv4y7T6vVpnK6Hetyt0tPkrb8cBzd1vEBflMHZVcX3wyHix++4kCYvv17vATQGB/WL0TkStcbLHldwvs7+eJXWa0zJ1PTCxcs9vgBJ9pWN+fa402t8yL/8HB5qbq869rcg8qkHXD7ROubAl2BbvR9dBqabO7qfX2hlY3N7S+2fa9l7JvydrziWdh7fsLUWalc3+pKiUixIMIMHZARAiikHuxjwuqdEgiRIEFPw9WHmDyQXpEKKKEo9L8y4OXPBACwOKFuI7nO8pCjnJ4IPJw5CHJG9Vms5nsiij1oR87+kG+iEBFAvpARKS8tzv/ywAAEABJREFUpAPy4pIXlzBy2M5CAgLIR494qEMIeetMWsS2bvKwMGCRwWIEQsibY4hWRCkXEUI/iAiP1yKBuRli3G63U1h7HBGxZTNlRcRWW0aEOLCZdsM22hLCdcULQ+pQkS3SkUMeYAv1ZtHB22oWS7xBZ9HC23TamTz0SWUnBI4+Pnv2bFqoUhZp2IUu9EbEjrqSnwUSux2MDRZWLNAqWyJKeRZbkH0QUdZLexwR+6dV4uiuQBz+iNhhV8Qn6Enppcz2fVWovIP8RPQzUq0Nbfh+3Wy3fLuHIsvcN5llwnj4521Tqu1RXlM3q6udN7VZG0qEb33AZHD4kIqJE8qmz6g2/YiyyZMqIIYDk2r5ednKh7wuaKpT1Fw3r32K3BXKFSaIJTL7QxHqIXpuFb5HV6FPf1T9I2VFocwPxBzXisNwRTz3+N7zszK6EjUQD2ay9dKdqr1A8v4oFRQuzzeyWBO4WDHuyjyhLDJxn4RfGoTk2toAr7YKE62uUTiTZwZlTidubW1Ft+ZuaeZm+R28iYlx8avMECBIycFDB3T02FFBJJ54/Alx/w4PDWtjfUPcp8zByyZh6w4vLi3plgnW/PxCGq/8+ik/ZnPs+HEdOXJU49Y9MDBQlp1scgu4ShGhiBAHv7C+Yn1LfsG0supFnEKTE5M6evSYjh0/psOHD2kCPYMDiiwTa9qO17cJXqCsr6/ahtlkG4SGuZ/54Ncv/Ub/6T/9Z/3f//f/nb4fyffpbs7OanllRfPz8+kjpCv2b6yvi3/R0Gl10jMI4kR7UPczp8+kT2WcOXNGEDVIFvMI8+q68zHHMj+R57nnntM3v/lNMcdBGPnKw1/8xV+kH3RhXrtlUsh8hR18F/E//sf/mL6zSJsyT0Lo6IOJiQm3F/dFQfMoIrz+bSWb3377bfGdv3//7/99+m4m8/Hhw4dFPsgkLw4hg8x5g4ODaV5ixxRSWtnzH/7Df0jfKeSjojx3SGcuBdSrYIClkj0j2U94N3rJn7mTPcgSyubcWyNpgNR+Fz+3k6dlT1pdo2MUHspIlvD95Rsy3FqhcJT7S5kvEQ55wMpupcNcwIuysA4lHcRXZbTd2KAr57Me4h3licWyDhDfTbqizO9E5gXgeSfFdZxe2iqXI5lrCELI57ORSbLWXcqgx8iMrXxF0tO1jNWr6wuTD0gG2w4nyTNZcnALE0AGiBvB8W4b5yE/sFddPz1AR930V7iECl1b2U2xXOUUuUyh1m/UitQSdZc04iaZbJa7hCMDIybeNS0st3XNhPDG4pp3+yRvwMl8SzOu9MfLhd41GXtrZl3v3VzXxyZz11cbWmgPa0UjWo1hrcWgNoxWNqJWbdT+Ya2YKC62hzTXGtLsxqAJZFM3nA8iObvR0HyrqaXOgMngoNY0aDI4pM2kY9Ck0H7rWWuMa7E2oRvFqC6YFJ5dbOuNm6t649qC3r2xoqsLXbGruVlIwOZrdrmt+ZWO1jcKNfK6xr0YnfLEOd6UXG1lls3cGpHgBqnOkNuqUDeTuu7D/mdOJXJPrsuxQiWkDuzl7sXTn4x3+trFKTx2InPhYfRES6eXISmq/E5BgZ3bT2Ruj+2PcVX7g8m/V1xKqC5bAtbf76/Sb3Mt53OH2YRvk7vXiK3C7zXjJ8vbvjQ+7Na6IUA4PBgACuz1GCnUjq7ng7Y2/AJo3W9V+O6qn6Wiq5G7G7iYnhh12gsMH+J7YnfhpAVMhIdVIRb+VZaIbT3E84DiAQ9Z4ONAPNh42FeEhAUAZAWXhztvOkmDtJCHBx4PXB7e6EInZbNIGfdOGw9idq4ghsTlJqSVLbjMc5AXgL8Caf0gHRsoHzID5ufnvVC5lX4sATuwCSLIQx0yyMKAj4sSTz4WF+ikDOyApLKzBhkELEiwmQUIMgB5EBGKCLypPdFFu/CQr+QiYkuGOGymXWhfbKWdqkULLmFAe/LGm3bHfnY2WfCwkEBHKrR3we4KLEpoVxZLp/0Gm8UmhJYFC32ADQBb6TsWN3wECoJMOZSJXaRhZwXC2Ee7MR7Iw0e0sJP69kxJDvrxRATOvoi4c/peGft1R0Rq24jYS/S2uFA4DthJZ6HwvSrvDApC6JemrfamXwR3xL3MnBth+fJMOR72hRk/Cpdqg5jW2/a3/Szo1AakoQnlE0fVOHhKA0ce0/DRJzV8/GmNnHhGI8ef0tDhR9SYPqFs9KA0MK6iPqAia3jiqFlhbtcwIZQoJVP4zwnpjHTlgu9eQb5PC1dUJTxj2bKifD47KusBq8pSQhC0XJnXM451uic51097w9F3Pq0DAeuhzdOY2/KTIAXP5AhFhANOZHb3Q7tgdWW3LDjEH/Pfxsamd+LWEtp+LjQaTUF0jhw5rKnpKfEiZ9S7XhAb5kfcgYHBNK9smASurq1pc7Oltp8n3IvzC/OCGBLXbA5ofHzCu2zjGhwaTASL8iPcHm4TG1i2JGaqPDoe60uLC5rzfLliYlhYYtykiHkDl/mi3mwoy3NFWI/rGeHahDW7UTY3NxPJW/MOY9cv/TrtrlZX13VzZkYfn/8ofTT08uVLjlvTkHcwsW90dEwDJkw16yzcRuSjbZiXhoaHUzvQFpCzcT8nAPMxtiDT9os2ymXuoha85KINeZbgXzHRZH5irmQeYx5lPmYOY55ivmKXkDl1ze0JeaOd0UF+dBauGy7lRYQoi/mQPOhFP+UgTz7AfMvzAdsoE1m+H8izhmcOJBByyrORdMr+/7P3H/6RJNl1MHpumvIFFLxroNF+/PT4md2dNeSSFClHSpREylDvp/9Nnp+kn/SJMu9JomiWu1w3uzt+pr2B90D5zHznRFYCBTS6p7vHLomcPHnD3Lhxw8eNqMaoLJrHM5rlq7y/bHhfpgLqozKi2uxQzU4XLTa6jKsODG2iSeUaRNPnxp7oBoY4oIO3O57vQw0H8kVE13x0vQAdC1zaFkAKdEi7RJuDo8nNXJOTa5v+DiFjgfYBWjEcb9c3RL6HLvPoUH6LnUJymhwIbU4CbcUxLJUHSD+hwfyb5qGtNORTmNIpj4j5JuDJnDvZCyA+XlZBaFCHZi9tQ5QVIt26zC/ygA7zaiucMlqSz/K1eErY8nwoXYPpO1wgYsrucHIXusyri5DlUT2E6HAR6NAA6ljIMDh0WQegbCZ3L7NiCqDMqh0ulzDAicVjfL3BG7+NHSxt7WGDFbUZAbp9008231/cwzsL67iytoe7ezE2oxz2aLi1eBrZ8YrUPcfNcYiY7RGzbRKWQYj39cuhleSJAnXK03DLowMhR8q0CNElIqZ3YDpRV56A8oMSWqR7lsd6J8BtGoXv3NnAz68v4cOlbdzZibHF+iTBEq81l7Ya2Gx0ECeGYr6IIZWzmEOZa2SeFRAa4LN9fc9j1Zirl+zDJJwyAd0Cya1wihZ5fPQL6LmVqwB9CDYBPOmk/u4Z86cOvUnr+IwpiOnIxWi60Q8Gfdavy6tfqPLL/HL3Iwt/GCrBj4qHkfvpeIyNv6+V3CoeGysRGMEgqI9ElqDLQ5wOF8sOrUHNcTGzFshK18O/CVmPA4Mf+qVq+7xafIRsQepwkyFocRK0sG3z5FgLmH4qoz8aIsiQ0qIoI0KnrlrctNBqkZSRIN7MsMhujrJMtWDq5k0nqzr9FpU/l8tBcWYGbQ6UvyAdtJAL0k36ZrLMjPu9xG2uZCRpAZYxI+NVkA5ahHUTqL/upj+S88d//MfudFcLtMqgRV55qA6Ur+QXeDg0OTnpTu518iuDUBskhStefJkOogozS3WRjlrotVnQJkS8ZgazA4hfeare9G9YVGfaoEjfrO5kaClMfv20SWXQvyNSuVTXki05HueoDL7vc97yXV7SS0ahNlK65dQtoYxabVxUDjMTCw/7IkiW6kH1kdWXNjHKS20qA1DxyvfOnTvuj2BIF/10SropncqiOpQuEizd5Fd9qKxqS4V/KdCgeUDGbDnGakRyUUs67H9Cl5R+JEhrCvv0+Dk1wSeHk+WR3sTl6bGtpIMgLTtUq9310IlDIFdBsTaJoelzmJh/BtPnn8Po2WdRO/s0queewcC5p+l/EqOz51Abm0FxYAh+vgyP+wQzj9pYinTCgnwM+Gq9nEOlkNpJTkfZLgoDNTYzmOdBfc/3UspgOJYEn8ljlGIUmooz+u73koNKSkcpYGSVO+ZtmpDQAGIQ1KZJnNDQaLt+prGr//WVmWINZubGsuZEQWUzLw33GMdcoDlxZ3fX/WS0240QhjlnaPncs2rstWl8avx5niHQX4z3fM6XSG/5uCYloJvr0hYNwvX1VezsbCPmGjU4OAD9cZsc0+iSQrJi6qr8fe45w1wIPwhBJal7jG634+YRM3M/p5dhVBsacv/eemxsFJpLT8/P4dITl9xtmm7zdOunuUgGleTCJM5EWG3SLEVMPZW/mcH3fejp0jYQVDbNXdl8m/1qwsygNUVGnuY/GZKaC1WPMv5kdCvM5U1eyVFaIcsr6e2tlE58gsqlQzVB8s3MtYHmeukgnZRec6EOHnUr+N/+23+D/siW1lDFSZ9areYM/1wut18m5aeyCnILKuuXCe+zzNweIExxglgyyl4AWIzEIsT8LzIP7djDTjvhrVGXm/wI17cT3NgDFmhhrXNm5N4ewhZonLD/rHKiXKGxstKIsLzbwVo94g0TsMP4NVpkS03KasZYZ/odySbWGb5K/1obWGsCy7w5WqF1td2Tv8l4hS/VYyzSiFhqdLFQpz67EW7S+LnZSHC7EeNuvYPlZpu3XTFWmWaRsm7XE9zibdRCM8IG5VF1Z/zJOFntJljpJHA6d4ElpWFZ7zr5LSzsNXB3p85y13Fzcxe3N7dp2Oxiqd7CUivGonhZFsm/sdXBLRpBi9RljbK2Ew/b8LHO+limgb3IvO4wr1ssw23Wy8JeG6usix3Gt9kAsfkwoyOJwC9TAmVaRSPVAoYHyijnaSlxQtOfK17e2MMC87q1A6g9rrBiP1jYwNXlDSxQ3412xBs9tp0XoOP5hIHVDHesZ6wEti+MShoLTHMPNPXASTIBG5DojUOICmy6/feQ3+B0NaYBJ2BQ/wgeWpFhm+2/uNHE1ZUdvEeD8N3VPXxEa/AaO8v1Ddbp5ha2mg1EnCirLN9wrYqBcoBiAJqdoBTCA8zjB4ajz0GIdMYxHHj4R8KELEW/m2FGv8ePRxqyPkNOyB7Hhu1XRqoDWY95HxR3DPtnHaR2ua/Mnm4sl6vAfnrfNF+diIT6qgQOzs1PTz2DB2Mbgf0n5ljk0EOL47BNa1C9nqMAelxaOh5EGf2Zv+xOANU14wf3PmYH4dp0yCCQsSUjQAbhD3/4Q/cX5WRUKUxGhAwDGS2CjAkZMjIeZFBqoVQuPhd0LaRaUOfm5qBNwdjYGAo0wLTh0WIo42FnZ8f9Wxmlv3v3LmR06kZM8ZKTQYumNgSbPN3Wqa/00P86Q8af/rT3n/7pn7qfDInKr7+gKt2l8yd3oj0AABAASURBVPXr151clU/ytPBLN53K60ZNmxb9jEjG4MzMDE/dB7jhCsXKuSmBWVpHWuS1oZB+qifpK8h4yjYYLhE/0lf8KqPqRZsEnSBLJ/11TukpyHDNqPRWnOpdhrjqRGklx8ycHqpXbXZUBlFm5V7VaZkn7tqQ6YZQUFm0IdEGx8wcn9pHuuo0XUao2k/5CXJLR21w5FaY6lF1rLYWv4x+lV/tozzNzNWRyqswQW7BZfilf1TuDKky1JjLSATwhjCO2ki4yUXcdWHG/Yg9cC5LZXzyN/lklqMcPTXNYwTdCSeeKPZ5/8S+6FcQFkZQqc2gNjqP8tAp+JVxJLkqEh7GQihWgaFR5EcnUK6NoFBmP87lYZ4PftD/WL8H8gmHAr8UT1prvR0CVZJfkDKsDiRm0Jro0RDyfB+e78HMA8jrgE//KD9BkjIqN5D5RIU0FMzYzOBxDZA+vu/B9wjqGIQ+AtKY+x7NPxp7QrPVpIEVoctbuyb3J/X6HjSuIt4kamwXC0U3V/q+z1vClvtrnyvLK44npJE2whvG8fGx9N/6Mf84UZ0ZNTRQFYJU1WLUWnHE7l4ddxcWHPRvFfOFHMYmRjFGOforpQDTs1hkdWMavYciGANIFxk2YRjA8313MzlGI/DcubN4/vJlvPbaa3jjjTfwtTe+5uirr72Oy5dfgOYi3RaGYQ5mVIpyNU+oDnZ2d9y/RWy2WhAavMUTNNeLx2M9ap4T1VwqA0zz/3XO6apHGV362al+yjk/P+8MU813Ba4zOoBUnOb3c+fOubrSeqP1TdDc2qXBSXXcG9FglkOGpNLqgFB/LEbrggzaPd5Gat7UnK91SvpInvTRbaAOKKWTeC9dusSyX4ZkaB6WnmEYwsyUhYOZHfK7wC/pk7bKZ5i5fYIsxadI4Cg/nu/BY+eCHziDcGO3hRvLm3j3zhJ+dmsJP7+7gQ+5wV+ksbfB3dWajLGtFq4tb+Oju+v4aHEdH/O26qO7q7jOdCs08NZ5BXeTxsGVOyu4yri7G7vQX6Hc6oKGVhPXV3exQBl3eXN0fWULt9bqWKdBt04jUTdKt5jR1dVNfLyyhiur6/hgcQ0/v3EXP71yh7iNn1+/jfduL+AGeZYaLRpzLXy8uoV3qMMvqPdHS6s07LjJ6bSxxhOPBV6p31jfxs3tJhZpmC0wr1vU88pmAx+tbTHthsvrAw7Ut2/cwFtXr+Gta9fx3p0Fxq3jOg3Ea9T1g5VtvK08bi/indvL7v/5d31tFys0FDe4C5VBeW11G1dZvg+Xd/DOnTW8fWuZdbmCa9R1k3mziIjZCV1T0egTDfkp0TgaqeYwXqtiZLCMYi5Ao9nCIuvu+soePljq4t3FNt69u4UPWKc31nZoUEfYS3y0/BzSm0iPCxc4ISWUyG2wMwhZ6TICBeMCDIaTg01Pnkd8LWFKytZsxaQJTdluEqAZBdjueFig0f7+4hZ+fHsFP75Txy8W2nh/cRU39bt7Tr7gxFwbrmFibBi1iqFAGdkgkAHmsV74MvTgNfVUg75IH+afOoBPQynzUHL6lbeZgS84LNwiEvKG0PekpfWxS4fjIJbjwrMwxX/OYBtxV4V7AaC/COh7FC70BX0VnYdq0emrD8EGM88HzIc2K904cQZhi6ev3RhuTJBA6XH0YfLjwo8LO5r0cfxmBt/32bcCZ/AE7F+CwsBHC7AWudXVVWiBk/Hyf/7P/8H//J//E//jf/wPB7n1/4kS/pg3cH/5l3/peLMF0sycfC2qMri0SGtR1qZAfi2KWni1OdKCrJ94Ki8ZIJkRpEVWunjs+4KZuVPpbEGWwfL9738f/+t//S/81//6X/Gf/tN/cvgv/+W/OB11WivdxXd04c/xpFanvzKctFjrL/594xvfwCuvvOI2LlrMtZlQvShvVgvMzEFGjjYrMop0qycjSYZpZrip7sQj3TOqcsp41A2c6kr/n6r//J//M/RvXoT/8B/+g/v/QP4nluGP/uiP3P/r6gc/+IH7Ywi6CZXMfh2kk+owg5m5zZuZQRsh1bHq/IknnoA2JfoprDYjKo+ZSRQ3mG1s0rBW3Uh/1aXaUrrp/5klqtNu6aN2V32qfXTDqTZQ2cwM0kVQ/xHNgPs8Zmn+94n+HIOVbwrWFjw3GrkecTMed9u0BdtI6DauT8Y4AaSfo0L3Fa0qMqOuREJNIwRIrIggX0OxOoHiyCw8GoWRP4jdvYSHKXtY5F5oY2kdXe4TYHmgPIigMoBcsQQ/V4BHg8SMMiGA3wQH5UvD+kMY+aW+B7rQlaoHuno6Gcz34HPu8gTfBzxjXA8i9H2mL9c17T5SmQeapH5+mafneZz3fM6rAXL5HPKFPIo0Soo07PL5POscNOb22F7LuHPnNtbX1tBsNFGnkab5Qf+bh8XFJTQYlnc/Bx3E4MAgZQbY2d2DDpRu3LhO/j1UqxWcnj/t5qvBwcH9ceh5XIOoXsR95/4Y9T3oaXaaWGWe+oXCjZs30eEhyGBtAFNTk9ChXY4HB9paGTzoibl+dTg22p0OZDQpLse5U3NJpVKF9ialYhGnTs3gxRdfwG/+5m/gd//+38fv/u7fx9/5O38Xv/Zrv45vffObeOnll52e1YE0jefaKkGX421zawsLLLPmOf30f4tzkupC64/mJ+WrubhSqUBUh3EyyDTv6hcLWj/0Swj9UZ5f/dVfpR4vUp9TzvDT4Zh+KSED9Td/8zfx5ptvOmNR8jXn6YBTv3qR4am6EjRXKw/dKGq9Uppf//VfxzdZDs2pMvZ0KKZ15Qb36poLtR5IX+kfsD/q8FP6/NZv/Rb+9t/+2/jWt77l5mHNy5qzVbeC53mu3eQ2M5EvFd7nkbuK9UlI8405wGNOvxFNhZhIwEsw7PKzxtu3BRmGOw18REPqo7VN3og1eXMY80aviTsbO7jGye/K0hpur+/i7lYdN2nYXV/cwB0aQ4tbbazyZmyZBtgthl+h0XhteQc31uqOf3Gn6YyZVd4A3qRhc3NtD4zG0g5wbSXChzR4PlxYxXUaa8u8BVxpdXGLeVyh0fcRb8aur21TlxZv3VpY2m3g5tYurqxv4WPqeo36XF3ZwJXFFdyiMbm0s4s7jJdBdoN6yyi8sdXE1Y09XNvaw22Wc6kVYaXdxe2tHVzhCdCVpWXquoHF3TpvITu4xZu4K8zzY+p6fZNpdto0OFu4Rv81hi/yBnCFdXaHcVdZ3g9YDx8t7+LGNtNutylzE9eWN7G4Xcc2jULajq4JjAah4NOXZ2+oFoChagmjnCQGKiVwX4t16neNxvW7d3fwzp1tfLi4jRsbDZa/ix2eXDa9HNp+iK4fIGEHhwY7ZaU3hFxwZQQajUKjNc9WBrfHxpbHYzwasA5Kr07GyS+2kPeOBTTjAjbaPsvcxjvU92dsw1+wDa/QEF7mhNulbsVqGcMjQxgZqqCcA1Ruzp2unE6kSSl9+kAnX0YkbkKn4/HfVBCcILkFHDzyevQKmh8C30PIxc43j0kScNcH94jxOKgQjuF+H8q4X9RXIfy4Mn0WYZ+mbMxftSawESA4N7KHDGwfCPDYl4wLXUKDMIJuCHlZzzkOSMimtILc++iJ6ZfZ7+5FPzaRLC3kEmBmzhjUoqSFXZsULbLy++xnHseImUGLsE6qtUhr0ZORJmPgRz/6EWTQyFgRtCBrYdSpqAwkLYxmBhmCMqq0UGtBllGi01kZYNVqFcpHBpMMHS3O13nSq1s8LfL6GeXi4iI3TnWIB3zMzKUxS3XTIiweGVjKX2kFLfLSVQu2dLpz5w7WuAESv+YNlTXTS/roRFl/WU9/8e/y5cvur8Zp0Zb+WtjN0nylr5kaEE4nydOmRLeiWR2o/KozGbo48ihMcdJF9aky6hZOOgu6bRXkzvSX4aW60WZF6c3S/FUOM4OZubbs101x8mszo3KojDJ4n3zySagddOKtsqntzWzfKFRZVJeqP5VHbSwDUVQ3sNJL8apzbXrUbsoLfJSf+o7qS1BfEuRWHFn2XzPbd385jv78Y55ZRUh4QyhDMObmNOHNjPEWJ12fEvRzf6H6KmOPOTpwleIaa0GZxt2wMwj9yiRQGOWaV8QmDcLVzSZWNuoO61zjO9yTxPUW2s0O2pyAuK9PhfXqX+IZcOhNS6uYDIeiv1BPwtw0P7KB4Nw9v8IENYxprvI9eL4PIzWPevMl6+fySo/DgvtD+t3iStivYnjUqVDIocb91OjYCMqVMsdcC7du3cRPfvpT/OAvfwAdWgkaZxr7y8tLTOdBN39T01OQEaXDsatXrkDxMuY2aDTp/00o42VtbRUff/QRfvH2L/DBhx/hzt0F7PIWq8l9q/ju8pLh1q1buHrtGt597z1o3vnggw9xhwZpq9VAl/1+c3MDN25ex9uUobF+lRcSmvv1/wys1xtY4nx8kzL0/xuUsTowUMMobwXL1SrMjHP1HqRjvV5HkzI1ZzUadch42qMu7o/I6OZNCxHbyIwfVlO73YH+H4dXr16F8tX6orqQoab5WzILNKhlrAqa1yRPhrHSaM7VGnb69GnoBlDznG7itMZojhM03ytec72geM1XuuHTOnGHa8Qm6zOifprT2u02tP55nkeju4rZ2VlIrv6AjeZQzW2qG83hmhM3Njag8mqtUpoMLB5kWDZ426l6ERWf8hFvBuUp3ozK/WVB082XlbfbJEVJhA47ZJsdo92J0ekaOjEBHx0/hzrp4s4erq+s4RaNwsWtbSzRaFrY3GLYKq6vrvF2rInNToRFGl43V1Z5I7hMo3ATezHQYPq7G9v44MZtvPXhx/gFb91ubWxinfntcmbZYrqFzW3cXt3gjWGCW6sRPryxgPev3cRV3gAuM65jAfSPsluxh51GF+vbDezRgEOQpwHrYWV7l+nXcZv6LVHXdd4Y3qX74xu3cF0y1jexRNxmGW4ur+MWjcXry6u4vryGBd78SYdumEPCE6E9ztyrLMcaT4N2eSrT8QO0PZ/GbR03mP4u9dngJN8yHy14WN3ewy3KXOAt3jINtzs0MnVLqpvRm8xnLzI0EbDO9nBjaRV3VtaxxjStNg011/IJjCdJGp4+/XlOYAPFAJMjAxirVVDI+bwlbOIODe+Pbi7hg1sruL68hdW9DuvXQ9tCdNlOMQHWE1jfMHYrM4AvLAE0peumkC1uQhbGGDgmPNSjASM4eU6mB1OeytsvICJalsMmDxTu8JRUBv3HdxaxyNvBJm9qy+UCRkeHMD4yiOGqocBcpSKLzwkA3OgxgOrypePgFY9xIhMFaRpzlCsNfaivBAnHMLtqYxxfti7gex4CLnieIvazlOM4oPccF6ewXvQJeewaUC0KqQBLCUQ9uj32So893EOXc4+MQYH7MR6BgHEZxE/2Y17JFo6J+lRBCTe5CfuumcFnf9KiJsNAp646Rc3z9DrHk19t4jOYGcdFl4t93f1FORkNWqR1k6fFULdjt7hJ0OKoBU8LnZk5Y1ACQRCGAAAQAElEQVT/lkOnpNlCqoV4fn7e/TEF5WWW1oEWTKWXTG0CBC30MoS0gEomeo/0lm6iKkubC7fy1QmxjBRtPpRG4VrQBfGJX2XVJmFsbMwZRvppqH7apFtBQQahbjC16RCvFnUALme5JUPUzDhPxG6jo7JrgyZDWRsLbQyUp5nB7F5IF+kmHbWpyaAyKEw0C9NGT2VXnmorlVvKaBMhOYLiBOmmOPErf1H51bbaCGkjo7KqjPrZk4x03Shoo6X04lV+qkedlquNVS4Z2iqXyqn2kH7K3ywtm9IpvfKXftJTMrVpUx2qP5mZ2L4ikC6G9D+pFNPNg0oZhHEb4D7Eej8Z9ThaNeeDVJxfBtJ5wADPhwU5BPkSCpUh5AZGYMVBqpTn5hvY4Vq8y31Jvcmx2mpjiwbhwt1l3Lm5gAXuMdZ5GN1guH61kHDPY2ZMqzfN4bBLvk+Dnuz9PB5NFtWDwIaBtHOgSIU5N8U5yjB4BuP66PmeozBj7Gf1SpZRZB8g9/HyjcEZEm4oNK9pTEXdLnK8ddO8cmb+DCYnJriFSHCFBtD//t//C//PH/4/+Jf/8l/iX/2rfwX9YuBHP/4xNNY0Ps+dO4+zZ86iypsxGS1/+YO/xI9//BN8/PEVrK2uQjdS777zLv73//rf+A//8T/g3//7P8R//+//HTrQWeE+eHdvFzd4m/jWWz/B97//Pfzf//vH+P/+z/8f6Z/SsPwAS0sr2NtrODk6+Pl//9//in/7b/8t/pA6/fH//b/44IP33Ty3s72J999/j3J/TKPtbd5urqE2WKOhNIex0VG0ubd697133V/S/MM//EP863/9r/Fv/s2/wb/9N//W6fRHf/Tf8IPv/wDXaGRqjk54y2CW1lab+/DV1TUash/i//7Jn+A//sf/yDT/HvplguYfzYuaszU3yzDTWqV59joPENd40Of7PjSfaV7TX/yU8ZfjOsbmgJm5tc5jH9HcpDgZgzLqdDCpNtIBl+Y3zXtqL/DR3Ko5VMab5lMzg9pD6XTAprVNaTVPat2SDM2LClceyk/yZOD/0R/9Ef7dv/t37hcsahcZoZpHJVcyBOWlPJn1l/56X6oGCadbIQY4hrj5SNCmodLibVyr3UW7E6NFg22n3qQRtouNnR1s8QRip9nCdquFjWYTW+yM7TBAUiygG4Y0UiKscSCs1/doqPgANzp1Wv5LO9u8sVvgLdkiNqM2WqGHlu/R4Eyw2W5idXeHhsM6FnnjtkKLf4OG5y5v52Lu7Iq5AiqajHlKF9Ao9LpAYD6KhRI8L4Cu8tdlZG5vQ7q2uhGa7OgabE2errRowOm0Zpe6b/B6fGV9HcscBGubm47PD3MolMoE5fkBN5MJN5UGj4tAmC/CD/NotDrYprHZoT4hDcdSpQItuhErbmeP9bOrMrRZJxF2aKzWO13KAErlMio8xUnMwy4N1U3K2Ga5pGMCDUrwm0BPwE+Bn6FyDjM0CGeGyxjUn+DstrC9vYW1jS0o/R7bp5N4iGl8xV4IITEmdPAB5rUPePRn+dAJMD8g/cA9aaxz3vOx/chUR8eQpG4zRhLWyy9hm0TUi8XHLnVc48GB2qXZ2EXeIowNljBNY3CM16DVHBBSGCUA7H/GSYreg5dyIYAcaXa0bRP5iKTHJyr0vI9KKJrCsA/wYRjXOQg+3T518Fg+j1ECg+jS9zgw6uS9twY+RRPdKywLYf07uaI9QC3EccE5ohUlqHMuq2sOY//S8QsJE5OXX+w3uvwCPtfH1IcIZeJzEZVRpkVOi6wWOhlvWiwFLZa6XVK8FuAcF1gzcz/XbNMIa3Le1UKtBVOLmeSJTwui0kuebqUuX74M3b7JILl48SIkV3zi9zwPZmm5JXOHc/s250/J1eKoPGXQSAehVqu5RbnfLQOvVCq5f6wvufoZk/hGRkZ48DMKbcKmpqZwmqfH2lBkxql+HqqfEOnnofr/dylcPNJf9SLjxszcxk26qM4yyK8yS2fpqg2OIL/SZXpIF0H6aJMgSHeFSW+VTbwZ7S+HwsQjXqWRDFFBbqFfntYB5W2W6ixdVb8FnqxrMzVPQ1wGsAxClV1l1o2t2lw3hpKr/CVDZVO77vFUX+XThkXyFCd50kv80kF9ROm1IVP96edVykthKkPI9dgsbWPJ+DLhhqpTINWHNUUfQ3kgDRmDXOOSbgtJtw1Pv5rhopDykO0LfdNcY5pDBwASjl3TfkB7jmIZoJEB+v0whwLDBipV1AYGMFCuIl8okt9Hk/uQPe6j6tyLNDkXtenXvzEDWAd8wSfNjQ6+CcMTtlcKUMbjgWIoTS8zSUgfFmTNXpdEyQUGHvIrjIgJpyvnEgjKmGHU2r1Mdu9LQQn4uTeGIS4xKSQJWZ9XXx4YqKLCOi4WS1C/1vjyWFcek2g+y7E9KuWKu83TfisdkyHMPMc/Nj6OJ596Es8//xwuXLyAKvdkm9wzfnzlY7z9ztuQ8aP/rx8nHciw0b9Ze+GFy9B4kuzFxWVnNN26eZN7sR0ABqNsGUdXaGi9/Yt38M7b7+DG9RvY4mWJ7/nQzzm3tjZx/doVvPPOL/DTn/6ERt1P8P57H2CFBwVd9oc89TYYFheXaPS9T4PvF/jg/fdx5/ZtGoM7rAOPtdXF4tJd6DbsKvPa4gHD0NAoLl645P5ffBr3Iffga7yplIHU/0uHq1ev0PBcwi7nE80lEfOU8ZRw36qymhlyTKtD7z3u2+/wtk43maKai7RmaC3RgaLqJce1SGvFFvfRPtcxzfHKX9C8rzlK0Nyq+VP1rLbI0w7QHCcerU/iV5zy0LojeXKLT/Ob1gLNcUqjfiAZmtc0Z6pNFN+lsa90Sq/+IP1kmIpH6Vzb9G51ZQiq3BXu25VWeYhHsrWmKE4U93keFHefJI8V7D1Wqs8yUWLwaEh4XgDOw2jxmnuXpxY7RJ2GX5OGjSa2Jiu/zsmtQX9bXZSdoRv6iEtFhEODKI2PoMwr+bA6gCYAGYGgkZjjJOmVS2h6hhV2uGUaiu0cB2q1jIhX+e3AQ4s3Vls0ChfW17BMY7BJA9L8EGFYQImT72BlALVKHgOlKqqFcopiFRX6gyBEgzqn+rZ5u8nJxg+gSblUKqNAQzIkj8/yJfB4otfBJg0VGZx7jSY8xlUHBzFQK6FcLaLASSXPdEV2nBLLUq5yguckFMOc7HyphJHRMYyNDWNouMbFoMjbB8MOTwc3mzEaSQ6Wr6BQqaE2PILJyRGMTYyjMjDIvPKo01DaZb4dblgT6mOEOoHHGwSadODlIGoVDzPjgzg1OoDhcg45L0Gn3aZx3kXihfBzRQSFCixXQuznkVgIIADYjswkpTTO6OBrSB9jCQijjzD5OBnwBZ3ofxSWIQ23lGRfRppZL5khoStmXMyyRMw3Ydt1qU9Dm3HesvrkGGDBpkcHWaZBDJaAojmNmQII5fbMucHHKA/mIQXcY/ymSOjSm9GjbvkfDKUUHJeEOgc/fW45qQGNUBAJIUoAMEUeB5w84HxyD6DKevy6SXpJnWjnPpBnjEx97IdkSHggEZG22jEPYNrY1WFQl+MnBmLyuuT6yN0PhX1O8NizPfZns56mpPl8nnPIGLTYyjCS4fbiiy9CRpx+eqOFTZt8GXhalGVYyAAQ1SIsKFwQjxZJGVYvvPCC+0MC+jcTgv4dhTY3WiRrtRpCGglaPIUgCKAFXrpUON9JvmTJSBW/8pfcM2fOQFThWnRFFScoTqe2MjgF/Zs56aEyyAiSProd07//0L8v0b8F+Y3f+A3ofwat8spQVBm0OZBOWngF9B65+xdr+bVxMDPOvQWoTNooyCiS7tJPuktf6SYdhcyvMLkzyC8dVN+C3ArLoLQqb7/M/jjpLh0KhQK0QRJUDkH1q3BtglRHKu93vvMdfPe730V2K6qNlupNeqtNtVkR1M795crKJ12ku+QpnfqP+oz6kP5n0qIqhzY8yl96oPeYpf2v5/1iyJEs5RWAbPB1YTQI404LEfcACalxI+Lz0JEj+lPOHA9TRGnTjzSN5oqIc0aHG+cO1+aI6sYcw+B+wXhADC8ESMuDQ5iYmsHc6XmOkTOYmz2NKfpHxyYxMDSGkPsUrdn6pUKbh+tdypNRyOIdLptrm7TEzIpKSCeSx3jT9EzoHJLzKOi1DJMouYPcBKsjbTW5BRZCB+IpDwO4hjPX3pvQ3jgGksAEjEHC9HzJxzwZpijnYUbGui7yMF4HL9MzM1C/n+bh0sjwMIrFIkLuPc3zYJ4P7e+qNBY1fmamZ3CK/JMTkxgaqiFfyLtxOTo6QmPweXznV34Fv/Hrv+H+8IrGttL5PmVwXtRPSjVXfve7v4a/8Tf+Br72ta8z3zmn0jr3pktLy6jzgiFPI05zpcZnmfkajJcpPHJkGUrcO46OjGJmehq6vTMuUBsba7h58zquXrlKepO3ixvcaxuqlUFMTU5jfGwceRparvyUJX1K3FdL//HxUZQrZTQae9D/VkI3jy2uaSPD43jm6Weh+eQ73/k2NAecOjWDAssbs/MmhOb6wcEaJiencOrULKRXnron7IMypmLSYj6H6alpPPnEEzh//gKmWMdDtZr7d37nz5+HDrC+/vWvu4PFyclJmBk62tOxzsSr+V44deoUStwbS/cK1xLVjdpM4ZrPFKf5SHEyCDVvaR7V3Kg5KpvTtQ4oXGuI5jHlofZW2nK57PRTWsVrTlSc9MlzPZW+mv+03kinoaEhqA60xkkfzbVaj7Q2af5UmGQqf60r/cAxzyfFH5PkkYO8R07xmSUwSjIYPPheAJ/GRJe3XzIGN3k7t02jSROY0bjyuHGIyNfmDNngCUOLna1jhrbv8ZbP0CRt+z5vBAPCRwtAg52tzdHe4STRZXyX8S2WtkHs8fRPRqP8TY6C3W4HWzz13qSx2Iy6yHMwlKtVBBykvnkIOfDzTJenjjki4KYv9HzkghBmPk/OY2hiMvKF7BglDtLqYI2bhSEOuio3PQV4LId4jXp4TOcTHmXo/1/YoQEK6uEHAXyFk5ofujRBmKceOShdYkYuAaATSqNOEiWGLnx0vBzaXsFRZxjBHA9Y3oTuSKC+MTzKEQxmAlyIz9CQKar8jFUNp8YGMDcxjInhQeR5isN5El3mFTGvxM8h8TNj0AcoN0XQc7PCjIABhL7oPf1uMC4FjjziynAQlYWIZqHsDiyhpWCeMfVT+SOWKvB91AbKmBobYlmGMDVSwWDBkGdiago/AXwDfA8wQ/o4hzwZGMy+5GZmOo31RMKXifl9lFcpUhj1RSpJ2fQJkZfqUHtQN0NgPnz6PBj/gwOOe+y4wL9GYeyb9y/tp6ycLDmp2u8gHwaoRZh34sBxxfmhw05Z5+HVnjvEisGpzXUfl5Z8B+m/eJfHeapAA0ILpRYxLVJf+9rX3D+41z+gl1sLsRa3zFAUTwYZFgoXslsnLYK6dVNaUaXV5kaLqhbOGhd5LZrK28wgKoRhCBkP8G2rOQAAEABJREFUWry1iCoP5f366687w1JUshUmmcpPVFBYP8Sr/LWBUDlk9IgKCpMc6SxDUcaM8tTGSpsALdpmxjZyLYTs0fyqjUsG+c2MG58CtAHUwq7NkPQRpI/y6YfCFHcUCs/4pLvcCuuH0hxXZoU///zz7uevKoPaU/VpZvt163Pu00ZGmxa1tcqrjYzqQPmpTlRHai/lrXC1rcqjdjhKFS8ob+moNEqb1blkKo02XGpv1al0Ah8zjRM6vqj3mOwOgjJXBMRdvi3EHe4EaAwi6sDjrSF7Ake1+oLweSmd6dEv/yBnTiFIkSAia2ycW7iPwD5C7g0K0CY7Q5DPIyxVUK4NOYOwMjjCQ+YBeNxXxCoRi8O3l+FhV8I2SsgDIgHStYn00d+0DKAcPPKjtGneiSszoJvAmHL2/XJTtvycagHqbZ7nKD944KOCiSGjfaV0QfwwW6jvyljQzzZfe/U19xczNZ/pYKZCw8C4JpsZzAwaY8PDQ7h44YL7o1QaUxpHGm+6pdK8V+GecGbmlPtfMGi8fPtb34IOzMSb/TVOUfk1LjWO5ufnoblJc47+uJ9+hRDmcpigYfTMM886g/H1197Ayy+/4vCq9Pza13nY86aLe/bZZzBCvYAIrVYde7s72NvZQ5cHA1Uag/NzZ2lovYJvfP1NGqiv45WXX8arr7yC1zj3Ssc33nidcl/kHHMaYS5AXf8mcKdOgyyiUVzG9PQpPEs9Xn/9Veb5dQfNCZojXuDh4ksvv0R5r+Ly85dxgcbdmAzPfA6sNajaRcMwRx2HISPsuWefheaWN954A6oDHeKJXr58GTKetU5ontNhlebvV1991a0RzzzzDHQYJ6NP8VpvFKb5SPpoDdIcqTjxqA0lU3WtcmoOV1srbmJignXykvsDMkqv+TKby9SOite8q7TSU/GSLR4Zj/rlhfLM4iVDflGF6SDyOzyUk1/rncqSY5uasTYIdc0vE96XmbnBg28BAs8nNc7FXdR3drG1vo7d7U34cQcDvMUb5CRXCsiDGDEn7JgneDEn7ZjGW6fVZEffxu7WBhp72+i2GvBpYPnk6bADtzgIOAJQCDwMVssoF/PotBscGFuIuAAk3TbE123swrotlGj5TY3WMD40ANoNQLsD8FYNnQQ+DUe/04bHdB5vzHwapyENz7wZSjSYBih7uFrCWK2KSQ7E8aFhDPOWr5rjpM3JPGfAQLGAyZEaDZMhDJWK8Not7LG8je0GXB5cAbyIsxI3kwnhsRw5yi9TfomWS8KTmvr6KnbXt9Cg4dymn5XCm8gcbzOLCLkJiHmb2qzXsbO1ifW1HWyub7t6TXiyUpIc1qdPvoRDM6FeEKAnYYsAOToHAsP0cAlPzk/h4ukJTAwWUfJj1lEDCU9SjXXM4oBNQtCl2VlyOFFCgA9otu4H84MgXjzqY0rJREbwTXrgzGIO1I0Tn5904bFfhKy3EllGiwWc5e3xkzPjODdew/SAoUrVQsYFTCewWl25JVmQaEYf8zImIY6JeZighCU4AKuHiRLCvcpYDgUQ8ho/ge+xTQMEbC+PAUYZOHk+oQaM8f2g91O+bBJKSL+wHmWIe9mfEwICe1LC/h+z3+uPOTS5+Orn2e0Ibqg4/iMfaaog0X4o7LPBYX09bp60CGkR06ZFJ5ZaGHWD9is8wf4ub5CEX/u1X4Nu1ASdWGfQDVvmFpVfUBoteFoAJXNubg46JdVCbKaS3VsaGYQyrLQ4Kp0WS8nSX2cTfvM3fxPyS4fjIB2Vbz8UJiidyiSD8GVudnSyOz8/735OWqlU3Imy6kFzodnx+knjJEl46Bc5yB3wwE51p02KDCfVmfTsh+olg/SQ7tLpQRBPP47yKk5hKqvy1IZE9ab602bG7PgymBlUxmKxCG18Mr21QZEs6Snds/qWWzorL+WTQXUpfkG6iKq9tXFT/9FGUPpoc5a1u/oavmJPWkscE9xDgLeDEfcDXRmEUZtDuwvj2uFxtB4d5p9fMaRRhjQXauemk4RtFzMoRoKYCiVGFymtVsDUJ5vQP4nY3VrnPmIV3Z0tcIMD8HarWBtGbXQCg8OjKJQq8GkUgvJAWYcB9yhPIF1N0XsU9ijoJesjWbkehvaS9bMyyOXPMNVF0qNUE2YGz/NhAcE5DWAkHvXJ0vRRyi0WS5icmsTly8/jb/7Wb+Hv/J2/4w7MZIiUy5VDOflcm0dHx8j7Av7Gb/wG/v7v/i6++2vfhXg13jTuNM9ojE7w5lBz47dpFPwu+f75P/8D/It/8S/wB6S/+w/+gUv3PPOcYt75fB56dBgl7WT0D3NPqUO8b33zW/id3/l7+P3f/33803/6T/EHf/DP8c//+f8Hf/DP/gC//3u/j9/57d/GN998k4bUHMrlEg+w8sjTGFN9Fdg3JiemaMw9B91W/sN/9A/xT/7pP8Y/+4M/wD/7Z//MyZA+/+j3/hF+87f+Bi6/8DxqtQF3WBZx3xd1E5bfg/450iRv/2R8aY747d/5Hfzjfyx9/gl+//d/D//oH/4j/L2/9/d4i/htyHAaHx9DngeRns+9POGxzTSXSs4UbwZlpKn+/gHr4fd+7/dcncsglMEmY1BrhQxsyVJ+f/Nv/k1oDlJ9ag5UPcuAVv0o3d/6W38LmtNeeukl3lCegupfPJM0qDVv/w71VRuIV3kM8/ZXc5cMdf1lUM2BSisjUO0nXdWeSqu58e/+3b8L6ZEZnNJR6ZVGaVWGP2Cd/pN/8k/w27/9205XhUsv6a1DA/Hne+2stjYzmJmc98DMXJyZ3RP3WQV4n5WgR5Xj5jQmkgJeAgR0h+wk+VyAYs5HkYEFnt6VabAN0T2WDzCUD1FlfMEHcpzMA07gHk8+kp1NxDubCJsNDCDGRCmPcRpnJRpwBRqMw4GPmYEKzowOY4bGWolGg9/cQ56GTYWT/xCNxfFSiKlqjgZDDlMDOUxUchguhhgIPBQ5gZaoYzVIMJgjaE3IXaZegzSwxjjgJsoFjFDvKu/qijQYizRcq2y4iuejzI5f9T0MU/eJUo66lDA3VMXsYBlDfoKQxmjQbKMQAxXmV8uFECS74nuohR4mKX+6UkSNRlnQ3EVnaw2d3Q3edEU0LEOMlHOsH9YbFwmfhm3MsrVpFO5ubqCxvcn66mCo6GOsWoT+imiOclkkxObDbWDNQ8LNLPj4RMGA4aLhzMQALs2M4NJ0DaeH8qj5beSjOnJcSANODkaDGIKEJQZA8ABuiJFQUga1cMJWJhIZiy4v8eIRHoOZ2PURAENMdCmtgzBpIxe1UOiyH7DfTASG09UCnhwfwlPj1L/qYSQAygBCpgtkQHKBVclTuYxIxbIu5BAYRh/ID1FTQcE8wSeLp/MhX6VOYZSWppf/nuQM9Bgd+oYc+2/g+/DYRgy6h/Uk4IupATYJ2ywh2BOONgQjaTdQEQ/Gdoo4Ftq8FtRP3OutCLwoBM96GJ++Sp5BIepW/X4XluZEJ4U7N52P+B6klOsgsZm5n7NogdWCJ8NQp7RaTHXKKePpWZ7Y6jRUC6AWORlVGfr9Wth0eq6FWukla3R01P1//Io0QsIwhMc58CD3A5fPfl3mibt0UP6SIVnKN4P80kVUYZlbVNCGRJsCpZVBoo2YFmkt8rqtkmGqhVebhsHBQbcxyPFUVnlLLzPV/IFOR13iERQug1DptLnQ6a50Vl1Jr6OQvv34pPh+3syt8smdpZVbYSqv6lplqtC4DWikmt2/HNJf7SC9tfHRKbrqRnUlWZKvdlT76uRdxrmoTuzV1sLly5fdz96kg9KovpVedaA2ly61Ws3Vr/JSPZndXyfV5+eKLOuMHsqM44FrP7hO6IC4S6Mw4X4C3HN4nOsticlNHn6/yFc5OlBn0VjUIUFsXQdYGw5JA+3GJnY3l7C5fAdbS7exu7KYGoXSn0ZNYYD9nciXym68e76H9JH0BIb+chpnGWZGBsWQfOFvQg2UacKPA9XhVAqHLExUiyPLovJ4vg8LWC6PzIz7LF7JK5SLmJgYp2F3AU9cuoS5uVMYGqrx9jBMs6CCytE4txV5uC+DZ54HThd5U3h67jSGeClQoAHk80bXuOfxvYCH9iWMjIxi9tQsNEc9+dRTeOrpp/D0U09D867Sae4ssb00fsBHc47gMR/J0xibOXWK/Behcaj54PnnnsVzxLO8LdO4PHv2HCZpVJZKBZgWF7ZzzD7R4aVAFCU0DovUYwRnz57FU089iaeph/AU9RCefvoZODnnzmJyYgwFGpNc9SDjNNZCxnEdsM7LlRJ083eG5VYdZWmll/DEExcwf3qGeQ2hqJ90cp7ymBbuYQWSal9TYD3J2Jo7fZrluuTy1vymn3xqzs7maxlPqh/Vs+JFlU7pNQcqXvWj+U31q/lJBqAMRc1J4tF6o7lb6VXnykNzotYqzaWSqXSiSit+pVP9i0fznOIkX3Of/OJR3kqvNKpX1V+2NolXB3FKp3VJa5LSiT9rZ1bFfV8zu2/cZxnhfZbCHloW+4GKp34qCvnpqNCIGx8ZwqnJMcyMDmHAB/I0+GQQTlVLmK4NYHSggmohhzyNsZxugniy5/GWLGjWMWgxpjiIz4+O4CzljIY+hjyj4VXFhclxPDk7g/Oko4U8yjQoy5z8h2lsnRmt0eCZwKVT47xNGsBYycdIMcA0DbaJShk1yhnMGWR0TQwWMDlUwqiMs3yAMeZ3mvnNDtUwWghQ7DQQb60i2t6Cz9u/XBSjyJ3iUC7EBMsgyLibG6rgLPOdqRYxTMOlygFbYR0MF4qYHKxhmvImBgYwTF1HaAHPDld5wzWE2YESagHg0aAFyzxczmN2bAiTNepZ9FDyughlrLFsYP20eUsK6jFcLpCvhpmxQYwOlqDxrUk2Nrf8IYFRA7jH45dmIspsoPGKxzqr4rmzk3h6dhjT1YBGcoQ8b28Dyg84ObApNFf0wegWKEkGISfDxNGA+fiUznDmR8fjvy4ltWbdejTsPBqDPlo0VFso0igcomE8SyP54vAAnpwYwoWRIibYhlWmK1CLHA33gPBZ6v0aoMqMTl+6EwKsg0NwsYn7Kto5HrEsSt2PVAa/DGRxINAHj5/AhzMIQy4mvucx7CBXRp+8X1gNsHFY9a5PsP/AAYdb3kWSydSrDLoZbLS6aNAa5IuYIsCHHPwevPILTiR5nHs/mgEuYj/gkR3aZMXsVNpU3C+xFrsgCHiSXHA/U9IiOzExAS2s2uxrIdPil9HMLb/ixas0WuC0eEuemSGjZodLhb5H+Wox1cKvxV4LZT8kO4PCM3dGtbgr3TBPeCVDOhRpiEqmNgHSR1T5aPE1O9BFdZKhT6V9p/RXmv60Zgb5lc/Q0BA3RGOQXsdBOk7x9PsotGk4GnY//1Fe5aO6ljGvspkdlGdf8WMcZgYzc20i/bWJ0kZJZZBMtbXaU5sZbVq0YRLkVvjc3JzrD9JH/KpvpZccyQMfd4PAg8KYh4SqVwa5PEW/FDZDu4wAABAASURBVFg6Ug+PIgZSPxl/EQ9P29xjdFpct2kcGtdN497AOOYyfCl6g7lTTemtm8GY61nCtT2xNpwxaC2gu4vG7io2Vu9gffEG1u7ewMbibWyvryJqNsnnw3Jc64tl5LivCLjoqy8b90QyEoxrHxw0QyAtscuTH+jJqNxfDlR+5Syq6TVh/02kFuHGJhdInzAahWC5WG1i/xRgTnxZGaoQSF7Ig35B+bkApA9VSB29r0vm5lne4pI6Gb24VFjmEadCEuyPFxprkqcxE3PPKJpxmxnMCJZPOqgNRc08BL6HkND482l4+r6xGjxo/HU7XXRpAHZ5ORGxX0fcr3U6bXQYFjEPM4PqTmnNDMozcmM3gVG2x/2G5PuBh4D7ZN/34XmEsV/BVADoMTP4gU8E8PyUhlxLQoZxawsPEDfSh+nIzxwAUjPmy4qKutSViKkX+JgZo42ug9fM4FEnX3kQcoOPyiq9zczFqxyCypXN++I1S+Vl/KLgY2b7eYmvX778GcyM3Cy22pYu8Wn+FZSPmTk54lecaAYzlpPplKfA5IdeszTtocAvwaO2+uKzTVSpzJbUzUcxXKehnYehgQJmxkdwemocp0YGMV0t4fTQAM6ODTv/KP36+WieCYs0AKscALp5mywXMTdcI98I5mkMzjGNMyIHyjit8PFRnJ0YxTzlzA4N8jawjJF8iAmmO08D9IlTE4wfwiyNvUneFE5Rj9PkPcW0tYIH/bXNycEiTo0OYm6shmkaYEN5D8M01qYHBzA/Osy8h6lDFZM0Fsd4SzlSLKCWzztM0JA97QzHQUxWi5gizykanPNDA8xzAKPFHA0tDyM8aZoeHsLMyAgmKHe4GGIwB3dDOD88yHxqmKVxOEmjboLpZ1lXcxMjGB8IMBAmKKLDW8Muij5QoRE6wI3R6EAVp8ZGqPcQxpl3JW8IPLYBwFokjKBbzUECdl3eoEVO1iANoomyj3PjFRrNg7g4MYgZ1kPVT2h8dRFyIgvZ0X2CrKkgd6zpAbolVMv2jEGICgpjLsrr/si0OcpBZXtpU1dEaR0EaFOXFm9juxinMT9fq+BJtvdTkyM4VythpmgY8QEZhKqjsM8Y5PRJiYmDy42CEzoy0Mm3z6cVqQcTZezDvAcSVMNpChfG/FJf+mVVsu4AzhHgnIqQjRX6HtjVXdgRdvx1eL7cMmYbJtdaSNQwONoKjOMLhZuHKDG0owS6IUwNwggyCNW2kiZWSRBw9GFk2kPowFEcZX6QP81Ji2M/HpTC44KrhVTGVJFzR6VScTd9AzycGuTtmiB3BhkE5XIZ4g3DEEorGWYHJTNL3WYp7c/fzKDFU/nJsMhkSV6GEk+WFZ5BOsktqjhBaQXJyRZo6SLZZmm+ZinFkUd1cyToHq94BLNUhuSqvMpT+QvS6TgoLoPKJLf4Mpq55T+KjD8Ll19QOZW/6voeZRlglupJ531fM4NkZGVQW6pd1cZCrVZz/75TboUrXsjqvV8Ps3vzU33dN/MvICIbOf1ZSUuBu1+kBmEbuh0UEt4QGjfOuh10cGOvP/UX5U5Hf8zsHKhwzL1OjAgJbwkT6zCmRf0b6La20d7bQGNnHY3tNTR2NtCq7yDh5hqai7wAIIxzkvyqE0BfgdKNVEAaCph7ex98GQ81ctlyCsU+qFfi4KIA9TfPgwU+PAKexzABn/Jh+fsl9LzKzsxgjHPQRE43En1SKNwxcEdinsEjXFg/E/QokUA3iTOCWFCNZYHZsHsmDuRwY3SIB0/TU9OYmZmBDmM0BsMwgHjFIyooK4PGdcCDvQqmpqcwP38ac7zdPHXqFOZPz+P03BlMUVZtaBj5XB5KJ4CPeR488+gCfM/jbWiOt6KDmDs95/6d3/T0NGrUJddLp/zgHuNX6QxGFyiQRTuI7nnMDPlCgTKHqMMUTp2adXRoeNitIT7b0phvWg9OErLHzCg2RRamOSaDwuSWwSUqv2BmIlB4l+NCxqPcCjQzJ1P5aU4XzdDvN+OYZJsrnZClFW/GpzwVl0F+QbyiQhYnqnCzNH+5vwrwvhwl2Nk5F+mQjvaEu4DxDTzpAEo0ssaHqzg7M44Ls1O4NDfJm71JXJgex+xIFSO8RSzzSqoYRxjkRlmGoAzA81MTvOGbxnnyTQ8Vafj4mKFxNzs6gFOjVZzijdwMDai52iBvvMZwjsbC5ECZt3EVnJuewHnmNzNUxlg1ZNo8pqjD6alRTI8PgrYhbyUN47UQpyYGaKyOYJK6DOSBAd46jZZzzth6Ym4az8zP4sm5GZynzFkaYRM0HEcqOUwPVXGGhufcaA3jlSLLEWKskuet3RDzH6fxVwKzxjCv+KdpEE4PD2N8sEr5AcoG1PI+eco4TSP1/MwkLs5Os25mcIHu02MVjPF2cMBLUOFJouhIIcTkQAXz46PkGcd53n7O8iZxkMYSVYaH9NE4TV3pl1kxLnHwOZxDLkJlMo+VfRq8g3hmfgJPTA9hoggMWgvVpIESUYybyEVNBLw59AhLuhQY78NoehoSDj62PWnMRagfCf37YCq9jp+8/RTsMAbJjmDowO8Zgnk0UbYmjXzgLNv82bkJXD4zjSdnhmmAe9Btc4VCqTZyLJ3P1B6pkQqM4msEmKMj/MifgZVAfpA/BR75ySQZc5BbAjLK9QBONODGA1lcbmorNhlvxGMa6THDYhfP6sKjPVlOGX201MdyJ8eGPmbgp9TrkC7y9OMxVdpPJt0Ej83iE1kLKkxMzIuLBXp9HJzkIwY3Y2CXRuFuN0GTlIRp2f8zy5A8kmBKSxGMhAPD9bo4BqS5iUGhnwTxpdAXkt1LwpzpTaDFSIuTgkUFhfVDYf0Q7/0gPi2yGeQX7sffH25m0KIq402QG4A7OZc+6D1mxmo1x2uWus1Sir7HzByP5GQLNfhIH8kTpXf/NbtXxn4kHeJXOkFuwcwYw6Zi3covj/IzM6ej2QFVnHj60S9LbkHxGZU7g8IE+TNZ8mfIwhX3sFCaLL3aTH6zVOdMRhYvqniFm6U8Zubq2OzAb3Z8mJnhy3hc32fGohno5WjSl+A6At6YWLuJmDeEcaeBhDcp/LBhNXqVinyf+v2U5WfybPwb12LjumpcX/VvHwVDB+CaH3Pu6bI/pn+RNOmVk2Vgmbq8Fery9rPL8ka8/YxY9oT8ME5QpIm4mQ8F0aU5znnwxT/K12BZxlRfThGtjwljhNg8au0DXpjCD4CA0CbSmIJISI4Dg1lGfTOIK3Ub5evdh4JZRawuzpmAxsH9u7MHUC/PfHgeYQE8wsyD0qeZGtzDLA3GeH65kJsD+HhQWt/36QbzTGBmKPPAbe70aTz3/PPQT7svXbyI8fExZ6yZmeNl0zv+SGsLg4rFImS86Wfgb775Dbz22uvEq3jzm2/izTe/jhdeuIx5yiyXi0iooCBRgedRBw8UQeqjxLxnT83hlVdexde/9jXo56mnaFgWS9xJkUm/PIm4kXd9KC2k+2pecUgALn0MIwfz8ZhJtToA/eLg2Wefg36i/vxzz0G/StCvPPL5PHwv1cEjVeE0BwmJCkl5McsY8Sax2+UBCcPEl9WZ42Ei0Vh6MV5uQfp0ewYhWWBm+5CMDIoT5JdcM2MdJazfGJIhuYJ4+pHloRvYLB+FZVAaQX6lMzvI3+zBbvF/EfC+iEzuzcMAvURGPboDgBtfoMIbrOFqiImhAqaHi0QOk4M+hhk+yDvoGk9Gxmg4nR6qcfM/ilODA5iolJyBNUTDpZyH+98nVEgH2G8HSWs5YMgHRkPP/axU/LVCgFrBx2g1jxEabTLwmC2qyqcUYIg3hRXKY3bIGcDLOgzwpqlWCUg96BaOl4cgG4ZokI3TMTVYpK7UpVp0/7avkvNQDkHDjvkXDENMMEA/RaBCWmO6oXKAKg1hyRN/rZRDrZxjmA+yIweAaqJCJQb1c9ZKjsZimShhrORBN18DANxtXiGH2cEKzgwPEgN0lzE5ENAoCjHCfPiCYmhIQVV/CB7Q8xsA+Xz6PbA6MBgapnlVeWmyhqdnRvD05AAuDgW8eetixGugEu2i0N2lUbiHMG7AT9qUIHSZVxcBjTiPp5tGwIsBjyNbWfSQGNAPZgwzg0f4Aujm4DYuaOCiCLQAGoEBaJBaEyNhF3Os2EvU65nTYxDO0WqdHDRnaIfkZhaUAsIjAkC3lQI8gKBGENIPg9ybxoGlSCG/MUagCLoe9lUKpRZ8JhIUJtDrXqMCxnJ6BC98oXYvBzEqQUR3xLaL4bmF3LHf++kXdjT2QXHkTYij73Fhh3g+keEQ9308PcUky3UCsjn3I1CyPrg1JNAxPeaHC3vWB1yfSXWWVC4X7E+Jaxfjpi1hH21z0arHwFYnwUazi912jC79DAabFu6TOu7VR0IFdkTJJrPj6XdnYS7iIT/SWItRBi1O/cjCH1LcsWxmygUwSyn4SC7JfV+PC7/gcyMkavbwafuFmhk3Md4+zFK/2WF5x+ljdsCDI4/4BQV/Gv2U3sycfuBjZofqiUHsFsk+5Dc74Ml0MDNFOT7neMiP0qu9RTOYmdPB7IBm4sSTuc3S+Kz8Zqlf8WbmymSWhpkZ9JilVO4H4/OJdUOIokUPgz6OUehGsN3gMrILGYXQusK51R1McuyxJZj607wPKv+D4gDFCm6ZpLo+5wqPG+C4SQO2sQf9MxBQ12IxhwoPjku1GnJDwwhro8hVB+HlueKxjAmN3W5zD51OkxvzDroMizhHyYBU+SgaeiieJeYM4+Zf0n0NFPsYyAQ/RtIsicpPpTIvEvanxHxnDMaWg/7KOcICkBNCJLwgSDiXpHwu9X7afcd9gtP5tKf0ER7VDQebqxHJcdHu0+NP5BE8RvvkI6gnjH79SsrFM0pvL0mWn8dkVBnGtgRLZs7vcS0hGBEEIW/6BnD2zFm8+MILzoDSvzscH6NByI0p2ZGKTKBWA32+byjRIJyYmMDzzz2Pr7/xDbz68mt4+aWX8bU3Xscbb7yKl158DhcuzKNSKcPM4DGvbP6lE8b/wjDEYLWG06fP0CB8Da+/8QaefuYZzJyaQoEXM+g9ZkZXPwAz+UF1EoBO5yUNAh+1Ws3dNspY/drX3sDly5cxNzeHwcEB6KemZub0MTOYGQ499JqZC5fOxno285C6PZilcWYpzdKameM5KOO9vKkMgx4zc7LkzqD50MycHPEKZobsMTOXxiylWbxZ6jczl9bsgJodxOEr8Hhfig7MVZ1O8Ok2gYoY+w6dNB4AGSEymmiDYJBzW4URuimrkGkkn8NsbRCXeB3+BDFFY7DCgZDnCUTA0etTjgNl+kRA5IgiUSUGiSrlSSbtMcjooj0G8QjOzfjQSxAwv2ygsXfDYz4Bw6kSMrnStWhAiXIF3ajRTgPtP97qgLdmBHXKEXmiQOTJKyg/bfwFuZXG6UN5khuSz5WBaeQWZNBJb9qqKJGvQB7JHODscmqgiou8iXyCN5TneZs4TqN3gDxVoiwFGHVCAAAQAElEQVQ+QjKkO4sBBoNFdPaZqPO7UI+cHl3myql8RqjgXC2gQVjDK+cn8dKZYVxi4HQxwpDXRDmpo0hjMJ80kUtaCLjA+jQEAxqBooJZBGQGoc8sBI/UKcNC0qnXzMDiwOfHkxuAsX2NMo2nomZtxrWR9zsYzEeYoTH41MwQXjw3TYzjyZkiplnoagDXriobmw7akIMTtHFTb9rgc8JOCO7Vwa6D/UeqOLD1yQvyIKOsFRAJIYqjT9ILEO0Hg43wHBJ4SEFv35tQKsMTICCzDgmq7BzVMIYMwxzrzjNGMq4v0WGn4o7DPtdxkWlYwtzRQ787CzuWsj7xqQANLX4+izehkOPA4Md+VTcedWSLqQ+w37CFkLh6Sig1YV9MXHv5XNT114/bPJ3c49HoBg3BtUYbO60u6HR9LIm5FVMypjz0KkxwgXKkUO7M3IWmH4Wnrnu/4k6hLzh2RM34JcyMQbafzMyc3+NknMHMXLyZuTgzc34tiM5xzMfMoPRm5tKAj5nxe/g1MxdvdkD7OczS8EyW4pSvILeQuTOqMEFpBLkFMxPZz08eszRMaTMoXDCzfV6z1J2FS65gloabmaIcvxyZLFH5M2R+M3O8kiFkGxOzNFz8Zqnb7ICKVzAzsRySkYWbmQs3O6COue/Tr4eCzcy1l2QIZgdpze7vBh8z4zd9zVK3me3rkMawx3JCzfLNwr5oqpFyLxgSdwHemnntOuI6DcJmHcabN+M6lHBznnCO5ShNxyuVZgqOd5apz03nA17rxYkeh140FJe5D1PFsFrB/T10QAjebrT3dtHd3gJkFNKwqwxUMMaN/8j0DGozsw7VsXF4hQJ0g9htbKNZ32bSFg3CLiKuvzEixCxjzOxcudROzm29MrqcGaI3c3+G1JX5eHnm4tD7HlC5EoYKMQLqz12Mn4eFRViOZc3lEPk+IoNDAj50Mwn64cJx9ElDk17pj8aqDcyMYghSOvQeZtP6xxUdxnVCkFt7BlIjILeyYV27TgXWPo1z9TeqjdQgjMBGo9vg+T4C3nzKKNPPtE/zNu853qTpf+HwBG8IR0aGEfBWVCKd2gA8M2gsy+gqFPIYHRnFE5eeoCH5Mp577jKefeZZGl/P83ZQf4DmaZw9O48B7hd934PP/DyuAeYZ84dDGOYYX8PsqXlcfu5FvPjiS7h46TzGJ0Z4O+mn2ZLfMcOQPWaU5/mU6YEiqRdIjdTgU+dBGn668dRt5+uvvw794ZXJyUnoZ/HSAb3HzGBmTEs55jm3WeoPqK/fg9KQ08XLrXpRnBlD+6DwHPuJkMWj7zE74O8Ldk4zY3l8SL6g9KJmaRrwMTPHozYTxCOIT5BbUJx0UZjZQXp8BR7vS9PBwAYkqIHrUwAYxIkPDgF7eg4Ah/o+8rwmLnJA6Y+8jJdK3PBXMcUTjuEwhP4ASh4RQhoNAeE7JLypSjh9JM4okKwigFIP8iuPkH4Za46ym4ccrKFFnIgj6tTdh0f5AqcjBJxQA/IGvbRKn4sBGXyC/JKneD8BeMkD7ukhHsUJ3OdD5TwEylM66aVwpfUpV1R+pUmRIGRdiDfPNCpTLfAwWSnSWK46TFcLGObNngxplTtPPvH7pFz3YNTL6M7g0a1wFgvgBJdoEmPpVQalrZBxhJ7ZAR9PT1XxwuwwXpgbwtPTgzg3WsIsrfdxWsODLGjROqzzFnVswYtbMIc2oEWXRiIDgaxgytRlDmiC9Fi3qfHHgkcR0O2AR5xIOkzPRVwGZokK1ZjX5HAB5yYH8dTsCJ6ZHcWlqUGcHvYxUQJ0kFAAqANcduwSEBAboLIJLB+rEQ7kFSVhKBzQexJ4SBhygF4ERfVcjux7E+c9/JHwfTBKbkqlMvSkr9GvnNRGAYN0KFCkEVjyIxRYXyHdimfU5/ZKdeFzy+BYwao54djILy/wkEoe9VDtpxTsD9BjCV3sIZwzND8AMWcK8A7bw46MwmYHO+3UIKSXLUyhCROq/Wk4pp2PAXwZCQdGp440kCkYkrrpeMjXqBdZzfgB3QazhweOebTBPwqxmd0rV+GPA7NU1oPSSof+eLM0jVlKsziz1G+W0iz8YalZms7seHqcHOmWoT/e7HgZZml4P2/mNjscZ5b6zQ5oxnscfRw9zA5km93rPpqP2QHP0bgvw5+NkuNo7BRiTKx1pQ3jDWHS3EVEgzDu0GiioRhzXCYchOTilwkyx1HKqONf6wVntOe9hzwgnnkp1oNx5QF86uTp55+NOlo0CKPNdWBvG1ovS4MVDI2NojYxicroKHIlrvYsS7y1jsbGKpo7G9C/kYxpgCScm8D5CqJIn4SlZHZuGoLWRK79YL6PjcdOj/s8th+esDZi6pggAPwCjDeESZhHzJu0yPM57xpLZpAKrkxM2U/pvc8rrl5U5hQljMEO/PB1NcOg3ssQZUa9kIH6pQp4cPWpcPHEvSQilMtIvnIIEUMFMSUuDzPQADGEYcBbwgpkBI6NjWBoqIYiDX4z209PF+T16PDokMEknqHaMMbHJjA2MuYMRP3P6iVjVH+0caCKHGV7MGroQemMbgP4BXzWZz5XQLUyiNHRceiviQ7VBmm45cEo6DF+zHHT4d7Efc0zJw8wIHsMMM9DkMujUq1ilLecMgRVrjL7bEBj0czQ/5gZzAzgi97jvJLvAMgPxouaGcwMmbGF3mNmLkzhGcwMRx+ze8MyHjPbl2FmLh8zQ/9jZvs8ysfM9vnMDuLMDsLxFXq8L1UXU+7qQAk4hPfhIfWnMxQYDm7oY3jczYeMK7LjVPI5lGnty13gSUGenYO2D424BErvmSjTcHrwkoQTauwgY1HwKctnuOIcKNdjmJeFyU8c6JXqYYDTx8hnlG1MY+TzEjBfQlQAHJ8q2ADnfixKWSyKm8MPaALjRtJoIEtfH4BuDUuhh1oxj+FykTSHSuijFAB5QNOn08/oTuUkdCUwlSMBaQ/AIV1duRgvg1SGqAyUWgh3I3dpagAvnJ3AKxem8cKZMTxzqoYLYyXM0WAcy3VRsyZvDRso6n9T0d2DTwRRAz7h8RbRMqDJtm3SOG4ix7C8wJvGXLeOXGcPubawiwJpJa5jNOjiFI3B88NFPDM1hJfOTuNl3gw+OT2EUzUfMgRdmaU3+LDAsZcgJtW8zGBOpAyXQ6BTb59T3k+B4yQp7OFh1NVnY+mWMEfd3V/V9QCfWlmvzeh8xNfIL5AcamWFfdmQTr9MYFuyjXST4DoT5wHNV65tVJVcMWPz0YqA3VYHe3Tw5VGIITKPfdF4W50g4TiGA8tOkfzylSMDve6V3zlOPic1cFIDj1gDGpICp1CuNV0g6QDdFhLdEBKR0Gki5uFj/MhDTZL7cVS5/rh+91E+HJ6VqYfHvYX2KT6NOY8GoX4C2qaB11q9i4hI9ta5JrRQLXLtL4co8aTZOrvort/B3uJV7K3eogG5ioRrp48OeRNob4T+RyoxH20CEh7GJpzXWEH9HF+q26nT04BLHzVlrVgA+DlYkIf5IRLOtyyZiwNrMcHjPEylDChF7z0SGJ2GGYl6klZj0R4yQ5D5wwGHHyVzIXTwheNxDsC501qXCsrKgR/nP0S5bmSB+KRH8jOIl4Jc4TKqsE/CQfos1VGKnv4HFO4x5qXUznPoc3zoIZYTzxdeA+rJnzLTzzd5wo6vf/cQkyon8wy+HyAIQsKH7wseUmvcgxk7Gl9AnxT64thH3boX4ZwppymtBjcoj1OoERD0czEHTkjiIRLjIDYO0Gwide6EG74ECcNiQvRR8aB0mrh50AKfdcHskT30Igx85Hnqk6cxGNKi8AGWgh+9qkNuPo2Li3ED6yFWCQjRHhROmIvrhe27E9ZCQgMzwQAtxHEuQqeH8nhisorLc8N46fQIXpodwrPTVTwxlsfZQQ+nSjFGww6q1kKJhl4h2kO+s4OwvQmfCNobyLU2kCctOGyi1NlCJdpBlRiIdzHsNTGZjzBX8XCxVsCzo2W8NFHFq9M1vDzD/HhDeIE3had4FTocAiWD09MsZhtEUF3qpzJdL0LkwlgZBpb7/sDDPqpTx5tQXkKXQALRfihM6AtjX2HvYWDskED6Cglc96OOaueQn5D9XNRn/+ZL/pP3i6+BvrY71L5pK2quEgc44owAe0SnE6HeaGG32cZuJ0aDDB0PqWHI+CRrTMPJc1IDJzXwOdSAhpZxvArpmtcF4hav8HfRae6g29xD5IzBLnRAYxyjZNcyyxFKhVIBcJ5+Nz6fR3qmAI3XhDNJxMPsCBa1oNvM9u4aDb272Fu4hvbiNXSXr9MAvIl44ya6q9fQXP6YxuBHxMdort1EtLuCgIexOa79NJ14OGxcH+GKg/1HhY7oE7gGqQLo+2q8CXUlEpCyZkhVKx4NwoA3hD6p50rlMd4D+DUCD/1Q4MOWNzFAizNhmZstBLldnozvz5deRTm4eOrn5nxSpSMS+EjBMDJm2tyP9ou/192fSrHyix4HKueCM+o8n+KTyREVJCqjcvegIKHnPSFfnRpgD/zqKJNp4jZW3GiLpsYgJyj5OWzAQWVmMFo/Zh48o3sf6D3Wo8cTxQpprAaMgN4CoBiD/gMHfQo/nQQYCg5YB3hI5Oc3cRv5hC7q6QyOlMoQeVRD8Dh+yRGyOCnq+wbBzJA+CUlCjWKYJXRnL92quzjiYtcFj0ABGYTUWSXwHI1ZmhRGv+AdaxRG8Jk2JE8OEcrc1g75MWSIPTVewouzNNDODOOV+VG8OEdDbXoAF8eKOF3LYbLsYyQPDAYRql4LlaSOMo09oUKaoUp3zRoY8VvOkJwsJJirBrhAI/C5GckexxtnJvD1+XF8bW4UL8kYrIaYDIGaF1OnmAZrxOWhC0OHbdKhth1q2iUixCbEWeUcTxOoilMAlHM/JGkc69fAJyHcu+9wvvSjMEE+UtdGpJAuogTDEsK1NTWXcJ8jNPAMeRqFOd9HQGqKkJgTfIE1kLYPBw/z7GsztVMP7AaMVusQnJvAdtJfJWs0W9hpNLHd7GKvC7QBRJ5jBTR+2aZgG4NhMMABJ89JDZzUwOPUQDaEDmjCIZVweEXcenc58DqgFYiovo3m3hai1h4QtWl8RdDtWTYM+/M+kAXKSoHP8eEysJ+Pz7XY542mTx3Bm77u7gaaGwvYXryOzRvvY/Pq29gg1q/9HGtXf46N629j5+4HaNA47GzdARrrCLsNty7mOFfxbo1lhVvf6AUrBPIk3LsgAyMSAl+Bx9U9J1dz+kgruXz4NARD3hB6pGYBPK76xq+5msNDPkkfH92q+F4+fRH3OM2F8Mskjt35048LUhQRMyjbMorGnO8T6phQR0fdOuFThOAhYTwY59oEn/ZJHkIAlXRcosLDpHEJ7vORjCzqwC2XkMYcuFL/yferUgPeV0WRfj3MDjqMGd3sozIOQSqvcfPk0WHGOIJfgJQfGP/DAx47GrcfQOGKI7GEgURGle8+xEOQg19NTkzAyIQb+8QSRGQMMAAAEABJREFUCCCFJlbQL9Cv8M8CoCzryXaTBidKWnp0xgCNPn6cXmC+QkIDLuZCkujnJlGXyWMuBsn+lKSptR+ckvbjPMrO/Bn1Wc4g6XJx6UL/P79K0ob+J/CTuQSny8CFoQBPjRfx/MwgjcJhYhQvzE/g8pkpPDs/hadnx6H/FcQTUzU8MTVIDDg8OTWAJycH8BTDniSenq7hudkRXD49hhdpAAovnx3Hy/OjeFFxNBCfGMhhvmg0BmOMeF0M0OQr0QjMET5hBGi4JkTsECNmvagdWEn3vGmbHglOjvj3vVlEj7KuVN9wVEwK74fCBIVlVO4MMQOlHcH25Zd+wDMg5EfGYOj5zs8gF/dFfE7yYA3sVzjbim3j2pk9KaUMU58iG4m+hMGMgOd+DdrqxtDPRrebHd4SJmgxSdeYmu0KGYOy+umHwNQn70kNnNTAZ1kDCYdWxNEYkXY48IhuE+36Fu2rLSR0+1wf9IsaN8d6IC/IC/eY+37xHy71Tg+PE4vPddyPO/CiJrzOHuL6Jrrby7wBvI093hDWl66iQeh2sEVDsLtxC8nuIvz2BnLRLtfrNvKcu0InK+EewLgXQFrGBHz0iZFYlLqVOV1f9mtOgYR6JnQlXF6NoJM149EQ9MM8zA8ZHxCeA/jFoz73K2+qwIG0VA32IQbJTXLPyzSKikUFMsifIaZ+CfVPzLUs5Ab9AC8eSLn1ZNhBFkpHEQ/xZpyiwkMkcSzmvp/ZxxXgQOaBSzkc9inkBF+dGvC+Oqoc1sTM4HGzZHa0AxmHE8FwvnSDD/38Zq/R0Q963asw5+iNFTNjek4wHH6pwdmLIJM5JIwXQApOoik0dxg3/l4if5LGoedmuOLEo+HuwDDvUUGdlFbaiQqpm/kwL+UBnhyCCwVkCEYx3O5T/wCCebk4hXe7SLoR0XXxxjg1uvVkyH8cpK8LpzzrRwJOW0Z4CDjwQ+abi7soUY8BLjijATBb8fHEaAnP0Sh8eX4MX7s4jW8+dZqYx5tPzuObl+bxrYtz+A7x7Qtz+Dap/N+8NIc3L83iGxdn8XXSN584Tf45fO3SDF67MEbDcBDPzJRxfjTPW8kAo0GMKk9OKzRQS9ygF4k8yxdQX596GvUzgO1jPchNuLgkXRCTzH+YsvqxD1YtKHMfrt6ZcJ/K/ZBwQp1AgPoK5ijTK8646LEeEwL0q62cQcixIKMwMI9lYdKT9wusAbYN20Xt4aC2kV9gG7kwR6kS+xy4qAvGthLtMqzeibDZbGOLtEE2ZxBq/iHoBQzYB/QwgOngAsGHfn4f/X2kdI8u/iTFSQ18ZWuA45bj0gjPzbFcA7leuJ+L0qhq7206o9DiJg/dEuRDD7nQR8CDGr77I+/LKp71Mhb16FYZfJbDp2Hoxy1nGCYN3nDuriHaW0W8u0wjcBVJfQ1o6p9k7CJPvjyNvJBzlc95y63pXCMlkyL73oTlTXFoPuvj+PydmVYZTXOUzyEBdQTV85BYAPPz8P0CzEIG+j04TvLQ614mQj8UKH8/lfsIJMal6wvvTya30BftnC4dXaR86bjfy1jN7w5sXfdrtDTMFAa675f0geHHKXV8gsfJQWmOwz05iOmewJOAr3oNsCd+1VUEzAweYWZ0w8F96E8p3GPue/znUBw9ht5/ksExJIPQ/Tw11madAZx49e8JQL8mUWcgcYLgVETDMCFimIsDvBh0E0ymwSykxqLB40DP4MNzhtQnUU98TOcTQT8ULr0ZBk0asYFqEqTyK5zxaRwYDhjDnDzm7BMeAYYdRpb+MDXKvAcuT4+yAyAK4ScBwtgjgCLro0ojdIRKTYa8MeTt3flBH08Oh3huPIcXpkp4ZXoQb8wM4xunRvHmjDCGr59K8bXZMbzO8FdPDeOlmRpemBnA89Nl3jiGODdkNDSBiUKCoSBGlYtcgUZonvnlaJgxCH5kPEE1GKl1Pbp9hgXwY5/Gq+DRTR62l2tX6uvasEezMOwbf2RkHJgHHJWfJ6g0giHshyn8YcC0SkN9ncFO/QF2GsIAtRw89kfzDKx6KIZO5GgMlnI5lPI5929EFYaT5wuuAbXGUbDNTWGpKnIJ8lnammxDD7wg5A1hF2v1JjbaHdTJ1CZTl6AEfvteo1sggZMhjwA+oo8KJuNrpnR0nLwnNbBfA3/FHRxnxrlc67ebb8H5N2kBnV2gsU1jkLdsNKiMt24Bugg4lgOOE5/QHEviRuCDa+l+4yoLz+hxUhSXIYvP/FwDsiBS6eKRelxbfSLgIWhA49anwedL/24dQZShQXcTYdJGqHKx3B4PbcF1LK0LCtJLoQlLaGb8Aql80J3APayPhDOYkK5TLvShP4mTpHIcBhh+PJSLQU+iTw9Ug/uYhHuphFTxPkAj0AuK8AmjO+GeJtGi6UohHvBJiKNvFpbRXrxL23Pvk0zOfoAUdJ5DqcV2UHlgdUJBQhacUYWpPKxWsBnvhQQTjo85ZZTOz+WV/H7BR/0PG9fP5wp/KODhPA/K++EknHB92hpQP/20Mj5VejOD2fGQkSbhuilM0ccHuo/iPnLMyCv08zs/GAI+nLA4CGUQIkkYRpAmnERjnsYZJ1/TpMqNvHFSBcOhn19GEUy7PUF/T74fMcXSeOKhHByS1A+GfRKMPA6cpKwfDE/TSlYGg5tcJF8QT9SLY1pwgjTzYV4AIwUs5Xf6ARAV//2g+H7Q2IL+AVSHciIfiCiXBqHFCeuii6DdQp4oE4NRB+Ostyk/wakccLYIXKoYnh6ggThYwOU+PKc/FkM8Qzw5mMPFaoCz5D1dSjCdjzHqRRhgW5Q6LcpvIOzUEXabXPg6CHgD6rMttPNOOjGsw3JJv45Ptwef7gzGXbhrMxpmMvgzgO2aUEZMJGzbpNtBwtvVuEflzsJSyvgOb18F8qXxFE5dwDAwzFG5BfkVR/nKC+pDzBPOKIypMOuPbeOxvQT0GtVnNecCD2Uag5VCAfmA9U0+Jrj/mzBKIDl5P8saUKVmSNvMtZMprD8fY+tpaiW4UeGlIHZ4O7i608B6o4M9Jm2Tnb3FDb/91GxrBh9+XaQihMNRD+cz9hZzrGYGsxOYndSB2S9/HbhOfZ+Pcf0WOBDhqBtpHHFRC2jtIGrQGKxvIqLb4zric433uL57SkeZHuvHM3C8ACDF0UdhBNlwL6wXllH0/KIKI3AMKMjMxAQwXkjcGm6pj/OMzwL5LEtoMXIWocB1seh1STsoWruHDgqMy4mP8LnWab+ScA1KWEYnzH2MWRB0G8HZiqsPgwD6EuaUyOFAF/34xEd8KZOl5JjvAc/RyHvTsMjUBWxD9HQzGPcx5uUR6P9BSAAhEu5LXF3tCzekjwL6oVD6s2h596HAPsjZi9t3UqGEdZoBdDvlGA4x9eCakWl73oMoZU0omatQuR8Eyuh/Ja/f/1m4M5kZPU7mg+LE/0nx4rkflFa4X/xJ+BdXA94Xl9WnzIkjzMyDmboOwRdHwSyOBmV+RuEQP9JHY9HM4HkefE+gm36+PJGKeaMUwbhxT9GF0cgxGiVotbCPJt0O3OY1CG7+kFG5P0scK5cWUDPDkfxbDN9HL87pk+ks2gtv0C24stAtKn8/lFY6NLrAPphHnfz1BrC3B9vbgb+7jdzeFgr1PVSaTdSYbpi3I2OdDsZZf5OdBibbBA27CZ5uZhiL9jDa3cMwMUSegU4TA45SDhfvUnMbheYOcs095FoNhDQ8vXYb1uoCLKe1I8AhgbV7aCXwW3EPXYZ3ydMB9P81zEDdQDn3B8vHNk/uQRNg+aC6cqCfPM4vmkFxLcUJbaBNHWQgarFOEriFhauETAljRzWGgCuGaMhPMQxQzOUQej5jwUdpGEHXoVfBWUC/Ows7oY9ZA6pMghsxTgiUQTfbR22UAr12YQv2NnEKSRga8ZBGBuHyzi5W9prY6SZgb+JRSZoyQR9Vk2ZgWnxK2KH0OHlOauCvTw1wYJnmVgeuCzxQBNca8FawW99C3N6BcZ3x4iZ8ZxBGvdGiUdOD3b+6zHEr3vjpB737b3+43L0IbTDk3YccvTjKTRif9EwgJIwjnM3BsnhQTAyf60XAWSR06NIs6vQQIXBxCcsF7mMSTjAxnDHI9PSAWSBhHnIYPQbwS5BVbvSeBPqPKRRIMLoXc3+SylU8E6RS6TnsTo4NJxvD0zi5e0iQ1oSjBrMAnp+HbgjNLwCWo4IB4QHktMRI7/dSiIsWJe7Hdk94AmOdgjCuAUaDG+npMjm5lvMmFv1gf0r9EePjFKx7Y306UAe+UBMcAjkVTgJHE7oIE+h80Ov4+xgexfkoacV7FMflRZWPCz4S9nBcRxKdeD+nGtAI+pxEf15i2RX5flrp6oa9YQpwRHo8Dgx8H77nQeI9btQDnqgFNBK8Zh22uwNsbQDrq7DVFdjKCrBMLPWwSLq4DCwRog5LwGIPC6SfBSRPckQ/ayxRR6EnNyEV9sugMi2wfA7kdTTz99G7ilsEFoQF2N278O4uILiziIDUl//OHYb10HPbXfnJu5DCFu7A5F5cQEi98stLyK8sIyesLiNgGwQrq/BW1wDCVjfYLusOWFkHVtboXoUnHoeVPjfbkWFGeMur5F1xvEaZKRjG9rVenGtrxbkw8rLdjW1tpK7N6RZNSAW5jyJZXEWyuAYsUbfVLWBzD9imgViXgUgDlTeT4Amux0XHcwsHuyYAdk33U9F8LoTvewzpf42eHh64EJLt5H2MGtBMITCpVmW2C4R+t6IIN3GICmwLg9rKh344sMfDirWdPazuNbDNw4smJx9tFXqSJZGtDkIbsF6omtUJlSMDTp6TGjipgYeoATODmZGT4LyKbgto1RE3dtChURjTDd0O0lD0uIFPD30TuKGtVExG8jm/ykRQNjIVUgrQTd1j83AAP3UrzsHjvCEovaD5pudP6CdYGvIYYvLzXAr6cY9oBrIwHnzED3LhE5/kEzngZIrvKO5Jeh+GhJokPWZq5trEKNUY7vshgiAPXz8XDWgQejl4XgiPZjD4BXnwwCeTLKZ+d6o37kkvnpjBMcwiokt0HOCO9riGJ3Um5nqeEDEh6sIULohH4FpvTAuCBmUqT3KFhDIFZoVHf5JHT/IlprBe3hnteU/I49bAZ5JOM8hnIugLE/IZ9Z+YCkc9aHI0Mw5GA2gIgrdY0K1PgzdeW5s0bBYQXbuK5rvvYO+tt7Dz4x9j+0c/xu6Pf4K9H/+UeIvooz+S+6fY/dFPUvyQ1IFpfvgQkGxih7zHYZdxu4xzlLrsfgJ2qKd03qE+x6IXv814B/q3iO0enHs/7seu7DvMc+dHP8KOdGFc/Udvof6jn2H3xyl26Hb48VvkfwuSsUF5G+SXe0vhfdhi+m1BYaI97PzwpxC2WafblL31k59h56fCW9hlW+z+9C3sOfzM0Z2fMD+2yRb121Je1HHrRz/E1o/+EpvE1g/pdvgxtliHDuJj+zi3oz9J41guJ0Nhzs1wR3+KtPxyelUAABAASURBVAyiKbaZp7BDukuIHoXqZufHP2cdvYPGWx+h8+51xFcXgLs0ENe5aNQ7AA8hLIlgXMK1tAs8p0A+H6BQyCPgTSG7KvYfrQIZ9gN7DnbnnuuEPHINHK3UzN9H76lfBQhZZnIbDUJDi7eCOzQEt3i7vtXsusv1iGz981CfZG59GKlXIkRPcFIDJzXwiTWgMZQy9QaOJks5ZRBGnF9be2jtbTlE7T1Y1ITFbd6icZMvHt3iCE6IcR4W6LEjoPezfa035j1Sc7N/TOMmhU9/iohGT8Qbsq6F6DoakNLNu8FuDxFpyuMjMp/xPqnXA0g5J7E8MS3fhGAhXVFMjkTfA4BhBvALUDF+vojXmNV+rvsZOlXNQ0CDMMwVuBYWYEEB8HOADEKW1XhvSg+QaoxPfOwoRy8gYbhAkhacHhpwcJBR10JiDQdgl1wCLw2SbbIT8Rawj8wvKoiP/JnRCO4znWFJudCqwLwoUW9PGzl/6dCve+pOv9hvm8yPk+crUgO/fAbhZ1BxCTtkQjkaekJMN1wAfTIGZQjucOCurSHm7VXzww+x/bO3sPqXP8Di9/4Md//8T7Hw53+OpT//Ppa/9wOs7IN+F/YXjEux+Od/gRTfI304LPzZ9+Dw56QZ+uhdxt/t8y8c41b8Pr73Per8PdwhvUPeB4I8t4/l+QsonWQqP9G7rIMFQuVTXSz9+Q9Yxh8wr7/E3e8R9N91YNo/+wuGf4/4C9xmndxmPd1y+AH9P6Ds7/eh52eaO8TtP/0L3PkTpf++k7/IdMpzkXoufu8vsNTDwve+jwW6bzP8Duvo9p/+GRz+7E9x50//BHeJO3/2J3T/KcF2/NM/Z9if0y36Z859l2nuOPSHyS18D6r7BcpeYBkWBea3xHwXj8ES9TwA64b9ZPHPfsi2/TH7zFvY/OE7qP/8Q3Q/uonk1hJvObmIbO8BzRb002SP2wAN0MAH8gUfhWIOYRjArDeRqs+q70J+wXl6H0UKPe8JefQa2K9S1eNRSJzCRI+AmyqoTRKP00qKDv3NOMFOu4st/TvCdow2k9NORJcb0IicMcEgftF7pIDQ856Qkxo4qYH71oDGzn6kho3myQwy9rptJLwVbO5tuv//YOwMwhaNwTZBg1D/NIR8zvCgMFEnj7L4cgTjEPAZPsyO0lJDKGEuCY1BBxpAsYMPGXexBaQECGcU0hh0NEfDL8e4FF3LI4IQIqKhFHkeukTkGf1AzALJGIyZq36TQMLXmDORGNwklACuDkidH5/zw2yVg7KjIi5L52agogSP7ekHIcJcER6BoAAEecALYawHjwahse7wKM9+Ie+XiFqYakroUK8W4qSBiDeBUcTb5mgb7WgT7c46Ou01YhXdFtFcQddhGd1G6o6aq4hba0B7A+jwsqHLfWaXBmJEAzGmYag/esTb6rQBUn0sJb+UX+kuHCif+TJ6EHPi+vJrwPvyVXg0DdzYfbQkx3JziHNgAxricsPdDPKEps6bGhqD8fIy9q58jLVfvI07vIG6+ZOf4vZbP8PyO+9i86OPsXPtGravXsXOFdI+7Fy5im35PybtYevjK9iiO6VyPyQ+It9xcPKuYOPKJ4B868SGQL1Senwaxyd54hXk7mGTum/SrTI4N+M3P/4YDgxX3Ablr7Pc61euI6MbdG98fA2bDN9i/JZLdwWblJfyX2cZrvXQc/f4N0mVduOjq9j48ArWCdFNUiFzb3z0ETbYHhvUJ8UVKC/XNmyjHd7sCtvXr2Lr+jVsXbuO7es36L6BzWs3D3D9JjYcbpEK8pOS5yCc/OTZJLYYvnntBrauXu+Bstkftq5eY/tfZd+4xnC65ScUvsX62Pr4BjY+vM5+9BHuvPUebv/4HSz++G2s//Qd7Lz7Idq3F5Fs7cBabfhRxGU/QcBRmguBXM6H7xu0bQA3LlAPpjEBB3bzhHAvHeYc/NDN78n7KDXQX2f9bsnI/P00cyteFX8YMTcosfno0EDULeH6bgNb9S6aXYDv/hyUMPlRMIiv5JGcvCc18NetBvoHxAPKLrYset+tYSNonkQERC1E7V106lvQT0aTbgMebwdNv8jgfGqEY+V4TYhY4LiNOAtr/B4CDY+4H+Kj4Rb1sM8rGQ4+NchAY45pI8qNHPU5B/TBAih9RNrlbZ8DjZ2u5dDdpzl0nD9PmqJrhQM3xCuePA1B0ZBxgUPX8xnmUZaHyDNE0p16xA4BRBPqFjP/mHEH8BCzfELE8ENg2qwsojHjjwX5Uvk+q9pDQnkJjTwQCQwJG9EhkZuNx3AGwUXQYeT3/Bx8GoKmPyjjjEHeEFJXMx/GeIDpHPDwj5IoE2V+KFVMX5foEDxQSJpAVEdCIy5qb6LVWMXe7iK2N29ja/0GNla5n1n6GBuLH2FziRBd7PlJd1auorF+C63tu4j2eAhMQxHtdaBNA7HNA+HOHuUzj5j5sV8Cyp9KOf2owpGXMdQ6cVCU/KJfbdynMF9tpf9aaOf9spSyvwv1ux9Xf8nI4FOI6Q986GZwaxPR0hJ2aTjcfud9XPnFO7j63ge4QQNgcXUNG80mGp6PdphDkydVjSBAP+r0C/1hTd7q9Ps/yZ3KDdEMD9Cg+x4o/yPhdfqFjFcynJt6yf3QoGzHS9qQ/pTbyLGsctMwaYQ+9fMhqvg64xzIl+Uv2iS/A6+5mkSLfgfKbUknUpW3yXRN1mkrYL36LDfRIppeAAc/pQ366wIXgL0edtkeu56HPRpLdTZmm7p1qE83H6Kdz6FVKKBZLKJRKqJeKmGnWMZ2oYItYoNYK5Sxki9hmSeOS2EBi8QCF5uFoEh3CYtBGUtBBSvEaljGWq6M9VwJm+TfEvJ57DCfXWKPee7RequznMIey1UP86hz4WqwbA2WQ39lcqPexMLyKq7TqPyQ/eyDn/4C14jVD66idXcF3sYucvUW8t2Y57xA3gcKgTnk/AQ+Tyy1kYHbxHAZ4Mtu3PcyYN9QzNw92sf1xTupA5cvOMAt2zrk8RicIoFHvQVzPIz4winSh3r0HCSZHnA6Qw+DNIeAIXRSy57G3MQkDIsZGTvqcVkP0E0C7DZjrG01sb7Txm4baCZAF4ZIfETSB5w8JzXw17kGkiOFP+o/Ei2vWAS5U9Bn3NBrI8/bmKS1zv38CqImb2eiBszFJYg51t1YpSEUeXnEnOeTwiDiwhC6uRrawSAxgC5pnBtCnB9CFA6gE1TR9ssO3dwAIqaJCgzPVRhWZJoiOmEFnVyVcgZJh4gaukwvdMJBtIIqOlxbuuSJmS4WzQ+6vJPiCFAcBqgHFJZjuMD0cWGYPMNIGJfIz/jExQ0yjKA/Yt5drl9dyo/CqtNZtO31dGZYnB9AIl7q3yZvyy9RpzKkd6Rwxku/DuO65JeeQpuyW0RbYYUaYuoZl0ZIh1g+lbVKGVV0qVPkdGUcaULehDJjpku4xiY08BKu4WwpzqHpyiA3G4d+Q8z5NOJc2k08zpUB4OfhhSUY0yIoANwPwBmCanGD0vEDgG4a4yCsB7gwo9ykhzS/GCmFRXTJJ7DfxA0g5g1el/2lswbjzR/qy0i2F9Bdv43G6nXsLl7B9sJH2LjzAdZuvouV629j+fovsHTtbSzRvSjceAdLN9/Byu33sLbwPraWPsTeyhW01q8j3rgJ0EDErgzEVaC1AWtvw7p7MB5iGG8MTbfXgtZ7ag4iLUGMuOd2PwF2bhbhc3rtc5J7IvarUQNfaYPQ7HD3cz73QW9YfzrKPTanfzhYlycye7uIFhex8cH7uMWbwLu8nVu9TeNwp8mJtID85AyqF5/E8POXMfrCSxh96SWMCC+Lvojhl17ECN2jL7+IUUdfdnTs5Zcx9orwCukRvPoKxg/hVYy/9gomBIZP3A+KF+4X/+qrmOjHa69h4jWGObyGSfrvh6ks7tWUL/W/yjTE6weYeIPy6J94nfo60P/GK5gkpP8k85qkrClSYVqU+k698iqmqJsD3ZOEC3uZaV/JQFnyv/wqJl95DVOC9Hn1dUy8kmLy1a9RpzdcucZffZl1f5n1/QImX30RM6+8hEm2wwTpOPMdfeN1jHzt6xh84+sovfIG8i+/geClN2Avvorucy+i8fRl7DzxDDYvPo31c09i9dwTxJNYO/c0Ns8/i51Ll1F/6kW0n3kZyfOvwGO68KXXUGA5KsQA62GIGGabDL32MoZffQnDbPNhlmHopVep22sYJf/Yiy9j9PnnMHDxPHKTE+jmC9jea2Lp7hJuf3gNt9/5EKvvcaG4sUCjcBu5Vgd5blaKXAcrBQ8DxRyqhZCGIbjERTCeIlqccDwI4JMcgpY+Z2hxfZPhZYz98l7pdpC7sVyCxyCnJxczuQXpqTiFPxhg2T9baLFNgX0C5mI9gI/xBBv0HwbZOWeplLEBsdxEzM1KxFmmE4XYrSdY3UwNwp12ggbbhXYhDUI4JABrgYn3ZTPAvQpzjpPPL30NnBTgE2tAA+E4pmPCs6CMKlm6WY7o7BItoLuDhLc53d0F3swsIm5yc+8MwggJh1bM8daFj8jPw/JVhAMTKIyfQX78PLyhOUTlKXTy40B5GoWRMygS/uAMosIomgGNn8II+WYQjs0hHJ0DmL5NY6qTryEpj8EbmGb8HKw2Bwyehjd8Bv7IWcQDp9CijG6JPIMTCIenkBuZQWHsNEoT51CduoCB6YuoTp5DeWwexeFTyNdOoTh6GpVxhhGlsbPOXxyZRYHxJaJCHUqUE1THYcVReOVxBJVJhNTDyhM01IZorA7BKlPIDc+hOD5POssyDqPO8rRoYEYsQ0g9wpE5RKVRV1arTsJjuVGbpu6TaJfGEA1MwR+dR4G6lqhrYfI8y3YaCfOKKpMs8ynW5TmUJi8SF1CizkXy54em4ZdHYDSCEy9kOxi4lIHLAtssnQcTN3f66HC1a7ChmonaqADLVwAa7aAxCRqTYPth/zEnC+YxxGMMwXQeDUqjHPR3FABxD10aXLH+d1DMDWgzVMbgFg20FWDvNrB1HdEq1+aFD7BDA2/jys8gbNH4277xLnZvf4DdOx9im4ahw90PsHX3I2wKNBjXFz7E2p13sXLz51i+8VMsX/8pVq/+FFvXfobGrXfRWb6SGofso2gyz9YG1G8RUY+I+tAwhNZ7FkA/9+1HzAPihCVJGJeWSIU8DizWQ74cFoc4j/oPRX5unv4yfG6ZnAju1YDXo19ZYmYwS0EH6HogwNhPggGaFhxkFHoRp4RGA8n6Guq3rmPh3Xdw94MPeWDDQdmOUKkMYnzuDOaeu4zTr7+Bua+/idk3v4nZbxLfIkhPfetbmO3Ht7+FOeL0t7+Nue98G6ePw698G/Pf+Q7j+vAr33Fh++H0nybm+yD/aaYTzz568WdIhQP+X4H8KeQWvsMw0QOc/dVfxZk+yJ9B4Wd/lbwO38E86fx3Sb9L/YnTdAsKO/Or36GcX8HZ76Y4I95fodvhOzhH/c4K1P9sH858m+mO4OwL91pXAAAQAElEQVS3med3mFZg+jO/8l04fOfXcOY7v856+jXMM2yees//6rfp/hbOfudNzH/7Tcx9602cfvMbmCNOffMbmPrmmxh/800Mff0bKL/6BsIXX4NHoy5+/mUaeS+g/uSz2JIxeF6G4BNYOUucIc4+ifXMKLx4Gc0nX0D3mZcAGoUhjdUSDdTBr30NI9/4Gsa/+XVMffubmP3Otw6g9mc55r71qzj9rV/B/De/hfk3v47TNBxnnn8WY2fOoFLjwswj0L3VTax8fB1Lb3Mh+eg6OgsrsO1dBJ0IBY7USt7DYCWHwXIOxdCDftzj8cTQuBAY500OExj4yIOE7sTdtvlcYQWPVFECub7gNzmUn3SQrh6DvRgQuKY56nFXIF09pjDqDJbleJDhvnEU/JhxRrEZ6GTWRsObLop0enNjAtYuQwFSIWHlx3STBbGBMJe7c8NDzNZqR4EzCNe3WljbaWGzEWEv4n4D4Mk305DGxMl7UgN/rWtAg+hBFdAXnzkzmiWLOfpiRPxPG2luqDvb6O4to7V9m3QBcWsTXtLgiOUA7I1X/QQy9nKwwgDCwUkUps6jOP0EwtFz8AbnkFRowAzOojhxEYWJCwjojkvjaOWGEdHoy9EYLE2dQ3HqDPzhaXSKw+gWagCNMn/oFIKReeIsgtGzyI9fcDJkIEalCSQ0tHLDM8jTiBMKNPjKNAgr05dQnXkSlckLKDOsMMT8h2dRYdzA1EUXnhmEBYYXaAyWaBhWJuZRJQpDU/CZfzgwidzgNC8aTyEcmEGUG+Fh5AjCwVMojZ1BiUZckcZfzHK0aQy2SyNIaPQVp86yvGdgNPpQGUdAGSHzCJiXkYoHLFso41kyqFOBuoU0SL2hGRq/MyzzPOVfQol1WWK9FWnAFmhk5ganEJSHadyVkfgBNIcmbAu1paC2jDl3ql06FqBFo06IgyLTVGAyCL082Xyi/6UQpksIYwtbH/XoB5EgfUQFLjk0RtlrZBAmvT4T8WawtYZkh31m7WO0lt5H/c472L7xCxpxP3fYoWHYuPMROivXaczdcjd93u4iTD8H3eNNYn0JSX0ZMWm8t4D29i3sUdbW4ntYu/1z3ia+hZWrb2GDRuXu7ffRXLqCzvoNRFu3kewuAw3eTLb2uEC0AP1RJBqFCY1CIOn9d+BSOTKfaIq0nAfflOvA/2CX9aIz2vN+QeSorkf9X5Aaf42y8X6ZyqpOeT9k5VB85n4QVcF99i9Pf9WBNzTRyip2rl3Hmv6d282bvLXfRIGT1NjYBObOXcD8089g5pnnMPbUM6heuIjihfMonD+PvCD3IVxAIfPzJmjffTRMac+fQ/6CQFmMz9Of60Hu41Bg/CEw/SE/5RbJUzxEzyP1p/QenZi3ynQ8zvXKIyqcpV9I3fmLZ5HroXDxHIoXzhLnIJ3Ssp1jGc86v8JS3c6heO5+OO/iCowvnDuPFBdSep6U9V+4cInyLjKMfpXz4gVUnriI8hOXmNd5hGfPIEf4NLi6M7PYHZ/Eam0Yd0tVXA9L+MhyeD/28U7X8HYnwS+Id7g3eDfy8B4XnvcJUfnf7np4u234RSvBz4lftGO8R96PuEjdyBWxWB3A2tAItplHa3YWRn3Ci5dYJ5eQv/gEChcvokT9Sr06rjB++MlLmHn2GZwh5p94AhPTMyjmCmhv7mDj2i2sf3gV29fYD9kvvUYTuiUscd2r5nxUCwH7JhDQgvJoaqjPZ0gXAXZsLhdGsg+AyyK4FOIr8FAx6bevSeL0MudP3Dcrx0GYwvshNvlFPz8of0E52L6WJi9LIC2tR+neNwrTMGcMkjVmeJe134k91HkruLnbwcpWAysyCtmf+O4bhJ9/iZzqJ5+TGvhq1sBjDID+JHKniGkMdtBNWkjiJtDZQWtvBe3dJcTNdRj9FrdgnCBlhGiMRhyjkYWIgwKsWINuwYxGWG74NALeyvk0pILaLLzRecgIigujvGmr0bAagoylkDde4SgNIFKrjtEY5M1hfhBxcQhJZQwejTK/pvhZhLyVE+Tn9R8NrQkaZ5Ow8jC6uQHe3lXQCapIiiNAaQQxwzp+mbqVYYUhhJVxhLzB87I4r4yOlRCRJ8kPwB8YQzg0SSOQcqvj8EqjDn55HH5lArxShBXHKGMKIcsm4y2kfh4NwpgyIwKVUQQsS0hD1R+chMc8BZM83mb6jMuNziKg4RhTz1YwgAb1aFFv/dRWentVypCeBC1PdPM1tP0KWiiihTzv4XLocK1V3SfgZLkPdU/Oo+YhNh8R0eUtotrG5+1gUBigQVgCGMYPmRPOwwLnYedjWsqSTDZxeqDHcPGaGVvaoEdfweMn8ADP64JXyDyloyHGvtLduIU6jbSt2+9h9frbWL3xHrbvXkF7fQFW30Su00AhbqPCtXgg9DBcymFsoITxwQrGamWigtE+OlTNo1ow5KzNPLbR3lnF3vpdbC3dwMadj7F66wOs3XofW3c/xN7KNRqHd2kYrpF3h3qxH0ctJETMPBN0WYSIcKVkaem8500YkoHOx3jtMdJ8+iTSWVJEBblP8HnXgPd5Z/BVlK8OzvEL41jy6m0ka5uo376LxQ+v8LTmOpobWwiDALXJCUzSoJt57mlMPPMkBs+dQXFmCv7oMDA4CNQyDNB9FIpj2KBQBQZ7qPVo5hcdYNhABTgOVYYLx8VlYYoXMr+o/PdDFi/6UMj0yyh1OppOebmw8uFyVOl3YBrxHIVLw7iM7sczr6rQF+fqiWE11qnASTcZKCMhXzKgMC68Q0PoDtbQ4q3uTmkAyzxNvEmD7sPdLt5Zr+PnS9t4a3Edb91dw8/urOCdu8v4YGkV19c2sLC1g5W9OtbqKVbre1jZ3cXi9hZubW6QZw0fLS/jvcUlvL0grODt5Q28vbaLd3nr8yGve250AywFFWwUa9itUA/qHHFBwFARGC6yn1RgIzXkpidQPTePsWefxOzlZzD79EWMnppEGAZobGxi48YtrF29hr07d4HNTeSbHVQ4mAYCD9XQR5HGYQ4xjUKATnCNA9xtGpm4NOrLABJNpoSLI92PY9SX+CYGap8g5mrdj/2fwVC3A23JjAMkdCcu3lxpUjc+Vzf288zyUd5HwTiqGR+CsYyGiOk7bINGFGGr1cLyzi7ubu5itd5BPQY6AHn4OXlPauCvcw1w7DxU8TXoe4z9SVJ3wtHWpRHQ5hrfAK8EEbd2aAxuorW7Cf2lUd22mH5dkVCIQ5qSPs4j3Bbpp4g0rKw0ghwNoXx1wtGwOg7QuEkYHnGej/wKrFCDXxqGr58/FochY9IKgzAaLUm+SmOugjgsI8mJdwB+aZCoISjVENIAzFVHEBJBueb4WrGPvXaMvVYXXR1Yc7JstSPUGy20uzESGkcW5mG5IhIvRDc2tDsxWu2uoxENLAoHqEOOOuVp2IXUz6Oelh+ElxuEXxwiC8tWHqUROgLQ75EnJH9QGqLsAaIKn2kUniNfWBlDQOrKynLmaexVahMoSO8kQL3exvbWLnZ36+i0E7ZBgIDGdUA9vVwBCQ/Yna7dCM1O16FNN6dEcJIEEo9pBHNUEhy4uMVeAAty8CknLJWRK1aoXwEMBMiNhMlxAE6pEFh1imIMX/LwK24iJthH0Ob62UKAJgKvCS/eARoriDZvorlyBTsLH2PtzhUs37lO3ML6ygrqey0utTkU2QcGeGM6SON+cPQMhsYvYGTqEkZnn8bY/DMYPy08hYnTwpOYmH0CE6cuYXz6IoZG51HmrWtY4J7FK6LB9t7c3sbaygJW7l7DKo3DTea9u3yVRuENGoXcBzRXuVCw/0Y7vM2ss7BNlqFD/WMiIQCPBTQiIf5qvVmJMvqVKd1fKUXUf/5KFehhCmPqUzE5OYmCt4Pd5TXs3FzA6tWbPP1ZgW4NqzQsxs7PY+Sp8yhdmENwagI2PACUOQnlQyDnA+FjIGAaQWm5ucfnhdDD5yb7fjr7HuCrfKKE+FTOTJeMKvwolFb14tBLe5RHfsnIMT7vIQoNHYa1mGfTC3g6GWCXhvwWF55FLlAf7XXxi5Vd/OWtVXz/yiJ+QPzk+hLevbOGqyubuMMN+SYXsZhTabFQxkhtCBMjI5gcHsLUcA3Tw4N0D2J0qIqhwTIq1SLCQog2Emw2W7hNA/LDpU387NYafnh9DT+4RnpjA28t7OC99RZucqe/yn625wPtHBARSd6QUAYqNA5HBmAzY8ifn8Xwk2cxcWGei8owQi9Bc30NmzdvYYu31c3FRfjbeyh3Y9RYP7V8iBLrQdUQUBffwIUBvSfpURKGc1eEfiOLoV/SK2WYtQgXeCnsFmv6Y5Y3EjgwI/oF7nGQkCkRr2gf4JY9LxP2hVDp4fTp0+Nh/THTRCxbx4u57ehip9vC6t4e7mxtY7newnYEtFiKmEjfTDJ9SQ8kJ+9JDfy1qAF7+FJmrBmFmzUizhBdbvI7CHQ7SGOwW99yxmB7dwdxuwWLYwKwxAhRMKkGW0xKNyWAEsDNuoUV+DTuQhpwQbEG5KoADbw4KMFo8IWlIQQ0vuCXaITkaaDlEPtF+MVBBDT+klwJkZ9zN2EdTmyd2EOX8mM/hF8o0aAaQMjDyyQsomMhmhFQb7ZpYDXQbjURd9poN+to8oCyQ38SdwHOl/ANfmBc5g2eSfcEMa2rLteJWJMob+D8/ADyNPQKNApFEVScbl6OeVI/lQu5CsCbRQRlhAwLWRbzaGyiAHgF2lxllq8GGYUF3nxKVkiekLILxQGEQR5Ru4MmDZqd1VXsrK6hvrmJDue4pNWGsa45BcKkr0+RpJ4nnQWPxfBYHA8+DUKPdePBI7sB/PIMjS3q0enDC0KE+SLyxTJ8wsI84PkA+cAnISdbj20Ad7gmt2qFUWmbyhNHSKI2It6yJbohjuvUb4cHB5tMtA40FtFe/Rjbd97mbeDPsXzjfawt3MTO+jrboAuzIttrDNURrtWTT2B45lkMn7qM2qkXMXDqZZRnXyFeRmn2JZTmXkRl9gVU5y5jYPZ5DM6Sb/ZFDM+9TGPxVRqKpHPPY2j6EsojswjYB2IWuMm+urdxFzvL17C9+CF2776HzvJHSLZuAK1lWLIFwx7M2I+5G7Gkw/J1CXYc1oErLz8q7lEw+Jf4VWmkvuhxUNwJPk0NeJ8m8S9vWnYm/bvBDgeQMwjXscebIiHermOAxsHo1BTGeSNYpjHoTY8AvOXRRj7iZKbNXWwxhx7luOlHtB+aivqgyfoolO5o2IP8yo3x+5v7+7hjhn8SNHF+kpzD8Swr5SYqs6OUINqnE2cpCAnDs/zlVhgMcCB/6mddkS8LozSIN0WaF2c3psn4SEEojUduIuLmuu3HaNC9R/k7ADaIZTbpzUaCD7Zb+OnSJr5/Yxl/cXURf3l9BT+/u4Ur600sNhPsIEcDrYLC4AhGxqcwd2oO58+cxRPnzuLSmXk8eeY0njpLSiPtifPzuHBuDvNnZjE1O43a+BhyvCFucwFf+d3ifAAAEABJREFU7RqubbfxzvIefnxnCz+4vorvXVnCD2+s4u3FbVzbaGGpEWGL8zXPqtHm+hVxEU9COgoBMFAEJmoonJ3C+MXTmJybwvBAFQFvkepLi9i+dRuNuzwd5A1liYvuII3fwVyAMg3onCUIOYI9Lq5mLDxYRyI9yCfs16XixSf0eL5Y0p8x3XzTNqeGLEvCtowdgJgFihXPTpJwg4BDMKrNgh8K+xz9JtnMU/QRkfTKEVFEl2XrEA2Oow1uShd39rC428JGKwa7LDeJYAvFLJvAluPmgJ70pTd1nHxPauCvQQ1wuD1sKVPWhDOFxk1MGhFdogMvbiDmBru9vY72zha6NKySbhcchpw9jMuRkYK8RCLwo1GoyUeDNvJpXBRgNKSCQg0eDUB+yJFHHJRpmAyiwNu9HI3CBEXe6AVoM03il2hADSGs1GD5MiIvjzZv7loR9/TdBC1CxiGCPIJiBT554oAGIQI0u0Cj1UGj0USb60CHc4UMwVazwZu3Fg2aDiAji1oYAE4xaRl445kQtAmph1h8JFakugPIV0Zo940A1Dn2SsxvACqPhVWAftB4TEgVlivUYNQ/SXKI4hwSGYZM58sIpGEZ0MCUHPML8Pw88+Y61okQNRq8hd1Fa2eXxmAdUb2JpN2G6pvaUM8EvgcHzzdo3fLMoP88SjEZhIQoYwE2RcJYwTwfXpBDkCsgRyPaKxSBMAcwHOJJ4B6RmC6BVQ1RetPXRUaIux1ENLL100t060B7mxXO27edu+isXcX2wrvYvP1zbNx62xllnb0NhFSmSoNteGQKo5NnaQhewsDMM6icehbl6edQmrqM/OTzCCeehT/+tEMw9hSCsScRjl4iLiIcu4Tc+FMokq9KA3L49MsYO/MiJuafx9jcJQxNzKI6yL1AzuBHu4h2F9FcvYq9xfdpp75HQ/UKutQx7qzzhnKX9VOHOaO2A4vYaWjsgu1vuP+jKrh/7C9DjEpwHKS7wkVP8Lg14D1uwq9yOg2IB4FjG9C/Iu5yythr8Ep+E631DUR0F7wAY6NjvNqfQXFmCjY2jKjMiT700Q08dD3jKR542pdwoYiJhJNOfARZWEYP4hNm7kAFk+NA+cljIGaaA7B4zp9Rw0Ec3ZyMnZ+TcfyJoAzH06NOLmUojL1HclQO9QfRmGGR4wFUDs7VjGJB+To34xSegjzUJRFcOP0Z9eUWDAnzyvidfMrqUGrH89DmgtBg/DbngjUG3t6N8N7yDn5yawk/urGAX9xZxtXVbazQKOvw1LZQG8H4zCxOnz2P8xcv4hLxxMXzeOLCPC6encGF+WlcOnMKT56dw1M8DHhauEQ38cTFefKfw0Xynzt/DnNnz2KchmRxeAJRYRBbUYBbmw28d2cVb12/i5/duMvbyCV8vLKF2ztNrHVi7BrQCoBuaNxQeEjYp1AM4Y0MoHhqkqeGs5iamkApF6KzvYO95SXUl5Z4OriFPBexKtMPhD5KrB8ZhLQtwepzVcsqAVgPSMjkPPQae5uAA9qL+hKIlMuypdu4XDtwHGaUI8poGhmpx1HlcYHzHRJu4uI+RPDII77PHUkEow4eqfR5VLClAVe+GBYkAButxcV7kxuole1drNIo3KFR2GUUWGawXFrYwTaDjEIBfBQv0HnyntTAX/ka0DQmPERBTWOFY8ccukzBxSBpAe09dHZW0dxaRbexA6Mx4HMMBVwzPM6axrnSEroYZkgYwjFK6sYdDceEt20afn6QQ75UhscbKkUjJp/vM6zkNvGlShU+b7AMPg2eEPlcAQorlivI03gJaLz45Pc8D8waCdNHks95QGF+GMLP5WCej4hx3U4H3U4LcaeJpNt2AG+2GABaNATLR7/iu60Guu0Go9qcZtK5SvpJ9w73ONrqgPp4xTJtqAJC6lKkuyjDyg8B6sxqAzOHwsqlCgr5AgLGadqSnFiTU8JFJ8wj8WgeRQnViahXrNTIBwGKuRBloprPYSCfpzuHAssbSHjUIW8LUbdJXQmnMynXtEQWbAx4XNwNBs88fp0LoCuBh8R8eEEOHvMXNT/HqABgHMgDPmonEiT8ZKDT+fc/nMfBedy0xuhmLarzwICHBZt3sLvwETZuf4C1ux9je+UGb5TXWLYuagODmJg8henT53mz9wQGZy9Cf3DIGz0NDJ4CqtNAeRIojgH5ESA3DIRDRI3uQaKaIhwA8gwnn1Wm4Q/NITc6j+LEGVRpZI5Mn8HYzBzGJiYxMFgBqxJxexutrQXsrlzH9vJV7K7fQH17AZ36KpI2+zNvwC3pwliutP/ul9gVub8eFHOCkxp4UA14D4r8ZYqzR1WWEzE46aKxh72tDdT3tqHbiuJABbodrM5Mw4aGkJRK3LgHiMwQe0YegnlpoMXMNEYCTosp6I+M/h7SmzLA8TGOa8++ez9MMvvg5jb6cQRJn1/uoxB/Qh3Rj740is8gPuEQb3+6B7nBggjkkQwH+pMMvTwTj12LPGA43MN09CckCkoYnZBX2Ndr388FgO40nIn33cb6y8wADx2e2zURYJu3dMu8fru51cVHS7t45+Yi3qUxdn1xBetbO+AKi+FCHvOjQ3j61CReOncar186hdcuTeLFC+N49twQLp6uYn6qhLnJIuamK5idqeL0dBVn6D43U8H52SouzA7gidPD5J/E5QuzePHiGVw+fxrPzM/g3NQIJgbLyHO3Ud/bwdLqCq4tLOD9O3fxzsIy3lvdwrWdNpbaCbYMqHtAi/VB1eHqipsGb3gI5VPTGCZKXBC6XLD2draxt7HOk8Ft+DwpLjGd/h2haMiFzScMMcB+CK6IFA0BrqJdKJ00Bj2CEYnj1JeOL/RVngR1BBcvcMQYdfdYRj9pI+DmLSTySRN5nnoWSAtc7Ip0F7nxcVRu8hQy0F/4dHB/EKAQt0lbyEfM+36gLi5e9BFRIL8DWtwgdYkIRr2b9V1sce7ZWN/E3l4TURSDrYSEdSTQkTag2olhIkKfU94TnNTAX9Ea4HzBEQEj5dyVTmzHFZXx4nPzYJcMHYBjDt09oLmB1uYimpvLSJq7COIuQsoKaHT4nCMtA4UbB5ZpboqZvsMFpbkNa27C72wzHdN6TXJRZmsD1tmknAbP8jqoFCLO+y14nR1YewtBtMf7thYP7SIiRtGLULQ279maKHBeyycNBJ1d6raJpE40t2io1plHCz7nBY9Gk3UbDGsAnbqDx3nJ5zzlkyoO0o9xSbsOI1V8wLQhV8Uc2tRB4duI6+tIGuucbndZLw2nc8FaKAcdFP02vO4O9WB8Yw1G4yPHMlaCLip+F0Xq6jPMKAN7a/Dqa0CLujLMa1Dv+gYP0VkX1KEYGAZLRQwNVIkKBisFVPIBCn4Cn/N7qu+eK0vCWzkHloVWJRLebiXcj6VzHtKHayMEGBJRHtQbDUKfhq0FeYBGKWiuAVwQxZOmogsOCvUB54Ye48chgWcR0YXHdSRp76K9u4yd1RtYufURlu7cwAbX23o7guUrKA3PYOTUJYydvYzamcsozT0Jf/IMMDwJVAaBQgEIPMA6AI1L0EgD60b1BcrFziKwuwT9vwvRYv2xL4G31vBiIBcANMytOoyQN4/FyXnalxcxxDwGpy+iyLy94iBb07DNPcXa2hLWl25T7C20NxaQqF144AHVL+sZVMONFQAJ8ehvlkr0KI5I+4ToI9yfsdc1JGX2U3pP3k9dA+pCn1rIV0WAusdD6cKJH1wYwIks3t3kBLDCAbfNAeqhMDSA0uQYvJFRDtYijKdkXg8+T6l8LSSETvXMM6TwSAX5RVPAS6n1aOoXzwFgBlBOBhlImgCPQnwJjAPdWMR7oTj04uVOoElB/BmVux8KfxgojfgyKncG6ZG6tZXlFJfqZyo3+RmdhrltLpdrUfIzPHEQTw8eFVZdEAdx4mU84xKhFxeznF14vKU17HIeXtqJ8PFyHT+/sYafXb2LD28vY2FjB60uMFAs4cz4CJ6fncRr81N4fX4SL58awOXJPJ4e9XF+BKAXEyVglHP7cB4YJB0gqnlgIA8M5oFh+sfKwPSA4cxQgEtjBTw9WcLl2UG8dnYMr5+fwotnJnBpZgTTI2UU84Y6T21vbWw6g/AnvKl8a2EdH23UsdiMsRUDddZBm30jYr+CTjx5Yms0CotT4yiM1GCFkGVoocHFoE3jweNpajkw1Bhe8YEcDSrwxDvmSXPMU2W4h0JZgfw6n/pBeviQQAcUOvRwEV/4h5q4zRYbRSeaHH8eNzgBkeNGpsANXIkocxNS4YapykWzSr9D5mdc6m+iSneFEK0yvkL+T4L4Uv40/QCaGEDDQflV4jrKXNSPBTeXLlz0gdhFuduPPRTJX6TcAnUsskx5ltfjhq7T2Mbu5ho211dQ391FpI2R5qZEjcMPX3BEOcNQQYQLEpUjA/0n78PUwAnPL08NqHNLW9EM9Gtiy0DvwRvTGXGodKB/GwYaHaChleysoLVxl3bMMozrfcg5M+SYCijSHIyriXE1ASk43CiDYzNiWuyuADsLsD1u6uuL7g97JDu3kWzfQlJfQBivI59sUu4qD+zu0AbgDc7KFTTWrqPDWxzsrcJvbMCjQeYTQXMdQYug2/aWEfPmp71+G83VW7QVbqOzuUC56zRAdxBwzvAJ69CIotHi0UAMOHeI8uoKoLEqGtIYKIUJBosB4aPkdRDSIPU61Et/HGX3DuVS382bwPZt8BoMfnMZuc4a/NYKDYsbaC5/jMbKVefG3hJCGi757ibC9gZk0MQbtxHzZipevw6sXgM2b8EnX8IyNqT79ooz+opcl6qVIsqkgcW0eVpw7aAycE40zn++tVEIYpS4PpZyBrIi9BPWPXcQXBdiGoZuLUvYFgxNuJdIuD4m3IP5uSLCQgVeoQzsG4UeGTNAKeCzfUOAR8UAz0EZRk/2stGNuhnrDZzvo+Ym9mhcbS9dx8byTXdAF3Gzka+OozZ1ESOnn8XA3GWE088BYxeBwRmgOAQqAgQ+YF32mV2gvQY0FoCtG0hWP0J34V00b/8c9ds/Q+Puz9Befhvx5kfA3k2gucR6Yd1y/WLFAbm8k2kDU/BGzyA39RQqs89jcO5ZVKbPwx8cQ5P1sLmzhfXlu9i+ewOtlduItlaA1jbc4Yf0YNnAsqfAYz6u4o9J2xfe59xnPC5sP/KzdNgDhD0o7gHJTqL2a8Dbd/0VcahLfBJcUfUzhXYTncYOdnc2UG/VOTB9hAOccIYGgaomHU4rnIw8TUY8kfI8Hz4Hpi/qeTC6QSqYTz/ddgSKg3nIkNB9GMYhfBTpkNYYe3xIpuRkVO7DiAF8Gki3GKn8mLISloSErzkkLi5hHhkO8kvIQbsFB6AcJuNczLCe2/qpIWa88uEUjA4djQ6wzma7sdLAu7fW8bNri6QruLvZQBMhKrVhzPGm95n5ObxyZhavzI7j8lQFTw35OM/mnS8CkyEwxOahkylAjaljBHS6CdqUr0tkHRhznUoK9IcAABAASURBVEWBGQ8AGA2A6TxwumS4UAvwzEQRL87W8BINwsvnZvDE/DROTY2iUClhJ45xdWsPP1vawE/uruDtxQ1c22hguRmDSz3azLvLPhOznyGgMuUyPPa/oFaBFXO8R4vQZt+Mmw34vCmr+IYaT14rgUGxRuWiqINYxhZ1YxWxDOlXdUwPRJ0hmAaT60t6nbHDynXGYAcBbwfzPFmthDGGix7GygEmKiEmK4HDFP3TQimA3MIk/aJTZZ9hKSb341P/VMnDARhW+mRMkmeCOowXgKOYYNhEwTCxT+U+jHH2h7F8grEcjoBhjBslRgTKGWI+A3mPJ/RsGbZph22rn4clrg3VSFn7MD5zih7jdUHuI4YTnNTAX6UaSNK5i1918X4cLqViuCDQ2EtoVLgbExkhvMHqbi+hs7WEaHcdPo2qkGMs5DzkEzIWvMQ4RabwmI/JIKFB2GXaDg227sZNtGlMtTduoLl2Bc1VGk+kra2bSBqUu7dAg/MG6jSodpY+hrC7dJUG1g20aOy1aYx2eEPZ3VrkBn4R8bawQPdddGhotdZvUeZN1JdvYI8GSZu6Go1Rn8agxzJEjS3o37AlrR0YbwJ1o9WtM2x7DREBGoYhD5gKnEcFP2pAt6Ixb6e623cRbd12+ndoqEY0/Do07Lo0DOPdNK7B8N3FD5k3y7V6FR0afd3tOzRcaLTssO7WbqOzRiNn4xYNHRqEizRqlq8i3ryN7uYd1GkQ1jcW0eU+KuE65IHtoDmN/jb17PLQK9rbRML6R32Tt6h7nPdbyHld5GkY5oIEgZfAo5EG1r/mwIRtI7g21n4JHhIv4JlpEWGxAi9fAkJOxgwDfLJ5hLEdAWNata3Pdva59nr0UyzYzA6gfgm6iGlctxubqLN/bLMMO0Rzi0Z6t41CeRAD46d5M/gkarPPIJx4Ahg+D1ROAbkRuH9zmXATwAM86IZON6c8KAD7RbT0Plq3f4HGjZ9i99qPsX3tR9i+8SPs3vkp6kvvoLnyIQ3va4h40JC0NqEbUqgcYRkoDAPlKdjQGYSTT6Iy+zQGT11EZWIWfmUAXZansU2dV+6gtXwL+l9fRLs0RHXbLAOXuwWVD0iQguSx3iz9/ehjCf0MEllPhuhx6EWfkMeuAY2kx078y5tQHT0GuJmOOXl1iYib1NgzuD/2oR9vhyFAww/GKuJm3UiNE5ODGSC/iQroPYZ7/wPDHh94iEelOcxmPW9Ge97PiSj/DFkW8sstmkH+B0P6ChmXUqZuhcr3/2fvP7zkyLE0X/ADTLgM99BBBlWKEl1dVd3TPdNzzu45+/713XnnzJvu6i6RWSmpGVqHe7h2NzPs75qHk0EmM6syS1fSaZ9DX1xcwAB8QEQw58vI4BBy1h1JR5djPeJG8PMXB3p2dK7L/lgurmh1dU3v37unn7z/nv7xwW396Pay7rcr2qpKq3RtO2Z+jyQOKllEpEmW63I00RHkbe+8qxcnXT0HuycDHZ5Pdd4J4hJHs4lkP+3B3l7wDrUj5KXS7YbXBxt1/eT+mn724d3ydxDv37mlZrutMSz38GqkR8cX+mzvSJ/vn2oX0tqhDSNH3cDGniKE2bhj/AVQxF7lrR6bFMfik7DIcRCspSRSK41UhxzGNvlbOjKcZ6yWow2bYSe+549bBBbuPPrP9x3QCpiOVOpMXzYPCe9fk9Ph262afnBrVT+7v6V/fnBL//LebWDuLf03bnRLEP/fHmwR3iQPuP8K/+2B+Tf0zzfi/gn/HBv6p/tz/Pzehn5+b/0lfnZ3XT+7c427a/o5t7s/J+5NWD6LW7jmv4mfUfZnlP3p7VX94/bKa/gJ4Z/cXtE/lFjVj7fX9OM7G/oReP/WmrZXW1puVFRLYkU2n8g+zr5AkMoNzdzlm/A8mu93zzsL/F1boBzvNr8Bo4YWNrzeaIthLWdudJCKErYxzscKg0tlvRPcC3lu2WI2+zGk0ciCEQWDvWkOtuCpwztksQ8ITPJGuoYXB+qfvFD/+BlE76mujp6qY/8n3TH+0+fljxn2zp6rS7hHeAJBmnUONL3c1wgiNTzb45JwXyPcBew2cHxuJHBXE/LkEMWCm8iJ1XW6q9HlofLhhZz96CEkcARJ6Z0dwPvOFCB/xairSe9cfeK6RzvUvVvi6mQffQ417hxzG3qsAbIHZzvcVB5p1j2ct+HwMQTuucaQ0CFpg7MXpX+K3gaLH5y+kGF8gd4QWvNPzvflhqcKvSMut55qePBIQ/JNaOcMQjXpnKh/fqgr0+n0SFfnR+oRN7g60xBdexdH2G6nRA8yM7g80qh7pon1z6SvAkJb9lsk+chrPg3S43RHoG+Cs4RYLqlyMViTS6tSlEouluQlN4eT/ZOsX40MRowJD9jV0bvik4OZ7KYyn3TUg6xfHO/okts209UIbaVWU2v9ltpb91Vfv6+4dVuqrUvJihS1QE0yfRgnQvdA3+UXOxoffsnl4Me6ePpr8Bt1nn+k3s5v1dv7hIvZT9TBf07c6YuPdb7zqboQ6zH2K+hjifFb7jVpk69TR5s6b8mv3Fdt6wMtb3+oZfRptteUkC8f9LD/IWNyV0NsO4MUBg4RxM2wNJWuW4vnxuOu/Qv3Ovg34yz0Xrh/M4r/TSnq/6a0/aMqy2zDAlCwiBQ+V+kSDkwqKicZp9Kr+evFvPTyNSObFvBBZTZyv3Olb2cDs91LOMoCC0sv7VvaWSJNZUfMSB8yr1+Mpf2rqXZOLvXi4FBHxyxWTJQ1RvTd5SX95NaGbNP+D3eX9AAWuAEDrLOO2BqSx9LISx3m4ZNp0C7s8nF3ot8ed/Wr3TP9586JfvHiWL94foL/VL/Zu9Rvj/r68nysZ7C4g6Fkf8BmgC7l9ItbRd4a7PJeK9WPtpr6KcTjp/du64PNNW00akpYmAZXPe0fn+jx4ZGeQjqPqPdyxmEs5ae0MCiikZFsASxY5EowFgNpJMg7pypZmpDBViVVs5oqjRzx5HCScw7ojU8gDBzOX/ixhdnToV6FEk5pGzDr9Wqs91eX6KtN/Suk79+4Zf2f1/i3Dzb1Pz/Y0L99sF7C/P/z/Q0Z/u39Tdw5/q2MW/g3uQ3eeoX38JfY1P+AOL7Chv77A8M67jppG/ofZb4t/dtb3P/x3ibpXwOTW6ZvIOt1WH3/nbR/fbBF+zbBLf3re7chvLf1zxxU/MP2uu6vtrVcq7DYezl5Bb4VsFYQnwKwOeLbyKFFGSz4Eu6l753nnQX+Dixg491GuaGQhcT3HG9pnmUr0wsZsZDdEnLLN+NWagop0eRKcTZWzAFUZIdRRZA3UG7+6oRyvZm/edRnB8SjgcbdC40ujiFNx6Vr/tHFiUaXBuIujyFeR+pDhCYQIHEj5sc9BdyMuidGerqnyDmFpJ1oCnmaQgBn3WOI2olyyIQbXypCP/tdv+nVqUxnI34Rt4Oemx+TM7L815t+B4EoRpcaQ/z6kKurkz1dQWiuIJN9iNvYZEDCxug4AfngEn06mnROIaZHGl+elv4xaRN0zvuXpHdL5D2Te6Ih7Rqj9whZhim3pUKfApI6uDqBSB3R1GNNaaPZthhdYJND9dHhCpLZg+gMadt4fCHDEFJ+dbZf6tk/P9Dg4kgD9B9zwzmF4Bbc3AaXyXFb6BL610tFCCUCwSB6ycdwwMqcECYVKUok4sQ6iUfOOTnysryUfVm6hfBTmkMAx3rjNJGKnsL0XDNuSa+40b04ea4r+nnCKXNcb6mxekutrbtqbN6B/3FjV2kgJKZcAGw8OGjQrCcYmXJuTafcDA8hd739L9TZ+0yX+5+re/hQ/ZNnGkG8p5DO6cUhN4N76h8+V3fvkS53v8D9Qv2jx5ohw2Rp2pXsx5w5+BUHyPJVKV1RtLQNH/2BVrkxXN/6UM3WujyEdMxep3t+pC59P4D8z7h5DuOOZPrZgYgWn9IqBBYu3hsPrSrfnIV7I+nbe03Ity/1rsRfkQV49f6KtPlzquIYvZDBHDKYszEtCAemlCAzyeLlwWWiYW9WvjQ31SOF3CpRksKgN0uWaU76g1zTxmByzH0TN+Nv+t/M9+cK39Thpv8r9V/by2znMbC3sAFrlX6JydxAjxBP98g6Ycac3GVeP+zN9PjkUk8gV6eXl8qmY9mt2X3IxU+3N/Tf7qzoJ+uJ7rWcVlg/7EdTrK9HKNVHmdMgPRlO9el5X786uNT/eX6q//XoUP/fh4f6X4+P9b+enOj/98TcQ/3fTw/0v5/t6/95fqT/3D3XRwd9PbrMdTyWepk0RSeGkuCDWkL2Zur03lKin2y29bPtLf1ka0P3l5pqeMcCOdbBZVePTs9BTwcI6CLDSC6XlLTR08wIyhSVLq3HtTgnz1hMvFM99bJbpeVmDX+imDhHLlFKb35oLyZ9M/bPHp6rYa0plGCsWiSt1uif5YZ+uNHWP95q6me3Kvr55iv8bCvVT7cS/fRWQlqin+P+0+1U/wz+23Yqwz+be7uif96e479d+0vX/C9RpdwbuGXhGvGGOjLqyGy8HXca+pftBmmW53X8i6Xdbehf77X039+Gu23iV/Sv3D7+KwcF5v7LvU0ZfgYh/ID2rzWqSrz1OX3NJifQ1+ULUPYrg7V0/+zd9meu8F117yxw0wKLcb9wb6bd9C/SA2cmHO7OxspHV9yqncNXziVIWpRPXhJCXxS8WoaAq3J6tPlzDuLt9iebyCEnmo4UA3MjSKbH769dNx3KTYbIH5R5qhDOGqhQV2IENB/Js8n33NxEGXkgeIkh65e/55fmQ6WkJcVASTECY6XFeO6GsSphgn+kGBkR5WLLG0ZlfExZN72SJhAJCKWDKHpuQSOIWzQbciM6QLcBZHOkiLUxoT1Gir3pC9l144H8ZKSY29AUAmwo02mTpgNIU1+Oej0kKnJTbDTDtlMVtK0kcJC4CP1SP1WqMXK68uNzOaBpR66gvBuxZo3lwkDF7ErhWteAvmHUVWEu+ha0vaCOgr1YYC9WggU/cIhqxDAwHzoIYJzWFFXrcklFIiyI0RyOOpxsiqQYrvkNwl+AGelj3KE06yjrHWh88Vi940e64mZ2ig18ZUmN9btq336g+sZdLgQ3pcaSFMeUY4HHfiVhm3S4KT3U7OxJefvXsf+a4vALyPZTZfajttykuumForxLXw5VoT+r2KwynSgZ9eQh6/nlnkZGInc/VW/3M02PHgqGKBkp5LaUCnlYIIO1c1m+fgedfqy12z/R6jr6NZbpj6BRv8Pt5q46R080vtxRGJ2r1BECTMt5sAE59RWo/ITym6pwb/oJvnu+pxbw38t226xhgHkUTEAFG9QCSwR7f8qXh4C5zsniijIeSy3ca6+JuAnZW/UnglX9NpimBksz9y+HoEXdN3Ux/1eAjV7azWx5M1z6HRO46IGAG5ixQCGxjms8k876Mz2HyD08PNMLiNVoOlWTG5a7G8v68Z1N2Y/w/RRi8X7DaT2S6k7ynEDmmmnISeHhf+MMAAAQAElEQVR5HrQzggyedfXLgzP9Yu9M/w7R+4+9jv7z4Eq/Oh7q16dj/fpshDvQr066+q+jC/3X/qn+a/dUv+QW8bfke3o204kdFk6kPAssAlJVUgtsxk73m7F+vN7ST7e39KOtDd1qtxSxwFyOJ3p23tEXx2d6fjHQ2bDQ1VSy/3+q4HQwKFbBYldwYxhwAwtiYCw65MYYuRZLy1x3rjQbalRTxRGRDD5bQA1kmz9WYO77y3+zuDsWKkNC5y+lkbaW6nqP27EP1xr6sB3pg4b0fk36ALxfn/vfw30AzDVY2k18SN4PSP9wAWR8eBNN6cMFWN8/fAmnD5de4Qctpx+1vX74NfhRa55med6OSD9ejvQPy/Fr+DHhH68kpKWgoh+1KvpBq6ofrtT1Q2v3SkN3WnW1KwlE2TrMYP15s8sCAQPOW59vSntrgXeR7yzwl7fA79TAxvVNvCpgsUx5msNCcxQQsimkZtzvatS74GLrQh4ylYYphDBTxDzkuR10hmBlXsl0CHPE2RwVQQqTfAZhm7KpBwE/siu49qPuKW5KuPTjmr9GmWqJmSrUlxo0UWrEKYyIu0YxVI1wTWNVcSsQoip5qm6mlDWqYmWAuVVNZaiQnkAWzK1aGoQxpVwCFu7cP4ZETtB7Aumc4k5VQb8qt0ZV5t8EYmNIIYEWX+E2dY6ZzLV2pNQTF1PFtDHxmWKImkcvB2wd9ehpiCFxKag6a8dANW7fKnlPiQaUGcpHkxIR6XEYopdhJCOzkZFlu82iroCdCmTnyM1ZpwsVsnXMyKCt+YGdgItixWlVvlKTkqrmt4Ms7qSpxPV3kBQc8MD8BV8zMAFGCC816e5wKfcIEvVM9ruiCWtyY3lDy7fe53bwgSrLmwr1trKkpsKbnFxCTzKLQgqdPY0hk739z9Q/+Fzj86cKvX0l0zOlRVdVNwBj1fxEDdrUwPZNbN+kH2oQ4BTiFrrIOHmsPjKGe58rO3suDc8kiHa50bENaZ6i85KUbMk3H6i6/qGWN+5reWVDlUpVAaI5sh8pPn2h4cWeZv0ziPxAok8peONxCqWN3I24uTfMnfL7pr+MePf1vbOA/961+GWDbfgHXpR5ROCFKeHMJPbiGOZp7F/nnjB3RN55QctzAy/T9Xt+bpQ1md+EcpK7kd/qMlzXdCPlm6R8h7RwXeama/43oet8c7e0TxCT0+uaBXK9CaLIeP2Ea9cc/DylKKZkzZjbe5NchxddPTs81gsI1WWvrySNtb25Uv4xl5++t6UPN6u6AxlcpiurCCiXDdTII68B4YP+WJ+fdmX/V+Gvdo70yeGlHl9OdDiJdR7qunANXfqmulFTl1FdZyHV4VR6MZjp4XlPH0EIf/XsRB+/ONeT4yud9qcaTguVN3zoGIEKCjOVa6sR6QcbLf3DHfS6tanVpaayItdJt6vntOHZ0Zn2O0NdTAoNg1fO+AsGobxD6dI4nm8nx2bFg4qXWtVEy9wQNmqp0tiTXigg1xZSjG7Wu4bDNeD8CR6TbHhdNEa+jrA0R9D0dnkmz0akyiHMCqx2m9vB97DN3XZFm6m0SuZlAz2+AszftjAwt43MFjB3gUW4Rf4S2KcNzN8m7iaWUeQm7I8JrXrqvQkGy+p3ATJWkL/CIdNX4AqtlMjVYpPVClO1NFMbO7TjoCXqq0VOMe3koYXWgwsfwdKLEWmPpbwGZ/HkIc2yvQlLeYd3Fvjbs4CN6zlsO/sV/UniUeBdv5mW57nGo6GG/StNBj3l46Ei5p1YhTywOdTklVMrBcswMso4C5d5yMumOjKwiY+uEb/mZoohfwl5Ejb75nd202TIZtQ5k4dUGSLcBWKIXcz7H0EwIjb0i/gybHElpirjyZcwTyRuppS5IuVdj6nLk8dfE6oIUuUN3ETN48fMsYYp+s2UKJeVS3FjA/pau8yfMCct2hTRNvMnHJjO03JIXSZHvNA/MG+J8s7l8gbCDj2MwHhITEK7UoiqEcQIEivSCnQMwPLFyjSXPVOMDjGySnIOQRcoQAb7s7Uxp40F85n1bUGfFHYoGqWy3x10kDThF3FinZSYeEu462lx4VKwfHK+Z6RNcEcSt6rDzpEG3AzOBh1FZF9qr2p164FWIITN9TtyNWZnX1Xm0LKsAy3QWZDvML5U1jnQ8PyZxhfPNe3uS6NTRbNLiG5PqYZKNVbixopxY+yQYr8Kdqwio45tanYIMOvKDU40vdjV4OSJJqfPFLpHyOpK2VTi0FpGCpVI6KKkjV7rqq5sq4WODXROklQBgj8bXGhCmyaQwzDp09ZMzsYxNnT4DDSekH0bnH29RCDF8DLiu3peF/tdpbwr9xe0gL1Nf8Hq/0JVB0Yum2974WJeOl9EchbHxFI40hbgZeJd4QUL1zB9SSc+LBBIIhqHV1Di4LF0Q5lOAq5MHt4AXj3IeRmBX9cwPQr8Bkv/OrzMj0TLg6NFXOlKYqGbw/w3gHfxvMyCjNJPAl6KMUVYBOHFE2hZwCCByTswaS8gwnNQkodsuglLztHJpinDDHtk3jHhSjlNnRmoJAMWNhMYzASZpZF3hNuZQaR6A+2fnOng+FS97hULZ64Nbljev7WqH91d1/u3GtqADNZjlZO9qWMyJ0zuQybXi6nTs4uRPueGz/D4uK+9y7EuhrnGIVYeV6W4Js/C49N66c98alO7rmZOx/1Mz88H+uKwo0/2z/X5YVfPKH80DrLfSRzRhil2K2i0x1ZLidOtdqwPt5b0w+0N3V9razn1KsYDXZyfav/4SC9OL3Q4mKhHozMfy0NcbaHylPcuqAR+YVSP/DQSN6Kx2o0KbiL4MG3NSbaFL8fShRzlyMrjrmElzU/wD3xM9FeBpWm3Sj2tgiCH3/JFxMcs9ikbqBqLopGgjXqqOxDCO8s1rde9mqhXpVgFsMwpoUxaQmwgQCFFvFxvR/FGmoULWZ0xZb4Oyc006oqB1ft2CJ1eRxqkBRL8c3mLel+5Fp/QfkOKG7NpLf1WH1ZKQEy7I+CBiDeYY0HMiEMFrpC7hhgLDuM6XJHBkcPct0Oap+vd550F/gIWYOwyRt8+Nt+WJsarxYuPueE6HAi/klLwgpQgVawpklNg0chnQTMO6GacIPKqSfJyzKvBR8pZSwrvFZwjXqz7NzGXb5GB9yy4jMSZkEalNrfOSJrJM4d5Dt8ca6APhSJyONOFuJz3O+A3OPwGmUsehMjiRZlwDZF3jkJCWYcMR1opn/nSKVc5//sg1EafQPYcZKUuzohZiVyiXFGCdMoF5gd5CYVV+m2usDjgiHdlGwsVtMPKBcIIldUTYSeshMhcBYQ6IDdQ3llZE6mAvoWC/ZdH3KQGZFiaR8/SHtZm0jRDz7zARqhBOYrTS5rDCZ1BcQ2aQPOpMxBvtUmFQwsjgGlDqiwBXAubxGACANlNnRKLCmgfpYWCYIquA2l8pRk3x71OV/2rMeZOVKmuqL16Tyub76m2ckdRfU18IcpmZF/qafYTZJfCsv/7b9A51AgCNhuey34UVvmQ/NQB2XOQ98hninB92S9TOcigZ8zEyjQn9zPcqTw3xdnoQgP7oz/c8E0uD1SUv5eJrthUKjAMj41V6xS7IV1aV2Xtniord5Wgq3OpivEEYnoJKUSfwZU0Hclx2OCsTxYyFjaatwih9gT0fh0ixlLeDhNiKeb+TpDxZh6CX/tYvjcT3XWEuYbr4O90TNb3Db/TKL93Bv975/x7y2iTCUQwyWM2jpF8iGihV2Evn42/0jUP0UxowcA4s/lblA28WOYPJBty3Iz3d8Ymc4GMBIsnmumZOYlJMqcQWZiEA4dAvIzkoej8MT+ZA6dDxQJkLkAOzLV4kWdeAP2sTAn8ZeTCtQAJ1PdNL7kl59RlKAjwyJCzABTApLxCQO9MORNczoRlKDgNLVgwWDUk2lcWptpSRwwQuDYz3VmjbUqFWJVTa+mHm6kE+eFTmuBmVJZ7KXgnI3Iz+mFCk/qkHfaHegEZ3D851ZWRQfRbbdZ1f3NVH95e1Z2VmlaqTvAtify2GBZemjlpSJ8ZGTy4yvToeACGOhg4XU4T9bNEE8bBrIhVMA6CIrQAwdMcrxyimBE/VYKcRB3yHo2kp9wqfnna1xfgaXeqk5nUo+QEnXP09yyOCfUvJdKtpVgfQAp/cHtND9ZaWuWaL58MdHJ+pmeQ251uX5cMoCyK5NJEcewVu3ANKaJBDqNGoBJJzXqidrOiZjVWDdIZs5h70gyOvOLjGKMq4SUzRgmH34Dzez+WH2BDB1TKdPNvs/MCVm94GZDD6wlHjN2EsVFDv3bktGG3g62abrdr2mjGaiVSRcK6gPwx/Rojy5bkiHhf8MX75/OgiHSDyTWYP6KeeAEnbOUUo11UgjLI8gbKWpkFHPXoBizsyPN2FPK0wdOWBdy135XxpFN2kbZwre2mY8KYqDivKpvSahTjJozTRAkHFRHxEXaNgso6RFsLYO9NRh32LgZsxyov5/JrFJLF0a55f1OYmPlj/ldw1/nmae++31ngz2kBG4fftr55GcfYnpe08E0Q61Sm8tqoBHNbAJ73KeEwL+Ewz7sKGRM5n0o+UcG7l3svm5uDc6Q5Ob7L94531/wlyq+A3II1KFfB5n5ODjPy51Q8h7O5Q4WuRZGfpLIsQu1BZZsDLUr4eRQIFDcQrLBBjn+iBaDUpcyNFNxrIcFLZVliLXNJFEmjSWIKoSAJTmUdljew/hSuUAYxyCAkmQrZemiVlPEKKihfyixdwsQFgBQe6mZuK8lg2VZLCXLU4fliKjdRZb4CnQ2S45+Yp8W+yikqxJwmOVwTS7b5lBskXcdRdZmOuszd5C8lyLIr0Ge+0lDUWJGvr6gkhXZoazeEls/kLIBIoVcpxJSzSrllFbenmlxpdnGk7smJep2BJpNYPllRbem22mv31Vy+K58i39Ull8qxgnhaF3knRUKZicLgXGOIYL9zrCl+B6GLGBuCAIYSuZybw1N3CRrplEvYP3BTKPTxEEUrFzvIIreF2aSjPqTw8nQXonmMuuwiuFkUskpYeRukSSLVWnJLW0pX7qvavq04aSpw8DHr9SCEF8q6l+jJLeOMDQp1in5zpdGtDZIzW+nmxyJu4mba2/yW9y3x7i1xr0V9Tbmyly3j29LfFPpm2MrdxNtk3Ez/e/X/8drtv7OJ/pYLBgaWzZiFZ9KKFbPB92z4AxNAzoRCtHizJSYDgvIvX6gg8+ZMkrNZrtEk02A8A1npH3MiNuGUrySEDPQM5E6LKcFea/xB5QQskWpLHhnwlw/9yvurggxFIRXoWbr4rd5AWCK/KWWurj/BCoLrYOlYsAgKLwWUsV/9Il9ArqGg3kC4KAoZKH2dnzpVoG+hgsWloCXBwIRTcIoZIISBDaysMLLIiPIUZQMfQAYxnJDex2Yd7NWd5LqCPJWYQqKmQQMmtTF5CSKZ4lRZ0M4ZI3SM/xK77l319OL0TKeXV5pOZmpWKrq9pvBfdAAAEABJREFU2taDzRXdW2vKbppq5LfNf8CQAUXM/hOprO+oX+jF+VhPz0Z60c11Pq1o4BqauDqkscI+PAaRgg2Agr4BBeOkYEXIlJAn1TSqaxw11VVNx5NIz7ozPTwb6klnoiMquiqkCTpQVI7ZN0Z3OKqWmcu3l1J9sLks+y8WbkGIElra7fe0c36pF52eToYTjekzRV7wQsWUjygf0Q6Dw/aOMjErZz11akKsGpVY1cTLSHDEAuJZiKxeg5z42JfHvQmCv/dj5ckcNBen+cdiHX1tLurMFxrTfX7ESyYK8FhaRHxcFKqTea0aabtZ1d3lOiS5opWKU4P4lBJxiUKRC/bqlYiIs01FiSBF1Glx87ySuWXY4We8xGiZ8N4m5icuwjXE5pqsa3hcj11fIgTaYChwX4dnLM0RmAuKOWhPBDyIaJ+RPkOM3JsodSOO7leFXVuFDY4h9bESEBHnaZOnfn9dT7mAoxtRvG8CNpKDZH1L/zvexVcQn0Cr34aC+KJMF/LwvHveWeDPaIFwXZe53wZWzPKL8Tt35+N37rdvA4kKvNcBj0HycpC/NK2rVltStbqkNKnL+wr5mNtdpMy7EoVzJpx3WWBemmlHi08gUPC+BZ+rBHPr/P0rqM2QS7yvLoiwZF/BEeXnuBavMp08so+lA6s7kGEBoRNBE4EuEiLwB2D1FFYS/ZHr5iBBZX4f5Dkt86UrOQqyXKmE5SWcM1cYMnQ110iipeeyFbxQ4ZhbKG9xBWUK4g3Eojs6UM7aKVlsIZHuSwg9XQmJ2Yh8JpOpkJBjXnZKgmN/5RQh2OOXAREBN1Ah0su8jm//EgufkxzwiXy1obixLFdflipNif7ky1S5gXDtx7VytEv0nzST8rE07mp8cawuB7CjwZQ5tcbt4KYarTsl4sYWIpcUQkVUQrtiOftHu2R9nw01gwQOuyca98+UT7uKw1hxNJNzM8llNA8LUKejblPB43rrH+ZssVeSEULgNWWNmzL/zxS7Cfr1NR6cQVSPNOydk20gQRpl9SJXpXwMF8eoxi0pusbte6q2t1WptdHDKYzQr9vRrHuh0O9I06HEob3YM4gPVuH75mMxc1hfG6iUDPM4PF//0C69CS3KfZ1r4izN3AUW4TfdRbq5jq8F8H7tc1OG+b9PMKNYe839w+D/sOJ/w6WZlMSk5Nn8uxAxvr3MpPZiWJLKMYh52MA5exFxc6aJKZPbMAvqjqY66VzpkM384fmFzrix6nN1P2GDOMMsBTNCwQydIygvw14FMgoWpYL4AMRCEKiHV50JiveXfEZgUEkhIsHSPeWQFXCZReTKeDKSXOqLgMJQBBWQrkD9AX8g0U7sMuJm3DwVxFFKqKPXPjTRRUKuZGkzSNkMGTgsAQ6bGIKY6pjWgoKjYtqhKFZgQ1sQtrzBKqTOUoi17RpFcJoWQQPI89nVQAfnHXCl485QB5cD7Z3j53asM5poiK5TSRlVlDaj/RlK9TDQKURyj3yH2Lw/HjERO622mtpeX4EULnHTlKoR5UbbFDH5OhCYzE0OfFP2l0n3zgd6fkKfQd7OOUDrF6mmrkp9FdqaqHCxgiI08NQ6h4T9DRipcInyiLyVhmZpUwNOoM+mkEza8qI70vEoFzxTTPHICmJQWUkWRqnmpHbitN2u64NbG7q7tqxmJdGMG9ZzTvfsL48edbrqDofKOFiwyRnTUh4xEvqEEqIXTKPEIzP2qnNd2Ei9KnFgcUF7Rz5XqCwfRBnhJXMAJo04Yr7TY0UNVtjcOZwF5/UwblBeBkefW4onk2eA2I9JNlBhvZboTrume8sNbTYS+kxKJcXACJWzcWTSbPwwdkRTGAaKI68IeAKONOecnJvDX7vOzcPOzV2Lfw3ey1O2hPl9JP+t4OWsnEMOrvkX8IT9W2RFxJUQZeQYm+Daj5YMEWSGSKFwsrXbkRZzGhDZRihK5UpgHUc+2QeDMkrpVAsAC+N85bH4BRaJFl7437nvLPDXaoGb49TekoWerD/XXsth08McvDu8W4E5zrlISVKFDLbUWFpVtbkmxRz4McPkpOe8X8GR35kgJ4ezQMATiAnE4WhOCqmTOZUXlVhLCSQZhDuHbnzmMm5E4EUs3/PHSga8JV7qQQSP5XsTRPNY7vkbbz4DkWX9Ho+VwZk/BEodSDCyx7SiuRuuXal4mWZxhCkzzzf3L+TPBb79myJYUqUO4hPwFcDqNnN5PD4IguvI50iZQ/heAUWuU73lJ81yWXrANqIvFaeKKg356pIca66iqsS+Q8yHKj9UYmsGjsy1NYgDanFQLZeTA9ht27ivCURpMhioYJMVJw3VmxuMkU2ldW4GE8igryKCOZcVyTFeXCHm5Ezitq0Y9zQaXGo07Cif9RE9VuRmIEfrXFhSeF7CSdfBIIcgx7qNMIZRJoduEeHYZUpArKnCbCD7Lziy6UChYAdpi4EKiXwUkEqjRhIHHK62ori5qWprU/XGsqqMdzYSmgx6GvcuZf+ViMZXFB1L7IP4QgdEmFLiE4AsYDD/nwNlpVS0cPG+9nxd/GuZ3gX+xBbwf2L5f+XiHa+cvRSOF1rlO2c+i7GXqHxnPCZiYpq5WANm0rNx0MHVWLvcUu1eXGr34kx7l2c67nXVgaiMuMlivlHhncpJVlIGcoNzyoD5LS1QkbkZrt2EGabs/WZcJ2S4Ge9/DorYIU9zkNfKm0z7UcgZ9czQccYEOWNynSF0huK51RNFynykKWlT6p8BK2vTjL1+JZBX0ERDjluWU0RdkXLKWZkF8lJuTHwKqsiuagZBmjFBZ+QtqFPoUyJyMr1nsS/rH1Pp1WjG7V5fB2cd7ZxwK3Z0oV3cY4jeFTd+oyLYeZ4yFMMrm99n+HswuhNO9Q57A50zoU85+apWvLZWG7qzsayNVkOtNJHdxMUUiijjRWPQCS6iEca6pO7Di05J4DuDkSbcSObYKlg+2iXyloOAsrKwFh+HZw5rX8CesgOCJFYWRxqyAJ0PBzrmpu98OJLpaj/6mlPKRNk8bvrEhVQhbhlCZLea26urWmstKY28xuOxOlddnXc66vQHGk1nmhVOOXUVzpVqlcYQQqjP08YEwVXGRZMbwiVQx96pKyAcBeMYUMq0Fm2cA3uY/7W2odDbnxuxYe43YdcwMa/gZDoWZj+zZbjORD3lIk/Y05nWL0tJpE27HVxpanu5ptVapDpqpRIjji/aJfIisFzHRsNMnc5YZxcjnV4MwUCn533cVzi56Ovksv8qbuE3lwOHs2uc3nBv+hfp5p5D7C8g9m/inLgFyrSrkUqX+IVr6Qv/V9zOdX6Tb7gc6sLiaJu5Zb3EXXYGtHfIWJjoqj9Vb5BpzIub5THdfw0sFbDzHE7XvVO65n8dlu4w7LvnnQX+XiwQrse6jfR5myzGYCHPPORZkyJuCGvLbJqXbytUVzSzgz82+SHwPlDUMT/h2FQDXIlgcTbfGkzYd4X7rgXfVi68LfJvIs7MYPjdypILmwv763puK+irwg7DkpoibgWTaksuqZOFzZGLpDKvbnzMTiAUgrEBJk7hFyvxbMIlYZ9bOAgTezQrlFbqarRW1ARxpSEjng65jvo9c2wEfOGQg4zpVNlkyDrd03QygFBO5JSRM4fwFiAAyRdi7b2Gk8hkj64HLGmhhK3fnnWcHZZi1uwEHb2RwPKPybDbKslg0LwgzsvHS+jo44rSWkO1RkvWhiqu2ANOJiMNBh3aeaZi2kX3oSTkYQdn+hCaPxaYw9EKh5YLCP8cevf5HlqAEfY9bLWzNvPFW1KUePXquRB4aXmzy7eYeMIzXpJBLp1DBnfY0H22f6rP94/07OJcB/2uzkYDnYNLru1H3O4EXk6rwaRQjNddTB8q3RkJNlUZzJ8RNph/ikqzN5ATLoC5lmdCftRQCfwT0mb0YuYdBMJB0hyuZGUCbXOQFnGdNCXd8i7qNVnmt7pNRwsbCmQFiEagDTnljdxMsEHGxJExSRpmuFPCEyanmU+Vx1XlTN6BcECnAp3ySJpGTpPYK6P+AhKVuUSDmXTEJv7p3qmeHpxp/7ynC8jeIA+yduSULe1GuACzXLoa5zrtT3Q6mOhqMlXOJNqsx7q1vqS7m8tabVYEt1CFsonzSiBSsQH9TVYPY511h9xK9nTR62s8y1Rc9y9FJPKx4y5jTH/z662fUJbLsIeR5xDTNuw1zKfqjPs644Suyw7ebGZ2tbpNvhHChEAKqtTVqqTaXFnW9sa6Wo2GxInhEKLb5abwCncAIZwERzsjFbTHOFKgToPpZmOUqlWFlLZqFbVrqeqx41yzoGdyeiYwhlV+rH4nh/9NEPV7P4Gc14CIlsIRF2hLgVswVgLjS1EkJdA7xoJcRK1OdFW5UFYo3q4kut1u6g63g7eXUq2Qte6E3oLIUgX9nXMakHEAMIAQHXJg8MWjHX3020f6r19/Dr7QLz/+Enyh/8I1lOGPvtR/gYX/l+Y3kKeMw/0VMP+vfvulFvg1/l9/8lCGjz55pI8/e6yPP3/yFfz2Ou63nz8l7RpfXLvXcZZm+b4On3zxTJ99+VyfPXyhzxcgbP4vCH/5eEcPH+/K2vsF8Q8f7erFzrHOIMBDTlNmDLgixBiJDRG9LHpZWNgQSldvfBzhOebpcz+Rb3neRb2zwF+LBQKKGHDK5+a4DczRBpu9zb0JKZRZI7mkIldvKV65pcratlxzQ0XSVK5Ettd2zKUmOvDFlCxbc3Ln5nMt71IBQgkyvHv+jBZwMrvbCpazfgT2FhEkMK21lNbbilLWyqgikSZHZ/PIPrYmmVuCMUEnB9ZU2e0Yh8eCxI1Zm4f2l2chhNb9SbWmZnu5hKtWpYi5FbmO9dYzt8bMsXag6XLGGrLybKJsNlaeswNDrne5nOYjxQheVCCCmAiYGsG+SjhiPDBX8iQYbE9gv2qQoGsCiU2RFQNfWoBM1iZXCrj+soDBgk6eNbYKKWy2ltVoryiiPTP06kMIe70TCGFH0kiLHze1kmYyFFH54WVxtFPA0VaHKxId0LvP99YC/nvbckfLQcFbYuD94FUIvBZBzmYMXkyWGDKp/JHHPpvUEzapO9xUPDm70n5/qD63O1m9oqIB2OwaobEbwgGEo8/VVn9SQICCRrlk4Us2dp1JUD+TuPzQEHLU51afywGdcZhziv+UuHPSz5l3yri+dNqTznDZG8rycrEg+xHILkTnnFuEM/Q6R1iH+oaFRFGbCrjRlCyugwJXkxwdNI+nVaX8QaFL6uxRgAs0Gfro2Cf/EP1HhiynDZn63OANaJfd4vXZuF+QdomevcJpjNUyH0FGvYzQjopc3dlUl0ygHU7XBkyqU/LkLuHmK6btHmIXuE1z2MJpgLwhrIfmKKNPsiDlhK0bMtrTsx83HU4h5DNu5IKSaqqV5bq2uCHcaCdaSr0qTKAJBRLKxvSkNziTIw2xS2c0xnYj9SCU9iOxIt05MgAjWhSDa4U5pNLlC9/rD3JScSIAABAASURBVMuDcibwnLpM1xn1jpnI+5zudcZD2jTWlLScYqhOLZItFjERphvLmRpxpPX2km6vr2ttua0KxG6GvXqQwStuLwfTrPwDO7mL2Kx4pJs+CCyVLMrxGROswgqXGHetajInhLCviNye+h3jF9XI625Af9jHUfwmvIWJwIZyBGxRZaGSN+089XqWmkgV4puVijaWmrqzsqTbrYpWU6emk1iK2aZJMW3zgbbmjpPYTJfc8D17tq+PIW2/+OUn+o///Fj//l/gl4bf6j9wDf+Oa1j4/+NXH+s/fkW64ZfmfqJf/IrywNzX8WmZVsb9+hP9568/fSt+8SviwS+u080t8ZtP9QsD8b8w+ea+Bf/5688gs5/qv37zmX5Z4vOXrsX96qPP9JuPv4D4Qk5/Qxr5Ld9vP32kJ9jg5KSrwTBXzrsWsFGwHzHFsoHRZRCfhYuXB8OSppdg/Ojd550Fri3wV+uEr9FsPp4tNTCvvY752J6nOTmbh3wiQR5cc1Vx65bipU1FtRUpqlLai2mSQnMpvFIqnBOzqkoXf7jG1yjzLvpPaIEg6wuvXLGCr0Du66z3S9yILcnTp7K+ZV0UfSSHIi7wdeMh7OhlqeCZias9zYYDjfo9bs76mrEf8VGkaq2uxlJLUbOp8hDTxo2BfYqAY56NgpsLZr0XGgUIl5TJvSSDBQQvAKeozO8p6eX4Ft8yl3gFQtfwuAbbE0R2S8heKUF2gr72Uz8RmR3QS2juxSmfUifqiBL5al21pbbqrTY2qiIhaDi+0mBwTrMvpWIgBTZ4wg6kluVvfqGLQ0+Hngvo3ed7bQH/vW49jS8c7wzu/DvoJRkMZWQZzRQAkZjp8LKng85AXcihrze1ceeO7n/wvu69d1+bd25zUtPSlBfcfqfw+eGxdk7OdXI10iUk8KA70mNuxJ6fdHTcm8mI2AUHOAeXEz3dP9cXLw70+fN9Pd494ebsUo/2L/TZ82N99Hhfv3m4o98+2tPDnSNkdnWErKOrsfa4aXt4cKpPKff5i0M9OzrX2SCX/bGWC+aBvcuRvqCMpe9AYk/ZVHYgJmekPTm81OekPdw70y5M0/JfkP7i+BI5Zzrs9HUOCetOc13g7l92dUD7Le6oN9ZT2vH0pKejXqYO9hhiyCkTyxj3kluyvcuOnp+dy36s9hhdu9Q5zLwyFuVqa00rW3e1vLmtanuVG8aKBjC/IcBUgmsyfdExjE7EQZxzXY6m2D1T7r2Wl1va3lrRWrsKufKqkrXCBBozcXsmWeZXIUCIE3y2dI2kjbm9nUBq4Z8KtqBcd7E5JSmESL3mWsINLIaERRXUM8tm9HemzAVNOekbQerGeSYjizfzkixbAOJCEFeVOq/Wa7q1uqKttVW1IUq2CAwghL3RqGzvJDjNWPgKbEoxq5KpO9CuQo66IwVVsU8jiSDEkepRgFgVECvSaQcmIb/kkCMWJYccEeMsrD/w49DDKjAxpWtf1zDH6s9zFspC1chpuVbR1vKS7q4v6+5aS+v1VDXyJZSPF/BSTF6h54CTicPjC27LnsvI0i9/8wm3gp/qlx99WpKq/4KE/SfEyvBfuC8BkfqvBYj/pQGCZuml38KQr19+BOky4mV+iwNW7hdGPCGd//EWlGT0vz6ak1LS5+GP5+FrUvpa3Gt5KPefH+n//OI3+j//AX7xa/0/5sf99zL8m5LwlvVavn8nHfz7Lz7Sr2jPl49e6Pyip8wGNKYX/aiyH71ufizpdTiSb4Lgu+edBf4qLWAj1xRbuOZ/NXZf+QKjv2CWuIlAnJjrDJYzkiATSpak+lpJCiutTUWVlhzxBYcpOXNigZTcOeVOKnAL3IAbkBYkLYD3j/RQwR9J0rcR8+fM+4e2MGD7gr7JIYQFfaW4piht0p0tKa5Lr90QBpFd84+bOxbhJWdrFGtxmIw0GfYhg1ea4RfrdIUbwXqzpbSxJFVqZI7mnc14UEkKLWzycFmDHYfdcRwrjhN5XMsTLFmSOV5eEfn4JuxLiDYEMgVC4drvCNugckHz+gpc4Ij3eL1zcs5JPLJPIONLEEE+UY+4OVVcESxZvtFSSlsiyGGBkOlsxIFqB+LbUZhxk2C/k5iPqTYzAeD6QbT5HK4n1WB7EIt7h++vBRhC39fG8ybY2+AKBVCuJiKuBDaxF5GNd4Bk2G3VkJOl86ueLocjFhCvZqPJhn5V99ptbfNSrhNu1OuaUubo4kIvTk+1c3Gpvas+GOrJyaU+3TvSQ9w9ruQOuNnbxX1+0S2J0/7puU7PL7kZudIlZOwE8rV71tWjgxN9sXuoJ8cnMpJ13BvouD/STqenx2edEg8hZ59DNh9C8na5PjwaBB2CHRjnZ7un+uTFsR6ddvUCYnYwDNrr5XrEhvuzvRN9vn+qJ2c9nXA9dzIJeka9T6h3rzfS8XimM8jeERv0Z+c9PWdTejCYaf9qqsfHV6CnFxcT9CnUmUk9Jrceq6qRy0MY4B7XmvuQzWOuMy+GRXmrOcwjTraaaiyvMiE3S1sOsK39MZX+dIb9JJvYgncQK8etZZD9zt8Fth9ANOW92q2GNldbst/Hq3hBhIKMIHn6LGD/YC5dWQAeOefkJC78ChX0pwW8xQGiLYE0clIODw/+MuEtX5ZksHogPSEvhFDWmUI5hLMAVr/V5ylup4HmWhjOJrslNCLXrkRaX2pogxvC5VaTxcZrOJmow83z5XDMbW7QlIUmc54R6VSOz2v9HItaLMnavpRGWkbWEhF1VyhVcW0LlUUcjTXIFhP8+oM+gdIGHC1c8y9AnNmXk1QXZrR1qrrPtVaPIYJLEMIGxDBRGwbPpS6t0+saOWkK6bnoXOnF/oGevtgBe9rZP9QeBx+7vAsv9o71gnG7s39C/Cu8KMPH2inT5q7FGXYoM8fJvKyF9y3PK7zYPdLznUM9e37wVXBY88xQpu2Tvq+nHMLcRJlued6Cp8Q9If+TZ3t6bHiKu4CFuQV8LZ64R092SkL86eeP9fkXT7VHu666MxZ6Md5AkALvmujXUFoxzCNlLt4yzpZ4jFr6Le4d3lngr9UCNk5Nt4VrfoOF5/AEbZ6PQsFhUy7P4WtUzoWFmP6YT8jH+6BATpeoJBC1FaXtW6qACHJYQBJzXxOzEwd5kQrm14J1oLCiyA/XwJGI17f5IOPN7K+iXvnmed4Mz2P/Vr5N+7fh5fTzHRoSZPMVfcItYDAymDQUVdslXNqSCJdkyNHb1jclqOhtrilSZCpmE01HfdBTNuUEnvi0UlWl3pCvNFQSK0aOWMZDoEU2dsy1OCNfNo58RR5iGteaZJ+XKdh15Iy6PMQKIWIyjtAelH6Tc41yYJnfk28OqpJFF4w9k5GZDGd1VOUi5CEJgTTs+glWHr+5rO5kEgqheyqllKmiE26IPFuRqfJZnxvCK4UphLAYI21Gq3MEWM04DthTBIl3qATvFAFiiSO3/mSgipeyF35z/1AsGmXu2/CHyv9+lPffj2a+pZXOBn4hI4MGqZBjQ21TkkRaAPbCsOGfsfm3P/RxNRprxJVTXKmoXqupyWlR3TlufYJS3MR7Wd4LbnpO+gOdkH8P99HZpT5lM/sJG9HHRrb6Ez3vDvTw7EJPuUk7gWTOOIWq1hqqcdIT83IrqWoSJbqY5ZC1iez/4ZslqUbkO4c4PTvvQvI62udW73QWafdqosfc2Nmt3YuLKaRtVuLZ+UCPTrp6fHqlx9woPoW5PesMqXeoJ5C8xxDF59x6ns6cznOvw1Gug+FMR+NCJxPpGJK435+S90pPKX8Akd3vZ3p2TvmTvp6dDrWPTBxdTiW8uMiCeJ6Q75jryjNI5MWo0PzHWyfcthYaMyMa0dszont0olPs0BtOSvt53meaqXEWdIGdDk7OdHR2rj63Z55Jr8GN01ItVZ01P6XPImWQHyY8+syBsreRQVZFkRQnXgmeiD4yxPRTRNg5MokPrnP4DQS/8TH5jAdmXokJ2gHzGxEVY8UxZnwhW07QCZdh5ICAkUO7KUzxN2OnFW7KVpeaajcbStJEM040L3s9HV9e6WI00RjZGTphKiuOWhRk4rY6YvQoiWU1hnAlWqlGaqZOKZVYGk5Zv9XtkCM5wk7C1R/tgz4vZZmfhpfvUZD1S4VtV81Ntd6I9d7Wku6uV7Vak5qRylvdiFYF2lPQFkwnLqNlY8CI3+OnO9o/PqPPbUzwVrIJyFmAMxbcGScGM8bqTWSEMw4bLM3cjDxZGeex6wLulT8j7i1YlDH3pnzzT8k/uUbpR/7EUMY5TfK3Y5o5GeZlHePaaTKTOG/RJBNp+Dl4GU1y4kIZN+aavMNNvBHgz798qocPX2h/j3eAd8qGH2ZTwVgzv3VBsC/sqZcoI8og5r0OvHPeWeCv2QLuWjlzrzEf2MTPwza/ew7d3GQqxwGaZy30ecHcphKyTznfxVJcl2qrSiCDleXbihvrUmVZedRUxiY/c4myxfyK+LKYlTe/ub8DFC1nU7LL/K9lJ9K58os0D/DrJl7L/TcVsFaUClvfvIkyQWVL9R0+AZIkbsBc2lDSWFFlaY1+W5HjdlcR/Um/yceyfMFRuSlTgi+eecXECzBJhnymjJvB2XiofDZmPswVJ4mSCrLslo11RRRiKpWtQ+VcWQ4ET3QsQU5NH48+1fqyKrVlOcZVjh55SJSzHnGGKYYgsp1kKz/lQ+HKcAj+mghGyI9ZHXFZxwJjL5gMpcqBkroiCKqLKwqMmxAC5Q2ItCfM5VlFBRVy5ioVcx1DlCqwN3RxJLlCARKYz3oKWV+K2Bd5h1bIonbJXIkm4yXN/piNgYMVlXUWIgH8KR6r27CQfdO/iPtDXPcNhb8p7RuK/dUn/XEVZET9cQX+bUizgQiYUILLNcf8RSiHDUllO3hBAi9iQXjG14iFyP7AiosTpVGsCm9VNQSlnLIkCortRcaiwzxXdzbTKYvWPrd5L7o9vej2tQcRPIYYnbD52x9OtWO3feQZIa/SbGtlZV2ry2tqNZdVW1pWTNwUcjiirrxWl2suaZqmumRC2O8NtXM1gsTF6jNBXalKfESdTqdjp7OJ1/kUZF5GGA/HgfqnetoZ6Tnk8XgqnWcRpC+UuMilC0xwykb1eFJADDPI5lR7g4l22Zia7kfjXOezaF5u5HTYCyUZ3LmcafcyaK8jHXal04HUmUa6msXYwauXxRqwWe9CLs97U51z+3iB/ufY5bx7Vf6hly6keIh9M2zNU05do1mmSwj1eaery+s/BhNFXtVKogY3YzWP7ZlOI+BK0AC9+tAdwnRKmdcrfCWxV2STY9nJN/M5OXcN71/6X+WY+1zpoB1jwbyRHOd1cyQuop5ESRQpQpaXmIQlhlgJhoeYq2U/NpqiZk1SI460VK3ICG6SeGWMIzt0OKfNXdgCQ0UZUgrqsUcmhPEWUZYmyf6IzhLlVqqJViCGrdImThH5nERJx/ccjoVJcyHSS1ff4kO7F7nRodRlES5TH3X2AAAQAElEQVRd0kOBL6f+XInLVYf9tirSZivWndVEm0uOQxQxUgNLYCE76RdlbPHjnEUDDg5OuTEvbwd39mX+iQ0IFjzHAYmLqxKLaDBEFYXXUC3D8/RUwb0dUqLwNjjigShnsPLmLmDhmyjI9zLsUxUOfb4O6FsYbpQp8M9RoWzK6E3msHjy5riTzOmyO9T+4Vl5I/n8+aHOOXmZ8C4zxdAFDnv7axeHloUS+MM1yPHueWeBvx0L2Jg2bXFZe2Vzlbk25xhsjRgMNbq41NXpqfpnZ8r7Q3HSI9n0UyzKJRLrorhhcksbSlu3wBZR6wrXt4QZZCBjrs4okgMrXpIM3iH9vh/KmYpfl919U+LXFfpbiGd+MTUdX28D0d/hcQoQwsB86rgNTGoQsMaayt//TJvz/rQ5VrECdrX+KqxyT1X0owx450+QrS26viUsZtwOZlN5xlAcJ4rYV/ElsW6rXLEcw8cjtxRGWXNj0hlHzMUMHKWmT31Zsf0XGIytArKYs64WELOAMnY4V/IqU8rGLPHCDeQJEMdAPbb2FOifcyuYGaFEduGriipNVRpt6mgoSlLUon7nJPYrwiZ40AkdkW31FCYTecJWhZHIpCLF7AzsNLoYqZhdSTM2YmKjJ2xB68QKo5cf4kxpW0g4iDY7zdOJL/P/KVyr/KZcC/+x4RD4NhAtizf3Hb7OAv7rEv7+421gFjRzDle+MBZnINoxeHwkF3k5eyEJBvIUvPEFk0zgZfJki5xT5GN5/gm/ys1rqiliu8Ox7P/eu+iPxcUbC1FVRZxqwkvdhzDaH2kpkkT1dlsrGyva2GpqYyPVynqi9nqq5uqSKkst5qKGqq0lVbhJojIZMb0aT9SbZpq4SK5SJw0S2VpVUluS4kR2k5KzwU2YvNJ6SyGuQMyCjrt9nUHGcvSIG8RXqpyWJuKiUf2ZNGBn3h1PdXrV18H5pfZYcI8hbWVdcprBsHJk5UxAYya5i9GMfD09OzjXo91LPd2/1MnlQJPcq2CyCmxuA2WKyGGTXD1O6k4uznV0cqyrwRUWDTIby5E/OAiQyilsjP3MPgNOgUeTsWbZTM4xndIf9sdUariVSIqIExNYCPYNnJAp5YQzID6VVGpAIutJrMQmWGbUgkmwsMmQdOecPETwJpxz1Of05sfJ/kke/exHQFPCVdrXqta0CmFvccObIgvVZPCmg0Hzj4Xtx0ZT4ozQVSKvChN5hF45Y2rMhsdsbb9TOaGOHPnB+XlhdBKyHbbkoS1SHZLbSr1WarFatLGCnAh7OAxipnHYVMh4DdSt7/pZlDV3AeoT9WF1eY4uo2KqhF5cqki3YITby6k2IIMWRlW0CYCWOVzaFMCUvjhnnBkZfLa7r4PjE3UhxjNsEmizeBflaNkCWDdcQ4zDhT+w2H5biDJigX4rSDN5ZR5nG4RY4dq1OEsziDiL/10oyHcTL/P7WBb/Mlzmi3gfIg05HNjfP9Hjxy9kbrc7E6+DnJPMNM452b95lwYcA449N7wWfId3Fvjrt4BDReC8ZCgkcQhaTuq8C6PzC52+2NXuF4+09/CxesenKkbjeR7GeyjXYntXU4mbF9W4YWptqrqyrUp7/t9QZFGtXPdy5BcuyP4JV/hegXq/84P+vJXz4gv/wp3H/q1/W2t+dxvokJc2/d25ZX3HXOg4/IsrS3RfWx6ypLghOcBxIp2qgnwF9g2it5wTXpUfvHO/pRSS7dW4AXPAWykmzCRNFbF/EfXYvC3GgPMRTiS+JHngVPpdIhSQixqKKm2l9RVV6mtKOGgIvqYCQhfIk0PQZuydMsCSJWtyCI5l0b9EwXqVs55kStgDxhrnkaYhVUhpJ8S33t5Qtb0mzz5C6Chb5NFN6CZnOnma5pGNngIQUrGPQxm5pCIXxwoqVORjZdNhiWC3oqzFgZUkKJdwEcBjfsDBbRnHui32tirzBPK9e76PFmB0fR+bbW22QV/wguUlxItksa/gRAJwimOnSuJUS6TUTXnR+uqPBupAnDqzoG4m2Y90DhFp/39cYHOZZUHT4URhOuMmx6uZpFriJTciE3MTFLEBjszlJfTU7ajOMwFE1MO7rUqVOrn1SZJICfWnbPwriRdBblby6413JqYTGdFZhSyu248fVlNVEeamE3l2jW1uoCytkSaEpxp0LzTqdVRFXrtRUT2NFbtCgdOzfDKSnaTZJJJNBpoZaKfFuTBjCsoV+VxxVIAgH+VMdjONmXwue10dn5/p6PRM3auuctodF0Exs2Nk7QNFMdZs1tNkcqUprneZarSxim6R8+V6TBHNJHEJIrsxHDGhTUDIJrS1oA+8auSvJrESHzF1OyZBKXfAOxUR1vT0JmGThVe1WGpXE63UK7gp5SyRNuvVxzmnKIpKeO/lHHn0+scFYXuD0+Kmr+5irSQ1bdRa2mouaxVCWHOSkT7MRD9JBFV+8PBgR9KJSA30eUqnRrhFKDS2gwJujQeznEUjMH1TAl2cwzVJ5gKPPyHK2tbChquNqpYbNdVMFhYhSYuPY2Fa+L+7i0Taj+hr4yKpDPMVAtrk2CbDLlMlvCO1KNNqw+vOek3ba6nWmkI3kS/YSBAjB5f+oi1cmOtqPNb+6Yme7uxo7+iIG+ErbDFRxjtSkNNO7kNZOTJYfN0NyEYBbXRIJ1XCNb+1+/fGdRkrayjLW5zJvQmLu8bNfOb/Oph1StBWvYFA2Ah/Ccadkd/XwHsxYSycX3T0YuegxPHRBbepGQu/Xn5C6Zt/l963fFnq2/CWrO+i3lngj2ABdy3D3DdxnfSNDmUCsIncCOFoqoIDzav9Ix0+eqKdTz/X/ucP1dk9UH7ZkyaZRH7nImkBn0hpXWqsKFm+pXTlLhvuTYVKi7WiosI5hfJfIamQe4nFm0L0u+c7WMDs96qYheZ2FtZ+FX/TF7B+YL4TfeaTqmIOtxPWVW+3g75KVlsxE8pHgHFh+QEJKp15lOSdSrD3COyzxOGvYx3xlIojz34uUZSkclEslfVFuAZyeK/CoSOQjSF0kYP4xUty1RWljU01lrdVbW3JpW0VvqacPLlj5BjEJ6jcyzhcfNQaqWDVz5Wwnqeaccs5YTczVkUz5MoIJmOzsnpbEYf6Yg+BkhT1AEVMx5sNtLBHX9M/SuSSFF0qcnEq++QcKufs/zIg9oBij2m2p1Uk2zsyw4vL/otNoeQIa0IcLnnZ1Ond5+/PAoEmvQ1Ev3wYcS/93yPPwiw5r9kCthhYvJmBl5BNrliI8CnlRW9WE61wxVFLg8ajrk4vTrV7dqpn5x3tdvo66I65VZvpqj+F8BTKueIK0xwiWNX26pq2lpfVSlPVkFX1UiP2qjM5FaOROqfHOjne1/Hpqc67A/W4rptOxTyWQdAmkCvDWIK0pVFQoxKpCZFrpJEaiUduLCMEa8262sSl3IDl/Z7CoK9WEmljqaZWJVbCadnkqqNpvwuJlIwQNiqe9jE5ZCOF2VDebncgevXUyYjGMqRxibYb8Uh9UU5pkWaKmEzSRKo3ElXqiUIUWI+n6g/7Gg4GqDqVY2Ly+UyCzOUz4rI+c81I1UrQSrumteWmlpcaELwUUopRWMwxOdIFIQwaUHbApDaFECqfKI0K2hupQdtrEMKUCdvJM+EKggFsMgfBO/SRbGJ3kszeK7Rhe2VJmyttyqeKvJdzlkqG3/Ox3J4hEqOkIcmlBregm422ttsrug0hX604+liKy3wqFwbZxwpfwxymcxmhqzAOKvRRxFiwG8IRRLpnhNBufwvRLicjCLJFYCEHl1jFtNz+/0X7fwjXW02tmS2TBGImmZ4OHRx5588r3zz87b9Nnsmlq8VQkOcdcSUK/LkiTmFjTiOrPtNyzenWSkUPNhu6u5pquSoOKiTTu6BVmcS3Y4F0sj8qdALhebazq8cvnnPDfKEJi3juClleu5E3BEIUe/lYi0oEIVcS48d0NIg4Ysr4Mg+Bt7nWHsv/TSjzXJc3uZaXYCnb3G8DG5OvIP0+/iwv1OsPdXxypmfPdsFO+QeoxpNcJJlKqHDd4OsQEa89i9TXIq8D35R2neWd884C39EC9ta9rejXxb/KG1jHAkSQfb2EK/tR0ZNTnT59ob3Pv9TOZ19o/8tHOnn2QlfcEuZ2S8h6IB9LPkGQB8y0cUWCWLjlW6qs3lXKhj5qrCokVQXm1fm8wmQrw+tvg0PCn/ax+gx/2lr+MtKtXUH2/XvXT384SE6U1pTWlxQ32lKlIUGipEhi1g3XWPRW0OLjJAdY/4UjBk5gz2MQRMd2ClEUKWaN9DHjwyPP8ludnrGCa7JMbu6Ym5FTuFRFxDiBuLnKqpLWbbU331dr7YGSxppCXFPOoXDhY/k4VgSETKf5PwWr1Zd5LF/mEhkhnEEkZ3FTobaiuM24XLuneG1bWlqWjNghQ6993HXIXI/0SM7FKvMmqVxalUvYh8mpgAQX7L2KWaZg7w37FSsl1uoCe+Ss02LlFYf7c8yQPZWCgU0NdiPi3fN3ZAEb11/XnJtp/usy/f3HmxkKXp/8GgVNtjicxcMLZN6Yl7NZT7W1tqSN5Rq3hUGTbAwB7Gu/M9Dh1Vjng5n6XHVkRaQ4rqpWqavFCddGa0W3VyCE7WWtNepqV1MtJbFWajVIXF01CEE2Gap3da6Lzqk6g0tuRkYycuC9UyWNkZWoEuFnJ96sxFpdqmuj3YQA1CFInnOmHBISICeS/cGOppcqvPg1F7Rar2qztaSSLFJ3M4lkMlaaNa216mrTrpIUssOvgAaEps1V6OpSTevLDW2sNEuUeRspN4pe1USqV70ada96PVa1GimpRIoridJaRbUqYHKqgwZxVchlmhaq1oJarVjraw3d2lzWFlhfXdJyq6F6raqUSdpdT8ozJ41ZoCdMXjaBRcpVj52WqomaRqzjFEIVsfw7ckkZfZQRKkCQmy9CyIgkJaCVet1ebmt7bVXtZl1pmtBPkZwjE+mBvi7YgBjMT9RXnyBhohIRN8BpHrQUpdpaWtadVlubNad2LNFMpbkgSEIbxLhr4CyeCI8RwpQ+TuNIEf1rv9Q+5kSvb4QwyzVhIs9NAjZxzoRQiDiVKMrlsUJUkzGy1qzK+rRG/3pJltvx7YLTq89N/6vY38fngkyaPPLg5YoWLrpELCBzzCDCU9WSQqsMxNsrVd3hdnBzyYluVyr7FMrosYweyghOWLwu+31uB4/14mBfe8fH6nKgkJuqkOTggwqX0+Sc9awAAT0E0SYDOjiDxZSu+BBP2F1DFv9NuM63yP+1LjJ0nbd03whb3AKm4Wug78ICyHgt7Ua4wF+Q7yasHENN48lMnW5Pe3sHesKGeH/vUOcXXQ2HE2WMlaA/7POHlv/Dav+elP7eNtPR8jdBFOPdvt8KG5AFe1TmFxZDBW4Hx6cXutjZ1xkE8Pz5njq7h+ryHlzs7Oli/1BTbg8Dt+n2zsvKB+osQGC2jepSc13Ryl1V1u6rurylqNqUPLOlhJxoNwAAEABJREFUo56ywFwTgqVm5s5j/lTfpuSfSvZfk9xX7QylnflmvS3XWVwm9VfKOi+fpIqrDcXsn1x1SYqrkktU0Cu2ZuS45jepL2GdtQDp9pS9ys1gALAk1sugyDt5H8n5WLK11eA8sj3DLACx0wAOkCMnLfOpct9QiNtydRtDd1Rfu6fmyjbnDOuKa81SZ8f+Rd7LOQqXijla668RITdR5irKPDeO6ZI8N4MVDilqa3eVALW3pGpLKnWjckra98Ip3eCIAs6rzBclUlyRw2Yev3O0zepmXZ3fjhZmBjna6ZyTBRytFdrYIXv5e4ajSxW9M816F0QNMFUusRci87vn78ACNhzebIbFGRbxC79fRHz/3LkJ7BVx5ZsmNpkGixEfXG/mcYKHqF1N9WBrXT+8s6X7m2uQvRobsSmHlkMNOZm0TVnCy7hUrWp9qaV7mxv68M62Hmys6larqtuQr21uxLaaVW1wo3a7Xdf9jRXdWW1ppZYq4jZsOurxQg4VKVM1CtQZ6za3WvfIt9luaJl8axC52ystvXdrXffXV9TyQW54paLfkZ/0Zf/1wHLFa6NRgajUtA1x3KZec++vtfXD7U39CNxfX9YtZN5q1bTRrGitFmu9kVCmUep0b21Zpt+9tRXasKYPbm3q3uqK1uoV8iba5LZ0rRFDbgvVYAgN6txcber9e7f1Hja6vd7WLdq2DeG7tVzXFja4u76kD7c39OGdTb1/e1UPNld0jzZsU9cWZG0ZclqLpFiS806FwQV5XCNNzUoFQlhXo1JVhUk9xlKeqc4tJkmb9EqI7zkQV8preOnO8hJtWdEtiO4afYD6qrhcMaTTYf8AGQucrJWTIQuVC+hRuoGxgR4QHw/RjvKp4nyshFvL5cRh47q2W6lWK1KDCuG+wiSUKSTK8IUgfeXjiUm8V0pbEjR2bH5ybgZn3BLOON1jTmdkOlpIzkUb0UcscAE9wvWpZ5U6lxgbbfq8hj4RbYpChsScGgrKB1x7Fq75vz3m9hDtchBDIT+AAn+hyH6k2G6Xi7GW4lwbS6luc3hyy+ySSjWJ3ir4zlmOCkZ4oRm+IW09tVt2NnYHnPJ3rvqa2KYOm0QssFEUyTmzYMAWgfJ/Rc+1Oqj3eyl1nf2tecu0twiyeEMupxGk8PDkXI/ZED98+kw7e/u67F5hr0w5Y8fyiXy6/pT9de1/57yzwF+TBWwaK/ENStl7z8wnx1w4u+rpfHdPh48eq7Ozq+z8XBEHSY743sEBRHFHg9NTBW7Sw2iiwDwaOElhihQTjVTEUtKS2re0tPFAS+t3ldSXiasosAEvqMxmJ1PnpV7zF8qivgOCxIw1L2iCbmIe+/r3zfSb/tdz/aVDb5mivlEla8kiw8JvRDDYuggWs7qlBfog+EQ+rUOyluVr9I/9uKhLxfRGNwbWDbFqWG6VM91LfeZR0stYSzHpBWVzWX12uMiCpeCC5r83Kj74KVNAgGas/TMO1xbjwNy5WGShm3NeilnMqk3Fy+tavXVfa7fuqbG8qajelv1eqt3+TV1FhonHBRNf1RgswllchwyuqLF6S+2tu1ra3FayvCbVGshPJOrSy8+87jKIV8CSTRVxiKzIS7GXj+NrREQRJoOzzFYwOL49cPKeNNucBN6RyZXG3WN1T3Z0uPNQR3tPNeieKZ8MFNjjiD2EyhfILAHMX8Zxo1i60HOLM3JZgjC9NH/hyPOaf5G2cN9MX4Snenv5Rfp3dX9Xvd8k13T6ffBNMiztbTIs/g/FQu4E2y38r1xHP7iyfwqF63/CNViYQi8fGyUvA98vDy9J8GxuPXaJcaNXzZ/PAsSrfKViSQ3ews1qVQ9W1vSDjQ29v7qq2/W61tJEq2mk1dhpJfXagNTcW2nog80V/eDWih6s1bXVcNpuJ/pgY0kPVuvaZrNsBOLeSl3vQZze21hm89yEaFXVriRq84IvU+lmVdRX1YebLcpXtQppW614bULc3ltb0ofrLd1rV7UFi1on76r9KCbuOvPKNrcz9/HcWanpbjst830AYfvH22v6CXgfUnRvqaIHkMX7EMNtyMSdRlUfQho/hKS9B+m812zobrOmB9wwfsjN2nsrbd2CeGzTxg+sjeA+G/57rUT328ji5u+DzSU92GzqzmpNd9aqukv775C23aT9tPfHWyv64UZLD7CHlbuHjAcQx3sQ3zXaVY9U3uh5Jm06RaIHnGLFrqo0aqiS1Jn/KszrXq78F/ENcsJlvwXCIl2KJMVBEDep4UXf+NL+P9xq60OzDZGrcaZqMVE8HcnPJvIQw4jFIaKcB6UahB3sLII4JmGsqoZqp1NIvtd92vie/Z5cS1pOpZoTugY5l0kQsznw+1zyTKoCtrrhWDBF05qLVeMUu1r4UtdoFjggkGzejhijnjwO13RRUDku5692QYB8RDZghW3GVQuW26g6xT6TD1NKzuRsMrCJm52OIy9DuSz3rb4cucG8ejwEhSzvg+x3QSPqqriJlpKM8el1j3G33arxbnjeHQnTlP3h0Ub4Au2dzQpuxoc6sv9j8MWhTo8vNRxMlWOuYO11kZyPxJdUlnOlE8THjLEAepTJRJtOBpvoDCKPbQC+FpS1fL8TyFnILV0LGyhv4ZsobUz8Sxe7W/rL8M00/C/TyOfeBG2y9dxuTMeMw4tBX3snp3r0fEdfQgz3jESzCR5jyxyb5WQuAMX0yiZ4S6Ppaz9Y9mvT3iW8s8AfYgEbem9CDE6Ls+Ffulp8LAR4D9jJSxwY5Rx6DA4Pdf7smc6fPNHk+Fhxv6faZKJ0ONTU/gDV7q56B4eaQRRFnONQqZx+C0a2QbEU1aTqilx7i038bVWW1hVVlxXYoAdugYKLZa8OtcuqN3eh1R/fvSn9pv+PX9PbJDoivwsoZtNV6XzTl7XIMM/DzGeVlX1usQZSzDFDK7AqOshepJx+ULUt39yUq29IyZJkcQWZWYMdh6Ge/BHwiJjDIZkAWcqOI23uSsE5WffPWGxnrINTiMyUdXzGOm+1zguSj+JWhYlQ+aUyyepJWNtSDeXckEg23W4mVSJF7ZYa65C6jXtqrD2A1N2VlraVN29runRLE9owaW5oCnLGmlobila2VF27rRZEcPX2XbXWN5S2mqW8cq9QrtOFSo0czleAcrRFjjwul8yPwhntyilLrArvFVg75TxigByCKCdLpYxoQzFUMelo1OGW/eS5Lo+eqXPyQoNL3qH+mdysL3HAK3pFyBX2UjaSJj2JG0UNL3A78/B0IM2wjZWZXeG/lKZgRnpO/sJkAUubED8GU9IsPTMXWdPzeZmM8hllDNMucaSX7sJP2Rl+S1/A5FqesizlLd3kW92Beq3+3OJNFrD4Ap0t3mRYfmwh08tgOk7QaYxOozPaeQNj/FPSSn1JnxCenGIH/NZm0yGnzhz5Ge6Uek3miHSTZeUn+C1vCWSNwchA28boZ2Vm2KCUgwzaF9CnoHyw8la/2a3ADiUok1F2hoyp6QPG6GR5LV9AF40ZAzMF+rMokeMPjAwHVEJ8bLTgfN8eJwVreoQby7E5tbAjzi1MY7ODIS8gCYXSMCcVm9UEQriln967q5/fv6ef3bujH9/e1AMI2u1GpO2lRPchXh9stPU+N2IW3mAduteu6Efbq/rRrbbuLVd0CzJyuxlDEtv66YM7+vkHD/Tj+3d1b20N4lLRWuK1WYEQkveD9SakrqY1yOCSl5ZR+zYE7gfU8fO7G/qn927pZ+AH22u61Yq46ZPuQ1Leg5zdWYl1e8npHngfWf+wtawfUe5e00H2PG1p64fcQN5rppC6mv6Bm8d/2NrQvWZdW9VIG4nTLdr8oNXSvaWmbqWx7tYT/XhjWT+/s6af313DBmv6x7ur+hAiuN2OdWsp0vZKCqraps5btHOr6nQfgmB1P1iqaiOWtlKhQ4zt6uhb12Y9Vs0LukC3cHpYAAVX9o9XSnxFrkgUMif2xmSSyK6IfosKfLOCOSxT+TP0zH0eJKAC6gpaSaiv7fRP95f139/f0g/Rd5MK65A8Px3KCGEEG6HJiphMPWPB0f9iIeI6WMqmirgBa8RTbWPXn36wpp//YJ1+jXWnLbVoU4VxErPIORYfGWzSjnJRUCU7tcnVfkF0mtEWKUH3GpuVOpuRuiLV8RtBrBKucHId00JPHgeELQzXjgITfODldqCWeC1zC7u+1tTaclX2u66eid9pJmd1mi3JLz7O4Jyc+xaQs1LU6UDpVRRJMQchMe3z1FX1M63Wne5yGPE+Y+zWUk0NsiaZWGBA7jCDh/DH8rxzk9FM5ycd7b440PNnezo/7Wo6KZTTv7b+mNkL+jXQYMyqxQe1da2Oyo+phlZk0wJlOolW7ptQUHZR5uvcMs+1LJNr+Qi+9iDmtfCbAYcSJUiwvAsQNJHfCMtTeHoZjBV0ORrq6f6+Pn34RI+f7+nw5EL2/zdOGWblr4wwb1GdzE5WD0VMhEo3kPImyoR5lnff7yzwx7QAo+2t4t4eb7EGK4LL5t/I3QACePL0qU4ePdLVzgu5bkdNbnOW8kzV8Ujh8kJDyGB3Z6ckhQUHJCpfUo8g4BLJpaAq+bpUXYVwbKjW2ixJoa+0pLgmx+2P8zH59PKDFrw37nWI8Mscv8tjEt6GRTlLW/j/PO5L7a3q7wLUfCkD/5uPiSzjLBMouwKblfH2BRZzoeULTFSGjLUu8xW56ori1i25+ib9sqR534nVsVDkAOsYS48iZBpMlhYf1noxNkpYXOSl2CnzQSMIzpB1fjgZcs4wUUCOqFuOjJCo6PonUsqwRYFItn6OxNWz5NlY2+baNuwcINsC6Jsrqt5+X+17P9HqvX9Uc/vHSrc+lF9/T279AbivePO+KrcfqHH3A60++JFu/+AftfWDn2jpwftKVlZEQ1QSKm7mNB2LBVBiDpcpwj5E6IZpZIeahaeBPieJRZV1Xy5TFmYaU24wGWnCHiUPIq8nTyTNCxJBpOVnnVZOeyBDARI07Byod7Gn8dURXO8YnneI/0TBiB8H5bIytn/IxgqjrmZXp/CmAw3P9zQ4P+CG8USzfqdM0xhiAvEJgxMV/SOFoZESiEpprysFSM+se6QpdRX94znRgrTk5J11D1UMT6QJpGaGHEhZMALUR8bQCM45Mk+U904ULEy6jMgZ8TPiVoKylC8Gp8ii3Iy6jQgWXRlBnfZPNEG3YETM4ksy2EHuKaKOwKFydBN1qHes2eU+6uxocg4uXmhy+UJZd1/qH0qDI6m3r+JqT7MOID7vETeE7EHghG4BIjhFlyGke4iNJxe7yi/3KGflab+1Fztk3QNsuq/BBYCQT66O6SLaQtsC7cyw49D6CT1MjtmvJIbWvhn5jJSOsd0Aub0D2rCnSWcHFfZkNpS1M9DnmqrgMKS4/ukyBoWNMMbIq4dR8yrw/fI57EHzAwsAcGxQ9aZ57KUEDiS8gzWwQpHbkIh7rYrucTtn7p1Gos2q1yrrjlMhGBEAABAASURBVGGTa6LNupO5RkLgIFpPne7UI24VI22wNq3yrho2a4nutBrIakMm21qv1tT2Xm0mq2WwiXpbEMFV3CUmwzoko0m8hbdrESQt1QM24PeMeLW88IoLQa1Z/U0nLrC0Sn3r4FZFuotud0gzQmbYJmzYSKTNxOluI0XPRJvou4qJmK606kXYayOOtIZ/w/LVvR40Ij1oxnqwlJZ63KJ9azCi1Uqh1WrQag0QXoEwrDJxbUVB29ymbsZOJncF+Wu0a4O6DG1sUpVsCmPg5iqJHfNYUTgVmVc+dcomUjZTOWeStcwbBQ/RcDLu5ZgNbb6kKoiHoJFShQmtyktQRxY8TvdaTj/YSPSTrSX96Pay3jPystLQaqOqJje01SRRhcWhEscQq1SNSlWtek2rS3Vtcwv6/nZbP7q/rB/fW9YHWzVtNaRl7IejigtKmLSdKVNOpijLhC0WllJB+i6UG3InsoqsipjbU7Il5ganCq1KaZORxRjXA0ecbOVwXlpAgX8ZKTPaWahZjbTGLew6t3PNmhRzSxihg6NOMW4UWEwoIadv/ynLlF9IcABj8h3RgAiDJ9TFhbPsR0TvMQjv8G5sVGM1yJZO0YX2xbTP+srxrhVZ0FVnKLsdPNg7KW8HB72x8plTkXuAS78LZQMtDKXrCBr06kOQJJVQkK5hlrEF9PeB/fjQN+E1GdfyF/XcdB1pX4eX+cq+R89r1+F+E0R6cE4Fc0IGZmDAhuf4sqtn+wd6yC3h05192Y/dDkdTZYx/pivsoHJ8zc1zXR/66W0fkt8W/S7unQW+kwVsPAGetxa/Gf/Kb74bMDI4GrEZu9DFix2dPH6iK24Bs4tzpcOBGmx8W+RpshjE3JrPzk51tbdXIr/sSBMmHN4FMdfA9NAjncPVVd461VdLQlhd2lBUbZGtpuBTBReRz2muyfztIeL1xxLnE87r8V8JlRm/EvtXEXGt2qKF39b9nW0wgWS6rqa0Z2my63hzHInm4iiwpoUoUUjq8vUV+cam8uqaiqhJWlIWjVjHItawiDnRI9uXBfHYY35zhYdxwQZCVsjF5OQQO7BnsVvCScg0ZS+QhbxMF/OpmF8NjqwyhcRsXRiQVW44+tKUjb6Ric6BJqf7Gl0cQ2wgOaxpSlpyS7cVrb2n2tYPIIg/VHX7H1S982PV7pj/Awjhe6ps3Vd1867S1VvyS6tySZW9zFSj7oXGFyeQhVOFq0uI0lCa2fhFCXRBE9lQzmh7wXou9lJkIIU8kNwsnzDcx2CirCgUaJOPU8XAecYzzVB5sE3+fCzZ7dWkKyMsOSRN044qfsQ+aajZ4EyTqxPSrqQMPfIpVY0hWAOI4oV65/u6OtmZ42xP3dMDDTqnyiCLxRjCCOkaXO6qe/JM/dMXyrCXkInBNINk9c52dXX6HPKzq1kfAsVNVoY7vNzRFFIlyI+QUUAQJxCyIQRqenWonLIjwv1zyhlpgyxiNAlyODNCBeEqyBMoO+rso9O+CvprnuecNh2pe/aiRFbGz/szuyZrQ8jaGF2n1Dujvgn+wfkLuOEzdY+Ze06eImoXHfcALvoOzp/JMLx4rv75c9r1DEK9Sx/SLohhATmecds6Rl+TP6D+4dkzhtJzFV2IIWQwp64xbbzCVp1jk7Eru6Wd0I4ZZHLcOyrb0idPHx17FzuEdzXpHaoYHUsQwTA81hh9+mdPNUCXUp/TZ+oRHpM/M4I77SsYGWT8l4SQd0klGEY3HnsFbgS/T157871sIhKzgG26zJV9giR7iW7A4Y95P1PmkSquAd7DS6Q5iLPfHUvJl4C5G9ioGwpcAElI2ZinvNSvwRVKqKAEFTMtKiFfBRIxR0b5rIyz+ITyFQOdWyVflY6tlAjkuQbyYpPF5JmyQ6yA6gLMLhb+RlieN7AoX2diMmLaoD1NJqdGiZnqbqbatc4pbnIN81s7quhcgsm4il4v7YfNbblOcCNgT8hyJqRMgWuinMlswo1afzhRfzjShMU+RzfmPlooek/yfEfAMxnGiZfdXhEp2w8UBDIXsRBIU8RauQaE6b17Tf3TP9zT//j5T/QvP/mBfnBng5u/htZqkeDXWqlGWm+m2ubG98GtNf3wwbZ+/pMf6n/8y0/1s398oNu3G6qxv0AkJ3PIlpSzuATqs8UtR58Zi1OWzxRKUpip5HRJJLFAkaycK50Z7ZmOp8ppo4MoRYWD4IqbaYmhIRecZI2xFeslnERdwgIOeOt/Fr9VbmE3lptagoxVWDFjBHj6ydNnApZX3/ETKBc0l0D3KdCPNsl42laLOARopLq72tZd6l+n/ibNrDopppzBWztoG8NQ4/FMZ6fn2oHMHB+dadAfsziymJGu4GkRBXFFfXrjEyxMsjl/KzB1vwsW7bM2mzlC5BljXkPGjJHAR0929PmXj7Wzd6ROdyC4opxtArBbYYWp1Dn7ssA7vLPAX8YC5fil6oVrBzCBt9zmrzlIXDzMU5oyH152dLV3oCPI4Ak3hKPzc0XEJwzyhHWhSvmaC7Jw0evrilvCc24Jh8cnKrpsaG1TTR57StE2/7AOKKqIq0HF7S1Vlm9L1VUVcYP3qqKCw+HAixZ4f/QS+uonfDXq28WYAMO3K/XHzM2s8McU9xVZi9YtXN2wZ7l+SKxaBqfcx1JaU1xvgbZ8rS0lDRWQdNFnzjk5+nq++lBwIdT6dOEnet7XTrJ1knnQJ7GSNFFcTeVZd33kSAqKfJD3Kj/mOHzBxh3rtYcwRqzZ3m567MfzJucK3AZNDr/U+fPPtPf0E+0+/UyHu491dsjm/PJcbErkohRuuKylrVtavXtX6/cfaP3ePa3d2dbK5oZayy2laawckjm6PNPl3gsdPnuovSef436u092HkI/nGl8cQGbOJKs/6ytAzPLZkHJDhQBBU462BcgUZmPIGzeX3Fg6bsy9c/KM76TaUFpryMWpJFrIPqMkmRykiLwaXuH05WhrvZponXV7uVVXAXEYQ2LysR2q9KRxT4G8k76RwUOdHz4HT9WF3NiPmJ4d4Icgz4YdFZSZQD6M2By8+FQH2Ori8InGELlg5IZ2nR880cnuI51TbgzpEqRpCrm5Ql4fUjeFPBkR7EIaL46e6PL4GSRnXyPyXlkc8gbcTubIM/KYUbZ78px+eKIrbtAG1NUh36JcjrwxBNHKHu98Sd0PS3k55HEAubxA/tnRM12c7qjXPdGgRzsh6B0I/wVk9/hoRwf7T3V2vKM+RHlA+7qQ4jPqPD18qvOjp+pS9gIZRztf6HjncxkZtrZlg3NltM/I3RCi2TvbUYf8F5QbQKYzbgLH4Ap5Ztdjq+fohbrcvA4uj2XoYtuL413adqB+51hX2PDSSDW3iSPCU+oYdY91jszDF1/K7Ns92dXlyQts8lwm8/x4T6MBBwBG7m2M8x4FXkB2W7wuN1+ecqQwXr6Pj6PRwPafBe9L6RIuzYMrA1lkE44FygSZT8KPTe01k7mW9SWu0yzek9tR3gV8X3Et7hqW7yWIe82/CJtrcC9T5z7xCWIeKF1Tbj5pBs2V+yO4QgYwud4FOE1RImFiYnrT3C3Y+Fu8pYfSNl6Sk0rYd9DiE1DNIDEvl3kdSYYY14hhlVI1H6kWxYrZBBdR0IjTsMFsojGTdcaA5rHmUiIIgXKRJCb8DMemzTFuH1w46TD3ejrI9OhipoenM+1eSkPS6lzf3tlO9OP3VvSTD7b0jw/W9Q93WvrHWw39ZBvcaesf7q7qJ/fX9aMHq3pwt6GNTc9a5XSVOe12gx6eZ3rYKbTP7eVZIfXQfeRSTaKaplGqGfpTvcqGLhqImzvmWxagPpN0HwI8pmygEUmUcMsYk93JEWcQMuU8jivhnLMYMHdJUYUVbrW5pM3yD/RUVcUWMaTNYS8HGbe+sz7Ud/04ClIvQxkPNkd3j+wKCi5XU223W3qwtsaNd1vLLMLwaqGCTG0aIwOlNJ1kuroa6PDoVLu7Bzo7u4AgTpQXluqQbcBhzNn367A8r8f8/YeCbDMk3r3SxS4ZC3y/P9Hh4ZmePN0Du9rbP1G3N1bGYQnPfLOFKef9hefv31DvWvhXbIGAbraVNTCtycZlCduksDGVndRB9DQcqzi71NXOno6fPJH9VdHu0bGm/YGcpdvET14b0U5O7JI5TJtocHGp7sGROgcHlD+VuEkUp+IUelUzcxULimQnecubSlbucbtzS6GyAimpKYcQFkWkYJsCU46Sf/zHLPHHl/pXI9G65FqZmy0NIkRa2WW4Zt7COWUuxvYV+UpTaaOtSgPiVK0pZh105eJBZls8hEv+a9E4hPl+7bF0K1MiQkaqKrJqlZoqSTJfj2bsDowUcbMG66K4jUjDTFEYKC26HDKcKBrbjwfuqDh/pPHB5+rsfqbO3mfqHz3S8OSJBtyCDU6f4j7lJvsFC/+BNDqRm1zKZd058ivcDnHncgNudLjNyiEGE4jBcP+hhvuPNDp8DB5pePBQg/0vNDz8TOPjL5SfPUbmntz0XDFy4jBSpBmWCGYJwRClyVARhC0ZDZTOMqXswpK0rrTWlqu2pKQmWKFkJczghiyw3s54zTJlSIzShhpLK2o0G1Ix0WzUUU4bFoRU0wGXih3NhhfKuJErZpeUYmeV9Ug61wxSosmVNO0qJ8+U260RN28jSNyoe6QJmBI28jOBiE0hQVPcnFs0TToqxpfKBmeaQrZG5DNi2IP09CFKo84R8k+Vc5M5hahOID8mIyOv/fjoBJJmecYQvxm6zSBgY9KGlBtDwsboYAR7iKwhRNL8WVn/iQaXB/DiQ2XoEDSVj52UpgogZ985DdKYQ6XBeKzRdCJ5J8caPGXsDPtd9SCPozHt1liOW9cMO0zQY0wfz/rHKn80FZsYUc5Hl5qBYe9MV+g2JG+eDVnSp9h8yvnXQONhVxm2xvgq6Ndp/0rj7qUm/Y5QUkmEQlwCzcYDDbhJ7nfPsf8Vcvsa9Tqym+YZ4yCwRw7oPRuPdHXZUffigmEyVMGBQQjMvIix8RDk2MFrvk+Q7O2Ux/3+PrS+oJNtY144DEJnB4CdVEJvfMI8TNbSs8haWtLSrmHpBosv8xDvEDiHf+mbh/n+RsK4SLdy4DqvyUZjZAVg6gQxumRxf3RYI6jQlSior2BCsKlkxvRj7gI58TmDqigxzx/Q6fXHETR45BkhNPGeOEOEyxSmVhxrhUV7udlUc6mhuF5Rzs3f1OWaQUTyopDxh1I6ArxHLwoHMEH4EDl9wKuk40x60p/o1wfn+j+PXuh/ffSl/vdvn+qTJ0Mdn0ueirc3nP75B1X9v/9pVf+ff9rS//XPt/R/4f6/frqq//7jun72gdcP7krLS1J/JD07QN6jff3vTx/q/wb/8exAX1xMtU/aWU4eFqZpnKpgclZSpZLEWiuMJ/tdwkDDM2JGbIR6vLwD2pRRJkorqlXrqlMmdTELlNO8obQ0ANmHuFKQ59uVMB+1aI1ruVsrLa1yBVoPE5XiAAAQAElEQVRPiIWwFZxIOiYCOxW1PhH1mpRvg0AtMqCjQDAZ6K5spgasb6u1pPtra3pvfV23l1pqxYlSSSTJeQmeqyjCpa9Go4lOuR3c3zuAxBzokklryu1o2byg64+7dl9GEL7pJ/idn7+lgtZmQyFXTt+5ykmdJmSzALEe6WD/VF9+8USfg6PjCw1GheCLKuc08llp2weYS/Dd884Cf1oL2KtruFGLjb2C8AKB0Sxg2QIblXzCxmg6Ywc2VXbR0eWLHe1+9iX4gpuUfeXcAIqNvGPeD8w9QVKB39YB7xwHi4HN6lBD5pXL3X1d7FsZNmvMf2ITxY5NJTwaxExItabU3lS0eq8khVFjU4VvcJgSI5eViXU2oB+F9O7zB1qATl7sqwKibC4y09r8lLM45KxzObdavrakGsSk2lxWUmnIs4Y40p1DwALCv4AJQ95XH/JQDgE8iaqQwQZ7iWpSYekNmo2HbLK74ksKE4qzQSjn1qkicegQ2DXMjqTRnjLI4MXz3+j46S91sfsx4+uJ3PBICbeGEeTPfqesf/JYHYjc1c6nGj3/RLNnH6t4+rHCk49VgAyMwNWT36rz7Lfq7nymAeRvdvZcDvIQQxTd1YGys2eQwc8Z+7/R6eP/1PmzX2lipHB6Ku/6iv1EEePXLdpvhyOjofzgSumorwprcSVKaG9L1fqKXLUtxewKfCxxuF6CFlpTxxzKjsAsZ1Hm4DrhfUghQt6zecn7KiBpmnSlYgTG8rOB4mKgeiXXatvr1npVGyupmoRTTeS5yXTTnlx2pYR8NXStaES5q5LoGbmb9U9lcbVoijtWRD2aXiG3z14BwjK+0JAbvh6EecANWMYtoJt1ynwxedMwVBz6yslnRHME2TNiqWmH+AEY0roBe6Y+enSVQSDHl4cachs3gWhGkLMUPcPwUjNIo5HIQNmlptfGRlsbtza0dvuWVm/d0srWllrsZerLy6pClButllbWVtS2W95qLBcVcq7A1pHWV5raWm9qtRWrHo0V0K8AEbaIi74ikLixEj+VII6z0ZWKbKQ4CaovVbSy0lCrWVGtEmmpUdUK+906ezcPsXOQz4RD/dVWQ7dvrWl9nb6tRsrGfQ24yZwNe4q4+UtVqEaZVh157MXW0btVbyhwSDDs9zWF1OYZ45x9oOzjHLOo5wAsgAK/RUp+7nwPvx1txig2KRVYoXSJC4AUnpee1/1BshT2tbKPuSUIlPHmWp4FLGxYhEvXwd3ehL+OM/cG6CK3AMpRivrtW7i6/iC07FJcU2bh/yO67lquY+B5FlgDw5IXcAYykL+EJ4+j7jlMRfQy5xomyrH79wbyeeIdMDfGrYAGJzRtyFGzWlWtWlFUiZXFQRPqngL7WXnbDJSSEeggWC5i7kLQlPJX4DSXXgxyfXk+0MdHF/o1G+df75zqo90TfbJzos+fH+gZ/uPjEadFQcxTalJuBSU2kkKbqbSWSC0UY96T/S52124CDzt6Apn5cu9Qn+we6te7R/rV/pl+c3CpT4/HenwWdNCTujNxduQ500N35GbMxDkIyrBQQXyhMSfYRgrHNKSgzSmLV7PeVAO3yuQe0fdklvICkInHOt4cRPI4gp5cXgm+Uv9aJCOELW7tmGPKfomxT+TJ68Q403f6MPxEFfSYAwE5BXUWWqomur3S1t21VW23mlqnrxpBLAxCL/FFwEtWfjrNdXHR1e7Ogex28PzsUqMxPeZog48k3km+NP+4uSPKl7gOfu8ca38BEcxlP/+fMxY4P2BIOE3GuTqdgXZ2jvSIw47HT3a0f3CiDjeFEwgjDyMO25uI753drhv8zvmLWsCG3gLMYuV0ZuFXShGCFHJtoaLTVQ9Cd/joiQ4fP9bFzq6m3Pw55ojITjm4+g6cBBoZNPBSyGYJT7ybTJR1u9wSHuh8f0/jzpmC/aEO+zE7x2Jgb4JDAzulghyotiwtbSldua9K+7Zc2pZcBZER7xlzHKTwez3t6Nt/6MmXhUo/nROujbgIizneDm4D61HBop25RCUhvL4hjGsNKU3looisCChXEXNvwqqxsLkLWBg4QyTZegKprFSqqrKPSJO4XLOmg55G3LDMIFKyGxkITWBsODeTh8xociYNdlScfq6rw0/U3ftY/cPPNbvgFnBwoBgimE4vlGYXiienKvoHmnV2ND5/zgXhExnZ6+19IUMfd7D3pcbcAk5Pnio/31G42JU3Itg7UmV8pvrkQjXcaHCo0Hmh6elD9Q+od/+3yHuoAtkiXaabjeXFG8QG33ELFNGe1Agh71CDQ+h6raWY20GXYscondvBbIGtCTC2pcmk0GiSa5Lhz704j+UwhHekmHKpfqUxN3jqnUrTvjhpIdMVxGOgejrTUr1Qw5BmqkByEiNq+VAu60EAeyW5ayaZGkmOf6TAzdiEWzn7IzY18tdjykGQSkI468pBCgVZsxtDI42WL4ZExbQ3hgjGeU8JN7cliPOTDjz1nP3YBe4FOnbRjTwaKNFQdssr5E77x3DaIxXcRCaznmrcsNbYkSXIdJDdYnypMLtSGs1UrXlFkCkH+XMcaCfNJcX1uiLGjeNm2SexklpKOFEUOTkj5j5Tmkj1RgIBj2Rtrlr9s44EISxKXMpRRwSxTml7rKkcfl+MkYHxYymuuFJOhMyUcDX1SpmnPDfYRgpj9rvVxKlWS1RhQxeTryAt5xZR0zFjdkabMyWMiyqHXXWE1Hl/KnEiscfOpzMZGQy2aSDsrl+XEJzYSgDe0BDKWF9+fy+/MAtPcI7pyoBRsEMgTgsQfu25jp+b7lVKGU0kvEQlrpMsHuF6iev4r3fKEq8nm0IlLPot6Rb9Bix72QbiUetl9d/Vj5i5DKo3K5XyLfIbQFZS599aKCP7LLQoCMzhOAFxDGaDDUiGsaoUrUVe9SRWGkfyLB45A3rKJDhlFNtGd4bcGVJyF6nwLCqKoVoR07tTNyv04rKnT3eP9Z9slP/j0a4+3jvX4/MrHfamOrwa6REb5988fKpffPSp/v1Xv9F//PoT/eq3X+rzh4/1+PkzPd95oWcv9vX46b4++2JHv/74sX750Wf66MuH+oKNys5pR/vdoXY7Iz08utSvnuzr3794Tn17+uzgSvuDQp1cGrCgGfq0sc/CM8Idc1IzxqpjXsQxJskdE1KSql6vqdWoqwkJrtBu3m9aWKjgNHD+QpvNKECsPQ4bzCFaL07epAaTyhonTeucNDUrTCIISUHCRMZDsVflCfyeT2BsA3R2TFCe28EEazcg6RtMpPfW2rrDSdlqlfqdlLBpc/RToG+Dp4pITDzScDDhRutYjx491R6Euj8YkehVSaqKWbycyKiv+bivif8eRAfGScGNSMb4zzgJzrFvsBfRxZryMpwyrp883dVHH3+ujz/5Qof2e5mjmSazQjPGIA9W+h4bkNa/e/7yFpiPQJtHcmYuwPxgb7xBg6GGh8c6ePhEu59+obPnO5pcdOS5PayEoAT1HfNPwcbXNjgFcUQxL0kefwQpDMORekfHOrc/MHNyqqx3xYZxIlGPmHfnCBSjRleRKiuqrt5VY+2e4sa6QrzEDF1VHhJqishnk5fDvQmC7563WsCs9DKBgFla9LTKT8Cm9CBrnVizA8hdqpnBVxXSJXnIjEtqsnS+5BxCeGTQzc9XIuaJZX76zQiQZyFkTYnSmpK0oTiuiWVXQ8ZE7/JMk94lZKUnZbY6D8obJp91peExZPAJ4+8jnT79SL2jJ8q7RxDAK1W54Ym4CYu5MauGmaps8BNOij1hjbvK+heQkFONLo40ONvndmpf485JGe8nPcXUVYEQpNeoQgxqyKhyU1nh9iqaXEj9I2UQw9HpEwjpF7wTX6q4hIwaKYR0obQ46UBvxvV4IDfqqSSGjP8K7axyO+jtcCNiMQ7YwLYMZkCzO2tGljmNpwFCGDSYFOoNc11ejdXtj1gvMo25Tbq8OFXn/ARb8P5wGzUdXymfjZRg2ph9GRsS5dxMGTERdvAuh2hmyuwWn7pqtVq5l4mjSBl7lzGHNTn7gZiDmBSy4r2nL4LsPZ6QNhoONRqNNcsy+qqiJUhZtVqTs3z0bFGudzQ7BNl7b2GTlyM74xbM1kU7KJJz5HaaEXd11VfvCtsQV0WfCvJiGJyP7J0WcqScuWQynWoyntE+CBo2VOHKn7BhC4nuBWQ5Y42dyfLlrL0Fg2hei+bVsTcVEYF4tJMY5TPs0Odmrs+cNp7MqCvI+Vg+TuUgagXjs6AvVKBDFmh3IVvTrU1FlsvaF9BDpWDLQzqsPadd1k5PX0YRneFcmdfK5ewPMI8MGbbOkevYT0XUi0rkK0gLmn8cfkecSlgZw9wy8xzfr286UBgbe+orH4u0dGN3ZkkDYes/+/FSw6KvXitLHitqcWbcslPNQ4TFk0yN+hpYR4Hr/Lr+BMIh0JHoEEq/6MhACNfyXAu1GMtlMD+SZD+mUTDiGF58E2vtsR4HljYHQjxCrmFtnGOe3/zW1hJkzdE+D14ZR3yvYOE5LK2Qpz6vgGsQZV5BKldwV+ACcgo/Q5NcBQiyDxopZcA3KqmWqpWSGHoG/ITNQW84UXeUqQcbHJKdsxaNGfgGXn+dTlWStEeHl/ps7xSc6dHxlfYhghdTrz6TZJ9OvBzOdNAZ6slJT58dXkEYu/po70ofcb338cEAd6BPiP/0oKvPuP37fP9Cj04utXvR00l/rEtO2Pozp/400kW/0O7pQA8PL/Rb6vz44EKfE37Ry3VGXT22M0Po2gj08ffRt58z9yNjNM6YDKSYiaIJIWwv1dSoeiZfMkC6AgQs2IbGYPaSsJPB4TqsPAfTg1JJS3jWGzVtthpqVRNVCcf0vWccOXqFLN/6cZTw1B2BhC1TRTPqCdqsJ7rTruneSk1bS16tRKUOLg+yiUuMFYeWVM2EP9PpeRcieKQ9blU7EHZ4JfqzaLE5kPPU4m4Ab/nQyd9R77L43/iXtb5sPh6zY7CXEbuKMWTICY9GU2zb4fBiR59+/lgPn7zQ3uGJOldDFv9crJsqyvmDfrnhLkxjc8vC/879vlmAgVUOsD9uux3iDPZWv0LB+55D4AAvv2NDJjZM7Eo1OjrVGeP2lMOic8jg8ORMGrBRZxMWh4LRHuRs7CI3GPAX6M2IJr6QZ5CHyVijzqW6R0cqSeHRoYr+QGKTJdYP2RxaBBZPNHIpk1VL6dIt1VfuqbZ8Vwn+Il1W5mrKFDPbWQuo7LXnOs4Wx9fi3wxc53sz+nsRpu2lfXBpLxbne+F3ypnrMxcr4yA3QGI8JCZaWlfUXJXjplARCwl55ChjEG4JxCwei5IWoWvX+jWSHOV9KkU1qdJSUltRbL9XR9yMPcT4qqth51RFjzHGbVFadBVPz6UBZOz8hXrHz9U/fqHx+aHC4FLRdKiUTX7KeE3zggNPgBsbGFcRREazmcJ0oowxOJuMNOP2boY/w59xk5NnU4ZfVkIcbjsDI8zWVUMElsEbVgAAEABJREFUsYpzdjGzvvz4UsXgmIumHQ1OH2l69ljBbgpHx4zlC9CVuFXLBh2IbVfZaCQVTknSUEpbXaUt2DV2iFR+HD3AI1jOdFpAcBDBoUditsH2JRlPm6rgT6tLmrFnGUIMw7CnYtRh7e6xjkw1KyIIUqLh2IGCVzeXEaUh7RzxHg8zp5mvy9XoR5AnLU1do0RIWxy6rJVpWbykKfmmqnOAX8PfUB43JQ5oEg5m0qXNMl8eLWnmm8pwswg3bnFwwM0++SxvSHlXicvckjK/pOBbEuEQtcpyM+pXc10eeQV2ybBLXllWqK7IV3HJP5km6g1ydbsj9VkvM7s2xZaemcozjuKoopjx6JkPXLDYiL2NV44tZxDJ6WCC/TON81iZa6DfioqkTbsaGuVVDYsKqGri6spoY05ajo65byqn/TPVlDPfoJAcByMuqsnbO1FrqOAwY6pEffaI3e5YAza9s6mTJ0+SLsnyZuxnZ4Uvb3uH6D4g74D9McO8zFepNZWkVUVxQv5IfEnMppLjny9hfvHx4Pv7OEeXYxSn8hP4DsTpJYhQUM5iNGPxyQjynijHDVbGQHrBhGAbKgtaUZG3YLHLmAAKJhBHHov3ZLiJm3EkSdRjcsy1MkQoEJczcVgdtqErCBfIDwA1eKzkPLfFlyDW9CtwM3TLWCitDRYWLTaY32BtdbJ/NhSchFIF+lram8iJzzASlw5MDConjSkGMcwwSsZLlPHC5KCgniDTawFrja4/AddADZBBCfcaThk+gP0SjLVUq8p+j7CFG9HmYX+os8uujiATFwz8IUXHkiZgCM7xPDvr6bOdE33y4lifcyv47Gyo45E0YELJWRQCcNUmk0JT02RJV7yYp1lN++NUT3vSw8tMn51N9MnxUJ8eDfXwdKgXnamOx0GdPNKQRWUSV5WldRVMnmKSyZiwenmqQ4jhw7O+fr1/pl++ONJn3BweDDJd2UQKVZqCES94D1t1IIOXw4muhmPWklxJHKvVbGilVVet4tjkwGyLKVbEuGYnF2ihPXOXHFhZpDteb8d0JaRLjUja5IZws9VUu1ZRJXLykEpbhMT4cfr2H0ffRyBh9NuPM9R90Eo15lawoQdrS7q7XJX9f5t1RMf0k2PceVzviaDCLA+67Ay0u3MAGTzUxXlXM04pE05tvUuVccuVZ0EUocDXPfN2f13q3228NbuEo68jecjzAg6/QHCxxpz2Hhyf6ctHz/TRb7/Qp1880eHxuYaMsSkb4rwIym0uADafmL1ezSPC9laJxb7D98cCN/v8pv+PawGPOJs/HITM2e/1TScqd6XjqcRJ/vjoRCdPnmn/84eyPyIzObuQ43Q9ZpOdsIbG1/OJQ45zXo61ITAfFYxpG8OOec3mOEf+YjjkduZMR0+f6giZk8tLBeLFOirk5CDYAukqkm0Y6xuK23fU2nhfjbX32LRuKNjGjY0W+32F0ixlzVY7sMfCuCbnbSDp7/0xC7yJss3Yw0wWNE9duGUacUGeNT5iJQGspa7aUtreVHXlluLWusQGVj6R3Lw8Hh78PPM4vfpY3KuQynTmQzEfyiGDdVq1ttLmmqqNFaWVRtmf09FAg4sTDS8PpfIPqDBGIIPj8x1d7j/Sld0K9k+UcPNXg6jVGLcJ+7kKY7HuvdiyK2JONcQMEs/Y8oxrc2N0SiKvJPaKIye8ZYsD6cVsogI5AQiZHrjrsRtRT6KJqm6sOqjlPcjokUanT9U7fKjJMaTwal+aQlxnl+IaUuPuqQadc00Y84hSnNSVVJdVEsK4IbErsPeD2Z2n0ATCYH+hmssmRZCO5fW72rjzgVY372tl4542bz/Q6sYduqBNH0m9fldXV6cacAs5hmGMxjlnN4EbxZm6vYmGHET2qfuy21WHG8YBB+Qzzy6gsiIjbAXvV2B/5CGH6dKWqm36uLEGYWrJyF6RtuQgZ0lzg7TbHMxsl27c2KANq+RbBm1IFqjQruqq4jLvLVWXb6vSuq2UcFRbk0uX5eI27Vot42qr26qv31N19Y6i9pbykhAuS/U1xc1NVa0s7/4Mwta9murk+FLnpx1NmJM8Yzj2CfuwmlqNJS012qpWa/JxRd7FYvBqyv7zqtvXycmFzi76Gk49uraUoI8dMlkbAjpPXVOjUNO4qGnKXtNIrMUbMcziJezQlE9aqpC3iq0SbskrS2sM2w3F9bZmzEMdbnDPTrHx5RD9ghKIf7W5LF9tKPeJJrmj/lxdu6joDtW5Gmk8C0rZnzZba6o1Woz9quI4kY8iOXl5J+EFTuWrJsmD7+/jhCH4Eu8K0Nyr0ipmLeICbgEClsLmMhT4GS+y/GZI75nyDE5axDkWq8CLbjDpZVL5JVke8bGg+U3GHE7mkkRp+wZOxDng5dDDOW8RJUyHoPknOCeVkITX4oO5lAnEB/ODQqYNX8QJOBob5JRTo8HSRXyQmBDCK1A2eOoGwUcqXKQMGpIzWHMmncIlKnysYCAtlHI9UimoBRBKjBZwgYiihFNBLhACRKhAcqE0cqpXUrUhSUYKa0minEm4czXQ8WVfF0MmpyAZEeS8TMfsMZ5fjPTl/rk+3z3Vk5Mr7XcmOiW+U6Tqu5rGcUMzJs0sqWkGGRnHdQ2YwDqq6zSv6XhW1cGkol3I4e4o1sE40tEk0tksUidPuF1MNfQVTeNUs6SinPIFMjNf56Wv6jJLdAhDfcoL/PlJl5vFC33JTeUupzsXudSntX0GU4eX9Www1jlt6eEWEMQaE85Ss6ZmPVE1DpC4GbaYSS6XY3xhUvx6+XH4HFbj1S6TYsKGupNW65E2W3Wt1KuyHxtNGQee8eixr0r7k/lbPI5ynj6KGSkVn6uRSOuNVPdWmrrL7eB6VWoiL6U/UF2Jc4oZKxH1BvQZcHp4fHKuZ8/2IITHuqT/Jkyo1m5ayiLtAAJoj32XoFypazlOypjv1RemLJtv3RVKuzi+vRzvl0G4Kns+UnAxh79Og8FUx2eXevz0hT778omevNjT4em5+myu7cdxiqLAzqG0Y6BPzbNw3/Rb+B3+ni0wHwcvB1nZ1EVcGfgjfQUF5o3AhtexcY44kDC48USh29Pw4Egnj5/p6OETnT97oTE3g46DvwQSl5I3YcMdXc9dDo1sCZQrfchFX8ZxOT8xtj23iZ7bmFnvSpcHBzrb2VHv9EShz8yLPAa/7NA0CxGzWQoaUmqbxHVV29uqrdxlQ3dLUbUtMc8XTF6Ip9abj7sOLNzr4GvON6W9lvFvMlC2DtPTAa+Gj4VpzdyxHMzpmrtEl08gHOjAwNxl+4UiqkAImoohbNESJKCxSn/QJxELDPlk/WzQDTnmLaVdf70WtoCXkC+xGtKHsAN5yECVOmps7Cu2qYecTfsdjS6PVXQPlF/saHAC8Tp+oj7u5GJPbnipSj5QLUxBpgqH1BXGGEudUknluGQ/EjNGY8a1x/WwMhtZMYaJvWSIWL9s7XSkBfLZH1ESfsvrGNeOd8PSIg5tU+qqaqyaG6oaeoomZ8p7+xpdPFXv5LGmJ08UTp4pnL5Qfr6vSedE08GVPO9INamqDvmtcMPmIFlin6OIMe6sH8RYdyqwaRSRr7Gs1vKmVta3tbx2V0uQp+bqLbXXLHxby6tbqtbrmkBgh+OeCg6mfRwr5vY2qSwjtq0Ich1XagqYfARZnBZOaX1ZtWXIGuS+Cvmrtm+rsbKtJsSsATGrQuKMiFVbt5Rwa2fkrkacpS9tPFBz7V5J9NLWFnJuq25lkJEsbZXvp8moL9/BfxvcKvM00L/Je1tpbNJk3mPy1q3OtftqQHJT/Al11NChunZH/rrexsodLa3eVR1yWKkuy0c1RlmiyCdKGCP1akOtpbZWlte01CIdAu0Yr5GL5Vwkzy5VIAT8cZ22r6rWRifmkeryNvrdVhXSaTao0t6UtDp1NmhjSryrrspIcwyZbbS31F65rSZEMK4y99RbipdWaN+a6u01pdWWIvSrpk01eEea7Q012uuKiQ++yt7b+jlFnYo8e9sKpLLObfsyfdxeXle11pRnLDjn5dBcJfh2knciTuXHl99/RV9/HlWwgJmAkVzus80l7MKN2i2LWSpyckmkEDtx+CFua5U7lcjInpNexJGKyCvHmpaWeacsilXEqXImtpn3ZVm29jJwJlrKMXk5dRoy6p/RWZmPKAsok4G8lJMgP1LB4Msdro+VMShnijUlbgxm+DOXEJ9SR0J8XLoZp6BZVNXMVzQNiSaQkTGYhVgZZabUOwFD4oaF1wRZU+InyJooYWqKNMY/Iy4nraDewielvIyBaLIL5BfIDy5Fx0SBvMHyyuN3AEPxYB6+RZgNAsae/8hqEKynjCtzEu+dU4QdYu9UwbbLTEwbzSXZXx1NaHtvMNEJt01no1ydmXRRSMdj6enJWJ/vnOmTZ8d6uH+hw+5UPQjaVHX6oa6sSDTNI9qNDd0cOW3L0HtGWwxT3EmJmia8gBPaNvUV2psqo+6Mtlv7C7MD7cxxX9r9Wo6Vv5p6yOhYX+6d6aPHh/oUvZ5fTiCW0hX6nnPSdtQZ6qzT13A4lbVrudFQq15RLZXiaCbvJ5KjgS6XfACS2cpJ9JjB4c7h8XkJq0spWdvIWOWWcK1VL2VWEy+GKrlIJN+3faxvbAFLlKvmCrUTp61mRffXlrTdrKpJ5bEkukyOr4h+i6nTEz+lCV0I8d7ekZ48eaGDg+PyRzPG45nsxDLnZtDRHwbJSSX0xue76f2GkL/RoKPbMWSI0N9cUNrISQ4IOOIwtmO+mUwL7R2e6ouHz2Q/Pvr4yXOdnV9qwga8KAo5R2+yyzUiaBCfhYtXN/0Wfod3FvhDLBDYBGfcCOZsGt0sU8Sr7AvWgeFYI24GD798rOcffyJzBwcncr2RqiyKVfLFbJg9c47NPY7VhVJvVYU3gCkyyJPHU8Z+dG94ca7O/qEu9w41PT2TGP8io0cu2RjnEeuOzVpMltwIqs4Ga2lbqW1AIQ9iYyUrQK6vvhMIkn1uuuY3EG91vHLwfcNjRf5IuK72Gyr7cydZw27Uydwj1nabpwJzVWCD7dhoR2yAfb0tVZtSUpVcjOW9xPcc+t2fl1WZh7LIEGuyWM+VLqnS3FCzvaE6Nz5JFCmfDDTqHKt79EwXu5/p9MXHutj7XKPLPWWjc85h+4ypsSJNWekzUGhB7iLmT8e4MNiYdIswrr+O9+b/CgrGaEBuYE7HJe/LfOYHNioTBmjCTiXOR4L1ado9Kgmr6Xn27COdPf+k/D/nepcnmk3Rr1IriUMDApAasa6uSL4BKhJra5DkcNO0CrlZ1catu7q1/UBtSGCVW1lv451yUXtT1bW7anNTuLR6W7lPNcu9fKWuGvnaG3e1cvt9rRo2H6gFkUzry+SrKqota+XW+1q/80MtbX2gxuZ7ahNeI7xx90daIhzzblUhea2t99WEAFYgZE3i17Z/qLXtH5R5KhC+CgSqTfwGZa2c6bRMmXXyWXUXR10AABAASURBVLkYgudbt+FTd6jzQ63e+bDUO166JSN67Y331Ea/5vp9VSBiNYjYxt0fauPujyFptxQ3NtSEMK7e+lAbyNzc/lC3br+ntfXbkKeWXK2lOu1dXtnSCjZaYtxQUCGqqXA1KWooqa2oAXFtQzRXb32g9bs/0vKtH6i2/kBVCGpj9Z7a6LxBuzZI27jzA23d+5FugWXKpPU1pSYDMri6dV8bd95Xfe22VOM9SJqKcVsQ9M27H2iTtM3t97V190PKf6gV8tch3nFtWSFpKKTkbyzT9lsyWVv3PtTt+z/QOn3cWt1UVG0wAGxk8l7IyT6OQWFgyNkQZj4UY9NSvo/AGGaIKDhFBYYoQvmCli+4k0qbeTzOsRwJMiWN2Ex1uek4HU50yNXsEafxZ+NCtsHvi41+gJywuT0ZFbqYBG6TIjGlqJsTz6b4bBp0manMb3EWPqL8wSjX4TDTKe4lN0c99Bkgz2ByO5Q/GQcdDAsdIvsInCLrHJkXyDOY/xx/Fx2uKHuJjDPSrdzJKOiU8vYjj/vcqu31M5l7gJwj6jtG1jGyLY/JsbImo4ttzide9mOYHeR2gbkdZF9RVw+9+vi7yLiA4HTAkIV8gvEyhlbAFcCKhPAxOTogPohW7qSCRERYjHXHNawX5khipza3XLeWWtpk0WhEVbG30Fl/qqN+roOetNuVnpwFfb7f0xf7Xe2cj0mX+tNE06KCzCp9y8RYRJpXuHgpqJya3/4EUUiON8YgSJCQVGplyisiFKlgk144T1sMkQricyOeWawBc/lxZ6qnR6bXlb48GuoZxjvgSvOgO9PB+UAXlyMWn0wNTm9Wmw0tNyqqpUFJAiGMJpKfKniM7bGSD+ik8uP4nsNp/k+ljSPiK05qpkKW12qrqTZy0ySSe9kGMn3Lx9FazwlplE3U4IZwo5Foe7mu7XZdG/X4JSFEQ5V9GmMtL9mPF/cGMx0dXWpv71iHEJUOJHhKAgeqKnjvQkBhGShQuuYXH5O2AMHv7WP2MNt4OcabY4yptFNQ+c+V3wrMVWLOyhgqfQ5Njk46evxkV198+VRPn+7o6PhEw+EQm5NB9E+gHCiY1wiyIJitzUeaSMP7KobAu+fv3AKL3jbX8Ic212TYOCoYtwXrLOAmw9nPq/VHGh+d6YzDiiNuBk85KOpxUJRf9RVxUJQwiKNAORUS81YwMCZtZOrND+Pf4gNuIJ9cLnFTOOsP2ESf6eLZri529rlpYTUt5TrFwckz99iUquClqCbVVxW3bnFheAf+sCGfNiTIC69I+W6Yq7d+3Buxr4cDqW8F2VDjZavemufryn5NPNF/lsd0LaegN2oLZaSjTcDmo5fpNHaR5rwCkEukOMX0TSWNZXk2wHgk1kJxuCUrb5B7KWXueTM8j118Bzw5ZYpynmQhtA18ulwSgyaEqd5sK/GxsvFQw86J+sfP1D/8kpvphxp3dzUbnyoveoy8kZyfAaSV62+B3kGIVoEKhtwF1n4JzlTGLfqTZMv2djCQXqbf8CNcQuegGG9CWa+SLGZjlaTwykjhM13Zf3Fx8IV6p9xqcjvITkER9qvStgrExTVWEdNEVkXyCYiQ5yTn5Ln5SmsNNVurarTXFNWXpEqdfgBpS+J2UbwDavEONG8rqmzSL1uQ6W1VWrdVWd5WsoJ/7Q7nJ/fUWLunavuuovoWXXcL/7ai9m3kbJZwELSovU2ZO/Iml9swX9/g/bqlqLkl4fe4KSSwLNfclMjjauuKiU+Q5cu4dW72tmSE0hNv5QShUnNDEXJjdHPcEAr9Y8JV6qwjs0r9CbJSUCdPg/iEfN7qoKyDLCbcZtZBA9SX1iTImOK6VG3JbBkvraOnxUPU4pbypEXampKl28wVd7HJPVVW7qu6el/x8l2peYv8m7J2Vqi/ARldAg1sV8d2deqpQMCjSkvOUF+R1ZG2KGN9l9IncQM9llBjVXUIYxNyXocs1kACSXWUV7VNnmYpI2ms0T+3IKK3VYVEVumfhDr90ia6ko+DF7vECOLdA4wG3YTKj6WWnu/hF+81b4miXCxU4sWTXBlnX+LjZJNS8E4TBchgpt5kpOOrSz0+2NMXu7t6eHCk5+ddHUOyzqfSGSRwvzvRs9ML7bHpvWDTa2TunPij3ow4yvdnurS8RgS7Iz05vtDnu0f6cv+Ech3ZX8C8IN1IJlxHlzMRl+nRUUefvDjkpulI9odLnp8NIUOZjgehxF430/5VrjPKGkE8In6Hip6c9PT4qMvtWV9PT/vlzdlnu6f69MWJPts91yMY1dPTkXYuRtrtTLSLnOOB1MkgsRDFfW7ZDGTRMfxkvxe0DzM8Zm09G0mXzFXHkJvnhxfaZQN6CUkeQYoproIhF4AMAXNK5pN9Cr4WIAkLE1F+B8oF5fgLEHtpuZ7KCOFtJvJ2pWmx6kBwD66w9XmuLw+DPtkZgEvaOtTFJNEkaitzvLzixVKV/k3p34R9Q0xFCOWlEBPk6yDJvQFqc66QM9eAsmWW4JHnJefR1yvHzZnMc25e8yJSKFLlqmmYVegf6fHJQL/dOddne/THSUZfD7V32lOnN1bInJpJRWuNupYbqeo1KU1niqKpSkKomUK5IElUKhqBPnoJsQo5yVqEBpR1Uh20kLPWbmi13VQSRxIn9Qo0QAYK/J5P2XbbnOUzeRanBico2ysN3Vtb0lYz1WoqSKK4T54LLG/JqX9KcMQYOrU/rsPY3d8/kZHBGTdY3sW0L5XDDWgeaMNLrUoPAiiva8e8c1iiYR76+/82AwDs4yCDKuFptlfAOAFfwGcocAtHb9kmlpPdIQc0u/un+uzzx/r440/15ZePdH5+oclk8pIUGhm02w9zEcXwMInCBcizuNdgyd8GrxV+F/jrt4B17kLLm/5F3O/rWllGZGCBZYaMGJceMPAUuBmcsEaePX2unU+/0Mmjpxoen8lxyFqZ5kozZtIsk+PEyDGLGskLDnkl3l6/pQfmaYOozzHXOW4kZ5ddnTx9oYPHzzThljxwoGvD2jFfk506kFvwPvmq2E3Jt24rXbmjCjclSW1JEYTF1LZ3RFbw7dXfiOVdtRCFgvDzmPNWWL4/EcKfSO5NsYFGBWvnDVh6sK9rzP1mhHmEhW2uL2zOh5R5bgPNzmlzWRH2Fge+KlcS1iv6SOSbl3Q4C+D9micQXwAbdRmrYcYNYeGqKtjEp60tNdiM1xptxUmigv3cuHOs/ulzTc+eSv19RdMz9oNXtIxTWw5jS0J4c5PoCxUMnMBYLEpIhQ+aE8Mgi5fQIgSW6q/CWzz6OXMN5J37RZ20j31F2f6QEI4UU0esTHE2kh9fqrg60PSCsYy+486h8ulQLkmVttZUhyh4Iy8QGdHmUo5iwQKtFgUXyflIilIpZXNgYJ0Qe5Z5Xt6BuC3ZjzKmK1JtQ1UITnPlAXZ7AP+4I2ckjIMTI2Jx+7Zq3PA1uGlrrj5QpbUtV1mTfEtSU3LsvTxugsx0mSpw/ZIEqZKFzbV0q7MMkx5dpyd289VGNWRZnMHyl3nJZ/nJoxKErQ6DxVfXFDU2FEE2I/wuXlFApwKIfaEvyxCHvBAvqbBylbaiyjK2RF+zXajQjroUEWbsKEEvT3sIh8qqYkhfFdsY4qVtqbGFvUBlnfahe9RSga4hWZZHB49NXWUZu5uuLZXySuKJ/JL84abIT0Bs9RrMb/Et+dqKvJHF2jJliWO+KlRRHtXlq8tcKm6puX6H/toi37pkfWTjgHTxDlBIQV5iVAnXSaXPBZXDlcTStRzEfM8eM4I1GTcKjglA8oUwUACafxyOd7z80ozN8IATxy4TyMWgr5PelQ46He2ywDw/vWRz34UkTWW3hYe9kZ6dXGr3ssfNWi4jdKejDDLY04uzDiRuJCN855McojCF7I0oO5ARy6cnF9xuXXHzNZX9KKTdIp4YseMm6SnE8cnRuR4fnkMiL/X87AoSN5D95cyDq6leXPT1gnyHXNsdQdaec0v26LADQero+XkPmTnI9AwS8vDgQl8enOvZyRU3nZmOBpl2O0NkDLR3MdYexPIQ4rd7kZdE9In9hc5uoUNY6i7KG3nc70x1iIIHNHD/vK999Dm7GmnAZn9WOHFRqAJrBgafcG2g2eAziE8A+TUKXHssrmBk5pScKTcaJIqqEUvr9aq2Gi2tAO8SdYYzbNWHHPe5GbzSw6MrvYAAn4ycenlNY9fU1DdU/vUmV2NpSEGCNpGEj5lRcg6gWemafwFJeIUuzOr4gxyKOwuLD2PGBcohLYCC8nN4FS5mM52oYELJQlVjcJWlOqQfn5wO0bWrz/cuSrseXHCCzc1wzKS9Umtos9XScrOqekVK4qkcC9L/n73/8I/jRtb+0QfdPZE5ihQlKjmH9UZvOOd338+9//m97znrdZQtK2eKOec0M92430LPkEOKVLAlr+xVq5+uQgEoAAU0gGqQlFxNPmooH6BecmqvFtVzQeSIspYl0AJJElBG0NuZqK+7Qx3lggqxU0RCp5e/IhYvWqWSS9VXijTW2yE7HRwoOXXHXhWXmVWDYuvXhpf2qPY6H0JmGbcTEzOa40Rgm01fg0hPascCpQAsS3oBj20laggv443KLmMMxv9nwZkdFNHvALsJ3puNzAzO52ZyRIPUezVSr5RNbq3utL6xp1nsfpdN961bt/XgwQP6YU72J7FTNty20TWYqgMqb8EAtB+GDsUh7oUePyXPCyl+m+j1WcA6zWAltKjxLwNGDmPRm0MI5Q2XajWlq2vampzS3O07mrxxS3N3Hmhjag75piIcxWS/oWIjU4HTu5h8jGp55havjMI9OO328qSxtCK9o1z73S5t72l7blErk9NasRPI1VWJDyLiHTlAxovjmDVt41cdkp1KlHEISx29KpQqcmyiPe+gf1bxoVroadJWUqNPI1iD+lrrXg9CNVpzRB54xc9WW4+rRe5AKNvxdMcSEMbRc1GiuFiWOYMlHLRitUeRbYitH8Q8RxqRW+EiT6DNhxm0yR4nFmUjxZCio4G+mkqqs5F3nKJUeobU3TeozmonM2mqbG9D6cY8jhbO4O684vqqYr+lmA0h3S4Xe7mIFS0gk40vz5x74AwGXmK6DfBUyGp7GoimVR4oh8+pwmXjIpLno59nT+CwQ77uNlTweyrY/81XW1Oyu6gIqLauiHomHZ0q9w2rzAlhVOmR2O+I/CK/Bwi4I9oRS3EhRwS1NOxXMqhBKkqqgk4p6ZE5d+XuMXXgEFb7zodTPZVwpHCOPM6UK/epwGlduWdMld4xFTtH5InPzBmKOth7dajhOgIVDp2POuXphww+M0fMaNQl34YMPkWeWnyhOziEIT15U8ubmI4uif1dgMlJ2/rjLGkznFodqYdctzJkBivHdKWU0UBmqFFWyIsOn9D2uILuEigDKI6X4g6J9KItnnYnzBElnOFq/zmVaLur4IAV+6UCjmDSq4xyW2VkVl90KwC7Bl2U03I6g81Z4lXEAAAQAElEQVTzcjxlZ3EVe1CHqAXSkifDUcw4OUyLnWrAN0jXsDS0M8H5q3KC2NF/lv4YEp67RLnCXkKnj0rKQj/HOhgPoknNsefgW4jg/zNvjPHMhjtMBJxzrBtee7W6Nnb3tLFX0zYb2vW6x5Ha18Ml2+AvcPq2poXdTPPb+zhgq5pa3dDSTk0rOIOLW7uaWlnTxMKi5tY2tFZrgEzL7JjXTBeY29jGQVsGS5pZ3dYqDiN7aS2sb3HyhmxpVfPonFtZ18zSiqYWlzTN1/759Q3NbWzqCV9cHy0s49jVcEbrnPwt4njM4jwu47htazPLtJ15LWxsaHpxUdNLy1rY3NQuq9xu5jS3vq1JHFZzZCeXN/R4cQ9na0U3H0/p3tSsZlY2NI/TaPmmKWua9lj6CZzfafItbe5oC2ewwTRrkyPrJ4PPLOzkzHk6FJgwwPFsAZYJ0kJSJq+GUv41CGQqIe5lrhrprmiou1OFJNHW7i42WNb96TndZ6F/Qv1WU2k/KWmfr141vjI2oJl9DYsKTJyJYhcpAs6hkNJk9CnkNWk9LaWs7iaQvS6GmFALFjZYSoB+UZ5nwWsw0dZ5Gfd5KTfSRLOb+zKn/janZY9mlrS8scXmPVWlFGuQtg33d6q3q6xy0bEgierRIKyBEeSNOhu0ORx1MhCBfUkrHaF0qxKS9jCvDXclONSRutFbcl4R48CF/BKrT8DBV0rkURMx+WMUxXwQSXxDVdeQnQaOdsQ631PSaFdB1i8Vml2gIgkwS6BVFKHdnUxLfKSYnp7Xk8mZ8N8i7NXpWfRmJPIt2xtPXg+oTAjxaN4o9yDY3qiT/WtG/tbIqe1xIcaFPjbWHdhKwR7Oxp2c0jRTnROWBkjZ9KbYbntnX0/YdN+4dU9Xr93Sjdv3Nb+4xl45VcrL6lksUuybkTazvoFC2krQz7tM2c/T8Db3v80C7iVLts7m7WbOcFlDUfipgjoT8z5O36rWH0/oyfc/6s6X3+jxDz9qdeKJ6qwl0d6+ItZYX6/JfpIhfICL0OVsVoBSi/wJE+6j9QpxQRQ4xaRJQMxJY31zS5sLS1p6MqlV5qFsfVOyPzDDBxGxLop3Rp6Zi3lbpS7FXcMq9Z5lXzXCXnBYGZvABvN4ynye+oj3wt6+JiiT14WSYHiKd1B2eXs8C5b+dePp8q3Ep6U/R2Ia2yHmKMdsAjBM3oUuyMzGnhjvYjnW6WKlU9WuXlU6+5RUuqWYjTHxOoCTWvYMtBm2dSOEdXhZVCtktjcQ9oyE1PrNoZtNcsTmuZvNc8/AiAplnAv6M2NNEh/7XW2P8co49FLspNiGBLCiwih0RDiJZgHrfwogzJPbk8wHSorA52uqD7zJAkwHqVp87liiHbm3NV6e2Iw8KTZLFbMLiu3jBrRAfMFlMsTwcZyoUO3CKRlSuX9EEc4uAilzSpn/G4z98Bd10ehYH1wUS8Eh5M3IJM9kn9GYjFJaIAGpCxLj3d6FAiePJXM20V3s6JOSDjV8EVgNSiSjfE6uKl2DKlZ7FRHvsXWmklJOORtZokZGK8zJZZ2R7cfoe3NSAkLaYkib4bx7TrN8kzrGg40Tz3uZ0Yd5XEnG23uYKmKfGBMuyLPX86TJQGrwCRaLiDOwM0GnDM24BvVphDSJMuSeuqXYQQazEWXSWIyErYgX9RJluEKnyp0D6uwdUWffqEqdgyRjHNHezNpCWk+9vI3RiDEC9S6mV9Ej7Er5ZJCwiTJBgScd5WbUwUcJbSGtlY8uQT00I2+DvFmoR5lqlomqqsB8VaZfuviA1UU/FXiPnPUdukQ9RH4XUy56JScF+PAUV0sCG+4oPP/THsEK9sj7I8M8HhvkyJ/yUG4X4Fg3HE6h5wRM2mpE4oBMCztpOKGb5Cv8HCdW9vuBK/VMCziFc5vbOGpbmmfxmV9f19LGuux0cXN/T9ssRFtppnVOHdcamVbJs7S7T/rNkH55G+eqngqfUDssktt7e2qwwEZRJMaX6mlDO3s72tzZ1ObeljaYzFYIz7PwTa2uaXLFHNJ1zRFe2kUXi7Ivxoo5MvJJpoZrqKG6XNRQoZTI4ZDsMums4GTN4TBOkX8Ch/MJDuz0yrIWN9a0ub+t3dq2tvY2tbK1ppnlRU2aY4lTusqX3TQuKCqW5ZIEveIFkHILiwvOMxkx+bp2MGDdETjymESKeEnizKuA/c0h7ClKZ/tLOjfcrX68nDh22t7d1tL6qpa2NrRe39OOy1RLItWJM6SRRHFS8GwyaCbnPJDkRGQ7fDNsESLaMSFHTVjdE+KhvLieOh/CSaQWl4cG0E8paIA6E/E+2CFuk35e4Yv1Ak7+Cn1cy1JVqomGB6saHapoEO+qWopoO8pSyWVOtqiIvhfTm2wGaY1LCY0Gp9aFyWRCLy4exUgaqEjnOqXzXU7DVacy/S4WCg760O2AKM9aI1rmMJVjUYwUp05JsH+mIs5ghXz9dMY4TuAV6nmxK9GZslNnLBXlmaoMgubwDa/N9V3NzsxpanpG80tL2qDNfEdRFkfKnJPV1762GiSf/6N/qLpEQxx2FjAaQAan5pUnagbaiaU4Ce1pfh28tSLUFJuYfWRjwGWIDJJzTvYPToIT9sGwEtE2TGQ2AjXrC5zCmcV13bw3qR9uPNCNu4/1aHKejxJ72qtLDRzDFFunvDAZejL0eWB6vd5er8cCr0qr9dBPgZVv+Yweh0PgWkPogCI8vC1rC0FqgUzhVJA1R/an9e0Xvrc35ZcWtDMxocXbtzV/46aW797VNvOCX1tXzPqVkNb5OkOXtck1lDLOs6CTejAmxdhUczyK8alwOZ5tCPJIFm+vjMuYU1hjU9bGnZUVLTx+osWHE9rl46pnvWVRF5OfUnmRVGLjpqQkccriukdUGrikQt8lpdVR1ZM+NexLPRssTzrPnG7IjFI37xz5XbOGRp3+nZeVfhJCnaybAvPqH1ZmjFpbcu2DZOwd60qkiA1qBldPI9VtrmGTG5c6cQgH2FT3KYJ3UVkKK0gENZg2WLWo8S8Gy2EaKJnciSLRr3YqU+pWsXdUnYPj6ug/p3LHsBR1KkvLcmlRUVZg3UPkAQOQYSiGRyjU0xaPthYEb3AS+oH30Dw2ZGIQ2trmgwKeFoY3JzCNvBqEA40yNaJUWdSQXB2tNeqxT332hWcnx+CMkbpgw4IatKURVcUXC5VwbqtnxlWAus5eiT2YbExSFx/2DZ6cqJVdTnJNRI6awMuFfwSUXz4ntERxkusrVyTg0O0Y/wp9lEg4GXFSVqFUUbFSVYH4KC7I6umogyGiPIPZw6H5AMgdZRgEzeF08M8Jvg2tMNR0MclAqCvtRFXQYFGGiAfmFeaVXUYRHaSxuIh8EZERpRgcVMCbMuquKCIYyfOuC7vLqGI5nMJCsapSpVOlcpeMd852QLFEfifxzIEGRQgcMKG3h+lxpheIFJ5I6iIu55ycA2r2DbwsDekd+SLKj6CBt/eHcuO4pEKhohLvTxFEcRlN9E0zn2InRZQj1/wnqI5cvi1kKduC/3ks+16ljJiMpvPehXEms5B1Eo6brRSxw0wMinoaa68RBYdwvR7Jfm9wueG0ypeGdTz4DcXahN/InJZ2a5pZXdc0ztUCDuE6Tt0+DkDNZdrLMnSkWsfpW8NJWMcpXIffAOt8rdrgBHEXWY16NOg+lxTU2dWtgcFB9fX1qaOjKleI1GABrTE97CvVHvVd56vnNAvsJE7hyn5N2wyK/ThRVipylFxRtbdDnQFVdfVU1NlTVQcodVbkSLPL4Fzc2tb06ionmiua5wRxvVZDd0opqTKbtPAktmu7WlhdCaeMi6TZw2Clrh5VeroV49BQLNYUUuUvJXptOMoijAcR7TI4qIGUEvFREwk2LzL4S06yE6juonSW46mLY306OzKg3t7OYIN9vkLv03/7iZM5g4Y6fBo7ZQFSxgzgmXQ9dZfLKBFgLwrkxsjGA3O+DJHVrwnHZsRRJ+djKUyEsTz97JGJOjqDnBzpSSDvnHzklCFvwO+DPeL3GT+1uKAadJ+8WVRQqVLR0HCfLo4P6tzZLvV3JyqajflKnjEW7AueqJdXBsloSCoYQElU23lHuUK7Di7E1EGyOaASS5hMY11el/pincWZqyhVxkcGWytCO1FrbSapwuLNYh0beDFiiiuSsEyeDharoWqkd4c79cFQh87jCZruqvM47ZnMec9B2amU2ek3J9kTbMImp2e1vrnFhwwi4khiPCvGjtgpVN5R/UjCVAqXhY2hfTK7B5AAu0lEeoULLtDDh8vtQbw7Blk+/fquQ5tkcoxdMYYd1NFAR3Oc7B9MliNykeIoBpEiMjuzoYuluMLHpUgTMyv6HofwX9/8qO++v6kJnMLVjV3t1TLmE/Gei96m/1CHCWWAPbxNcBoOU73lfjELWGf81MKenbcVa9RgpTAdKQyKpsDmKB+EIZbpycuzznkcvPDXv/ho55cWtfPwIY7gDc3+eF1r9+8r5YNjcWdXHeTtIGuROS4GfI0Km+M645xZD4kjNgJGQbNcMe515CJOeTpncZaOddb+xH/GfLq/uaFFTiPn7j/U1uyCPOuciBfzET5KPu7tHXIFqdgpdZ1RPHRF5eH3FHWfl8oDyuz0gw2heL88yIB3sXzE5s5Z2TmsfF49q8WRGuoXCrlWOWaDk0D8QRr4V3k7youAOYN8P1TC/JOw5kWsd555nO2N7ANULYsVlzpU7u5X0tmX25w5Sq5IdRIQAaulATZY0/gmjJi4BcpkKIWxaTkPQL8k9Fkcl0iJ7qgidQ2pNDSu/tF31D98QZXqoJK4W4nrUKKSYkWsZ5Kz8QCsTTbmTX9KOKNNGfXxpHNQJ8FZSIR07KJiZOatCM8MZbYfMZpiqEaUKaWgBkjDmK+jA0cw22MiroOUenhkkSLHXg4bNjh584zFuJOTquFxdY1eUtw3IpW6pKQEYsWMa0NYA6iRA8E41gjjGbNRHMthHyeH7kiCerUuws7lAaNRLLlYjn6MgOM9MSiir9jXuKQox7rusJ4UoSlSTJ44ThRHTjRbVrQBQ1AVl4OUjvSRi+Ei2eWIMpCApB65QWrJiA58oFLQreZlskROcRTJOQtJ9gzlK79MHNFuUoTaWrxI5ZDJIC76OH+3Y2UuVuCxv2i7OOV0UYmkJYmxpSiRSENAXlZryUkBkUTrJOecPSQLkdZhG4dtFJHC4ohxzvE8vL0snMMpUmx5XIw0h0LtKZtRK4ONC8aHjUTvIgm7i8uDvGIOW7m8gkGYsxYdgJHIFdj/zEfTNhkmzrCA2cgAi6XgbMFgBiCZ6vVMG1u7Wt+paS+NVedrVr1Q1R7YYXBs0zl2CrTLgNkHOyhcxynbwBHcMqeKU70am+t9Tme2OCVc2dmWnQRu4nTWCyyHfF1p8FLV6fQaFdhNpR08QvtPROsc/5fKZfX09Kizs1MlnLeInsuYTChWWey0wxfZNfSu7u1rkzIy0sekvufV5QAAEABJREFU9aWSfDFRgndQLPNyFp2onniHxfurQilSjCzDidphIbd6rbJQ18wm1EuFgjz6G5wSNbKaUpbOhjLVQB3D2AlY3Tvt4cDWMy9YcurIRTLsydMifUQ8MPoUHAM2UoQ88TFDPFKR1LRAHbHUW5GG+4o6P9qvs6PD6urqkKjbPnXbyeraoXb7LlM9EpsKyRZ6Q8bEmyH3BupNZdDqKacJecXMVOGrEd1OcurhmkAZdZGYFJqQkNkLhxZrqOPRAqwyXmz8KTVIUydtsBEvcj1KsJvjrC1SUq6qd6BPY2eHNH5uQMOcflaLGfVoyNN/vuHFoa0YMvI8MvrGKAHZ5bCl8wo1aC/b2uaVUWrG0ubVSdsGCg2NdTqNdCbqpq9L1C8O+T1t9KRVQIy2GNvHWawki5Rgk4R3oIzdeooRDmVJVwa6dLm3pDPUtQt7Fxl3LiBTRP/jz+IMem2v72lhbkFPnkxpgZPkHcZlQ9QuiuWjSBmTVeYIOy+5DBg1qHkRSX0c9XHY3wXq5KzepHDg6O2Ia0kcTDvUjDOZfn2Xwy4C2MkFwFu41RJsEoJQR09GjLsIetjaRLZw1bOC1rcbmp5f0617T/T99Xv6/sYd3bn/mBPcNU7c0+AUokZ0ZYCVJK4Whc1vE7SQS+hMmJasRRGF28KBeft4dRZoGdXoT8Hza2JaW6mYDlrsIWUucc4dho1jvmLBxOnaVDo/p82H9zV784bmb93S5qPHShcWVeADUZV1scr6WmaOKZAnZj6xOdo2xrZJTsO4N92GiPFltAUrCN4GK/OEWmiGieEN8ErQkaDbM//sLC9rnY9Ta1Mz2mVO8nu76Mxk81BGG1Lm6NQ2ffa7ROVeqeusXM9FFXrZcNvvRxU6SZvIk8aT1vOeZeTzUEENzlnJ4mpR2H/H3ew4q8VJeF1VsrJsHY2Z0hMmEVtnIu+Yf5n3WT8zbCf2SxH7pqTSo7gDZ9AcmahMlQpNMF/Re5JTfrVoHjp4NsXWVMOBHMaiDIwaRZTpVKSvgatIJfq2Z0SdZy6pb/SK+jgt7OocVpJ0yrFqxiqo4CSrRdzUJfrYK1JOnTwpaZbsIintk0kCKEgGTyqY/CaRpTdkyG1sZ4zNFHkDtbZPMd7yeOxGlFgiRZScc3JwnnZ4c5gZh6XuIfza8+rEISwMjMl1DerAIWSNdWSOLJ8TeZVfPicyiUMz67BzjhAgzlnlgDcgtfba2D4Efci4F/3ogOA9ZWURlgKO+pnMUdccPJ2TcwbJ6fAy3iFxtq6H9CGERE1QIQEPJKFCudXhJfh2eOzfBgmNCrJ8v+QVLiPAEaD1IU2LmkwU4kEmpxyRvLURZMDTZoNCO5vzgNgfh5FiaVEsCggQWhTKQKXyy9JQIrqE3Tz290T6kNKRxMG5QAVn8LLLyblIjvKjsBeKGV6AsAKoS7MezHiUTjmUbLozR1Lll/WvQ6ELNs0QEiB1SMG+AgG57PkfjmAWDHdgBjOYCXkxPYtVBt3DsVtbW9PmxqZsp1TGKeuqdqijVFYSSXasbza1rikhKMWOLsoCSnS6TTCxbepr+9rf3tLW2qo211dkXy8rpYI6q2V1lEuqFJmMIqe0lmp3a0+7fNlM93dUxmHr6Sirs5SoFEtFerYceXVwUliOJY/exu6OYsrooG5Dvd0a6utRV7kofL6AIhWM05qi2p7ixj5p6yqyCBdob4LDqvqech0N9Xd36kx/r/q6quooxjgHdUXkSXC8KpTXWy1pgNPF/i7aj46t9WVtra/Jpz4MKicd0DDmGM4HEu+osJOD8iSlawJDks6R0+JoHsPdA8kW9iKCbtaNC2d69P6FYZ0f7FZPOVKU7lH1LfYgO0qbTqtNtlkkmTNoX+ICnJfJRYVgKV+HkCg5h7gsXkg8MJpRJ9/kLazmZTUPLIyzTAbsIWWIU3JkwNOGTDEeXsSJZom4/o6SLpwZ1OVzwxof7lFftcBJW0PCuRI2JImcNYAJk0agjsakqMwAdqMJ6FWA8QHKL6pCeWLseZCpAy+tv5JoqLusAcrtxmYlZBGOtFNQKM8Y9WizxQqiiDFoNk98TRVW94GOgkb7OjSGzYe7q6oyHq09jg8ank2dvSMMPWV8GNjhw8niwpKm2XjNzMxodXVN9lFDVoYTZbUhrzJPL8/z6E1iHcfRFE+HLP1x6Umy42ne9LBZ5xDWohwOC50EIVe4PJxn/GYuYWQm2mVumV1Y1u27D/Xl11f15TdXde/BhBaWV7W332B686JLZcPQoyEgPAi0bgdjgBzcFj6OVqTJW/xb+quxwEG3Wf8T8CBsMqAMK7mIphhvby/riGO9jOwYiI+KdU4BVx480pNrN/To+x81/+Ch9lZWFOGcFUlXQKc5azH5Ipw2mY7mfJTz6A43BZBWVqBOuEJcS56n5alCFKkISsDKM6dwb3VVS1PTWgT19Q2J00MrO44i2hLJ22bNEJelYrec/dGMgXGVekeV4TA0bEblPQrpeKccdXLU36Z9g21AHVUJfJM6eVL9csjrkJeX29FTk1cFVB25D/Xm7ZRye2QU7QPvsU8AgyVKSkoqXfguA0rMiangnJkD7gqSkiZiqFkRguXsqUBNZtAzL0vRwmFCqx16XVGyvq1S7uA5Vc5ySjj2nrqHcfrLgyy1nVLUyVgoKGINdAbGg3MJskhyTiaTE5c/gAUNCA5ue1cOgLSVGvbEGzMx9yqAoSXHGuvYe3m+3DfiiupRh9Jij2Kc1y7q20vdSwPn5DqGxACVCh2SnVhZ5lCCx/6BOfpwBF14hJFJiDsPKzQs5z1pDBk0B+9HiI8kyvAtNOMpranPEd8C7PHbIzBAFPQ9Iy0aFaATr1bOF6aUa2lNWaCE29W3gp7IABLmMsYP7fTU9xSQkkw889tD2tFqBXqaOgTNoWdcpvM05P0g+kFBV1vY6uqkIJZdDrYFwUthcNhEZVB+mYac+497Wme1Osl425DmyK2FQSIMGMchGGG0mMUqYRNd8HVVoF2uoV421n0uU69L1c12qxenZbCYaATn7RxO1bneLo11dxCuaLBUVC/6uhiBnaTtQEe5satifUdVzo16mBN7mARMt9vdUrq1jvNGHGX0lCL14vl1kabDyoql3iRST4w8go8yDeIcjnWWdaG3U+dw5EarRQ0WY1mduphtOll0ux1pyddbQE5ZXdS9x3n1om+YtGdxGMap78W+rlxPZ0XDOJX9Sawe0vRG0iB1OYsjON5b1fneigbLTqX6ttzellytwUmRgkMSSfmYU+tyMCZtgzk8ByA+vIXQYHWjkZxzAbGcqok0QiPeHazogzMdutxf1lDJ0x97Shp7cjitDufWK5M5f5kT1CmlLzMDujJgxVCZg9vDtQAri28hQ0eLt7jwSmNP20iExQ8bOiBl1DANiNQITrSNlRJOdAlHr4oz3suYOVNyuoTt3sURvNhf1XAlUlck0qOdgmKsl7A4xgZf4HUvobNIZAEkCpWDU3uFCTvCDhqBmFxmL0MhTtTT0aHBni4NUW4/x62VuKbI75ESB8BJwTaxUSllLGVRQ87VVYjq6i4pOIOjg70a6OlUR7WihEUqYqFUxCeQqEDLY6XUfZ+T9JW1dT1hwzU5Pa0lNoDbOztq0CcZNuOmTIWqB4YH1T4SRvT2foUWMGe9zibdYGr5vqX9/ZqW19Y08WQy/HcU12/e0u3b9zU5Oa+V1X3t161XJIaGwgWTS0Lo8IE8BFo0BI49QpzlbuFY/NvgG2kB6zabU1jSDsaB9WBGbQ0+vLXGpbzQoFGXeNez5TXtTs1q6d4jzdy8q9k7D7QyMaXtxVU1tvfl+Wgk5gqmYYkHrEyvlRdJzFzK1w0T6gUu93Qa08N0hvvmVKKMxCae/X3t4QQu85HKnMItTgzT7R3FfNSytLHpiWhKoMy15U7ZyUup76xKPWfkcBDTqMrKXaS+zMNyzKH+AI4yLKsBLcQK0AhuMpjotcP6Ky/fyn4d8M2+aVHK8DnyNhKA8awInv2GIcP5T+1rIdaICmX8lh4VuocVdZ2Rqv1SoRMFuU2xphRGQAR1wO4WNf45sKSALqe0PG0YX8gykzj0uoLsj6PIHNKBMUUjl1U5844K/RfkKiNqRL18wOwAJdatktKsiJPGCCGvA7nWTHJZaKmaV2g55Vh5Yc+A3GgLFo+I26n1LyJxRIKIyMhiHA+K8olTViiojrO8X+jWfrFPjcqgXPeYSgMXVR1+R6XBSziDI1KxV4rMhmXJ2oZ2hcvxdHKUYVCQO7293lrgNAvYGDwt7rcvZwKXTVz2Wge+2WReTkW8OEkiB5LIqVoqqZ8NtZ2YVWKphFPYwaa/L840XIpwSmINFhx8onPdFV0e7NX7Y8P6YOyM3hkZIjyg8b4+jXZ1aaSzQ2NsrM/2dKiL/Mn+piqcbPWXYvWBrihTgdO6uLajrkQaxMkbqJbUXYzUmXh1UU5/paDBCnXCsesHZzurlNGrDyjrvTP9Ot9T1UilqDPlROagdtPGbuc1RJ7R7g6d7erUGTb2fTiovUw+Z0h7gRPFj8+N6uPzo7oy0ItD2KVxHNrz1HW0qxLSn8FhNGfwQn+HLg106uJAl8Z6KxqoxMGpjTipxLcVTZBNck7tl4WehYjEhvY0iJq3SUs8egvS+a5YH41065Nz/dShQ4M4yxUKjtJ9JsAGOTJltJe5VuZvhv6kH40yPxJ/+m3dz3RPfkaHO0Sez6Pfc9qX0T7PFJuhKIc5hRGLRMSWIWJsxDj8LYewgkPYRXiI/r3ISdu7w926Mtih0c5Y3bFU8UKnk1U2jhIVcLKSqKQAV1YCnCsRn4AIUCx57GtwC7YhIUaRHBBwcF5FF6m7UtFwb6dG6a/hniKnfnVF2b7kGvKUn/FhIY1ZhFBvDmGqmgQqSaaBzkTnhro1MtCtLj4yFBhvMeMmimL8wYJcUhSMbJ+3vVfTHKeD9x8+1hQbr63tbRbVhlKOnHz7O4b2cLvwfPt4bRagT9mY7ddq2q/VlTEiojihu9jkUOYWJznTs/O69uMNffPtd4E+evxEGxs48XSoddlBF8GEIcdc4ltwSJ4H0lJU202ettBb9g21QFs30fWhkhnPjP5MGUkZ81zGxy7xoct+X9Dbu768oq0nU5q7dU+T125p6vodrT6aVn2Vj4XMDVEjVcSgitBjtxVhYFhakLlVAQdrR4jUC16W2KPK52VQTpxlKkALvANRva761pbW5+e1zMeq9fkF7fPxKrKPmHgQUUQrqVgKr7gg4RCqc0BR74iKODCu2icfd9DqUnAQHAuCtSWccGKTyEBZNg87eKNWcbRSJ/0iENdzy/MKNnY/lVrbJNrjT0RYnLC39ylLU6qUdS/FIfTYNSqV8f96OdAaVtzFyVa5T8Lp8WI+8jGaWYxYuUz7IcTVahXsaTdJuI/E+mbIqJXvZfqBnRQmHVJ1UOo/r/jMFXWMvKvKwAX5Qr/qKQ5hvaRarcD6FaV6atYAABAASURBVNOGiD6PqJ+1LoPyAYR3IBiSMkw/BLnFAyoS9h5tFGNZkgBHwHnHOHVh3Y+zCD6Ss3WV9dUXikqTcnAI6/YhoukMlnECO868q9LQZZlzqFK/5GiHKmLAggKIwNv7rQVe3gL/8SPH2yvMJB5MZ7T1ZpsgwjzOKQLVaklnhvo1Njygkb5unWVzfaG/Ozhh5vxd6K3K/hz/uZ4ysj5dGuzj9KxDY91lncOpGh9ANjSo8329Gu3q0Pn+Xl05M6iLQ706Z6dx0MsjQ7o43K+zhAc7SxrE+To30KMLOHjDOJk9pUj2I3+jOGhj1GGst1tnOioa7azqyvCAPjh7BtqDE1fUeco9T56L5D9PXftxJu308SyO4IX+fo339+lsd5f6irH6C456dpC3Tx/iwL43MoBTW9BYV+mgLWPkO0u9z+E0jvf3yNo+zunWGO09h4MzTv1Hejtk/2egLb74rcJ6AU7tV1gqESBlQhQT4yH0zIscfPGVOmEGi9Ll3pLeH+ml3f26iMMyUElUiVIlalBuKqZlMcsC2AjQj6E4WLudPdpg1WkhUOK8gYRhcoc3naEFjJWIBcHgoHKZnIHtQgRiFsEEFLMGzl5ddppsJ6sXsNX7I316Z7BLZztj9SZSmULiTHIpDAVH1D6mFZFiOVrsWCwDOC0UcaSkGk48gEiTQ1wOFRG0HTEOYZWFprejoDP00ZmekrpLmYpRHYfTMtCCyMkbYimLU5y7fcWuru5qTJ6yRvs7NERf891AfD+gFk52kdsIi6W0u1/X8sqaJmfmNDE5qcWlFTXYADrKl9k+pMwfeW7Z25cL3j5fmwUYqqF/Uhg7HfSir+mPjLG2z8nh+saWpqbndOfeQ/2AY/jDjzd1l9Od6Zl1be6k4tBX7KvzvnJeZAdGAWPfAz0XlrYFcRkPeXu/fguYqU/DaaUzVhR6nIyBz+j2jNRs8kNfp4F3LpP9ukK6saq92Vmt3H/IqeBtHMFbmr/7QBuTc6qvbCjeZa5peMWZwpSMp0B+SnBNhJBkwyuiSMSUR1gKMr3UhQIcEiYfuUaDMjPZCWGBdjicwl2cQHMGV2fntLW4pGxvj0pQsVCoV0ol0oiJMGGTXe6R6xxUoWtQpc4BJZVeKa4o8wl5ItrigAc6qC8R3NQB+6HqQO6k18/nxeY2gw/lH6fSK6iHP1GHuOzDH6am9WKkMDsQsLnHR9iLE8Kk2qMEm0Ydg8LTlqIKDleiVDHp8xXVtHt05bfLyQs+md2oW0ZqgAFMD1OdMua81MUMvQQUiC9LSZdUoR5951XB0eoeeVddA5dU6R5TUhqSIz7lY2wjS5gHnfhGJrSGtplelIjCJB4+QMrLalI1KU3IgKcOIZ23QERkTF/lkBJ0x+xeKAt+PyorLfVInWdUHBxX58g76j77Ho7rO4p7xqTSgBR3kacKivLkQUCJDr0ALr+NN+QhWdlN9i35BSzgf4EyXlER0SvS8ytV48MrbBMIb1BoQ9trQ9gDiXdYHeWCRgf6dBGn6zJ47/yIPrwwoo/Gz+BEDeAAVnW2SxrvK+qdkUGNcxLTX3ayHwPt55Ru1JxCnLaz/d0601XGMezSu+j5aHxMH104r08ujuvji+f07rkRXTwzoPGhPo0P9+vK2BldPjusoe6quksJtEPnkJ8fGtBYf6+Guzs1iu530PX+uWGd5/jsTEUa7XIa76/oypk+XRjsVT8naL3FRCM93egeAIPk61VvIVJvUbITy0tDvaTvxdmraLAsDXdEukRZl6j3COWcwYE8P9ivC+bY4mie6aritBaDA/vOuTM6T717cWLLeAxxJDmdcCG0+cgsa/SEFKeKyMqSIVwkqTOWhqsJdu/Sx+fP6JPxYdmPXw6VpJ64rqr2VM522Qzsy9lXbNsgMG0e9HOzcHdCaa26WZIAS0NC4/NJ3cv+tetyZDJEWaYkTVXAESyHU+SaunGshspe5zmZe2+kVx+dH9TFwYr6i6KOUtIQG5dM4hSNlSpX6yVRmPORHF9O1dyAiLCsIkSrzcKO9BGgmjhrOgBmYplwojvVTXln+Egw2l1SX0nqSDKVokwxmzqnTM6linGoHSetyvZUjlOdwQk8hzM4AuUgWCUUOuWXh5gPa4uk/UGh9a1dTXLa9HhyWjOzC9q0v+SHM1goFNBLO+xFIs8beL/RVWrZ+2UqaX3TAh2ryDZjbHJNZpuzDCYgi1TD49ve2dPc/JJu3rynb775QV+D6zfvamZmResbdU4XMzZDno1wGCk2WuTlclDBjMr5AI8sIz6Hh/NIFEAC8tjzLX4hC7AZz22f985TvMUbDvqnWS+bUOg7GZgXjLqwZU8V86ErAXHakNuvKVvf0NbUjObu3NXEDz/qEZi5fVf2x1tSPjYktZT5UCoyd8Veap2ctYaCZ17wjCFxGQkI6RC84G0jMU/qc7XM9xn1Sxt1eWjMvFziHWAKlN/d1e7KqtamZ7U+M690fVPiY5ZIE5kdsAe38AYk+32zYqeijgGVe0ZV6j4jV+yRj2wTXiJ1QnkxsPktkl3mEBEhg0dgun4pUFy4rVwXuF/wYYVSnJEUanOCnbY2WI3qLlYas+iUOhVX+5R0DsiVzbnuUOaKyljVPeNDWNIHiCvvVQ8nZHrWddBYS92EO6Q55ygnUoNysiyWB8oYEXGH7KQwGrqo6tiH6hv/RL1jnyB6R0nXmHxpULW4W3ucwu35kmoqqUGdU1fgjcjhWWUNEnpDXR3dDxjbGWGPDTLiMtJltLWFFL7BB986Ok3vvq9o19vupUv1GPtUz6jcf1Hdo++r9/yH6hp7T2Wcw6g6QFEVLFKgnAjA8vRGjsC1hdr5NvErYIOpX0bP66vKy9Ti1aZ92vhBf6upLRqEb+gjn8He0Mq93mpZ77UgFinAi+s83WYQl83iTCFIVOTF7rYf0+yqcELYobO9hiI00mh3pCHeTfv9uj5O24a7Yg1UYnVh3SqZOwtSL+E+Tmh6oBbu47TvTCf5uzt0rqdLY+izjfpwR4KTZShpsLMCyurnWKarGKujEKkHfoATQUNfR0U9pSIoaJjTvDNdBfVSfreT7Pf9+svSUEesQRynzkiyuvRUyurv6FB/Z4e6yyWRhGlO6qNeQ5Q91CFZvu6C1AuGOmMNdhQpI1Y3ZfVVKurrKKuXvD2lgrqLiXqrJQ10daqvs6Iq4ULsmP6ENRWuYE4HG7FGGm0B0cveji4zx8emQaqm4UqkS4Md+nisT787168Pz3TqfFUacrvq9TvqTHdUyvYVmVOYpRLOmssy+tsLP0jMoTKdoR6eoCEEmo/2upLQA/uCbH+sJoucPONCtNZlEU6dV4x3VKCMCuj0qQYKXue6E703XNXH53v1wdkeXcQTPFOVEAfbFzI0UDVBUUjB6OVJVeS9g4uoGLLAW9iAuHlTpcCZ1GwTkS5GYkhQUqAnCoTx7xkPCSfDZT4YFDXAR4KyGtR7X762J9V35NJdFdy+KoWUMZLoXH8nHxa6OIlOQn2L6KE2PKkSzwz9+BPa5bG8tqknU3Oaxhlc29jWPhtBT7wo3+rWqqfaLpO3Bd+yp1jAuZ9uKeecHCfEUWw9l48jzxjxbIw8YzcDjdRpZ6euxcU1TUzM6Nat+/rxxzu6fuOeHjyc0vwim/6t3DFkaCvjY0WKDsubQdPM8z0jU3A25RnKmTLGf4N3LvXwyDxtOw1E/YL3f0pRZu1mW409Ai+f0S/0jweCz9/oViLy2Qtrk2SgJs+YRxtK0roiHEGPI1WfmtUmJ8sL129rlpPl2Vt3tPzwsbbnFtQg3uFoJannhM4p8gpgKChchJkaAutaDNQhaQfBcJssMKc+TKFFGm0hk2ifYwwmFFygnQkOYrq5rQ1OxdcmJrUzuyi/tiHVarwJnjqS127GNCEpKsqVe1TtPwvGOS0clSv1KXMVZb6oTEV5nAMJZ8DxftEGssuQP6xOvwysTIOVlvEw/rUApf44KA+TMQcIp0t8VnRq4Ag24qIaSVWq9CjpHlKxZ1gxJ66OsOwUNipJUUGOtGJOkpwEgn4pmJDR2qStcJNaUtLkt6VqynPBCU8nTzmZC6NBwrGTo26FbqnjjNR3QcnI+6qc+1TV85/hIH6i4vB7inovKKuOqFbo177r0h5O235WUd2XaW8pjAExDgLsJ3l8LDEexIdcTzhTIaRJXQmblFR3ZdU4AawR3jNgg72oUw30u+pZ7HRR5f531TH8gbpGPlDlzPtKBi/J9Z6VzBkssFGjDRl2EpqFa+oDzSj39d0O1Y5+Pw7E4bb4wDz1aItpY59KdiBoJWrRg4hnMJb2NDSzWTRskwTr8cqqHWpGGmkH2WRx7Wmf4iVLcgQWMD36FVy2Q/gVVPNVV5ER3abSyVufBccgdJwn0sDiYS+bsfZ6FxHbprqn4NRTlMzp6sGCRu3HGCvEV1FgzpfBwi2UkRtKpDGUoZ0gOJGJhE8pXnExNQVYOebwVMhXon5lgO+jSuxApGoSBWrhauRVpR4dpLXySug1avqsHhZn5QU5I7gaxypHkUrwFB2mMSsPP/agDpbXZK38JScVQYk81g77rwgqzqsSyrY6CZ2WxjMN+rCwklwkl2D8MZjsZWG6aKbsa29C3xS9FwehGq3Een+wS3+6OKQ/XxrWB0NVnaMBQ4Wa+qIaaeoqsTmN2BjYCV7EquUyqkXH0gRh2gDUySC7iDMSQN1pkNrraw5hvnZZJEhB3eMQepXJ24mzOMBxmv0I8fsj3frs4oB+f2lI74104lxF6kkkGyutfokPlEuBFRd6RMBZQQeQEOWQwpgVV0Raa0sMjQkfgHwJxqe44PzbyeBoV0nn+soa7iiKpUna31W2t610f1tq7NDPdfUx+Eb7qpwkd+s8dICKdkgsawrFi4uihGrVUq/1rX3NLa5qgk3W/NKa9mqZ0swpbXhlOMm2+TTjWh2xFLl1oEdvrxeygHNY7oXQpo4sFnJsghwbCEHFYPZNiLfV5BEbMhFfT6X1zV1NTs0Hp/Cbb6/p6vfXdf/Bk3CCuI6jv7vXUI0+TTPlWxAGQoNAg3cy491KeYky+Aan5A2ch5T3DrFIdgyecEtqtXyLn2uB3KI86QOMe4K6Q3t70mR49ykwPu/NVpZWOnTlvUx0Q+Y0aXsbB2pNNU4FV27e0dTVa3ry3Q+avX5La48mVFtcUrSzq2IjVYmO55sYczYjDZWt999RdqskOTjn5JxB4qkoPBUux9MAOflGr0VYGkejcypOxaU4cnLU3zEGY1DAMSxmkv2l0y2c1pXHU1rFKazNL0q7exLxiVMoPWNeS4HnVMeVulTsG1MHp0iVvnMqsCnPOFlKcQgVnIoCmWKJmvOQNc+qZfNjoAh/KUpRWMGeNAfyVLkIQv1+Dj1JLzJMi7UVHMIGVmwwpzQ4GfSlTsXdg6oMjKrUN6Koc1C+2C0fV+RxjCJzukkb7IfRPHlRlzcAxgfYWDwQIWneDnoAUjabnUicAAAQAElEQVR5OCLyuymSZ4wpSiizoAwnzOAjqwOrW6FHqppTiOM18pEqF36vnot/UM/5T9U5+qFKA5cVdZ1Vo9inRozz5qpqsKqmnBpmwNtYAM5WSZxAZZRjDiFhr6IyxkkKbeAANii7welzHUfZnOV60in78dCocxQbvaOe0U/Uf+4z9Z37napnP1I8eFnqOiuV+qWkg/qXaAururXHZTSykYN9zgkWIu7n32ZDtRv1mMoQz8M5J+eOQ8iAJCflgCGZnHMngDRBfho9JY8kJz0XlgD1eUIdvZ6X/2jqw1Cez6H6aYjCnEP+GmA1cO7V6I5M2X8mbGR7uTDCfTCBs6e3Jwgim4DsZcuY5m1Z8LzOOF+kM8et0kbZLxPH+4rMHIIStAB4ZVlOxJRwFBbfym+6DKajHbzy6MzIexRF51WkiiXANKMibTCH0XQeR0tfgTQFVgHLhz8b6hQRNkci8UKHZPra81tekxWtHaSJDfBBF/qKyhTqGOrjZf9NQQwfM0GZXQ0kz2/qaqY1BAFhjK+XgkRyn/cFdbd6mN36JJ0txnqnv0Mfj/bqU04KPxnt0buEz3UVNVSKFRww6lu0TQEb1RhEbFodMBpsQZvYP1CGxPvFQ1J7PSMMAFz4scpU3k4d2fA6vjjH6DVbdOKoD1RKOFHdend0UB+dG+JkcEDvU59LeFVnOqgLhqyy8SjThiIqY3FBFYzjCBhMIIo3PpJotYLIwR+9WxJLZTxVFF0QNmHWty1Y3/YwKIeqsc51VzTcXVIndbEv/rFvKMlqSvy+7P9DHOopa4zTwbM9VU6/Y5xqhTFiuoJ+ibpJ+AVa365pem5ZT3AG5xZXZD86Wk+9MtqTZVCcBU+Y5ipctMMF5u3jZS1gdnseZD1DIszfHDJOzuUIcXLyFmnURRJOYeZj+gtkiWp1aQOncHZ+RQ8eTIZTwh+u3YDe0cNHk5pbWNbW9r7qDY8eyTmnKIqhsUytp38zEScu4iQXbsRI8+1KixeX8ZC396uyQNOggdjDEHTTJ/CeDjKYyDknbvqFOOZC+0MgCpvKjGjrxZzK5rq9Pfk1HMFpTgXv3NP8jzc0c+265m7c1ur9h+HHRuvLK3LbfFRqNHAGFX5UlClGBps3DCwR+SCgBN8G2HC78Mwf7XwueZGnD22ydqlVGG2KmHNjUKSdEaeBtdU1bc3Ma21yWhuz8/IbWzi8ddma4LBRmLsy3hVzVOxEpmNAUfeISqDQMSRX6JaiqjwbfFY/eeZoSobSPGf1DA9jflH455X2s6tlCp6Gl9nKKXORssipQQfU4RsJK2OlS0nXgOx00KhwsD3OUGq2s9NVnDTHPCR0BHjldhS0jScYbkSBHj5MYpDIEfK24lwIteIsBKhX5mJZ+SkOaYZz7xP6s9gvVUeEFygNXFF85j2ZQ9Z17iP1GEYJD1xUsXtMccewXKlPmTmHqqiBc9hgR9TAOWzgGAbewqyc9YCSaq6selzlJLBLWalXUceAkp4zKvWPqTp4Ud3o7zn3sTrHPlFlFEdw6F2p92Jep0KvRFnmwJpzmTEuPe2w9jplkJQm+yYgr/F26D4ORPSeSY07BRbdwilJThZbJotpUeNPgEW/CJpZLWmT/cnEdBhMgdHTYPGvA85Zia9Gc/Rq1PyatXgGcRNecv6ocVkmxZtGmpTpKlWiHAUmmYQYgy12LYQFDznR9jyEP2QdvKWzPLbBPg6Tx95TnmeJyQLshXcoPQDxtmiZngg+Io7tGHn0FEI8aSx92MF56kI45wlwk52260RYXA4Shnx5ughbWVsM4nJYyUHtDtQeFgnIGVRYXAshmsCLU7OHp305EiZB64cyOrrAUKGgC71d+uTcGf3x4pg+Oz+kj4Z7dQXnZrwcaaSQasDV1J3tq5ruqRywy8ZlL6CMvIxDVPR7OEZ7bGL2FME77WEX4/eD3OLL2Y4qjU30bKrbb6ov2tFwsabzHBW/g+P3yVi//nh5RL+/NKIPxwY03teh/lIiO80tMIYilo+ITYqjDQqX4wmcwVgbeRmMl8N+YiNj4zAH4mM3uRTQ1ieRl2LSJchsTBXh7dS3r5xopLtDI10d6inEoU4dLlPVpepwDfVyBHy2r1PnBro01FkkjVQmr+lw9L9r9iTqcR5SLS1v6uHjST1+Mq3llU0+tDdwFCNSRcIXBJlscxU2oZYJXUTmTWmFTfZKcJLCk2SvpLA3VMkp7XVUl/Hl85FCF0QI8n7KGCPex3JsMmSzXBZpZ7euBU57Hzx8oqtXb4TfK/zh2i3dv/9E8ziLm5t72t9PGZpOcRwrimPJxei1EeLQFSFLQCTJ6aTLN4Ut2gy+Ja/IAjaLGOxl49VF66GlnXOKIvooimWXz0jJhy0PeGElqONjl7O/HL21rXRpWbucCi7eua+H336vB99e1fStO1p5PKGdhUU1Njck0tq8FtPdceh2dKI8I2wlM8wYH5JRxAejwkaMhX8eQgmosDKBlcncmakpxwC2FsbQuN6QtndVW17V+tSs1qZn4FdkfylV9boicxrDR8NUzqEIp0alTrlKP47NGRU6hxRX+uQLnUrZ5Kd8tk15fzyrtQxt74GXte6XBPa1Mh30OIJ1qAtt8i7Sq4TQJ9otG0/MBfaHefaZSxpJRa7ap7h7WEn3EDbskezUkDgfVijH+uoUeUFFpQE3QZ6n3xafg76WIU9rspyzZx6ixQQ8VtERyDkEzFk4pR7nVJzaqVAVXr9E/wrnPxq8qMrZ99Uz/qn6LnzGqd2n6sJZqwy+q7jnorKOMTUqI9ovD2uvNKTd0qB2y02E8DCyIeKGtV85o3plVGnnOTnyFgbfUWXkg+AA9oz/Tt3oL5//VPHZDyQ7Few+K5VxUqNO7MIqjLPpcS49J5Ce8SYfYTODU+sfDQq3nnX5Z0U+O849O/qXjn1b3iu0QPQKdf0KVdlbYThW9WOrlWfT7kCklOmrEWA80ykvoQL0vKv1Fllxx+AIG6JMYVI8nBiJ4NaREpzarxBtgsB4Uh4Fs4jFglY+oyBMhC3ajPbQk4A4vy29DRlreYxFYqZh4PKwZyE0iFrI9Cu/yCVHSkeOA+DgOBC9FNDOYh4BZ/qgMToT+ALooJSBQqLxng7ZX/L8bGxIf8Ip/PO5Af1ppFu/6yvr3c5IZ4sN9Uf76tGuunDsOhpbqtY31NHYUBmUautqoQhf2F9XXFtTobZKujX1pBsa1JZGkh2Nl/f0TldDHw1In40W9IdzFf1xvEt/GO/UJ2ereneopLHuggbLibrYIfGtlPGTyeGA+YDcRgpGCg8ZH4agDQrSOMZdAA6kaK9knaQTLmdZWSB0gAhFBnPmCmRjSVFPwekMDuFoT5cGKyX1Jk5V1UFNnRG2wSEc663qbG+HBsqR7HdhS+SNgPDwMjZLmaRaQ9rcNqdhRROTM5ria/vKGg7hfkMZ5XoWK5KL5MrIS3eR63XdXhTZVE5hagcWcxZlMqP/flhNXhbPrnWuDSs0k7XCtB2J2caH0UEgUDNIeIvkicyaEA6hAxmbjVotCyeBy8sb4UdI796dCL9X+MMPN3X9+l0cwwnNzKxqbaMWxoLQ62xDSH6nRKYnCnwsKS9Lz7g8cQbI2/tVWgCjemAjwaihpd45J+cAjqEzhP6jvyy9/fzw1q78wopqE9Nau/1A0z/c0OT31zVz446WH05oa25e9fUN+f19OZxH+QZvXqrMpUqZu1ImjQYwasiY0zywurRgI6NVH6NWNMMRPXkKkz0fluswlYXMEUydlEaSzVdCo6PxMWtOknmFk8KdPdqwoOUnk1rB2d1fXJI4CVVaV9wAviZHPiUFyU4Jq/2Ku4Y5ITojcwpdqU8NTglrbNAbvDOZIskcIgfFlq/S4XpRXaJs76zW1MHq0w7i9JrQql9G+7OooAbvfgOaFTsVdQ0q4SQs6hmSKt1SXKSzHLbVQe1aNXbEmMldiHUWaoNv45/NHqb0aPKU06KCb8KLOOAMPGLGvvV1kfqVK9S1R+oclHrG5AYuqTD8vjrGfqfO839Q5/gf1TX+J3Vd+LOq8OVzv1fhHM4ciM59oohTvhgaQxPyJGOfqjj2mcrnf68q+Sugeu6P6jj/J/T9UVXikuEPpP5LUveY1IGtyjiDhS4prkpRWR7HVTa3sotwPmGdTxRl0CyGjxniTgotEpfxkBBu5032Fm8t8LQFoqdFb5jktVWHmUCeV8VTgudl8lAR1pErl3rkGZNIymtoaAQ+UsYL6I+kPwi03r8DwQmMZW0BVVRHpvJg92xxls2oR2GgJoCnRgpQ8/K0QUigKLLJNYAFUM3LOyRABrV0NCMPiIdrB0G725J78h7CrBC1lxh4y5LDQwCbA6sgNTjI/XQufxDXnu6AZyFn95rr8xAWdYcskvVJxnezTB2IB5gXxzsSfTjUoT+d69Pfxgf1D/BXTu0+wzF8D8dwvCvRaNVpqJipP66p1+2ru+UkakcdfvspdCLrdTs6U6jpfDXTO92RPhws6PdjFX1+sVN/v9Krv7/Tr79c6sEZrOhKn6MMqT9hTcF+TOd8R84YO5mso21j5OE8cZD8tr6xMJsmnw8G5Cl2SQMV1oWR5WnBwgGmLDAivfKkJgPsyWQOYRFxJ/YZxD6jPZ3hpHCgXMBuqapsfnpIZD9SOtpT1nBXSfa7sixFMofQNlGOUwNzCMNeca/BieCW5uYXZf+X3fziijY2d7RXYzPoI2oPMnqP8hUua5gxLWr8q4Q/YpeWfYzmxniVZb0CXWaGF8UzizswsKzjD8aVkDOOTBYiZFagPxB4RqFB9JNR36SyTSyznLfNLWikTvs1r+3tmhYW1nTv3hPZKeG3317Td99d161b98IfoVle3g4nig37GWJ0tRxLhy5RlihTXNSI57PvF0nzbA1vY59ngXBa30rknBz97qJEjs28c07iS47HGawvLGnn0aSWcACnr/6oR19/r+lrN7T+eEo13ne+GKjAiZp96CpGTrGj91yqDDQMTDwNdhmG4JihmhQ6+cpj8vf15BQnStHZLjctpoOpRwxf6sK4tzTA8U7YB8Ui62JFkQp81dpfWtEKH7QWOOlcmZlVurUl4QyaU+hwcG3dEo6NCsyE5V65zmEVukdU6hpRXBlQikNYZ3OeO4RWSCyHHb2j4f8GePpSAZE85b8exE/pVigrxt4xTnKsNC4oLVSkSo9iTgfj3hHZ7w6Kk1aPPZ3sn3geBVZT5Jx0EKMXukK/N1Ma32TR4g8QKecZlqFb20txjpDZLU4kcwoLZck+AhR7pNKgVB2Vei8qGv5QJZy3jvE/q+fKX9X33j/UD3rf/Zu63vkr+Fyd7x6iC77rnc/VTVwPaXrf+XvI133pc3WYMzn2R5VGP1My/JFcz0V5Thrt/0L0hR758COiVXlzBoHsFNMcQh9T/xhnMGZwU1/Gn3AKhVwM/ryVRIWWH1oi52gncgXo7fXWAgcWiA64/2DGyYfWu0Ds1XDt1gAAEABJREFUZbFgiwYhr45tmzLFShUpA60NekZiD17ybmUxehztqni5m9VDanUClp5QTgjD2zO0g4VO7SDOpgVL60MrQqogJZjTg6eHOwmIT7kttUUZbUFBsdUo59S8nNWLxlgNAm/hYzhS9+Nx5LW25OoojXiHQ+g4OYvUCH1Tom9YttVD8SN4P+MdkjluHw+U9cez3frLhQF9fnlEf7lyVr+/cEafcHr4wUiP3h3u1JWBDl0ZrHKq1xnCJjtEl94b7tKHZ7r16dk+/eH8gP50YVCfXxrEAezXny/26A+cDH4yWtG7OInj3RKHg+pjvu52rCVUt0Bd41DXDAtlNMO+YePEwFk3y5GQWwZk1lZHewyCHgJlIf74Azk2UUAzDpGAje2YIhNQIsp+p3Koo6Tz/d06h2PYF3v1cEQ90lEIf4X0TGdR/STEfMEZLKKjIGFjJ9PXSL02N3dl/73E1NR8+BHC9fXt4AyaE5HSoAx4GmMQ9BB6xuWfEfciUZb/JLxI3l8mjdUumIPijH8eSPaCd0sTyR08XQXXdpvgKDwVMYgZzeChAWzuxBd+Zxu3qEiXFxR+t3BjV3OzK3rw4IluXL+j765eD7iOw/Do8TwfCHa0u5cqtZ04uoT+QyhcPjzbH6498JZ/IQs8bcUXyWaWdvSm0YN5IgTCQ+KUL+WELPx+3eS05q/f1uTVa5rCGZyDX+dUcC/8Vc7N8LuCjhO2iIFRYM6x3yGPmuPOQ+27gJ0I2smgwfggtzgQJpJQF2uLAUmzGnnoGS1qT9DON7Mw9ciGntG8XIXL1JszEGWeE8CGIk42080t7S4t4xROKfzoKCee2t/DFjUpa0guA5HEe8CxoNQxoAgHp8SJV9I5qCzpVN2VWYESdgexvDmDARGtMzjoLweFdcTldT7gLWygHUHWoiZ7GbTlE/na0HI8M5yqlLnDJ2VFlS6c5wEVe88o7hiSL7AwYivxadQzP7hWfsYPRtLh5Q7ZkKYteALr29L4I/F56Ij1KSuEiXJtCNma857sJM6xgYgrEv0rnDMV+6XyMP1/Vuq6KPVdkQbfU3TmQyWjH6s48qFKZz9S6fwnKo9/GlA5/6kq53+n8FdLz33KKeAnqpz9WOWRj1TiNLAwQP7+d3AEL0ud55VVzqiR9Kked6nhOkCZMVVSSl1SHMGMFVj2YnknBxT4SDJHEHsq2MEpvw6pD3KklgcSbh+ebx9vLXBgAUbSAf8fyORvhHNO3Go+lF/EcUvESTyPIoTCy+X0Sq4jaizw0+Co6VEoSOyp5mXNMjSDP4s4y40yo+2wyd2ZfYCzeKBmTfSTr7YSbOJGn5r6I/RHOE0RDlfMhF+gDPwZdZClryiNdkrvDBX12Xi3/vrekP7rg1H9/YOz+vu75/RXnMO/XBzRn8aH9Kfzw/r84qj+dom4NvzD+IvILp/T366cB+P66zvj+tOlsfC7ih+O9OpKf4fGuksaKEfqwhGsOKkkqQgS6hSlLIEgZjMS6kudbWHygglImdgzYGHJORRwM/MTQG68uJo0pILHBAibtwkNQV9T1iQklaOIBFUcjmqw7HSxP3eEx6jsWep9qbdDl3AQRzg15ABUBerqOC2IrP5yciz2GYvPPqeAKyubmngyo8nJOa2ubuIINJRlNqXEylioMirmRQutrwKMb1YmJ6c8/SnyX784tMzl7Qh8zj7z2UrXonliC7VgEuONyiwOxHUoI/CMmwrZWCOXnRyFXIRdHClJEiWFogqlMpTRzEZvb7+hxaU1PeSU6NqPt/XVN9/ryy+/19Xvb+n+gynNzq9pfWNfO3tZ+FFShg9vpgD9b2W0QYHXkdFKbfQmXsE2nrf1GF5XXa0fWrBPRwGUnXk4KDXBbpaiVYMWDyWeSKYOh4UNETwgaT4fezn7WW4cQPudOdVxfnZ3lK6saGdmRquPHmn25i09+u6qHn5zVdPXb2pl4olqK2uK9vZVaDSUNJhMOB1UvRF08U1JMfpjSowZP83SkHB7wB2Ig+FmeuB5eLfCIQ3iVhj2+XdIbIpzRIQdc1B0ACkyxcCZNtre4BSwXt9XRttr21tam5vV+tS09peWxJG4lNI+S0xbZLANd8w7UO6S6xpQgpOT4BhmlV6lSYfqnOA0cBpTPqJkvCc+zHkUFnScRok03a8SQqfhmTpPq8/z5BiQJOGNDQPJyUVNIPfO4cREnBAWlBU78J8HVMVxrmKnpNwr4Qx6VsRDFCTWE4WR45RfLZqH8udJsjxGtDWPzZ8W1sHliLVAiyqEHc1wUs7DUO0Q8EESSaE+1A3HVdTX6q24jLgiJVXRMKnUI1X7pc4hqWtYjlPjQs+YSn3jqvRfaOIidFzVgQuqIC8TX7R0nWdkDnJU6ZcrYhdzlHE8s6iC84cDiPPXoA6pj5R6B8SaqoNvOFRQoapObZcFDCY6TsnbLj7OW/g4fC4wTYamBoTNCLin72fFPZ36dEleokIj9VovK+kkvNZC31Dl0Rtar1+0Ws45RXzRi+IIakNDjH0Gdn4TMFnE0DTEhA0R1OQtEHyRu5X8JGoqDSEuPNAIdSZ8Gs4WKGqlU+CQGyzeSYSOQrRPR66TUiHjbk9mQYPVqEVtsbWwwSbbQMnkmqU66przFgNOaZNI90xYPoOla1LTHRGOmTxjaES7AiSmVakUSZ0Fqa8snWEuH2cef3dA+ni4oM/OduqP5/v0l/FB/RWH8G8XhvX3C0P6x/hwDhzE/wL/fW5I/3X+jD4fG9bvRwb04VCf3u3v0YWeDp2tljRUTNSbRMEBLUuh3AjqDuCY3h3ySAkLYILjFGdSlKVyOLHsPhhzdQgbMzZaEXEJzlccRbJmwgoFonlqmjRQmiq7jAY4QgZIuI1vAQFVVJFwGfQm0jgO7Hv9VX0w0KmPhnqwSb/e7evWaCmRnWwWbFPUqCmzvzLIJtNRHw4EtLyyo8npRU08ntXc/LJ2dhukiSRaqFBZJ9sQedKLBuSUQkPlSXbibS1oRRj/bIQNMYMtnDoohFqZ3wB6tO6hdtSVzqZuR+Po+KbMCCmxs29CUANSi2y2EoegyXkZz2AhbLqxOuns9oogFjbAHr2tLiEPYuObMFuanhyZZC8ScXCU5ECkOoFdPgisb+1pYWmdjwJzunHrob7DIfz62xucGN7RzduTyNe0uFLTFo6h/Yixl6xEa47MSQxNo/hwYxIL5wmQED7kCVjks0CWn3NTwmFxKDopjDikMdoO66v2cEjUUnAkIg+0ok6nHjt71PhAs8D5/ElfWB8FIMktmusV75bDRlafDIfHA3v3xNoWqI0I5siQLaN05pnw+3Ibm/KLC9qfeKyVW7c1+/33mvzmW0398IOW7t7TxuSkdheXlJLOcaJmv1sXMS9E6LcPRVamY0yEOQv9BTawSeZk81tMMTaEwliEd8prDAsHj8B4suRhqxxtDOPP+ANYtKUUrcwhLrIfhB1KHKEA+BgUsoiPWpFi6hXRfosTF0ERzebbK+MrWWN/R9vYYHN6Spsz02qsrCoMUj6ICJ0BZkf7ccJCSXg5cn0jKg6MqdA7ItfZL1/mVCepqI4z2CCPmdjL/lkPvjpIGPsZ8MQF8OEgvGyMiUNK3iDPMPHJUDP+VKpUeR28oiiHg9pcYa2sY9wajpQvdanYNYiphlXtHFKh2E2ZZdSWsApUBuOL6GMxon+E3XT8cgpS13zqxMtiHTGOVEchJDnCKJQIW9+3ILucqJMxBgJhsY0JGFr5oLaeRdTVxkFCvTkFlf1YbKlTrtyjqNyH3whKA0oC+lQo9YNeFYhPSt2KC52KGCdRXOK1LEl2GhnKixS5SHEUBRo5R02JpmbhHYNaLT3UO3sScpKoVgAyDCxrF9ITbpfLjBhCqMkYOQaKDykOH06HMnsXj+JZcdT0UM0Lc66Z8jhtin8GaWl8looXSfOs/L9knHOvprY2lH7Jer9BZTGYbaKkRpG9gHGkOI4Z8BiWKBmIc0xuyt82QmYuQ9zGO/gT7mb+IzGW9EVhGa2TDTqWyWRNOOfk3DGIMFATTmpyh1QnXZbweMogezqxiU8E7TYLHY1rhY7FUG+9LIQuJk0F0A/QiMk0NicLmtBXiXNwsvWJjYBYmiSmbpYfqUNSr5OGY2m8LF3pkj4aKOp3w1X9fqRTfzAMdegPQ1X9cbCqPxkGjHbojwMd+qSvqnc6S+RNNFJ0GogkVKgihTIK0Nhs0ITN0YKnSMVRpNjF1BCwUYnYMTicQSccQYcjaNQcL76+W76I9AExuSMDyiE2uaKSQH4bb4uAUTOP8cIGIq3xASQ1kakqorzM2O+OpNFKjGNb0Wejffr92GBwCK90d2g4ceokTTFja0OdMk4SbKOJSFvbdU3hDD56OM3p4LxWVraVNWhbWOBYLBVLARRA/3ja4SncQMQzb4exHCkMkFNvbwkMrRTtfEv2plCrm6GtPqGv2sLGBvvCBIqh26ksjG2MBhjPxs/GgiHfHpC5eVtxR+Ftr2BJGRbwpKNL5BgLBpkudvXG58hIkSllfDYMOAANHIBU9BBjWM1TkHrqtL65r8mZJZzAx5wW3tAX/7qmr766oR+uPeDEcFazcxtaI405kfajxqmntCYoJNwEFZpEO0P7jlCSHAmTuj1MdJ4XhqgjPKLn3ZblpDQmD8UQ6VFqYVg4ex7Fkb4KKSw1MAVtSZG0hZpNRmLyHFaSyY0+H62URg1BBxv6jP7y5nWj+/BmRDDnyOT2VWdnR+nqmvZnZrX54IHmr1/XxDff6PGXX+oJdOHmTe0S59Y3VeBUsMi8VGIMJMA+ZJkzGDOIIsDXIDF8+NgVBUSMi4ghFFEhA8OMkaMjF1HBUviOgVprLVFLfiQxKai9RR+ITedBoBXDxOBAxLptH90MBQpIsoj1wDH3osXqa4idHPOcOTO+tq/9tVVtz85ojZPQzfl5hVPTKJaCbgeBD84As3ypQ65nUMnAWZUGxlTktNBVe5VxetRgg1+npFTirTIX6RjoHx9Aiw+o8c+HvRueMXUahL4cWPGUdEIu0vlTYHGG0+I984H3DVqXytHpznnZjwq70FopZc5P47LMQSpxMljuHuJQrU8RJ2BeOIAZ8OYMFsmR0LMxsLUCG8vBG1BvNyJu414IjvxPI0IakT+PkfV9QBCJ4SKsRcBux8PS0tcyajAZ4nATtjERs84ZbDzQ32Ltk/2+Ic6eok5StsF1SAFVKexCilDGUNiZoE+m3yA4pxj7xVEENd4pVBUbKyCTjSpGijy2PwQSJx22g2R2I3POocOAwB0FUXmc3FP/dIJEXHke6TjVc6+navfcHJJTfrVoHnoVzxfR+CJpXkVdXoUO55yc+3mw0fgq6vIr1OGE9XiBbPKBl1FxMWg5tZFNmrz4MZufhLioNTmw0KjFIyfDybc7WXwgbcUbPQ0HiZtMK10zeCqxdKdGPifC8rbjZZJjOsv67CyW4meAAS+ze4s2+8L6xzYBEbN7ZDn/yKEAABAASURBVPVowvgEvtBEGdoBuiX1UQ37AzRDiXSGOXoUnGWeDkB2FoyBc4ZYsvAIdIi3xvJ2o8d0mc4SvJURQw1WrsHmcAYZpTVvJntZnamn2Jw5FmXHF2pnmRIncYsdMyIx34egR4kn4KEymELSmQqKs1CAJbawKTEa4lvpyOdZfsXYdjh3MbRKGF9Y57uKev9Mjz4406cLOINnirHMPmU2frZk2x+KYH2y6sr+8uTK6pYeczI48WRWS8vr2t3FoVWsGCfBQZ2LJAPvj1EP713+flm9RJ10wnUotlTPAG3Jl772NChEgc8tQeBNudvrmPN5HXO+1Y6w+aJP7GQnzD02/zA2LGyweBFupZfFh7Y29dD2VpxZOgQxgdEAS9YMQ5q3CZswmx6DjTcr11NWZiBX6Ef6M3O2iYvV4ENMreG0s5dqZXWHDwVLunf/ia5dv6dvvr2pr7+5ru9/uKN796Y0Pbuq1c097dUy2bamfRxEVJIhIuWPZlOoG+XK2h0o4fY2B17PvizLM1KcFt2SG7X2h+Lb9Ji8LXjAmglDtSyBwWKatElMcpAkBHhYnI2LQ5qHWk+zV0auVtioGcn6xWMfz9gxhPebeYU3kFkGo6ZobFBACuwP/uzzrm7thBOwvdk5rT18rNlbt/To6vd69O13mrp2TUu3b2v78YQa84uKNrZU4FSwWG+oiCNpzqD9SL45gwGopZQwLVnbI+/4CGcQDlgTkpyOXiTTUdAiEvEkoT8BiFo30SRthdqoSR11iSjbgSivC85gTGEOKNTEBeJwCD0IIj58Zbs72l9a1uqTSS1NTmmXU8J0dy/Me3IxebAqY18ukexkiBMw1zmgUt9o7hBWemU/JmnOUIaTYPOeHGXp2GUikx+hpAnhZ9P2Joj03EYOoBYX9BMLdc7JuUNYGkI6FaQVcM6R9GlgfmziA1LWiJSXw2igVNDjDEaVHhW6hlTuOYOfNIC9cJCiilxwiHAI7SdJCMmUqXVRlslaQahJID/htpyn4dnqfKhDRCJDSwdBkzdt4hkPORgLwSlk8xCVJVeRwufhFkUW2my0RBzpgiNY4PVlTHkD5WA3GSjDOacIOOfELSc14UUmMcADwvzsPNmOIqRRflnenHv5p+U9CadratZPp1HLaXFGXwZWi5dJ/+JpTfNJeHENv62UjMTfVoNerDUMAZvYeZHTpKAMeN68rJEq3a9JLID2exH2FjoeBcBrG95DeUcRZjYoN4Gn79Pkx1NaupfB8fzPCpveZ8X/muOYBMOk16KyScbTS89G2MCweNmGxn6nz2B/DOEkFEl3Eiyt5TOYnhZauo3mG3KPhU8DUXZThmxrHJEuQRAzrmDDz+TZ/+/GxtmSZDhWKXGeaBopMVabTW4RZFIYmsTllLCOLhS2ccxs4wMEYpzMSiFSX7WoswM9GunrUW8lUTVWWLISSXEUKeZLqONd4fXQxmZN8/PLmpiY1szMvLa3dlFl21Unpwg4iaeoBzcs4ZxRuAgG+ooeZi6DtTaoRD+tDuyb+qCKaofoZM/GKmNTL76+y8YEfaeAlGiD2ZiW0mdhIgpj/9ktbJVxNBU6gqBFQ+DwETK14qCEecrGlKfWGfD0p/EtiPEpZ86h187uvhaX1/To8ZSu37ytr7/9QV9+/YO+/e6Wbtx4pIcPFzS/sKmNjRppM3HwJBtX+DBCdYC3Mg1mF5wdDKCDy8O1g6AsnD8s9DRC/NNik1BMKNb4dpjcVObvssWYEkZWqBN8Gw3pEJ3YJchbuY0amiJjjyGUisxRJwfNb0tPyXnACjOO8h1Gc4wbh6Mmc/bqeH3QCHls72JGwj28wW3WNBxxrW0qXVzR3uSM1h881vytO5r68YYmrv6oR9/9oMkfb2oZ+fbsglJOBe0PrtjvCcamj/JsbjM4+ADUW5uP4CQZDThIQ/xPuQ+sYbraFJg8wOQtWLwNIqNYUoAota7AO3IBbsRIbJxxAlrb3tbK3LzmJ6e1ODWrnZU1efsZaReRLh8NHtvKnMKoKFfuwhkcUqlnWFG1Xyr0yP6jcvtdsCwqKXcMC/LBQTyJckKGLv8SyNrSGt8O3ywnl+XlZciOI0VmOE1ucQF85EuPoeGKquPQhR8N9ZH2U6f9zKmG410nTkVs0jmscs85lbrPKi73S7E5SOyk0BWxljj6RJjdmVWhxrcQZCYHr/o+VlSryAN6tLzDmnjq64n0Rhk03tDiFZE/h+DFR9EjMKfP5NhKRgMc2p4BT7QBcvJtkQAVPsB4Q75qtOYLJCdn//nStxp+gxaIfoNten6TeIEUx1KxxCTeyZesHkXFsvb39rS3vq7GxobY6UrmGGZ1Xt8GXxsz4NFtmSHhJuwy6TiELIB4porWK9pO7YX1pHmdeKpex+v5Kw576v5rQ+gP+lwHaI4P24zYps42dGze0o1dxuC+UtvMMfqiYlGuUpIrFaUkZrw5hUVAzYshaZpkC5TyyyuXtEL5ptqkni+7ymPJF0VOxWKkjmpJVZAkTlEkxcDBRDiDYgHPWNR2d2uyPyYyMz2PMzinFTZLtVpNGZvSBpupFCcT7aEW1FDhcuEZyvNHY/KI5rOZrBl6eeJDlvxJMfLsQI9APvwLyX7RBy2js6iOVautZKtrDrOVYww4xoX9+JXZPok9feDlGOdOqfKx4yVa8TQQH9yUp5NxsjTPaHGBsyICc/gwUQCJaAq1pAbw7AFl4dyy9pTsxKrWqGtrZ5vT4xU9wfm4feeRvvv+tr786qb+9eV1ff3NHU4Qn+jBw2XNLmxrfSvVHgdX9UyyAy0Iep0yNl2BD+1p1YeCQ7hJrWIWFag9ToFHbhD0CCyz2jUGXlwupIOBBv7E/J703hKJZE+jGWspWsgTH302W0NqB9SE8U5qhmQXBrexFLVo5sLQcCEcydmm08CQUY3Hzq7Ee9qYntX2/YdaxAF88i2ngV9+q0dfXdX099e1cPOu1h4+0e7cojJOBOOdmiJOEh3zkcMZdFZxK/snwTI3ERQ1eR2nptxkRl8SbdmcZW2GvY0fBJgojCULG4I5LR3xRBuH3XwQN+p1bbIHWDKn8MmM1mYWlfLRSw1P39oocMr4AOKBYhyccgc+4ADOz7CKHYOKSn3yUZdSTopSToZSX1SDz2uvCim6DAf6cOwaJ+BIGvIcpDc+pKdeDsfuCEpquBLOHoDWToE5fXXi9lXUXpY0UZCFG1FFHJkGR7Dcc5691VmpYg5hVcIZFGuJsHuE1eMmnBf2F/ZtA6ycPd5gUD/33Eo6PTeJXs2FGVHEkyJh5FuUAFIZYH/jt7XyNPzGm/4Kmmfv5clqftNS3hTb6JYqiju7Ve1nQu/oUqNW17b9HsHiorS8JG2s4xTuSGmNySprWsSFF6u5/UFm8kN4ZcT/+6G2ehj/W8GBfR02/hVB1FWMDNEvslMgHADZSsgm09vv++BYia/T2cq69hZXtbe2rWw/VZwUVezsVNLVKVdlsS0mEk6cLTI24RsYhOEOvJOMtkCIuHyCtKdYjC2/j3j14bnlYGOQgKZqS6IoBGJlLladnfoGG6PZmQVNTc1piZOG7a0dpTiydvJof7HPnEJPe/IyKZbby8kgqN06dlHdk8THUr1Y0JPMU1pO81oYj1ivrBC96GUta09LmMpYlx8B9Q0WQmjmNn/fnPKEzjBq/eKIc8rkwhjKUNoCCsmPoHlTRpM7Qkh2SkxIdhDXSgcNEa0HCUx0gGNhq43FUUE5KuwivpaTppY2tLm9q7n5Vd27N62rV+/pi3/d0P/87/fQa8FJvH13UhNPljS3uKmV9V3S17SHI9PgIwNveN46dEn2MOj0yypxHMdTH4+38dqOUKLn1fTk9JSagwC3D3DNNASItyewKMhBVCtsMmDB40AcbmvVUTj0GkJ02yOXmTMYocxlLh/kRjNeXusI86rtR7h5V/3quurzi9qZnNTq7bua+f5HPfr6Oz3AGXz89VXCN7R854F2J2dxGjdUxBGsNqSKdyrwvsc4QRG2oZS2OrwMSyVfOPnLpD1Z6ZF6EjCNmXM4Z463RwEm81jXBxX5k6RInOLIbOi1z5hdX1rVwpNpLWObvbUtaR/DZDa7mK5IGc5NikOYFStyHb0qdA+q3D2sQnVQBCizCsqgpAzn6WkUleFQBeCUHT+pOy2c4swdAOcuPUBRKfoaIVxUA50pMJqjhOwUCHkL1LUBzOGrR8jhLdyCyRsx7UoqSjn1q0dl1SknAD5NOhVXzBbnsMd5PrifkUq9UoJDGPNBExs758Qtm++Y2uTE5dsAazID7Bt5W91cXvMT6ueQNWGE0C91mxllk5AZFpqHD0s/Hj6M+S1wz2vd8+J/Czb4eW2Ifl72X3HuKJYKRcU4gh39Q+rq7eXwJWEx2NHy7Kw2J6fEcYhk/yfR7p7CzzX55tvNYqmwEfbhlfNM7S0IPocNvgwDnQx3kO7k+FzHT4s7rrtVt2fRX0tcbhfPVJz9qhDqbY4gp2hioyxzCBkdYsPl6w1lOFeNpTVtTs9paXJO26ubnEjH6uCDRWd/P19au6RSUbJx68S4s8xtQGZSj6gFCx+A+IgV2DbsURLLRZEwoEI8dTBKEsU8DCSVQc4x1B2b9ExrbIymqN/MzHzg9/dq8mySRH6fpZBUsnY1FyOhiwJkr43B+F8GLQvk1MsoJTfrA/cL3VagQcEUjqeTeLbgcTyM98HWMYYv4FAVC7ECklgFcwxjyQWbZsLAx0DQ2ueNGhyPk6BQliVV22UpQ5D8B3wQ5A/EIYv1X0YCw3HeKu8YT86RIIC8RhlA3kWqsZfe3KoxnW5xYriou/cmde3H++F3DL/86gflP1J6U9dvPtTDidnwl0s3OSmvNcwldJTPWBW6TwXlnXZbA0KcMS8AxrIMlJqXaHl0pGQdXMRxkzSXGJ9zh89cSQhbtCEEmg+LNtboAUhk3W0wx89aH0C9IoaAndrlywcJcdr4WiPxMVM7+xLzRm12UZuc+C3duqvpH67p4Xc4gVevauLaNc3dus1p4GPt8h43lpbF8awKu/vqQE+Vji3xChd4pwuoZtjJyrX6ETTybFgDTkxhuZ+HEzM+X2hqSdUq2mxmvIkzGMwlo57xGEBPWhxZFPoNm4o5i6TMfRFzruP7b127rPvLM3M4hDPaWlhRY2NH3k5MQ0anTLEanHY1zMkpVBV39KnSO4oTNCJX6pcv9CpLup+NAvGGI+m6yPOCKJAuwPQYb7RbKbIUvYfUZM9AsUdpE41CjxrwgRrfgslASFfqlS/3K+PkL4NPm8g4HRXOYKFrROXec6xZo1KxT3x1BxUJZ1bNEeWkMB8ZzftBwqg8mrdv0l8jsUa18G+ov5nO0Cq6nW/Jfnu01UqjJ+H1tNi6+fVo/vdobc33/57S/12lsjiIDYySgly1qu7BQfUODava2xPmpMX5ec09mtDeBE7hDKeFK5vSNostX66FM+g40XF8wXasNmEB8o7J7RiA3CfFAAAQAElEQVRoGxKWn9OeCotPRN5XDYfO3zYkxyrvzP6/Isg2H3xICB8XjBrsyzObjcb8ijafzGjh0RPNz8xqe29fRcZmz+BQGJuFri4pSWi4Y/10Ek+DDWUGGeHW3ZoMLTaHxYd0kWPYR3JRJBc7hb+uZyMeZ84ZqF8ksdXJ4eCtmFrda3NzVwuLa5qaXtA8dd3hNMH+YmTG5tFKtLShZnSK41u1c+wsTbezWIMp+8+E431stTy3k+SwtcMssXM4f4k6O6rq7+vR8PCgRkeGdXb0jEZHhzQ81K++vm51dVZULCWy7wFkRgE3ysgOo+aFwDgrLyCSfET3mxzkN2EdQHZRDyMHIN0Bf5whzpIH9cYDWSUYWwImz5rhKE4UFwqKGbee+bbOnLnNx7WllTU9mZrRrbv39d0PN/Svrzkx/Op72R+gufbjPd3BYZyYXOBkcUPLq7va2NzXNuNtb6+hei1rfk+hYCtM0BYsfBwWZzKjATQoNOAUitjukIQ+sh+BhYRXV9YuAwksHiJTHSAk7ml43oEMGBXUYO9JRHqjLYQCeJeEjYSDYrAxEsHHvJsBjVRRvS5nzh/zg7Z3g0On5TX5+WU1OLnfejCh3BG8roffXtXdb77VPRzCxzd/1MyDe1qbmdb+2orc3i6ngKmK6C9FUpmPD6U4VkwbrFznnCL6U8+8rL3NBNYNTTYnxOVM/nwqPhe/7LNdTTvfrsdKPgCJrH8yoyQyXk2eoGSdi92tzfYuRggd83ID224vLmkdp3B9elY7S0vyjF1LZ2lIRtZImUtkvyvoSj0q9Yyo2ndOpd4xJT3nFPdekOu9KPW+CC410xlt4fR8ru+SXF8LF5t8i5q8xRttweRPQ+g5Dtd3SUdkvYQNyKO+y4oG3lHcRDRwJYQTwoWByyoOXMQGtN9OS+MOyZVBSVIMHDaHWAdBTrzb4kht3RXQStsuO41vpf21UWtPqPMBoyNt19vrFAu0DNaipyT7CWLTeBra1Vma9vCvkW/Nbb/Guv/8OrPoqVJW5/CwhsbGNHT2LF/4OrW1va3FJ1Oav3lPOzcfSE8WpOUNiVMc2R+dwSmUrSyGDBMeB5swVgkmPuKM/3fheL1+c2EWmOxNBX1/YG+miozharCxwwcFNRri2E3a2FY2u6KtexOav3EvfIhYX1uXKxbUMzykgdFRdQ6d4Qs0DiEbbNmYRR3apEBt9TwNkqUJsaT18rIqeKjBTp0ilykO8FDf8jUsWwC7Hu1wWjPNh5HHEzOamVnS2tpOqL4UE+0Y5+SzjSSQOYLoUygpU0491AA5dpv0NBxL+qsJYpHcjjTMTGIVd8wVQY5VjbZ+tLZQiNXb06OLF87r97/7VH//+1/1f/7Pf+v/8//+f/R//l//rX/8/XP9/rNPdenSuAb6e1UqJajzsmEQcZoYEEVtm/dIIdJB1YSL5Pgnu5w9gCkwvgkLhiQWhqG6OoJICtMY8T4kRge3byHIFXrdG0+d1ISPEcQiv1fK2KhxSr5T2+dwapvTwBWcwznduTuhH3AGv/rmhv73ix/0f//3B33x5Q19d/Vu+O8sHj2ew0Fc0eratrZ36hyIebGPF1WVXbavN5isBQsfAteLyuZx5IVJcb7sg4Y5fQHI8jB1JW1KOOV9TUlneiIXyQFZ+2mScJhym6AvOgVYJMWhy2izh8p+SsD+ZD/UAUqy6gMKtLClMYiwgYId4ajekLMfK8cpwUOWVtaUzS9q7/ETrd++p6Xvr2v666t6+MXX4BtNfHNV0z/e0ML9+1qdeqLNxTntb6wo29uSq+8pymqK1FDM+4pbo4P3lnYglH0wEu2TtdMgLqPANWFxsDIqrsBDw22BAziSOMQ5nHNy7jkQ8U1g9SbnJPLxkOOfTrrcUaFZ0WahMCaJs7AhT5VziMP7GppOhL1hMc6339nRHqeoKxMTWp2eVrq5KYdDHtEfjn4RdfCKlbmCVOyU6x5WeeiCes9+oP7xT9V74Q/qvvQX8PkLoJnuMvS5QN/lz9VzxfBX6NPovfK0rOe47B3SnIRmuj6o6TmCy3/Ly6P8Xsrvfedv6mui553P1Xvpj+oc/UAJTrHKfVLSgZmKEnaSInk6IljdITJAMKMOIK6m3JGwySLUkSR6ztWe7zlJXzjahRo0k7smfRnyUnmcnANylODk3Mkg8qnbIXFy4cnjP+i2NltzjR5HS270+bDcz091mOJl0x/mfLO46M2qzi9YG16wUFqxpEJ/v3rPjWn0wrj6cA4jF2t7aU0Ldx5p5dpd1W4/kn/EaeEsjuHqusRCod196Cmw00S+aIcf4Qm0Rtp2kI9Ndh4Pbz/q8yph5Rtepc43SdfrtN0ra6f19/G+3ZNsQ7cD3diUFtmgTc1r78GkVm880OLt+9qYWwp7xJ6BAZ0ZZzyOnVOR8ekqVSmKJcYt6yQ03HrmZSsqCSx9Bs3YYGayfx7OpF5skxWRDt9CsVPYGBEMdeDwQHVOB1fXtvT48bQegUVOCXfYkGc44o6v4wqXV54xL0VKCcOz+Q+K1LpIR8mt0K+dYq682TTLbNaCNTHE0UCjNsnmtMlZeuISjN7d1alzY6P66KMP9Je//El//+tf9LfP/6y//vXP+vvfAA7h55//SZ9++pEuXjyvvt5uFQoRfSY55wA8jpdzkZwjLAO8mjA5MlLnTwdnkAi7HOTTEeiEyyFrIe9VmmFNlf3xnkyekeXFfg+w8UNfFmAyEJE9llziAPHUOZXTfiPTxtY+juGGHk/M68atx/r621vBKfyff36vf9r/afj1dV29dgvH8IHuMw8/mZ7X7Pwqr8+21tZr2txKcRK97LWyg7P9ulRPGYVUEH+OeikHYXw8mazhvVIC9qfyM+rhra7K8yAWPmCIzwgYiOKm7qQVaQlwO6FSmUM/nd8AaTuU8SakynAAc4ewQUJDKoeDKHMAfYYeYNRkqVWeuQOHWfvMEzvb8hsbSldXVV/EAZyZ1RYfKzcePtbKnfuau35LU1d/1GMcwEet3w387kct3byrDZzF/YUFHBnWrL1tJY19FahLAScwoWYxiICA1c/q6VtekfUX7VITDCO1+Ba1KOMdbTaoSXNesrh2BLOFTHr+RTpLbwg6yIEosEHWHoZv3dYfnoRPgQQtGayCIikQqi1rdk6dCrw7JRQVcMIzPs6tTU5pZXJSOyvLSrc3lVnf8FHPhdyxvDmECfNztV9R35g6zr6nnvHfqefiH9Xzwg7h5+q+DC69AEjXhTPWdeWvOgBOWRfoxsHrhnZd+dthnPEmI87SHOAp+V9leXtIG0B8r4GwOX6GHnT0XCZdcFo/Vy91MHkAfDdOcOXMu4o6R6Rij2R/ZEY4hHw5yegAH2zmlF9eISguE7XGHMGDmyQH/DHGshzHsSSvLGjlmDJHhQ3G/yS4Y7ksfABj8vgDzhhDLn7uM0+aP5+b+DeZwNp+Gl6uwadpOUn+cprf3NT2Cr65tXvdNbOeTRKps1OFoUENjp/XEOiBT5KCtpZWNX/vsaZ/uKk5vsAuX7+t9fsPtDc5rfr0rGrTM6pNzWj/JEwiN0xNE38MQU685TP+VcP0/lZhtrK2GX2TYXU8htrUrOqz86rNzWtrYlLLt+9q9sebfMm/pYV7D7U5vyT7UeTO/j4NXb6gwfeuqHR2RM5+XLRUEp6A1HQKxcKkZ10uj2xfT4338mxTs/D0PB2h6ABekeUjoe1Pa/te6+v7mp9b1gSng9NsxDc2dmUHFd7H1CCmEMsAQZcM5gQa2GQKvTJZgKX5z4VzDns5KfPK0gxeqlYqOnt2VB988L4+/ugjvXPlogYH+lQsJvRDplIx1vDwgN5nHNgp4e8+/UTnz59TF/NVREelaYMv7rkuhQv9QXOLRhIbMbERO4gOzIs/GAoH2U21qTqODHUtHI+zcOa8zNHwMZQh46m7IUVh6iPV8aj2+fCws5dpfWNfC4ubejK5rPsPZnEQH+mb729yWvg9TuK34BucxG/Dj5l+890tXbvxUPcezmpyZkXzS1taxUHc3vXhBzmaP+Gfj0JMktEHGWVmao54BwUuiuSgdtpqvJe9FTQKmYUj3jmjSPIbZxJ1pHKAvEFqfGBEK0O/yF4iTpMiHL8ExDhj4XQJWXAGjQYnECexUVd4sXZ35Dc3lC4vqzY7q207neKUb+Em88QP1/Tom290719f6tY//6XbX3ypB99+p8kfr2vu9h2tPHykHdYl+91Av7ahaGtLyd6uEk4Ei2ktdwZ5LxMsEuMURvDO3lXgmxC1l6MFjrZAaSAMYZMfB2lckJGEmyDP/Da+HblUuTo9/7K8rVTGGyxstAULPwueyAAy2Dg0HtFhjU0AiA71MqfQwDDFVl4l3tOIj797iwtan5nS2vSUduBTnPSIE0RL6xgjng/IckUpxiks9zFfn1Hcd05x/0XFA5fBOy+GftId4Ipi4weQPQWLu6Ko33BZB3TgilzAZWgLJjuJb8kuKxq4AtrpZcUDoP9pJC1ZH3EGwgn5E9In/ZdU6BtX3HlGKnZJEWuWOcuKsXmE6V0TECRhrBltidupJXkGLOkzol97lJOT3fopF1lDXqPPyv+8+GN58+T581jU2+BbC7yQBewtfaGEv6lE9s4Y2JgowQT2Y1i9nSqfG1Xfu5c0wAasc2xUjVJRyyzOjx5P6N6NW3p47bqmfriuhR9vaOX6Ta0QXr72Y6Ar8AdggV75EbkhxMO30WXkAeRZJu3rwkF9KOc3wwd7/ajXZbNXppf+Xsbuywf0upZtzNy+reU7dzVz85Ye0ZYHbPQmHj3UytqKGpyeVM4MMAbH1fPhZRWvjMsN90sVFtZCIsWxxObVs7F97vvIRkcHq47L117ll0XZFk9sDA0O6tgcCipboC0ZifbZoK+sbGp2blHTMwta4nRwd7euLHPybOQl3p1QBonD5hEadKRoyICFIQe3O+B+M4w16Tho3PGWK9gJ62YeXyBj2olljt3Y2bN698oVXTh/Vt1dHdrd2dLUk8d6cP+epqaeqLa/o77eDl2+fE7vv/8uDiFjo6eHoRAr5ZTCZ5nsco5KHBRqPAhltlHf4i3Hs2GqDK1Uxhta4dNoK40V5RkTwRkMNJPxhxBhA3XC4VJckGJcFZeo1vDa3q1pmZPpaU7M7VTw+q17+pZTwi+/u6b//fI7/d8vvtH//Osb/fOrqziMN3Tt5j3d4uPdfU6xJ6aXNLOwiYO4o6XVPa3gZK5t7WmDI8RN9G5zhLiDt7iLE7rPUIXkox8bZgbsljK2vWN8885FcSznGPM02tv7YQ4hDXXQyEAXJBw7xtQ7rmdKaoZU8V5DCWUV9mrw+4p3dxVtb8ttbUqc+vG1RVpekTj50/yCPB+K6nxE2mG92bj3QMu3bmuOOWLyu+/1+Ktv9eBfX+MMfqW7X36le19/rYfff6epWze18OhB+N3AndUlZbubihp7SnxdRRzQIi0r4YwWcU4LAAsrwhk87gh6J+xWiQAAEABJREFUcwitbfSVoNZaR3uND+Tf+cDWVnxeH+OeDUt+gGamg7BlNRkCIwHwwblr0pg+TbBVEWc9rvEBbH1Fm3MzWua9XJ+ZVrqxrqi+rxiHMQl5GCc4PWLsKmauLuIMlXukSi+w+bsPehwmfwGUSWOoQAMG0AVMVkKnoQx9Hizdc0F9Sz8BRfLYaWAAbU/KkouBZB8XFC6vYOvAtz1svBnMhK0Ex2lb8jeObdX1l6vY25LeWuC1WcBew9em/I1WHPEmmzPIJlxxJpXZkPA1voxDOPTH3+nc7z9V75WLcn092kzrWliY18y9+wqLM19mH/7vP/X4i3/qieGf/6snLXzR5IOc+H/+UxPH8IRwAGknyPeq8VRdKONA9hvgJ60N2O7NblPe90/++QVj45+a+OILxsu/9PBfX+nh19/q8Q8/aurePS3MzWqHTUfcXVXfpTGN/O49Df/hQ5XeG5dGWGg7S/LFON88s1FJ2ax5XqwWYLkZywfLbRvPrjwP5U8Sktu2eLatZcwLsDmUgY2j2Dji7VkCS6p6ra7V1TXG/rKWlte0sbWjOptez+mgxIKviHQO2N2qUZPaIt8sTaFual6t9M3gr5g0W3rQylY4NJdmYv7DOPouw3mz00FrcqFQUEdHp/r7+tXf36ciH5+2+PhkjuDXX3+lfzG+r373jSYeP9TW9qaKjIH+/l4N9Peru7uHcFHOUYicnHPKL6MGC7Wo8cfxrLiD7j+e6alwq73t1BJZuwPlYXwOL3MGPeMio3jjc0p5EYI4ko8ZUxE0Yrwztuo4WXs4WDt4bRu7DS1v7ODorerhk1ndvPdIP+AEfnuN08NvfsA5/Fb/v39+HfB/v/gWp/EHffntLX37w139eOshzuKE7j6c1KNJThM58Z5fXtcSDufq5q7Wt2va2Eu1tZ9pF+8Qf04UzRvhlMkp1N/aIi+feeE7KSSoNyQcPofjZ4ioY7RdV7RVU7Rp2FPEibrbxAlcX5c5f8Hpm5zW3qMJbd+9r/UbN7V89QctcNI39813mgZPvv5Gj3H6HjFXPMYJnPzyW81894Pm7UPk3Xva5NRwd3ZG+0tLqq2uqLaxqsbOurL9bU6fd6nlPtarKXYNFWiFOYNF3u0ERITNIfS88z7K5GlM1oR3tE+0z8taLXoGCvkV3VQ91DZQhpUF2nkL08RA7GFJWrDZLIB3NeH0NmHdd3vbamysaHtxTquTj7U+Pan62qrEyWvEKWHMeDBnUmGQkDsqSsUKqEoFEMMn0KdgcsPxuA4ppDVqaMbbH2ex38ezODuJbIf9WOapwDmLTkJJCid4UHcKLN5wWvyBnDYH3mgi2YcUxhIviVpw8mEsOSQGG1uw+U3aMPYwpDeEcJ7C5ynI3WTeIOJo0QEcHJDhDarj26r82i3wy9Y/+mWLe4NKc9Ql5hEz8bAgqgjPKaE7N6LqR+9p8LOPdfaTDzXwzmV1DA6okCTKtra1PzunrfsPtXH7jrY46dm+c4eFvQ2tcIvevaudp9BMT5qdu3eIf7XYRudvG3f1lN3f6DZbfe9p0zaAdx/Ifv9nj9MAv7OjEh8luvt7dObieZ375D2d/ewD9Xx8Wcn4kNRbka8WlBYT1dk011gW7XefwiJpD9uEiHHLUD71tjSGZrp8y8dGkK2uBw6ITWJwBtkwiq/iLacwY7NT229oj01vnY152qCsjBdGsVw4ISRsBUNsHXSOStm7ZDC9yC06x5FALvqNPrGCWjCzBx5bmjMYHAqEMU5PwRwgNp97u3taXlrB+ZvQLU6Mr/1wVT9e+1537tzklHBCG+sbyjgNLBQSlSsVVSplJUlBzmFTbskeBjWvFm/0OJpJQp4Wfwolaxg6J0Rbm4KYNEFVO6X13mDjoUnN+bNNXzs13sAhnY0W4JTZyUKUSJwWKirIAyVsWEHdJ9quea1u7Wt+eVNTnB4+mJjVzTsPdfXH2/rq6nX965tr+ueXV3EIvwv459dX9a9vf9DX3/+o7368qe9v3NH1O/d16/5jHMQnuv9oUvc5VXxsjuLsEieKWziFqVInZTTQYPUzZLRFBvpMOAMNThz3cSq3F1e0Rd7tmUVtT4PJBW0/mdcOjuvukxntTUxq9+Fjbd6/r1XWjKWbNzR/7UfNXv1eU998i/P3NfhKj3ACH3/1tZ7gFE5xKjh39UctUue12/e0/eCxajiSfnFJCeOhtLujcm1Pxfpe+N3A2P5IjK/hCNYVubpcVFccNZTYKSHvtTmFCTSStQSYQwiCM8gmPAM+vLee7gReUP2qLqoc6hso/WcB4z280fYGIQpBR8RxmJMX875FjZoiPtY5Tl3ra0vamJ3SxsyU9pYXlPHxhuN7OU4J8avDsJDYTh2M1zJBxq2dGEbQE9FME+KMbwFHMTh4Fm7xUAda8uZf7vQ4YgHiw6GKjM7jMHkLFme80XYUGOs5PJ8Q1A5foG3PQUjPO8u6QKPN7MAMmwoD5eDEVfbeyC7iIPY0ZIG3t8sQZg7a0U5J8PZ+a4G3FnjtFoheewlvbAE2FTHXsRqExZCNuap84erplAb7lZwf0+BHH+giJ4WXPv1YF99/T+fPn9fo0JCGurvV39GhvkpVfdWK+o+DTVs/m7b+A1pWfwjntO9AXlF/4NHxSmiuf4CyAsoVDaB3gPBgpaTBcklDYLiJM6WSnocR0rxJCPUtFvWL1KlY0sjPRhkd5aadoYyZka5uXRw+ow8uXtbH77+vDz/6UFf4+DDywbvqvDCmeKhX6mHxrxTkaGsUJ4rZvoSNCo7FIc0UhQ0JlNOn6BkIP95E2gJpCizOhpiv4LahEfLgBLIJ0gGkUhSpu6Oivu4udXd2qMoYSmJHTbwOLye5FiTB5ks57xbLuoWDUC95oSfkPYm+pKp/Z/KWpYJN6DvPpsjTB/bjnjs7u5qbndXtW7d07furuv7jj5qYeKjVlSVtcypY299V2qjL009mSgPZ6aqW1rxlptOsrQODqe06mlYhjV7sOp71pFyWpoWT4pFZdF4/47AEfdrk2Ih6hl+mOuOuYaCt9odePPXMGFfeThtwELOoqNTFqvMhosHbkLpEtTSSnR6ub+9reWNbi6sbmsU5ezIzj5M3pZt3H+rajbucEt7gtPBH/YuTxC++uYrDyAniF9/o/35hJ4pf6v/7P1/of7/4Slc5tX808QTb74nixfAXVVCwuT084iZUa3BytK216VlNXr+lB998rwc4nw++/k73v/pW97/8RvfRf++f/9Ld//mn7v7v/+ruP7/Q3X/9K/zY530cv4c4fk++v6bZ6zc0e/OW5m/d0ZJ9NHr0WDtTM6ovLEqra0o4YSzz0aDKiWQHjmglbagEX2RslHDyys6riDNXwDNJopR6p9QbqhRLZTiFXjFjLmYARbz7DnqkPwh7IC66RgfwCJ5ztydp55+T7fVGWwMowerjm3yTID28MdtBwOIN+MXm1skxDmUOYVqTzZX2B362lxe1PjutDU5nd5fom51tqV4TL6mEfQNsnAQLRhLjVUp0MgpNudHTwH5ELTTT8FFE5qSZXqgjHEA40Fb4OLX4gJjaxc2yjeZwjBSDoAH2UyBHQDvQqeNAZ5AZDTB9TgrjKYMaQk/AQ4N9YJs3Erh89GXkMVioBSK581QwL3VbLV4Wpxdgmlqx7XxL9hpos9k/pTTL047XULu3Kn+DFoh+g216gSY13zQmIDE9yjn5iInMfo+FL9EqluV6e1W6MK7eD9/XGE7h+B8/03kw9vvPdOZ3n2r400809MnHGvr4Yw1+/NGJGPj4Q52EQeSDH310NM8nhE/DCfqHKHfoo080+OHHGvjgQ/CBBj78QENg8MMPkX8kK2MIZ+MM4TMffKCRD97TyHvvaOTKZY1evKjRCxc0Nj7+TJwl/jiel+fZ8Vbmz0So98/UMf7s/OeIf5U4P35R58cv6Pz5C7oAf/nSO7r87ns6D85cvqKesXOq9A8qZuypwSK6y0bD/uIpG8Fod1/J9i4bwx2wrYiT6mhrC9rEJvSFsK2YjXOysQPdUQSVYX1X2gCbO9AtCV2OzU5VdY30VDQ+0qPzo70a7q+qUvKKXY1Xps6rkypzHjhl7J49yJwIS7YR83IyKFxEEA7s8x6WtJnGQ08C4jf+tnpbJY2a0xY2O7TNbNNgU7+1taknk0/04/VruopDePv2TS0tLpDFy36fsL+/Vz09nSqVOCVOpR3Gww7jYH+vphQn3tnWFeW2xzLk5kWA1UW/HEIKcVa26BsCeSoE8DoG1xZu54+na4UtTYA1zED+VtgRjigsghrv4HN4UonKeByuDKcwBQ321KkIAbNWBvXKbH4GGe31wDFPR4WiXMImOU7kXaQU/Y3UaxdHaRNHe4VTtPmlZU3OLughp4j3Hk7r9v0nunn7ka5dv6Pvfriur7+9qq9w4L76+lv9wIndwwcPsf+i9ms1RU6KWR35/iHhyNuJoOO9dJSBVypPP+zOLWrp3kM9wal79PXXMjz8+isFfPOlHnz7FU7iV7qH83efMuz/BXxM2snrNzVjvx94756WcP7Wpqa1OTOrzfk57eBo7OMEpowNt7/H6V8Dl8DzccapTIVKoIgtYmUy587ql1DZhHcvMbmTqDbwwrAYuHU7wo4h8Xxg0FamJkVXk3smccS2AHva3UryLNrKa2la/PNoK62NL0trYeMNoglGg4xIo2IEGm2HmpdnPJlP6H2kyMWyObnGvLi5uKiVqSltzM0oXV+Rdpkv67tSug/2cjSgDcL2XwvhwOspZHpaxgv+VLqTZOStI6+3U/iayVogHOKNIjO9vBd8dcGBbYBUDh0nwvS0sJ9Kx2E/T13HmEQx6TOmsI05guYoGg1AxjspxmOAsHCLb9GmnduJI51rCowamkFiWtyzaXueZ6c8PfZ0He0xxv8MML4UWnW6DtcWb/zzkOuzp5Pa8rbz7hR5e5rXx4vLgbf3m2oBWzve1Lq98nrZpiwH8xhzGncowzHhO744K6Ag8UVanAypu1PRyKDKVy6omxOc/j//XoN//1zD//13Df8//wD/pcH/x/Df0GP47//S0D/+cTr+6x8abGLI0v4X6f/7vzV0BMiCHPrf/yDOAP9f/01e8I//1tDfkP31bxr6/POAwb//VYP/+Dv4R8DAP/5L/YT7/va5+v7yR/X+4TP1fvqRet57V91XrqjrNOCkdJ2CTuT/LuR1eod6n4LLyF8VrqDrZyO3cTc267l0Wb0XLgTnr4MTwlJvnwpVxlhSZIPAaNxiY7GyIc2z0ZjGMZickyZnJE4LND0vNzsvGWaQG5012sIscQbCFs8GU0eAfLoF9EwZ+Mo9tYT+FpBZmjnSrSyqUNvSQGesy2e79cGVIV08h4PS6VRIaoqjmthVsC1NlcopczGImiAs3jFb/ImTwTsTSMYH6LkXFnlumjc1QV53mkwFjbfmW7Nd5BSBjJOanb0dLeAAPp54pMePH2qWTeYess7Oij2eQHsAABAASURBVMbHz+k9Pt6cO3dW1WpFu3wUWFpc1fLSKv76jtKGl7OPWIoO9v1YWI7HAdgFu7AL9sITAI54g7FGnTEHcM6FeB7cOc9TOZQ3BmK349ECbLhbRUXN4g6pw3nRIdinWlyAhH5/CJQ46i2XyX6EEXcQfywDxlEFbIcBycTSFbUQy2EL+yBhmjCN6pzY1DKvfQL7Dae9WqTdvUhb26mWV3c0v7CiWZzFGd6jxcUlbXIKF7lIJeb9Ak6XFePERV2dOYG2qd5nM71Xl0BjaU3L9x9qnpO95Tt3tHb3ntZx8DYe3tPm4/vamnig7SePtD31RLszM9qlrP35JdWXVpSuritb35THweA4Unj6cnt7ivZrimt1xZz8ReZM8NFAwStJ6eMM5BQrYC/JUcEAScFm3hPVBuXBLMRaCoCDw0uKeZ2iDDAwIxAjj6DOIC4oT3La04BeI01YyKBQgbwiTvk/QXPoZ13OcodCFDTqBa6Qh3SOfAZGSMjbkhN1cJvMERsBowHWHsJiPhP7gRQHJ80iecZRRv/vra1raWpSy0/o1wXmyQ3m6n2cwgYf0xrbUn1T2mcON0dxl/Auczof9Rh8OoTJDDiOId74E7BDfAsHOiwdcgvb/7Fi9Aj228pppmvp4COGtpEFSn2NbkEDqCvvAC+IZDSAdtkYDTzpNslr4MOUzFHMzJQxjxY4RcReCmjJIon3KoeDB7Irp/Z02NshOoRDoiNQ2+Xa+JPY58WflOffIvMnlOqcnMsBI7iXxglag8iF57/z8e+vwb+z9b+Gsnlbfw3VfE11tBcSOGEGnEDPAuBtMoOKL8/iy7y6quJoRPH4WRXevazSR++r/LuPVfnsU5V//zvw2dP4DNlnxBk4TSwfh+UlrmLgxDHX8/tcDw5b2WBy02O0vRyTBZD+d+DT36ny6afgk4Dy7z6hfp+qjO6Sgbgip5zFyxdVODeqZHhA6u1R2lFVWirJcyJ1HCqUJeTPgiPNT0NJjk1XhP7XglJZURMx9KVBveyU7tXXraS4CJJCmOAzNn4pC21jZVWN+QU1OCWoP3ysGicO+7fva4dTjO1rN2XY+fGmdm7c0s6tO9q5bbgNJXzbqOGWtuENW7duaes24ARiqw3b8CH/rbvavXFPezfuqwbq1+8rvfFADbB3i40s8Zv2O68PH2h/fkqF/TX1VTNdPNsVHMKh/qLwV3g96pIaYpuqlAUs5R1KWfgzeA8CJYWntQrQS13+WGoLn4Rjyd6soK1/BmpldRd2cRGC2OHgZNqv7bH/2tD6+ho+wbYidrB9vJsXLpzXB5zmv/feFQ0O9itNUy0szGti4onmGCtbNm5wUCIxbwl9uXJKad0mAOjDJUAIz/PwJo/lOwUOeTtE2GAyvDSpGQ7UI23CwoTkCLecC6MRxZvzEWeu6YQo1DyShzbhJEdzXEjsZc6gWk4hznOGg2f+jkIOJ08dDJbJ4RgaBPWgRT1zOi+dfFRW5iqgqoYvclASaY9TkJ2dmvb26kK9yuWyBgYGQD+n4CVRFSlTgPOUBO84VREn9359S/uziziEj7SKU2j/7VA2Py/RRw4H363My60tyq0vKd5Y41R/U4XtHRXZmBc53S3t11XmxKaCvhL9WKJ/S5z4limHGVlFaALsxzwj2u2AxzHMgFHvU5mjbzAbOquoNQJYWocjjIFk8HkTSOHk6RcXwMjJIsyb0xg+om8cTqGTI5+zJzntNg1GDTmPCoUETjqJOpPLrgMmJDPJiyLkzIv7SXktfwA6XDuowIEcPgIhfIRGci6SGD/eFTh9joTp5RqZGvTjBn29jKO/NjWBoz+plHkyW5xWHewvTmlvYVJ7yPb5wFPjY0CdD3MnY0Yny2dVI0+NvPstTM9oP2BW+8TlPDLjW5i2uBntkc6wCz0AHxV3pqe1wzqzMzmtrSeGKW0+aWFaG/CGdejak0mtQFfB+sQ06ab5wDGtrclZ7c4tq8E7IN4dBpYUOhwb8dZkTXjFyhFBDYw/4rycFJA/WyGH7BDH446G9QKXI81PBVmfcf9UrW35nvcCYQsB94phOv+90NvrDbcAs94bXsPXXj1HCWYGm7QAC4E3RPAxk1oxka8U5dkF+64O+Z4ueTZtvq9Xvq8HGM2RIct6e5UhT+HTvj6l/SfA5MRnxBl8f788fABx3tAMB52EsxaacpFf/b3ybGL8wKA0OCQNGTXg9JFOPT0SpwsZE/b69pZm2LA8nJzQnQcPdIOv2Tf4sn3zBJwmb6W9ZXnu3tHNn4hbd+7+5LzPK/MWdbL6/WSQ/7aBNt5+5bitOzhud3Da7ty8oTvXf9Tda9d09/sfdPe7q7r3zbe69+XXuvPFV7rzz3/p9v9+oTv/84Xy30GCWtjwT+TgtuGLL3Qb3DEQtt9RuvOvL3X3y0PcO+C/0r1/fa37Ad/qwb++1cMvgdGvCAOrw4NvvtPD777V5I/fa/HeLdWX59RfkC4MdOrimV6N9JVVjVPFvq6ETbu9QXbynrERtU2nQSz+ORzvVwuwP+H2PyHPm5LFsx3yYUdq+2xC8MGJ9g01sroanAJFTD89zCsXL47rMz4Wff6XP+t3fNgZGxtlS+A1Nzer23wMuIVTP8Omb5sv+g0cicyjD+Nwozw8aXY7bfGIm7dJ2tEUvzAJPYkCmqGAtpwhjnCL0qwwChwbIONNbjTgmA7bLhpoCBqyAM9u02M/s5dJfLCGpToGm6+BKM0z19l85wl7nO8MWSN1qjWc6iDF+REf/FxUQHOkmDm+o9qhwf4BnTs3ptEzw6qUi6FteO1yOGOJlxLKNl9VOHX1uQWtsVHepC9qnPjFW9sqcdJT5HS3uI/jt7/Lh5QdFXH4C/Wa7D84L9YbKjRSFQ04gEUcwCK6DQX4BN4Q8w7Zf3sQ49zZj4RG2MABGZDJQM0FHFYyanAh7KmlEyaQC3HE+ByolfcmdbL+MESEj0LEAR2/UNIUkaXJPZtYHY6ncAheFDSH1Dpoh37G1SozqLCmGAiYHHLKHcnGiVyMASMxzcnRTxmncXura1qfmdHc/fuaunFdUz98r8mr3+rJ999qwkD4yfff6wlz+pOrV3Nq/In4jvijmPjuO018+60effONHp+AR19/o4dff62HX32lB8fB+vHwq6/1AGq4Dw0w2Vff6AH57PdX77JG2Bpz54t/qYW7X3wJ/6VuE3fry690G923yXfLQPgWuu5YvVi/VubmtLu5qaxWk70n1lEeuzYYaPY7wBkCHxDRlfnoVPPyTdpOrC/a0R73m+ZPMsZvusFvG/cmWyB6kyv3y9btcDryNpE5JrHjiJAdAZMduznfhAK1NJiVjYaSWB56EpQkMjijpHGkdUabMF2CfxqRchk0cXKFWK7Ibr1UlDiBEidQov6qc4LDhK35OW0/fqwFTpYmrt/UQ/CAjeXj+w/0GPnDJ491BBPHwsfjCT94AdwnzcmY0P3Jx7r/BPqK8aClD6f3gG/JXpai4/5Lg3ZZ29rwAP4A1OEBOs0pfwRt4TH8Y+z1GNs/fpz/+ODjRw9lmHhEPxnPid1j+InAE/fwoYyfCPQRPKA/J8CTgAk9eTyhSU6VnrTjyRM9njRMQEEzPDGRp52emNTUQ3TdvqeJa7c0+f0Nrd55pHhxTQNsiC5USxrvLGqwkKnT1VXCsUmyhsIft0kFjRT5RFEWy/koQAe7SCd5vdT1kslfSvfrT9yqfe7WiF1lZn/ZUXayasbyKpUL6hvo1YVL4/rok4/0u9//Th9woj/Ixx07GZzFGbzLie0tPiTY77gt44Ds79eUpujMmi2gGO5moJ2YtAWTG2/05UCvPTfDs9K04hzFt3hTaLzB+FeJA52MO9ukZjhbnrGbAs+GNXKRkihRoVBQJ87g8PCQzp0d1dkzZzTQ161yMVIsyRyy4JgxaCPC4pgoZU5dm5nSwtSkNhaXVNvakmOutXQGyxNAHkfhURPW9oj2t8NkAeh2wG6j7TDZTwblWd4mgWXM8Hzj72aFzQ6vsq7t+tr508pwrKOODwoR81hMnaJGpmi/IW3tandxRUsPJzT94y09+vYaztlVPfr6e018/YOeGP3me5y575B9p4f2ge0l8Mh+37Tl9OHABeevnX7zlR5+/RXOHcBpO+oUfqn7yO5bPPThU/g65DP5A9I8PKIXRxMH9CF4FPAtHwa/04Or3+keuM8Hwsd3bml+5om2tlb5yLKDL7gvMZ95Tq29UdYCz3si+4BBTPvt2wLtfJv4TWbf1u2tBX7zFgjr3G++lS/YQOdYAn4ijhfhXK4rwkl0Luedy+lJsuP5W2Hn8jzONSmLlN3sdcQ6JeFXsruRItvCOOZmplq+YtpfpxMOyNoPP2iSr3uTLEhz125q5cGEdpeWFfOVulQsqoATeQSlEn5lSQVoO5JSSUkJlI8iJnwiKiXFJ6KomC/wcQX6uvCa9UfUux2HbbE2t7WrCo8DFTeREE6wSUI4UPgCSNBXQHYAZCYPwL5Fg8nKZZmsaLwhhJG1aCXni+WKipU2cEpcrFZVAHELHVXFARWooYrusoqFYhhDu8sbWnk0rZnv72rum5ta/fGu0qkZ9e3vaazgNFaONZhI5XRfMacgCeMJH1FJFilJE2iiODiFzoZrgP6jLt7DVnsdfIT3ZlAqj1Po8Azsj8X0D+bO4MeffKhPf/ex7JSwTD8uryzp5q2b+o7Tgh94hx/hpK8sr8p+lzBtoI8JwLFZNShcTrbdbyGIjjzIcyT8cgH3jOTPintGtoOon5v/QNExxvQybSrhw1qSxIoJmIyjMtkcXGE+G+jv0+WLF8EF9fV24QzGKjKVJpHI50gnYWbJNryM/b3VFc1PTmoeh3BzdVm13W2iGozvE+zryEZ2Iu35Fm+ABeiSZ3ZH6EUScYd0vKaK4eLMqcArnDSdwnRtS1tT81q+/0TzN+9r/vo9LYKl6/cDXbx+RwvXbzdxC/oc3CC+hZu3tAiWbt9SO5YJL+OQLfNxyH5v1bBy57aO4O6dg/Dy3dtqYcXk9+5oBazeu6f1h/e1wcfE49hEtsVcs/nosTYfPdIGWOdD5fr0pHaW55XubfFeZKp0FFTqLPBBOmPe2VeW7cpn+4r4SBjx4ctmozegu99W4a0FfqIF/jOzRf+ZzX71rXbOlhDJORcgLudy3jYf7XAulzvnSPWSN1nYCyo4g9Z7LZgaTg1kP8Kxvi5NTWmPhWORL3sL3/8Q/u9E8VWzq5ZpuNql82dG2Hxe0IWLF57COLJ2nL90QeNNnCeuhXPILM5gfAtjly+oxZ9Ex8h3kvznykyv4RzlG/0psDo8M5/pPgm0aYxTnrFAaT9pcl3j2KIFk7f4cZ0nvaXJMU66C8gu6AJ5xy9fhF7U+BUQ+Eu6aPTSJeTG5/TC5SY1ecBl+uqSxi8CwuOXyA9/nk3vOXjDWfQYRqGj6DeMwZ+7cEHnz49r7Myohjt71e0LStZ2VZ9Y1Obtx9p7+EQnfNNGAAAQAElEQVTF1VX1p7saLUlDRacOTggLaR0HMMMRlAppDE1wBhNFOIeOwerCLssG6H8QXKut1ngvFxFmd+lxBj1f0qOC1NFV0ejYiN57/x1OBd/TRfqnp69HDey5uLigJ5wcT+J4LC8vc+DfUJIUVQRJUlAcJeiMmWuiALSLnVkTnuBxIPqZtzXpJLys2paOl833MumtDEsfOacoakGKJDlOCQs4iT09PRodGdE7vEPj58bUVS0rdsrTSNg1ywNm2Bqb3o01rS/MaWF6Sqvzc9rb2lTGxxDHiYjjJLB9E+xlIaeDq409kP3GGEygdvzamuebFW5Rm7dsvNjpYIF5rGBOIQf7xZpXvF1Xtrql+vyqajNL2p9aUn3SsKjG5KLqUwuqT4OZOegsaZ6FOdWmAWlrAbOqz86pETALbWIupyk0Zfz5hXn5xcUjyBYWCB+HpTmUiTxuaUnRchMry4pWVg7gjGfOccsr8sRla6ty25sq81Gkr6uswf5O9fRVg0MYFTJ5V1Oa7slne7w7DeUOYRbegKZJ35K3FnhrgV+BBaJfQR1fSxVfh1LnnJw7hJXh3GHYuaO8xf8UoIZyFCCnfBPYSKX9WvhxFi0uh794N3P9Ry3wBXGbBcR+V+XM4IDee+89ffb73+v9P/1Jl//8Z135/AXwF9I08Q70HfIY3oVv4T1khneNIn/PYPwpCOlOiTM9PwehTui2Ml4W1q7n4bjOw/R/UeD/ir0ov2Xby9jiCrj8F7P5IS79+U9q4SJ8wOd/0aXPP9c7f/1c7xr9/K+68te/6nITV5BfMVnA58p5o+Avhj/rivVrE5f/9Gddpq+vNPEO5bz75z/KcAV6GVwEF/78B1340x918Q+/13t/+IM++/Nf9Omnn+nK+CX1lrtUW93QxgwblaUFFXc21OMa6i9G6uG0sIMvwoW0gSOYcvIsnMPoaWfQdopqbbWkMG5t7J4E/VYuay9gZxne2YhXFV7KVCjE6u7t0rj9AZkP38eBP6/uns7Q8P39fdUb2DMpqLe3T6OjZ3XhAo79+LgGBoZUKVdlTmEUxXIukjPIDBmyh4fH3iedFlqqdoTEPEwGef035gjDAPo6ymzXabz3mTJOrz3jM3farIleZU4HR4aGdAmbXqQPRs9g12JR9iOels/6iB0upC7hoPttToTm5rTIh7aVuRntrK8qQs7wV0SDXIBkZeA7yKBw5doC+2t9tJoQKB13Qjs8402yuOM4IfEbLgrNpI5GI5rTQkKnFswptA8KfHwtcVJvKNe9ynxoLe01ZChDK/sNVWqpKnXA2lw1eipIy/teqUMPUCdvQ2XC5XodWlep1ggwWQc6O6jHcXQiC6B+nQfI1AHfQX0DMsKkO8hrcWmmThDSQauchFaobyiTd6haLKi/v1cXxs/p7Nioyl0dcoVIDHhlOIoZHwZ91pCY2wyHc49H9vY+1QI2yE6NfBvx1gK/rAV4o3/ZAv+TSnPu9bztptUQbGnzLRO4WCzsdxs8zuDm5LRmHjzQzMQjrbFxydh8do2d0fCH72nsT79T359/r47PPlXlk49V+fj5qJLmmUBPK76DtAHIAm2F2+knn8jiWnl+AaqfXQbtqRpox9O6PlGVNuX4FN7wO+ghKp98iq0/OYqPkH2ELKCN//hTVYmrfkx+aMXw4SeqfNACfQZfRVb98GPSGj5R9WNAOVaPyscfqfLhB6p88P4BqvD/f/b+w7uSG0n3RT9kbs9N7z2LLC+VpFa3umfmzBwzb717/uR3113vzHT3tJNavrx3JIvem20z7y+Qe5ObLJbtKrXUYlZ+CSAQCAQCSACRYJGFCxfUBiw0+Hwckpzh8nn0u8DY+ECdjJFBMPbJh+qemVCAs1JVXfv726rv8bW4VlE7jmBnKMJYOTbHKTY1aTYaIRunwEPsF2yARsJnkbNBa5BO3DoaZxOwvPsbnRKhDSWSxA/ytBqdc3JWG6H9/7X2Yrv6+wc0NDiozs42pVMB+U5BkFGxrQv6mKbPnNdl+vkDxsj5cxc0OjKizo4OWXkzoskz6KSraUw268bzMvji8Ju/2gqrw8MzvOMH9b1jiX5gWTsTubEffzEneBGb1Rg4xmw65dTR3qaJsRGdmZrQyMCAujoyyrLBNefOC7GNLRtdMaZV3ld9fVWrT59oZfax9jhZifb2+PhRV5qKQgwUmo2B6MEEJgVNuPXSyxgSuJayx4u444RG2uiHsJhocwK94Iqhvwqw+Nv4fIRBcRCnvda65qY/9u02LuNowtI/LSTWQ2eaQHN9b5DyYUAkgeOjAYBq81yKMONCZVygFEiTTtv7TTwTBGpFtiVt8SOAPwsylDVZGS8zRC5QShkPixtIu7SyhiCl7DFkAvLeCCYjja4WAuSmGdnpOKWUyyibbVMHH6J6x8bUPzWl9qFhBbk2SSnAAhDbWxMqQueo5fNITK7BxgrRt7wTCYmMZvwtRf1YijkUaYLo6X1qgR+LBYIfiyI/hB7OOTl3Mt5V/c4dyv9bZDrnXly8dV7k6574GqlyVdrY1tajp5q7fUfPHj3W1uaGMoW8eqfGNPbxBxr+1cfKfXhB7sykNDwo9fVJ9htKXwbjeRWs/HGek2hNnpflNXl+TGE/dnqhPv2JHe23vBo4dVA/th0Ag0OShWz61TuArUEP/D2EveRb3gA8/eAgn7xuA3xdvVInaO+WioYuqa0TdJBuoIN0Z4/UDZ/Z1epig8tRkvikC50yXfB6wNvVhUzQAbpIdzfQS9gHbRBZfDzQ9JjCSzMqfHRJQ59c1jDjpgs6ew9FpV0FIFsrq12R2jktzEcVZTmFSfM1ORVLhoDQn5wwlG04ezQ2k/q7XSjj626GPvH+H1THLUOAIdLpDCd9eWUzWQUYNaoFwnxKp3Pq6e7TxPi0Ll74UFc+/IWuXPmFPuTjwIXzFzU+Pq7u7m6lUyn4a7JfPHO4IX+uGYcE+uLA9MfifvMLzR1yH8SMZvBlD6g/8kijLc12BYxRx6lIxEcLi7flsxro7cbZntL05IS6cMazOInp0Mn6xp8MUsZ3Fp0Sb29pb/GZFh/e19rcLB9EdjgNr4G6QuSaMxhICihA18o5Jx4JlMQdoXM8n4OxJXT5PNJyPJ6HcwnNkd8EjMdSeu5yrRRz3l4DNqaMzYpizue63/JlDAafa1zG3YSlDc30TyM0Wxm8tqjfHEPNMCDDOYfTHXMyFimm/81Zcc4pBDZ+AnokkBgPLXAS2QoIE8TEG2Cs2bg0hNgykFNg/+JQoUGELQhwwFwUSHWE1U6A0TnJNJ5DODlPa4bUgAz7sf5WNPmDKMTdyygV5NTW3qOB8SmcwWmcwREFHawRYVaCxxlwV0PSLszJ/tRLjGMY0wY1rtiH9oxpnYWe8AaP1jItcYu24g0knrKeWuDUAs9bgFnleeLPkeKc+5ub7dzfLqNVCedOkGcTYJPJ4uYQVmuyX4eutQ1tPpnVyuOn2llfk3Vu79CARs/PaPDyBRUuzsiN43z041x0FHEs2l6NAjxNtBE3NNMWWtpgcYPFm7D0c2jU6+nEC+8Bbch8lzAdW+UVkX8AswnpI23OSzji7PiTsFAgNDR4i4TtpIsNvhxhJq96mFGZxX63GmmjVNXSTlnz69t6srKpR8vreri0pgdLq7pv4CT44cqantDn85vb8O5qvVTWHicaFcZHNZ1WPZtVRN0RukWmTy4nr5PV14wXoLU10I4eHejVQ3v6O6ShPgVTI2rDMRy5ckHDZyfV0VVULoiUqu7jAFbUnXHqzabUlQrUFkgZNoghp4T2o3MByz+7BrSpy/8WOpzFGJoN29cFhd/jfcL79U5qa7bOhCVx20DH2MUojs2Sg1yr1rW5saX5uQU9fvxMTx4vamFhlQ85e6qUI2yWUsAX+hAEOI0BJwxhECoMsCwb0aheP3AITb7JfhEcGS8CWf94N/ZNGkWEMSlO+2IcwhS78d7uLo2PjmjKfvxtaFBt+UCQPRzj03jFqaLH/q7qSwta43RwdfaJdpaXpFJJaeSlQMiYDpEfUI3DwE4uqdZCCDGQj+sF1yF/EuOZ3FbqAM3CZCVRIiaaIEn75/OPV+U/X6KVQqNak2abA1iG5SdI3uvjzyaPhT8tmN1ehICm2Psr+8kc3mln/Y9djN/nNeI2lg5gPAeIZGUSEPf8MX1tkEyGH0+xgy88GZGTdwjN+TsB7gRaK/+L8o3u6iGOaEqZIK9ioUs9/cMamppW78SUUvbRMVeQXIb6Qw+H6+i8Q5hR7NKKfAucYlqkxhUTGgigN2OWel1YGYPxE3Jb7AhOoh1hOE2cWuDUAi+zQPCyzNO8H58FWAbEjCpmXfkwoAtZlLS9o9LyinYXlrS/uanABepg8h49e1bDFy8qOz4m19ujmjkI6ZSEwyALU2npdWD8x/lOoMXwNBERfx4pxZxuJAiJv1soFdKed4cYeYaI0FAnrIehjiAVqA5qoBoGKmP7Mot5CVhYYedm9Fo6UJQJJELBG9N3VfL2WNw3KhFOXVmPlzd06+kzfX//ib68eVe/++p7/T9/+kL/93/9Wf+/P4A//kX/95/AH/+s/+fPn+s/vvhSv//6G/3l2jV9c+eOrj98pAeLi1ra3dE2A6SaTSvOZVXDAazZnybBSVQLIuIenFT5MJdRnGF8oJ9y2BEHMcQx7JyZ1Mi5MxpmE93FySK9qJyLNFAsaKyrXcPwdVGXbZTt/1z5zTQbZieclqiqKqeJNTbktmX8+79V7gdQ4Wgd5gzGOA90Cdskxggn+isrq7pz+54+//wr/f63f9Jv//OP+t1//km//92f9Yf/+lx//MMX+uMfv9Cf6P/P//Klvvv2ez188ECrlCuXSjiMkdRwDBP5MbTnYXU2G2xavQlayzXjbx2eVPFbC3t1QasOgyjGuYs56YtAPpP2f2Ji5sykRoeH1NWVlg13L802lL6PiFBG5ZKitVV/MvjswX2cwUXVdrf9b9W1cZ5mEjYEGNjgN/hekNXsoPrESx7GZ9nNkHhLlNTJd5MHNZsMRjoJzfy3DVuqOBCR0JKnEX3MHjg8OgA5xLmJvN1tIt+u5A9XKrG54512CvwziesVlyP/haDhjrXDmTwL+UjojkGkRZ5OgKN8fAL9gJf1xg9zpo/DkHmDfQQ3o9qp7kKl2Ct0DQ5pYGpKQ2em1TY2KtmHUNZ1kS9OLz0UKm4gwgqxh6OFyIxj+TFBym5SFpzi1AKnFvgRWiD4Eep0qtLLLGDzrOXbzGqwOBudeGdL+6vLnAyuqsxGJsPE3TE6pq4zZ5UZn5brHJDSHXJBQc5lpSAlIoQICV4DDp7jYBlgtpdHI8+2QU3YJuk5OIn7vUHv+PK68uD2kpuhT7Q8sI5PWRixCNZZaT3YsNctTW4dRKAGShVpYzvS4lJJT2ZXde/hvG7eeajvrt3Wl99c1xdfX9XnX13VFziEn3/5HfHvoYFvviX8Bnytz7/+Un/56itCveMPfAAAEABJREFUw9ee9tfvvtO3OIfXcQ7vP3mieZyH1d1d7ezva79Wl9UtnFbh1HoEgSIc2MjRa4SydECPojNPKY1TyGlmipPm9okJDUxOqZNNQpjNsZFOqbuQ00hnUWO9XerryCubwgJxGT+lzOioygW02HFCqCZI0/5/7Lt1lBC3zZuNeMKAjZMIK6Wa1la39PjRrK7T5998c01f0ddfffm9DvDXq/ryr0n6m6+/1/XrN/T06VNtbm6oxkmwc8gGvquwNqkXmJU+eUHOD0Fu1m7hcbx9/dZaw8skNGrjXcRMyuEMdnd1aGpiXFOTE+rhQwbfPxSaGGNljMqDMVqryH5UdGNpQfOPH2l57qlKW5vi6FYB862dCjKDKqT6ANvbu2JiktALsx4n127LOQmW94+CpM2HrTmePsx5ZcxM1WD6G6Q0JLx5YHUeAF1iA2KaNKL+dtbDPtPR7UfhjG75L0AM3SCcp6NwXnbsn02xOFbuDcB4hJtnBJLY6z6tRC3lVC9kFPR2qmNqVL1nJlSw/y7Q3SHxDrWqzFRGHQ4ImO6GhvLvMzipmpNo71OHH1j2aXWnFnjfFgjedwU/JfnOOTn39ngfbXXuqD6S08FlO0H7kl0pq7K9qd2NVe1tb6iOE1Lo6VPX+JRSIxNS14CULlIsrzCdlbMvfEFImpuFRq1gWrep/Y1hujTxMhnG87L8d5FndfytaNUDWbbk2cavNbSeeA4QEl/LKcVOM5UK5E2NjekWTsqkvX1pZbWiRw9XdO3aPX3xxbf6L06E/uM//6z/5ITod7//i/7wx7/qrzgIN3ESn8wuam5h2WOeE+C5hQU9mZ/Tw6dPdPf+PV2/dUvffo+z+NWX+uNfkPFf/6X/85//qf/47W/1xz//Wd9fvaYnc3Na5+S4VK3K71VCepixZc5rjTFUbYCtsCLGWE2xarQlDnhk0lJ7Uam+fnWMj6traES59nalOSHO076BYk5nBno00tfhf/zOBTXVY05XVFGAg5jmVDSdCRXC6xzysAUj72dw01ZsKeBwHQIXygW4EXGgCifCuzslra/taGVpQ4vP1vRsflXzwMImFnx6Rc+eLWlpaUVbW9uqVmrICZTmPQ4DZErUINFlPjysVT6tv/eFQs0N7rtRBYEHglrjB8SDiL2vxpHlGLCvp1vjnHJMczo4NjKsfJaTDb7S2HvJoJc/1U4iikv7Wl9a1MLsUy3zrm2vrSgu7yuFc5kgFvtmhQhvzguiA6y+g8p9BAZCa/9xyPdOkq/T64UWOG639502RWyO9CDh66ObLE3y8Ibg6MOTIKOTb2ErYuixbMQEUiNM0jZyWuAsDsvBHRN7NWLmVoOt6Ra+KWp8HK7zXgRdbcqN9qv73KQ6p0bkuooSc7hC1HAgMBAxPS1OCIUbGm1UA86RNug9XIhuVCMf6vQ6tcA/jAX+Lg2xV/nvUvFppW9pgYNJsLE41OtSpaQyDmFpc12V3W1FODC5zi7lBoflunEGC10SJ4NqzubNCdqZDg05aoQsKLaYeDRpbxpSv/8xkb9X2NT3TetvlrOwtWxL2pZpQwDNQoPYRFqYIGJtimUbxRR2tlDw1qOa9ktlHMFdPX68qpu3nuq77+/oq6+v669fcjpEeO3aHd17MKtnC2va2CrhNEipdMH/p/4OnPrO7n514uh39vaqq7dH7V1dyhbb5FKhypwYbWxva35xUfcfPdDVG9c5afxaf/78c/3liy9wGK/qzv37mn32TKsbm9pDlwpjp8Zu2H5MyDeX4cBo8q2pB4EMtZCWIl/246YNp7DYP6B8R6fS6ZTCelUd+DgTfZ2aGunXUH+nisW0XFin1VW5oO4dYvwW4lQA1W6L/UOjZTPo2PgFChW4lAJhrDjE93CqlmOVOSnc36tqbxfs1LS3U9UuYSv2diva2y2rtF9WFYc+wilxcgpcAJz8Za+vGdbCY/Ac0Hzomf9+D9QwLZ/D62t0UitOoiUSHVlh6FQs5DXMKffk+JhGh4fU0531hx2mCOYUHSLFjH4+jIgTwP3dHS0tzGthblYby0sqb23JVStKkW//d7DpFIYISN77mB6Jk0p5Go3A3wkVRUyZJo5we7bTR6sFMBcmaqX8YHH/6lKb9VuEHgaLQ5LlJXEyGgQHsRXG5LzyjjEFGvG4EaoRxmJuPQm81+JCLKLiNwIVihIePu5IvQGsrUEhq7bhPnVMj4FR5Ub6pLacxAc98S4pRHLgFAVijSBuYxp95dul0+vUAqcW+IlagFf6J6r5T13td6F/jBA2KKqWVdnfU3lvR7VySebMZQoFpds75PIFKZWRwhQzt8RuX6wWCUi+9HbkngTIb3+jNPfbl3+Dkifp/jLaSaKNv5VuuoPYVutWOkZl6cUP5ul3mLbcyy+R9v+7yvsVra1u6t7dh/riL1/rj7//s/78x8/19Vff6NbN25qdndX29o5yuaxGx0Z0+fIl/fKzX+k3//zP+ud//W/613/7V/3b//g3/ff/+T/0P//X/9S//3/+Xf/r3/+n/vt//1f9+p8+05WPP9T0zLT6+3uVyWRULpe18GxR165e15/++Bf97rd/0B/+68/6+hscwwePtLiyrh0cjBo7gICxkQrTCoO0JNukOAmHUCHbXVB3QTJe4Avaisp3dqkNhzCFo1jd31WaDfRQd4dmJkZ0bnpCw2wm8rmQttfYMdTkcIYdNnFxDA37UAtRbIXYOAGk93g7ZLeC5Em3bWyM7UgeCtK3TZJlvzYoGjBOHBAtFyeDTqECl1JAKJ4xtCgKJRzFAPsHQVZBEy6jwKXljB84BRjLYTdsiCNv/yfRxhYEbirjFpc7BlG/0SR7vh0aovW3XO9CxmH9zXYcUpKY1QIcEO8gJsukQ3V2tGlyfFhTE6Pq7mxXLuOUTkk2zDEq0yLOoDmEfFiJ90vaX9vQ6tNZMKfS+qaMFlbrSsWRQpD8vcIIi8bWK0nV1Gey/DiPIQFHYCA4ejeIsLTQG0SkthD/LlHTK0YPQ8R7EblANg80UQtCJQhUI89gecZrZQyifAK9/WUm+YEQU4/BlI3tQdoCD+Ke5hNv/mgta/EY28SIOQTv9ZE0Ce4kn/fdxy18NWDltpKSjUUbk4eQvyzXEJGq07Y670kNJ6/COxF2FtU3M6nBCzMqjg3zUblTHKfLvzD20rAOxLw4ia0O9UbUwY1IWniQPI2cWuDUAj8BCwQ/AR1PVXzOAjaVG5GQzYnspAensFYp86G7qoDNUCqbUjqfkdKB2MFIAbxWxFYAQyNppJfDkX0MbBD0o8Hz6snUhfxWt5VtRVOIp/kH2z5sSiUOqIHEnE4iHdtKCWKIpUpd66u7mnu6rPt3Hun697f0/bdXdevGDc0+eaStzTX6q6quzrzGx/t08dKUfvHpJX32mw/1699c0We/vqJf/eoKzuFH+tVnH+uzzz6B9il5n+o3v/mVfv3rT/Xrz36hX//qE/3yF1d05YNLunh2RlNjY+rr7JarSuuLG3p497GufX8bh/C6viG8ceehns4ta3NnX9W6bTIcmjsJR8U5RzxUYE5KnPJx/zmYPPFxIcjllMvn2R+EimoVhS5St224R4d08fy0pidH1dPVrjwOY8jYDMo1BZVIroZBIuf3JsTUepmtMGwr6UicUuihI9Arr9ZSL2I2HstziWxruyPNOxTjJsQoBQlbxB62wTJnwF6n5+F4zRybsCQMGQMBUgNCR7tdJNpOPpICHLwwSGO7lKUUuBAQ92FAHLDpdj5NHhswB5CgGGcwMtQjOQiBgxclHanAQNrirZB8DrlhA0k6UOjTwjEVOsatYKcYR6jsO8tRE3GelmwFpHd+W22HiNHRoJbQ4gDb0kVeMc/Pw7lYEoqrpjCMVWzLaKC3U5NjQxofG1Bne1Z+XxtImE0xHRO5uiRgH9RW11WaW9DOo3ntzy8r3tpTyPhNITKkPi9eNjIOQadTXj5ABRkQL9j0qsu0beKQ1yScBCV1WAG9z8uJpnor1mlNjTFVZTxWXKhykFIllVZUaFO6p0/ZgQFlensV8rEoDjOKm2OKMjIDv08135HsNzGn2cX4fchgiI4htjRWsNCDuIAfLeTJupX0UdWRaHSD5RFCgSV5Jp1OErov/7LwOBuKOiADhWMQNWBOvPVriQ9/1XxWYU+3iqPD6p+ZUe+ZKaX7eiX6Wem0xJyVwEa2KZCEJjtAXiAxyyQgyu2g6jkkFLMIY4xc0+d1IX85/zx9nFrg1ALv1gL2Dr9biafSfiALxGIuTSDinBTGURUSy3cQK0w5hWnn5292qZJteJyOXZQ7RjlMGrPhkPLKmLEb0EIvg98kGOObQC+4TMYJWUZ+G5iok8oZHcRedyLGQ2C3OTO2cbZucGyCQjZNklO5GmltZUcP7s7q2y9v6i9/+Irwez3hhG53a0uFbFoTo4P65OOL+h//9pn+9//1b/rf//u/c/L3G/3mn3DuPj6rc+fHdGZ6SJNTQ5qYGtb45IjGOekYGx/RBCdyMzMTunzxrD795AP9Mw7iv//3/6b/LyeI/9f/+nf9j3/5N3364S80OTypjHJaWdrU9ev39Me/fKP/4pTyq+9vaG5hRds7JZVqkW2HZZdjQ6eYBuIc+MXenAVrUxBKOCUOBGFAFM7AKRM65fMZ9Q324RDOeEyMDKmbDWImkhwOobP/94ZDyN5bwjaGuBFa3ODTsWyn0AAJb9xGSFbr7VoTz8WbuRYCa88RHmgHaSfrVuecAuCCJB3TqbHVLymAFliIKrxeZiG1pgPkh3K8aiAS32AcPIFHAN3sKOzpjWy82DId4hACZ7aV822Oo1gRDnpEmFQN3ecRUrfpYzwxDqFIh2GodCqlVJiSxS1MBaECF1DK+dDijZSCAJ3Id6aZCxVSPgxCeAPF6EWTff11+qpuehgausRw6YQrPoH2t5DckcKt0htxCzwanD5uhRztheZi2lJTFFexjdTbXdTYaJ/MGRwe6FZHMVAmJW/vOqfXCuqKg4gydUXb29qandfW/ScqP3mmaGVD6f2asvRdOgo4IXRYwckKUwtdwNOSUJq3i5Xs3y3US65j5RJOIxqSVPN5SDmMPZ/XpLybMKKldURxxi/vELpA+wbGTiWVVaa7TwNnz2ns8gcaIuwYHFaQzSuGx9mYshAZMUDMj/aOX6QZGWZtg4i3siWOnvwrHcFwHLxKvogPybfw0AwIOzJIGumkhIwPCiFPyvrBpNe/fBHYW6uQCQUxiFAmiqU6YZ35zn4DdjkVii8l6p05o5HLF+nXGeVGRuSK7VI6IwVp8eAdcR6yNYHyDjnOcgiRwMgQNThgobjcCYDkOSx8M8RvWe7NajnlPrXAz9MCwc+z2T/hVsfo3oRfQEjbnKtIYjfnDOy6gyCWC2MphM5mxzuEqsHcvMlrRl8aOnITxI7F4CWImKw9YI/gexGs5hiek4AIeahxwefTyNOJgM/TLXxHQIzX8SVh0/Sw+GhMAZHWKSsAABAASURBVA92UNVKrO3Nshbm1jkVfKrrV+/q6re3dfvGQy09W5WLnPq7u3X2zKQ+vnJRn/3yI079PtIvf3lZV65M69y5UU1M9mlopBMnq6ju3qw6u1Pq7Eypoz2t9mJW7YW8OotF9XZ2aLC3W2NDA5qZHNOlczP65IPL+tXHn+g3n/5K//TL3+iXV36pc5MX1dXer73dup5wWnn1xgN9891NXb1+R3cfPNbi8qp29kocNsdyksyJcMRsgrBFX8QVh4wxB8QVwyOFTgphSvEBIl0sqHeoXzNT4zo7NaGxgX51ZHJ+Mx1WkWsnWrEVZRyZPMPBIDC6wSXyPZ+lGyAwQ5NrsdeEcR9Ha9FmXivNKm6m2ezHdcUg4qQzsh8nJBTtwNtQiO4BbbDXi9cNZ1DAJXTEeFqk5NWrI8vATgxxtJGSLrTSAHvAV7c8ylGCfKNRxtMgOqiMcwe3qJfXHL1inLdIsfEAmwIEq41DR+jgs7QIjSbGndjIWdmINtTsIwDjNfZ0R53BAZwCOXiNX5SX1asXX1T34sw3yEGLI9yWThB7DZK4iDsg9E1gqcDsY1Asm//sdLCN08HRkX6dmRjW6FAPJ9d55bKO1lGUD2gxTqPowAjU6lWV+FCz/viptu8/Vm1+RcHGnjLlurI1pzR2SmEL69eYOrA8z1iSpRLQa9hNCaRER73kci/Ks4yjsNRx7pNox3neJk0zaZv4fuFkTkM9DFVPZRTxPrtiuzK9/eqamNDoxcsavXRZfWem1dbXJ5fJKsK6sQl4devfRrX3WiZGuoEguS1hSFLeJpb0cPT5KyBKwHXC83iOpQ0ncRv99dBQ0zOjmmys2hixuLP+sH7hHYmZeyIXqAbqnPYG7UXlhwfVf35GA+fPqTAyLNfVKeVyUiqlGAc/bvRrbPMCsrw8C2NHDsAoVl8gGVUvvlwjy8I3hW9ao/xpcGqBUwu8SwvYu/su5Z3Keu8WYNZlefHTYnwYd9Ba0VxW/M6EzY5cJA/4fFnXLKsTLpukjdwMKXEYtYwjaEpiXVAC04QycB3ktcaRdRIdFjXprCjy0A97HdRPtc34kZAEt9cTluSm0TGocapS4TRsZ3tPT58+03ffXtMXn3+pb776Tnfv3NfG2oYK+Zzstxz+8pef6L/9t9/oX/751/r00ys6e3ZS/Zxe5AsZhalYQRgrFTqPkJA1XDEVRwYzDATnAgUupVSQUhAESoUhm92cOjo6NDgwoHPTM/rNZ7/W//qf/65//1//S7/+9W80PjGpFF98F5dXdO36Tf3u93/Qf/3hz7p9+56WltZUYvNL9ySOXihRjfwV8WwoEMcR/hCwU2nieCV0NgzsBjK5tIaG+nTpwlnN4PD2dnWpkMkojSD7UUvfCKznTBawcepptEuNy+pP4OSgGQje/m6R/SIhqIJWMe2KUSfycM5qjlWrVVWtlGQ/kl2r7qtaLSmuV7B9hJ1ot/jQEhvqYouFznXsUVOMwxHVKopqZUXwJ6gqgl6DXvN00pStk280e0dTONcBtrd4HYfF+J3qCpmt6WY5/y7XkVNBl32Vy7uqlPc8qpU91dDPypizY7B4HWen5usoq0q9FdpTLu/L/p5htVrhQwA6Y5zABdQTJmA82YljSOic2ULY6Cgo8t7upMZj4uPWtMMWTkFgCBSgY+BEGAuVVWAs9vV0+nF4/uyUBvu6lc8GwmOhT7EfNnHYPiUpxYlrXCppb3VNyw8fa/XRrKprWwr2Kwo56ed1ZHPtZNOmg9/uZMwgziJGaMDyA+KeF30tJPni2wo08WIun9Nka4ae+D4e6B2LeTxGuAvkUikFuazSfIAqDg1qYHpKYxcvaJTTpJ6z0+oYHlKmo1MxzkUde9Sxp51y23yFhLe6reofAm+sXKPA6+rWYD8WvKh0g+2Vg6bB95LAxohlO/rRINYoETdn0PGCxPRpDagtrzb6tJf5eujcOfWMj8nhINpLVAsC1en/yJcLJBkcYQIH3R2kRMoQExr0wism501BkdP71AKnFniPFrC3+z2KPxX9zi3QnH294NYp1RMOHuyNxKys0+tdWgB7m/2PiWT/A4XNU+S0t1fT0uKaHtx7JPuFLrdu3tT8/BNVqrvq6Mpr6syoPvzogj765JIuXzmv6XNTGh4dUHdPl/KFNgVhWrW6wzGLtL1b0RonFAuL23o6u66Hj5d0/+GCHoCHjxb1lBOMxdVNreGA7pZqqtbZFIdZZbNZZGXV2ZPX6Hi3zl+c0ke/+FC/+PRDffThRU1NjKgtl9HO1obu373v9bzBSeGjR3PaWN9WucImN1JyWXsNljLnzyOWP5Wi4THpJqQYZzNUb0+3ptkwnjs3Lfux1h425dlsSiGbnIDjMYMjPAA7dOcRM2RjHb2alSfU47kJ9d08D9uU1GLvUBA4WRjipOUKKeVyIW2sS0FFcVBWkKorm3PK5QNCKUxH0GpKZ2LloGeysU8HYVVhJlIWvkJbWrm8Y79Vk1wZ+RX4pXxbKA5YvAwrl81DKwQJr8kNa8ogw8qyN1eWj/dZ6sgXQrV3ZNTZlVNbe0Z5yqThS1N3nry2Ih8KkJUlncsFKrSl/Fjs7CzAm1Y67RQEsaQ6PRjJvB5Hu4MgkMG5QE4nX1aqmWPxk9DMf9OwKetF5Rzjz/QK6KCQSID2zTGVS4fq452aGB3R9OS4xjnx6GxvU5p+dPDZqW/AmEvhsbhaXcHuvvaXVrU+v6DVZ8+0sboi+wggxrfxJzqYRklMTYs0SI1AatKllph+xBeG85o+H7pGo+xHkNuYm3o48R+dntTE5XOauHJRAxdnFEwOKxjowVEsyuGA2+9H8qOIvonA2za8UfXbFn+rcn+POt9K0RcWYl72ebSE7vQ/1kpo87KRA3vQ13HgOO0NVbdJpFhQrrdHfZMTGpyZ9s5gprdXTDSCVW93WaWGtyv9OqVoIW+xnsPrlH1TnlP+Uwv8XCyQzBE/l9b+Q7WzMSXaqm1onRrZIFlTj07JljJYzine1gIHm8OmKa0bEGZJw+5OWY8fz+vmzbucut3R4uKCAo4XRscG9PEvLumf/uVTffabj3T+0hn1D5oTmJbYeMf0mUEKVatJW1slHMkVZDzS19/c0J/+9LV++9vP9R//50/6P///P+k///Mv+sMfvtTXX9/Q3buzWl7eVqkU+VHgXKJlPSZkp5xtCzQw0qWLl87qN//8qf75n36ly5zg9bPwx/VIiwvLunnjjm5cu6W52UWcQjbHJSU/GUnbEGNPgLNgNfiNXqyYsBXmSCgl5TqyGh3t0/nzM7p8+QJO4aiKbTmlmG1CF3HSUuc7MyEb8gA4j5jiMXUYCFru2O9MXAslicZJ8E6etIb2YD9ONqxNTaHmEGWzaZytdg2P9GtwpBdnKocDFyuKS0pl6urqKai3vwg9i4MVsJeK1FZMqaevqM7uvLI4f+boFYtp9Q20a2SsV3397ThmocJU3TuYnd05DQ51ISOH7Mg7gV3dBfUPdCC7HbnGW/X0js6sl9vdyB8b69fZcxO6cHFSU2eGkNOpdnjaO9IaGOxE7x5kFNXVm6f+osYYixcunIF/hhPjIXX3dCidDmh/XVFUA3V2WrHEODI4OclDb3Uh6bXLncR7Es1PeUg1zQLCAILDeYvR35Cnz8bHRnSB0ytzCnu6OpWjjaHxsiG20/cMA5K3T/YFpMKHlZX7j7Rw/6E2V1ZV4bTQmh+mQlnobNxTNrmt1gSmW6xmrtEaHLEYz0A/5utQ3+Na+hzaYD9ckmPw9jJXTJ2b0Uf/9Jk++bd/1sxnn6jIxyx1tyvmI0kVQ1aY52oU9LOENxoJ7uOyX5Wm2lexvPP8v0ed77YRzRbEsvmaZyPkVaYiXo+D8RjTN7UgVJzPKtvbrW5OBMcuntfw2RnvHCqfkxj3FHvp7ZyTcwmM0TmLW+z9oNnCl0l/HZ6XlT/N+9lb4GdtgOBn3fqfdONt6mvF8ca44wSplWRFdXq9uQVsqWXLgzNkZc2M7ENVLkvrGxXN4lDd43Tw4cOnWllZk63CAwM9On+BU7qPL+rihzMaPzOgvsG8Cu2BwiwsvIUcVLAvrSNjR3Nzy7p//6lu3Linb7+7qa++uqovv7pGeB1c05dfXtMXX1zVX7+4RvqGvrPfGnrjge4/eKqFxU1t7tRUrkp1lKsBfEzl2hzORZvOnzujTz66qE8/+UCXLpxTHxs99tCan1vCsXxEvU80N7+s7Z0Kp5rIoKncKMkTZy7ZXsQ4D+IiVIIm3cZYwObQTqqGRwZkp4TT9ivMh/rV3p5nn+EwSeSdQtvAH8A7hRHFYw+EH7ljSzl7HNSUJN7VkwrMESSQcw5QD30chiHOXUHDw/304TRO1BQOHW3pzClM15XnVG90vF9TZ0ZwrgY1MNSpDpzAXhy+sfEBDQ110e6Miu1p9fS2aXJyyMuYnh7FKexAdkp2ijeA4zc5OQit3TuQ2bxkjt/QcI8mJhK53X1tOKQ9GodvjDpN/hnqnTk3ppmzozozA6ZHNDY5QF8XcUjb0LVH41MDGsFBtzLTM2M6e34S/nGdmR7jJHecvAG1dxSUwmES/dB0CuOGc2w9LPpZL7jMZoYXZCdklwSv8zRZhud46Q+vh8+MZSKd1wtHng8bUZ1BH9WVYTPb1VHU1Niopjn56OcEpI2TUfy/ZNzCI15a/ELJ/k/ozp5KiytaffREK09mtbu+oXqlwncapzSynGd8TpsGwbRAK8ZMnES9Xo1MHxjZ4BM/yodp9zyMEtCalAuUSqWUzuWU6WhTwMmyihlOBEMp4xThCJZDqcbHpzqIw0Ai5KuPKK6/5Yop/EOAan7Ct1kI9c3r8+8Db6xjTBK3U0Jy/O1sgIKIjqnRR0FbmzpHRmQng4PTZ9QxOirX0S4GvdT4SOkLnvBwzh2hOtdMN8Mj2e8sEb+GpNfheQ0xpyynFvjZWSD42bX4H77BhxOynxhtE2WwdnsCkWZI9PR+MwuY6WI2k/Z/ZGqROE2R31Nu4gw+uD+r65yy3eZ00E7dwiCFIzGkSx9c0MefXNaly2c1NNyrdDYl+1XlrM3C38CxQA6L99b2nh7gSH751ff645++1B/AX+y3gX59zTuH93ASHzycx/Gb0917T3T9xn19881N/eUv3+q3v/uLfvf7z/X1N9f06MmctndLsh/ZquFpllG0yqFPkHLq6kpr5sy4/unXv9S//NNvdPniRfX19Kq0V9Ls03ndunVH9+4+0OrqhvbLsSgqmin5Bd8JNRtg05EYg7RxtAA6nDhBOY1PjOjChRkc0SkNDfYqlwnZjjRPCJPQUYN3DBHubKz68jxkl0kyUA3JJpXoO7+bsgM2Q85ZnbFSOARdnR2amprUL3/1C/3q15/q4sWzGhiiLfmUurqLOFhn9BEO9odXLursWRzG0QFNTAzr3Pkp3/7unnbPZ06lndJ+xunKRx9f1uTUqPr6OtWNjNGxQc2cnWS89KmtLaM8X9i3AAAQAElEQVRU2uEopjhpHcCBxH7nz2hmZkqXPzinjz6+pEuc9p6H9sGH53X58nlNnhn1vFOEZ6bHZc64/V9O+5Hd6ekJ7/iZPp/84gN9TPnx8WHq6kffRG7/QK8KhawCNvb1ek3VWpWT6qoiHCYb703bvMzoxnMSrIzRLXwTtJaxuIEhgggfI+RmvEToW6uWONXbk3AKO9ryGhno19T4iEaHh1Qs5PgIQX8yRONaXXXaFgFH2+xLTry+qd1nnIw/mtXG/IKq2ztyyEyHgdK8oIk/aHUa1HIhk5S9xwRHbssxJPoeyfqRJLx26NIMiR67nXMKeBfq2Gx7a1uLC890/9493bp5Q7dv3tTS7BPFu9uqx9jUMR/gBAYp3m8QYjfnAp1eb2mB40PtDcQkRekPutbiNj4j4nUQMZjNGaxnUkp1d2iQE/QxTgc7R8fkurokToPl+839eIfuG9jilPXUAqcWeH0LnM7Yr2+rHxenY3bnblUqVjKJxwfEBkOTYGWa8QOekyKvxXRSwR8d7e0VMtudADMNYB/KZlmqVqXd3ZoWFlZ05/Z93blzT/O2qSSjh5OJM9NTbOjPcRozof7Bbjb5GbkgYhMV4QbFftGtcIy3tr6jR49ndePWXX2HU3ntxh3dufvIO3fzC8taXlvX+ua2Nrf2tInjuL65p5W1Lc09W8GJnNfNmw/1PSeF33xzXdeu3dHs3AJ8bJLxBGNqMdg6n+GN7yqGmsQhuHj+LA7hBU1NTKi92Kb9/T09fvxYt+/c1cNHj2W/eGavFKGrcC6P2iJmrCW2jQkMdUJ23NYqHGajZLOBejnVMifl0qVzmpmeVH9vl4q5tNLwBZzUBPCGIEBHcwZtBBtIymByEOzjlvbx9/GgeQEGsg2wc2hAxXWc6XQ6re6eHg0MDtB//RoaGtDw6JD6+3tULBbU3t7m4yPQJibHNTo+iqM1qEH7jX2D/ZwKdqmjs11dXR3qw+kahDaIs5KEferu7vRyOuHp6enipK6oTCbFAVYNh6ymNHGjT0yM6ezMGY2Pjfj/o9nWVlABx8fK9/V1q6O9qFw+q1wuqzxhoS2nYnsB3bvUaz8W1tWh7q4uDfT1qZf2tBUKymXTKuAs5fM5X2cYBnJs7PGeDsKYfoptsL9X4+sll0MXwGcEiX4RF30jdHJEk3ETMT4iciPlsJf98pjJsWH/m3d7u9uhhWIfTH6sgPaEjLvQnEHeUe3saov3dYN3b/fZkqqcDqpUUsDpaEAdAe0OqOfkG0VMCZ9J3IfHHgf5x+itSduxN9FKfydxU+AkvJ5wa1UN53hvZ0drC0t6du+B5vjgtcBHo425RVV3ccKxFcYVr41HQMQ5R9y9XiU/IJdpdBLelwon1fUq2pvrYhIpZWNIFuetZexGzKsxg7ceOFUJK3wQrNhPAbTn1cY81su8339mSj1j43LMCcq3SemsFKRAgEAn5xzhq+9kjjA+GzEWvh+8jjavw/N+tDuVemqBn7YF7K3/abfgZ6+9TX9slA4m7sO0Tc0GbyKfT54PPYVNlIXG0QIWEqP+vIGdXmoA8rGjWa1cjrS2hjP36Ilu3Lythw8ea3dnD0ehAyfwDCc5F/wpTG9/lxTUVa2XVI0rOFlV1ViwS/VY61u7unf/ob785nt9/e01HMGHmsfR29reh9/JhRm5FPBhVmEqrxQIwhyOWlqlsrS5VcIJXPZ/SuLzL77RVe8ULnLKV2Z9D2QnToGT/T5M6pX/qaBeHJCLF87pyoecVk2Mq5DPa2VlFYfwjr797nvduXNfW7TFu3q22TDIsUVGEKGOXGYN46zL4fDar/znkECZbAoHaUBXrlzSx+AcTmFfV6dsX+LimgJOF5JNd7JZl42/JqjJNho+KZECJBJaDOshyIFDb43AOewacmIberkRTkPMRjeTyaq3t0/FIg7z3p5KpX3vRHX3dMmcOHPC8COVTofq6CjiHPZqkM2WOWrZXIb2pznxy6sLx68bpywMnPb2dmT/z62IQ2nI4phBVkSdTYdsn3o2N/kIsLGmaq3iZU7jEBbb2rSzvUU/LWp1ZUk7O1t8lCjLfmuoyV2Hf319zTv3MeMrnQpkp5wWr1bKXv8Sjn8Z+Xu7bPJXl7UGTE6lykDCyinKpDOhUrQpCMR1aGdicBx9/q22p4IX3/SLw8ABigS4c1R+UJ2pZnYLnfx4yuMMdncWNWXO85kJDfbhtOfTSqckist+jNHBHBpMUKWi8tqGFu/d19Ldh6qsrCvcLyvNO5nmYwAeOR996vSVje0Xq3iYY3wn4ZDjuZh/p1qox9MtWS+LNvx48+U9rHmS04svyzO8mMNyrKdrOM+l/X1tY5+VR3Nae/BE27OLKuM8x+UKtcSim+T4F/HOxMDqdybgR4SX6fOyvLdtwt8i883LHpawoVtnLjFY/0WhVANVHMI6H+PyvBcTly9q+pMr6pua5KSwW8rmpDAtpTIgrdiFknWqkss5l0Re8oz93PwShr8x69UaSK/Do9Pr1AKnFjjRAsGJ1FPiT8QCR6c/lmXFLZr7uH8YEd7WSR26LRbM4ToCYyXPgp8nsJNvuIWt8EQe0LCjc4RYe3+/pKXFZT19Mud/5HJra1u5fEGjI6M6d/YsTuGUBgZ71VbMKWBjGjs2mPbbHHGaIsI9NlrLy6t6gEN56/Y92Snh0somjhib9wocEe4SBV3AYg0OwjArF+TQIMO+NbSffPNO4fz8Cs7lE5msBw8faW19U5Va3fexrZYRm92YHYNtpIucIo2ODPmTp/PnzmpoaJD2CWdjVfcfPdLDx084hVzX7n6ME0uWs+nC2m0gfXDbgDFEUOoJXIR+sVKo3d4R4hR2aWZmUhfOnZH9ltNenKM8O/UQG7ioJscm0uHAOAajQbTMboT5wKRb/EWg2IuyXpvuGpy2sRHGSqF8sVjUQH+/urq6IJkWEc5hQT04hD093Wor5FE1wiEre8ctgwPsnUXal8tnlGEDVmjLU77DlzHnr16vKpUKcSDb1dnRrjwndCFOmHcGOcGKcJLL5T36c11rayva3t5UJp3yp4BRVNX6+ipO3Ko2N9a1vbWpbZzCvf1ddCjJYfcUsjKZlAwp6rG+th8DtU39Js7iOjLNAazhaKbCUDkc11wWXSkT4CxZN4eEIQUt7py4rO2A+6BDGnELYHi/t3eUTBGDlDhAsRzKBNgsQ5s7cLCHB/p0ZmJUdkLY1VFQhk1wKMEfi44CjZvTwWhrS9uLONaPn+LgzIuXThlO1LO8H5zRyuEICdh4TGptlD0SHJN7JO9NEi+u4VVSzBbHeby0A9UsdRzHSzyf9sV5sSJsUK/WVNvbV2V9S9WVLcUbu4r3ynI13nNjNPH0hU00FKFfmvJ8RjPxdwtfR4vX4XndBvwtst6+rJU0mJaEvLj22tSZtmsgZi7K9XapZ3xEI+fPapAPTG0D/eLrpZTOSqwvChj5HoFEeeccgdObXTYgDG9W6k24TaOT8CYyTnlPLXBqgaMW4K0/SjhN/dQs0DotJrrHMloSP3w2aDEUA0FyH0kkpBOeJ206jrMd8NiO4Hhma7pRpWnUiiaL0ZrxH09oWiUI2CUHLJT1esSGfFf2I6Kzc/Ns1NcUplIaHR3V+QsXdP78eRyhITbcWYVhkGzQ06EC4qFjmxo5be/uaX5hSY9xKOfsR9c2d2W/ZTQWJ1UgcgHbLNv22nY2Jk5I3TGnJQmML8WWOK06n4LL1VjrbNbu3X+im7fvo9siOu6owoaOj8aY0/nRYX2VTkldnXmNjQzr0sXzusAmoY+vx+yetb62ptn5ec0/W9KabQKRK/QR9Sp2yGnedKYJE6FHREZdwvH1QDM0pu2hhnCML1PPBxcvaHJ8VPaLPwJJEQ5SjKMT4xTKy4i9jmS13K11tpBPjBpvEzBYlOBltw3ZOvXX2fzaKUcQhGprK+DE9WhwcMifEuZzBWWzBfZPndD71T8wqGJ7B45ghI02tbS0oj1OmNraiurs7FI+16ZspsCJoqW7KdOnYrFDGTZfhUKbent61d3Zw8lsG7ScnKNDsK857ZVKjZPmfU4B17S8tMqp4C5Of0Xr9IXVs7m55fM3Nra0trKhrc0d+l/q6urVyMgYJ5UDXs80dclk0i37eyUt8vFigT7dpHxIG0ftzzJMz8jC7u4u9EhjphhIDD0FgQNCN/19LlThO4EiOihibDi0MBBwk0mfmROSZTAP9HUzrkY0zQnhyGC//9MqIt+c6IjTaOFoe9DHdJS2sMXa0zlt8t6V1jgd5LQrJ6esczIrhNQZULl/+4hT4UtudEG/5vhNwpewvyDruJQXsB2Q/at3kDoaObTTUfqbpJoyAtpvCFEwzViyP9dhMJrZ54geFIJNmFJvawcKPn+/IwrqedWa4TsS+0IxzXpeJ3yhkDfICIJA6UxaKd4Jlhg+5sWq8MEk6CiqZ2rcO4N9UxMq8gHQ8UGKyVkKQ5lR/NTuxOUfhKf3qQVOLfBzsUDwc2noz6mdyVRuzyZovUUJ7G64FRZtwC/fjXiTsRk2yAS28CcLvPEfopXu2DhYSaMloWydOQJxWR7Bc/cB/VD8czx/TwJ7Rd+Wek3a36trZRXHaXYWZ2ARp6vChr9NY2PDmpwc1dBwvzo62pSyUxpKBThUAZv+wJkTF6hUqWttdUvzc4t6trCijfUdlUpV1bGhb77fZbH7wrmKXU3mYMWcAMU4WT7EWLGcYmdOIzKRK5dWuRJraXldT2cXfbi5va8Kp42IhRsxrPoWDyify0r2S08mJkc4zRzX4FCf8m1ZTgV3tbS0rLm5BS0vb6q0j5PHaaXsP6WIKwbcJifmEcsI6IpuagW6C53DMFAXtpgYG9H5s2fAtMaGh9TBqU6KPHMGDc5vwBF8cKOk1xqCVUHQehvJIDrGh8IeMFg8QSNtYhp0gudu09/q96chOAymb7HYrs7OLhzDosIw7ftmf7/CoVGgXLao7q4BdXb0KQyyjIUqfbmtjbUd4nXV+SRv9EK+XR3tPSq2dSudKqhakXbsN7iWY4VhXoW2Lp+fz7XjPLapvdirwYFRjQxPqr9vWOl0QeVSHZlV7e1WOBXk5BCHv1yK8INStDYj0edSGnk5Pj60q1DoUjbb7tNSBp8oTHjhc/A5wjDIIDunfKFd7e2dKrRRfzYnF4TyXekfsRx2c84e+rtcMXqYM2hjzCuALs45r5flmbIh6bZ8XsNDQ5oan9DwoPVLUWlOB2McwRhHMPZjkjFc4z0ql1XGIV59ynv7ZFbbq6v+/8IF9HuaStJyZiXeVsn+PKNjfDvo7/uOrYJjFXma0d8XmAt0ErCBo3JHmNhAStKx7J8al9EgwAUzNHt6OOuZJiiBDa0Pj6PJcTRE0GveVEPdL2Z+Vf6LS/50c5xzClgTAhxDZgnVeQ9C5t7CyID6zk2rH7SbM9jZIfHOK0xJ8Pt+9J2nxmXWa0T/DsFplacWOLXAD2uB4Iet7rS20yTq0wAAEABJREFUH9ICz03nDgr3oQ42+x+mdLC0NpksNCi5YLfUcVim0SxMAKOPNEOfOHgc5T0gH9RuC9MhlZiJOQlk/T1u07+Kg7W+vi07HXzy9CmncutKZ1IaGOzTeMMZbGvL+rU2pkG2MBtkCy9bzWqV08XtXX9iY78AZn1tSxVoEVaIFShx8tgm4UzF3qmqQ4sAm1pPM6lS5Jwi+COTyyY/5ETKpXLaw4lY39jR2to2p0d7KpfritiU2QtvoJAUJ9Yzp7C/v8s7suYY9vZ1wVvX2vo6DuEzLTxb8c6I/w+IlIlj54va5i4RAtFTIgndEpieQAnCIMKJcurtKujM5LiuXL6o8+dm2MQPqljIyf6OnNi4H8qTv8zWPnLCI8ZWaiCWXehlBbBJgyxUtQyPhMdHn3+QyS07HazhNDjs2dHRgYNfVETG1tY2dlimv5dl/2e0VnPkdaujsxfnq4gD6LSBo2a2mp9f8s5hrSpOCdtlTmMWB3J/v4aTjaP+dAFZq5zwlXFa8j6/rdDpeUeGx/Xhh7/QZ7/6F33yyWcaG53yPOaQb23s05e7vi/iKKU8zmZXZ596ugfUUexRNt0uRRlZvdWqk6HCx4FaNZCL08rlOtTfP6KhoTFOKwdIt6nKR4l9TjWjOn0nJ4nG8vR3Y7efjDRP+YEf6MJtOvkA/Zxzcs4pkGhTrIB4Np1SV2e7/J+ZODOh3u4OZdgEC2cwqlcVWzvMqxFSME5sv0hmcUXPHjzSwqPHOIfbcrWaQjo6LSmDzLScUsR5E4kRsbImx6LvAWj2Qqkvy3thodfJaH05jvNTKZbGxmo4xUrsAF1c3qbYhDfOUp7PETOmiEgCGzkUiAG81o/HYTlW7CiMajhKPZ6imgNSa7xJfF1ak/8fKfTWw+4RjQqY4NuHBtQ7M6WBCzOcEk7I9XRK2YwU8iYx3mFLbgo6YgaC0/vUAj+UBU7r+RFYgNngR6DFqQrv3AKtc/yJwpnxPc9zmxwyfIFm6BM8WClsUWeR4biBdZ20xaEdbAoacStptMMwZp9wCAqT1nPQm14xBQwEP+Qdscra5n5tdcM7dMvLKzhcJU5aihoeHvSOVW9ft7J5tpUYwVQ0UzkF/p+FNZy/7e09HIQ1PXu2rPXNHVVrxmmvJIWElSzw/dN0BOsSDpdtxvxWizwrESPVELmQ/BQOTKASDuDm1r4Wl9Y54dvghImTkUgIVWL3pKCPp9j5FotZ9fR2yv5cQV9/D85tqL29PS0sLANzXir+R1kVOzlnQI6TZJBdCEQfX4H3Nq2yRF/T2cAHa2VzTn09Rdkv/jh/dlrTZyZxUnpxFtOyfBPnFCPWYHKbSHJEjrhicHCjj6AnNOMzLUyK/IXKSCSaZBF5wY0Aboa3f/pwf7+E87ag+/cf687dB7pz+6Hu3X0k+3uT65zobm3ue+dvZWVLK5ykLjxb1ZNHz/To4ZyePFmgfze0tbVH3oYeP5qX/Y3Ku5S/d+8x6WdaXdn0juHG+q7n2eUUMHQ5Fdu61N7Wo1SQ96eziewVX9fOdgWnsKzd7bK26eOdzZJ296qcPJbo7zV0W9biwhpY9/G5uSXGwKY2TF/4t3cou1uWObDPni15p399fZMxsi/vGHo7YQMGrTn9sVmP+Aus9l7JaEE/NKpALxc4BcAZ0CvNhtacwWFOPMbHRzXCxrdYyCu0seh/RjpSwDsje604fVZ5X7srq1qfm9fa03n/Y6O13T0F1RoOYV0p2pmWlGZMhbG8M2Q/FgkpuU1uEntvT6qlZe9N/AmCHbTjEG+UkvaLEDSbbvqRPLiNnrxtNlJa0WSxEifB8k+iG83yXgx3QlYrrTXeZD2J1sz7RwrtnbUPWwoCZTk57+jr0wDz7OD5GXVOjskN9EptBSmVkoJQYqzLLjN7A460k+N5ep9a4NQCPxcLBD9YQ08rer8WsIn8NWtozv+H7DbxHyK23dMReeQdSR+WbMbgaEZfGb6Ut1lPM3ylNBjehBf2t72tGvaLqtZj7eyWtLyyJvutnNu72wpSgexvuY2ODct+y2RnV5tfb801ib2DJJbXUPbPxYGq1bp2dvYov4bTsOL/j1jECYXgiMmPzYuhhCz0FTe3XDq4PJmU/xoPr50A1up1ThprKrPB3dnd1cLiohYWFr1zl8ingBUksNvxCEDIvqDQltEAm4XBwV7Zj7rGnNit4OwuLy5rl01zvVaH08kFgQIPp8CRbkDooCOXI2Ug4LaNiqg7mwvU19eu6ZkJXb58TpNsUjo6i8pkQuRGcDZh9UVIBTEFyUluB80RTXCQgx4WP4rYqvSgwCtvh+SQTZI5Rjs7OzhLs7p69aq+/vobfffdNX377TV99dX3+uabq7px445u3bynW7fu4QA+1SKnTgsLK3r06KmuX78F33ee/8bNu7p27Za+/vZ7ZFzXdeLff39D3yLP8u7ibNqfG/n2u+u6St7dew/1dG5BS6vrWl3f0uLyuh4+mdX9h0+0RHx7Z18rq1t68vSZbt1+oBvU//gRDujjZ7pJXd9fvaHbt+/rLg7sVeLfITdJP/R6XL92k7yHOKcPqe8GZW7rCfI3NrZw+utYIBlrEQ5UhFMV8wXEbPoi47lGpoPhJEBGpj3fFCZN9F2MU8gYoHgIKfCI5XD0ctm0hnECZzgZHB8ZUjcnhWlOB+OIDyCM35DSKQrY/wfkGFeV7R0tz876k8Gt5WWfrpdLijlJFO8OFTGmJWcnir5h1N0I1bwsjQ4yNGnvOYyRH1Nh3BLK0s6UeBHERZ4VImaBIfJx+pgsIUMtl+Ub1KQ35BtrE3Zqak5yiomHg3++9cRKIzRswEyH2T3dHXlvdeyKm7UcoVs9CSFOgkNCkj72bM22uKHJYvEmmrQfTWjNOwYbWmY7YRnTW43L4kfh5JzzuV4EUbpD9gtkKsT3yammM8oPDmrw7IwmPris4QvnlMc5dJwYKhXKBnrMuyEH8/EboUY2fQxeJ2g+NF6LW3gMRjYcIz+X9LKhvkkI++l9aoFTC7xHCwTvUfap6PdtAT/z2oNNy8FM3VIpC4ZNuLIZn7haL0sboFnpCDERzkcMIMmKyC7osYE4gWwR8aC+mA2jgSypKStCWhSJbNlC4iS55j94nHMQgBqXCW3CSC1ZJuMAlvccrKARCbmP8pqgt4HJs3IWPg/7yboyp3tbu/taWV/X2sa6KpWycrmMdwgHhnrV2ZUnLZwb28wiw3QjSG5HEKvORrtSqXD6s+9RrVaFOZMCxh/zavr/s8fCbT+8FofYM4EsD5vKYPa0hjtfCNczAnVOCeuyP1dgf4pgF4e1Xq8Yt+wyTkuwJbSSkGKSkfJsrnt7uzQ42Ke+3m5lMyltb29oZWVBWxtrKpX2PK/1f2wxe1DSOWuTAZ3VREhbWgCfsZvqYUbKt6c1MNSjqekxnT03qTNnxjgp7FK+kFZoO0tV5VxNoasrYONvm3/T19n4NCEK0MDqNFCVkhBi0iYXy1htk2QnqrK0ZR6B18hTrLQ1I+BhDqGN+T2cYHOIn+IszT6Z0/LiqpaX1vz/+Zx9uiCDOWWPn8zLfvnO6tom42FbKzhyc88W9QAHzvDk6Zyezs7D/wznfNnnLywt6ymnVE/nnmn22TM9evJUdx/ipD144H/D66OnTzU7Dz8O+eLqqmaR95T0Kk7bbqkiw8b2rp7hhD7mpMt+KdFj9Hz4cJaTxzlOnVdwUNc4IXyGszdPvaSXkIMejx/P6qnXaQ7ep8Tntba+ob39MuOSXb0LZO0/BHayBJbydjoWkmy5j3M0shDRiL1RkPR5pJj3RTh4ROQYE8mPIAfq5sPLxPiQpqdGNdDfpQKn8ikcQhsvAX0e8jZ4R493LcYZ3Fte1crTWa3Mzqm0uaWId5djUXSK4YxAnZFXU0111Rh3dRDL/tkYs9BwNE7hF95mjRdmilzuJB8DHcQPKNRsdT0PUZYSST5jNvZpby2JuMFo8heCeRksHcFrqBvJ50mYyUONC1ZF5EfwWtyjkWfOXhpCjncwbe8g8QBhWQ8ljiEfzEImyoC1wDFuvFYWHodpf5xGWg2YvrHpQHssFOGJiB36nwQlhiN43dvBeBIgn3ifxGu0E5lbiXFrwuJW6hAWE+11IKB9z8HoBt5VYaO6xLiNVcKm+zh7lbY2aWBY7TPnNXDxAw2cvaDi8JhcW1EKUhLlrH9520XXyS81DnMBNS/6oTk2AmgGyzYaySO3NcfQJLbGm7RmaDKa8bcJ/9byb1PnaZlTC/wcLGDv+M+hnf94bWSyZvr2N2uAb18MzbYrNhkb/MTpeHJ7hmbchxC5KSIOANgTxR6W9rw2MgwkTG50JIMlHu8lYpNmebBwG7Nj71WXP0k64KcSbhngOnKbkgZblSw0GIPxGizehMl7DmQajUDeCK0CPPEtHscrPhRhVbHXkf0h+e29Pa1ubGhrd0e2jWzvKOBI9aqnp0uZLAtuYg6xU0GzWHWeTZgcAyTynQIWZ3NErFvkDeUkC9l0xX6lbnGszDGUCTcYHy0nMKfHgCg52IMwlo+zettpRwC7QXbBbxtmsbGOOEmpq4YqNaXTgXq6OzQ02M+pS786O9pULe9rY31Fq6tL2t7aFJ1rEghqqnGiYv0fS9AQylNsXoSOHkIRr2uo2MLAyWEa828DnMJCMaPB4V5dvDSjTz65rJmzE+rubsN+UoAz6LBawBGEh4uwSEwNjjCQrB5iEBpxAhJG9rC4Yh3GIcjKW2g4FndCmlNy8hkoZjNb2i/R5m1t4jjscSIs2hO4tP8/evt7Ff8jl/ZLgVZXN7W2tq3t7X3t41SVyjXt7pW1sbmt1bUNbLdJfEd7eyXVGUCODrJwl/T6Fjzrm5wGrnESuKI5TnOf4Pg9wrl7hOMyj+O4goylZfI5kd7a2VW5FjHmQtUZH7vUt7K6odm5RT2dfaYlnL5N6rW69vcr2t7aA7vUXQYVbW3touuGlnCMlnBwzXndQofSfhXdkIvBYjnZ+MQELRZzUPXiK8b+Hticwn5c+JAi0Hm+8e0aJaIoUoyDEdt4Y7wqqirN+O5szzNOezXDx4TJyRF1dRaUxhlMMcZSoVMYxAqYpxwfW2i8Sqtr2ni2oGWc7Y2FBdV5h1Pk+xPEAP0ZY7W4piryy6CKA1rH0hFWoFUwqAEa5NsGlRDqS2/nG2KP42gUa5J9Etk+bDyaeQchEQTGBt8j9BWhpUVoiAkNFjdQQs0rJhJBiKy8gTRJ0XxKJYkYwgEC5BvIskGB2ZWGO+tCZRl/qjnxqipdkzJ4JYZUDbszRh195qjQoBMuozuz30nA5omxm09Cd4IQ5BvVsgx0OX0u3xbnn3rl5V7JoRMlvW053zQdXianCaNaXNToWhAQD+kUD+wfggA452B1zJQxDmGkEuO5ks4o1dev9ukZDXz4sQY/uKLc+KRcV7eUTjOiBX8TsU9HIo0oC71J7XECfJ/BCyvP5Da2JHb0eRK9tdxR7r4TGHIAABAASURBVNdL/a3lX6+WU65TC/w8LRD8PJv9j9Rqm3Zj1hgLaZcP/INE87Zp1NCS9kketqCw2NhCELHg2Nrc5LKVgr2YdxiNnkjlaQmKirIWWNgsE0AzNNMvDRGliEcTRI/we+FQjN4KSMltRGLoYxv4IyALMpl2m6DXhfG/GOxxtF+pa3NnRytr69rZ3VUqHaqjo+idwXYcwxSOlajOHDTrGdE7/kYhS2Nmy5bMVkGoMAy9I+LEPzLdAQIooRSBOCV5RysgNDiJXJopCIhHsjPQk4S2KwooFqKLbZJDilCdKCLjd874bKtbU8wmO2bzm0oFai8W1NvTqf6+HnW0F2Gva29nW/a367Y31xXbSYu1A9j4sIDKTSQwnaiIjYoMtmFs6owkuz0o4GDL5AN1dhc0Nj6o8xfP6MKFaU1OjqobpzSddnKugswKkupify8bVw7byKAAX9vRFgNB4zZ7eEA2NiwCO89GusHWEhh3knTOUWegwJSDZL9cplKpqlKucNrKblcB1FBR5FStxtBr2ue0zhyvUrmqcqUGX4yjLPIj8qras3xQJr/GJjmmrFOIM+dw7OoqIX8P+YbdUlk75oRyMmnjaxPnb7dUYrxVtVsue1llTqfrNCymcyP0sY8Te6WqdnAud3ZK+D0VlcuRajU2eKhs/y+1QpkaA9fqLzN29+Hfw2E1h9R0L+PAWn7EkJCcBGKD71xxGY0gFlTDMaCPszwP5/vFeZqj/9S4iDdibxbEjTpjZKEgY1U4bZmMU09Ph8ZGBzQy0q/+3k4VcmnepUgBY9s+foShIy4MUVPE6eDOwpJW5+a0jsO9u7YmDIVzI6VcLLpeMQO6zla5xrtgqPPBpE5eBGJyjwPJ3HEDBC+8nZdvdbRCrlmgKcNCHZJFk18GhMVwx/DIwkba4k046M14TH4E6oFT5BLZ4qJ59BkRBHELK8vyDVbGYGIoYtOK7JfvOMZRnRPqOh8W6nxYqK5tKeajSYgz6P8cBePNHMKAMeQM2M8dQ6KB1Xgc6HLkTkrKlHgRYkcbWqE3utxrcLfytMZfVPTNeRytc4hzPjzypH0BMIcwwFy+z+ASiOnTmLEeM3+7fE6Z3h51nTmj3ouX1XXugvJjk3JdPVI2pzhMqSanOmWYHtSE9XUUyPc74uUv+o0u81EfHmQkpJOesTuJejLNWN8UJ0s6pZ5a4NQC78ICTAHvQsypjJ+eBZKp2LGxFLuniBWhHkWq8RW+Wq2rxoJvv0mz2thM2hf/CMctYrMUy7YMjmKhfHkWGHE55xTyeT4IoRvNFhCDsdeJeIhVB7ASxdCpkg12jFMCDRa/8BC14gewUYpsI7ciZvUxeBmUNf2sDREEQxzHQuUDka1l3yZOFdiHjT6b9g1OjVbYVO7u77HO5tTR2aFiR1G5XBa7mMLU4E1MKQtJ2m1RR8MCFvAUXlqaRTyVDhUGAVTjgN9itM1S8iF5DefKibiHk4xVzcASCWi1nIuVCqUcp5VZv1GGkSI8fR67J9k2y5dmA21hiE6mvzmC3V2dOIRtyqRTODcVbXIaumk/HlsuSdjXOSfHxhIhiHTA7pbQ621pg+U1keiIENFk7JVhY9+p8fERTgrP6YMPLmpifFjFYg7REafWZcKaQtoS0qYAmN4GeQOYvKbsw/BkKiUcOGR7PuYLNpkIjeOAZukASoKYfpD1i4VoqYPQtHPwHSIm3yAL3VG60RzGCMJQQdhESkEKsIELDEFKLsAIQQA7UEDrDchygZwLZXwhvCEykjCl0Kcp6/nh1VGYTgaEIq81T1zWDoLWOyZxHJCS28onsebT+fqaqTcL44ZGAeMsYGzaSbc4MbYwm037E/kxxor9mHMun1HoPyI0lHNK7GX146jXODXdmJ3X6uMn2l1aUR0HMazVlXZOtslutjRWMj7MCYyo33TwNOSRdey2nIT/WMYbJ4+Lb6YdVVjc0CrU0paX0CyVxE58IqNJP85paUMz38Jm2kIPyltd3hHh3Y+qNVXso8XislZu39fqrXtafTqn/fUtOWwdwi8cQv2Nk+9B3ShlcbqD2Pu7rY6T8KoaTypjtNcpd5QHw3Gbra28wWzeCse8ahDjmuXNr8QR70dkc0VbQfn+HvVOjmv00kWNXL6ojvExBczlYh4XV80FigLAuI9NBrTmbfUZmmkfthJa4z7z3Yz9hqjT4NQCpxb4O1sg+DvXf1r938kC5izVqdt8tH1OJpZXVvyPnD15uqiHjxd1/+GCHhNfYPO0xeapYqcbLCK2xkcsSjELi1iIBC1GTrJxshUjkAvYuDqL+4zDVSNhlF/FLE62lVdDjl/wI4jNPKJqiPFhk88nyLA6gGOBcy6Uo14DEUqyxTM9PSRbPD3IMfEvAtkvvilUxVG2XzaysbGpzc1NVTgxS2cyKrYX1d7ernw+r5ANuQ4u9LS4D8xKNNBFrM9O9ktc2tsLKrbllcmiv6MClERzK4HSTv4fbVCMXQldKyyXIi7hJkUCIwbsIEyFLM5gezGPXsjPBPLmIx/BjRJHA+ecUi5UNpuV/Q2+YlsRpzLFSViZE8JVreEAl/b3FUd1OYQFwKlxOWJNNEitAbnopwZiBZJCkMYpLhRynEp2a4LNi/3m0bNnpzU+NqKuzqK3U4C9AlEnJzbOQo8IWYaYMEaSgYDbGRpJR648dOSybMMR4qsS7pDhoCy0g/hh9tEYPE0C3deMHgkdOjrnFATBc3BmZwP5ng9ecTXrdcQD8k8qazTn4DDAZ2VaAenYDS8UhqEM8nUZ7WXQe7u8vULE42VE9LuduqdxBjs5RR5hjIxNjKmzt0vpXCiH0yhnetJCU55AfNwSJ1n7S2vaeDqvzblFnME9hdAD5jQP+Oy9OvpqmJyDNxEFLE3wHu/jNVjaw+sn8VofwBkNXXxI3HT3cWjN2zUjjdDnw2v/RddkWVoyrgSOuMPgBsvH91bIAmEngqlmuShWVK2qvLurNU5cn9y+q8c3b2vhwRNtc1oYcdptZR38alwxct8Egt8jlr/8CSP9mfRG7HN9hj2crOlCbY/I0g1Y9k8PSfvMfk2YPQMamMBahCVi8TY41RjvVSb7iA+R6e4u9UxOaPTCOY2cn1Ef70aup0sul1HM/FCnqJ0Ox/DHlCPpbekUJ+Mqkg+Nbu9ZzCTdRETcbNsKVDDWI3AnEY9wnCZOLXBqgR+rBXjNf6yqner1vixgc3bEAmunaZVaTWucdt29/0DfXb2mb77/Xt9+952+++57Xb9xC+fwiZZX11RmEyC/fDBkWEwSGeJDcKw6p4r243U1vribXA8WF/YSfCSOWW4AZcSiJIrHTtAkExeEUmAbOUJPRzCHkAiWmo4jJM/vQwcdGSbHERqEXOcRyDbABhdYpjEjBl3Yx6ALcYTQdC8PSS+8YXsuz5zoMg7gJvba4MRsl02RtTmdTuPcteF4JQ6h1a8TrxgdatRdVRoHrbOjTX29XbITjrZCHt0dpazm2EzjITMKMdcEK7SDlkANqoUSCQUuVogt7Dd2Ftqysh+/7O5qV85OCQ9NohOvGPtg9DAIVMCxLeQLCsNAFT4YrK6saZ1xsI9DGOEQBvRnEIQSoZwF9tCxy8lnu4RswUkI0SuPfr09nZpgE3P54nl9+MEFHMRRf0rJAaqcahIDwxE6vxWqQ4taEBM3yF++HuxkCUxiAXCKeTbIxN789uWbxajE0pZshhZ/KyDLOSfnEtCRB3Eoz4mMk5bgtFksqd3B5Zzz5SQnNQFNx2A2sFKt0MFlZQ8Srxl5mzKvIdrE0oG2QY2s3xlyRd6bgaEBjU+OaXiM02TSLh0oJo/XQ940nGQJh0/7ZVWX17Q190ybOIT7xNM4gwWXUkh+TNwxUTkM4hTI8U8gbqAZ1w9xxbKD+wMEpF8JCU0TqHE5QgNBYgsf0QGfa8h1UCyulssRNwTYwzuOkZTycDKnkAlM9UpVJU4I1xeXNHfvgWY5IVx6mDiE9XIZpyKWzQ/OmaREBT/nUu+RkPpjoGPwNOo3uqOASWlFQ6IOLjJjEh7EzWnxcWg/nds0bmob+zEQxMKWBudD6ytndoEeYbO6k2ouUMT6E7S1qTDYr5GL5zTx4SX1TU0o29ctxxpgP0paC5yq9EdkczbzuxTILsfD6jE7880lqYcXyKqpkVmDzVAnbKJpX4q+9Kb4S/NPM38UFjhV4tQCBxbgNT+In0Z+shZ4s6mX9YQp33lnroSDs76+geP3WA8ePtYSG3/7RRW23RaLR8TKUI/M6YtVqdbYX5U9qjh/tXokC8s4i/uliipsFKpssiqVmnb3S9rb2/e/ZMP/HyXosMvv02oxDmZdFftxVOI1NmQ1QkuXK5HszzoYL36mqtVY1XKkcqmuvd0q8moyXvYJQi2hhixdZmO3Xya/VJXJMJrJMB7rVuP37ebBzUZa2OB5eF57nICYErVqRbs7u7JTwlKphJxIGU4I7WTQTtZS6ZTcC9+qCAkRkutKpaRCIas+Fu2R4QH1dHdyMpeWrdXP9SZ9oAYsz8ViOXdsCQBxGewRR4qimhwnaibbHKyhwT7193UpmwnRte7rTlpN9Lk7hiemfKBsNoMTmVUmlZb9Mo/dnW1tbW+pUi5RRwSPQ1fnQ+eciEgi1MnXYU7sGSxtCEgZUqE4XQ3V09OuqalxXb54UZcunNXk+Ij/5Tb2C0JcTNu8U1hnwwTMQcCBdR4mF9DRJlfoYqHZyuLCfuTqAJapF1uCrMO7lbcRR7yXdcj0allWt/H7sCnHCCfBMx3NoGm+TnopyWjhOaAlOc8/qQ8T6ABwNOPWFg9ohzcFjGhMFr4ShyXfWQwVYvo2os8j1RQHkbL5tAaH+jXJGLE/72L/ZzfEGfQ/4gm/r9sMxZwi5qF4c0fr8wtaezyrvaUVxZwWZsnLu1AZ2mbOjnd8iDvgDfRcW/X+r5a+tMqsKQ6awTbsNF0HgG40yzsAhZplRP4BoNtteUYzfivbhKc320v7HQg8pAA5ARNo84QwgM+RjpiYq3wkquzsqbSxrcrGlmrYtY7z7ZjnHRU64wUxsgRii3sk70kzLU8LFDOjNWE0cbkmYribgBPywR0T84CZanQciIfjR3Sbsi9UxzINQm2sQdT6wBHSPGj2NPsx4xGNWCziTEbp9nZ1jgxrYGZaQ+dm1IMzmOrtZoHJKmJirfPB1fMy5mOxDnggoCHRYVv7v55M7AiPxIO3LpadCtZha8IcwSaadob54IYViQLOQ6fXqQVOLfAjs8DL1Qlenn2a++O1gGuodlJotCaOsVmSLMcXQ9Z22S/DsN90aL82337joFgsunt6+fp+hk3XtAYGh9RW7FDMFG+/uGJtY1Mbm9vaY/EvlSvawyna3tnX1s6OdswB5Avx9u6+VnEy/d/pW9vwJ5BbbBiszH65Bl9Jm9s7Mr49HLi9Ug0HsoKMfcAmA1oFB3G/XCddQta2FpdWNf9sUQuLy55WJd+wT9mNrV3/q/z29f7HAAAQAElEQVQXl5ZxaFe0sbWFfiWcybqsjagu1zLSWf9oD8teDLAHAc/kbo0nlKNP+z+WZZwicwarOMImO5vN4kBlFaZS1OOOFjiWctRsHI5HNpvGIezV+MS4hoYG1V4sKM1xmOWJJTnhjeXYETgXyXmahTGbtQTO5OEICsT1msxhte1VV0eHRoaH/I9eDvT1KR2G2KOqyDzyYzo1kzERs02AAul0xrfJ2haw8ajy4aDMJrBaS2QYTxA4BfDSFHTT85dltFAt6eBMoEZMsq4xsG9RPpfS0ECPzp87o48/+kAffnCRdvR7ehhEcq4OfxMRdqjL0XZHuwzWdswFDfmxwSVxSU7NiwyLHhIs9TwabJj4aB7lmllHM16dapZrhs0SMYZvwk7YfZzB68NGnrwijZKNwJe3ODiJN6aMR0NGk8eXazwo2oj9CAP0to8cMR86+NYi+zHiqakxnZ05o96eLoWM64j+r/H1J7IxQHvtFh+bmJy0v7qu5UezWnn8VJX1LYU4ifY387JMCLkgVAY0x7D8ZZ3LaIyBHzGkfegzjz0s7xjpbZMniYLG7Ws/GNPI93ELfUN9xMesH22j3ty0N0OjWR6cfgj58g1CjPSIjBgQ9XIsahFMD7/lOLIMxCHGOIRRrcZ7FSmD/bOptA9TYSCzpeCOmRdiCxsw2kkwnpPoRot1eMUOVQwNkuUZGkkfWLoJT+BhaYLD2wgn4ZDj3caO1/UK6TSRhlohAjrBYtb2CHtGZNYDpxqoBIHqnAyGxTa1DQ5o+NxZTVy+pN6pKYW9PVKGD3m8F/buiz4IlPwLCZ2Hgyp/OZ42Jgj8bXFPI9UakvRljGZx1PPBkcdB5hHqaeLUAqcW+AlYIPgJ6Hiq4gst0Jx9kzCWUwyvgUC2kMRHp3DFltFAzKaoDlOVY7Y9NvslTtgi+IOUOQN55duKKuAMpjM5VTiBW13f1OMnc5qdm9caX4Ut/WT2mezHTW/duacHj5/gkK35HzH1f4ftyVPduf9Ad+7d1/1Hj/V07pnmF5f0eHZW9zmNNOfOnMwdHEj71fnzzxZkf3tthXo2cTKXVtZ9fQ8oa3XcvH1Ht+7ek/16/ZX1XZzKsuzHXR8/ndXtO3dlOtx/8Mjrt4pDWsZh8wuimacBa7/BDNEMD+INu7wwsAIgYlNkm886G9CAhTmby+I85Tj1CxUGEmu3/AVvo1o2T0Yhhb0tZstzBqeru6dbY2OjGh8f5eRjQMX2gtijwlKXcH4cxxf2d/kCnCEPaGFQp64YJ084RDVFtYpqOKl1wjReVWdHuybGxjQ9dQZnaljdnZw+ZrIKXCBrq1PyTyhqMSqSkzwCNhtBGNKejHK5HGGWutJyzjjky9vDfoQPIrfRnczRMDocyW3kJHb4jIk2Icc/KYDkgIUpwmwoFQshp5qdmp6e0OVL57xzOMopakd7njbHlKkpMDvgJNuPyGIARXX7jaR1OZwoR/8kkA42N4160VSHlxEPUyfGfH+Zhkdzn6ck+SbRkKQSi7SmPf1YYV+Ft0bC73kaD5rSiB0LTIahhWy81g9JiCyr2ABPIyB28u3zTd4J8HknF3s96oGARLijrYdoiuBNRfHYNrGEaA+XZMPO8SEkzbjo6mjT6HC/zkyMaXJsWD1d7cqmAsYCfAxs3+f0P+wSH5Pq6zvaXljWOnPU1sKSIk72U8x1KRya0N5dibJO9k88DU4BMaMAnEJH5zjTn1DkHIW4XAME7/x2snc2gUtq9wZxqmMjQyQphmaInDgzN8SqYcc6iCwvCORD4/VtIYI0i9YVy06AotAp4t2PLI1zbXObxa2cR0AZZDn4nKMi+HjphRhZ0mR5mAxgcm2e9DQeqCLJyblQziCH4gKOmPPtdMxPlpIcdwLTyZygCJrpEcMj2uOYoyikGDYPveJCBxlexGZ5hhflvyndZBleUA61aZGS+Qk+G2MGNS6zf40x6u2I7essLLVUqDL2LzPma9mMXGe7iqND6p+e0uBZTgYnJhX29Em5Nom1xSlQQF8a+BIo6y+HEQKJuq13G+8cNAhGPIDx2I8IpyT/o8L246QsRbITYxdJNs+azCiqK+J9svXQ+lsHF7IP4ocRmnqY+FtiJugk/C0yT8ueWuBnboHgZ97+f4Dm29LCXO9ndJpjqzPxGMiQZEst8VjGz8MFcngfQZhRiBMoFtlqLeLDehlna1fmqNmPb9ZYVHY4EbQTuLs4d/cePNbi8grO24Ku37qlr77+Vn/96hvduHkb2jMtkDc3v6B79x/q+2vX9e3313T1+k2Zc/gQp/Hm7bu6eu0GjuGc7Ffrr3PiOL+w6J1EKzNLWfs7afbHum/cuq3ryL1+6w6ybuj7qzdkTqE5labDMzZ6t3FGv7t6XbdwGM15NMfT/t/jPqeVdRasSrWmMrC21dkwspeyJRADJHYwe1jCwlYY7QiwpcNmIXYKbFNCZhCE3mnKskCnWLDJFmw66TqkOzkYM3xZN+fNTgenzkzpDAv7wEC/8vYbE1mJXRArMLAaB6zGzvFVXnWFOENpaOkwliMd1cuqV0sKaFVne7vGRkd04fx5nT97VgN9/Srg2OU4xbT6QvT1ujlRVrIHUUIn5wyBUumUMvBnKZfOZNhbpD1StC8IA8lJtrmIMWRMnSQgcJvxLNPkEBob1GO3UUHLLg6J6C6PFNzseZTDMxzs69a5s5P68PIFXbp4VsODvcrn0gxT7KJIpkqIfeJ6VVG1opgTUodORyHZBsbUtM2QuBzwOsc+8oJHwnU08yjtaOoop6WsiRZ6NJkJm9U2w4N87KZjcI4CwDlCPQ/noHF7GX/jw/Q5CX+jWIq/TEHyqNQchtg2wCAiAUmibfgW9HNMv3NyPNij6UmcwfFhDfV1qbOYVj7rlGGDnAoCWb8Lhw9vSdqvaGdxVWuzC9riI1SZj0zio1eKD1uh56nLNrSO+pwkd+RfwFhEHk8H5KH3f7mjVVjSOUf70YUQFeUcVGDvXh3dIwa2jTN8V1lYZ7CbM2h/Q7HKu2C0GNvElImUvAFm2yasvP24bWwvE8aOKFOP66qzyTf5gmaIKB8TD5AV2AsqKbZ/8EfMscZvZY0nQkVzRg2mJyxmago4RGFbF0gCsaPPAPHAhQqadK+n6WozWsCbLnmnlVImX2EgByggRMjaQpEkhOdVt4OhFSTf691aV2v8xQrHingHbO2q03rvEDPGa6ACqpmUHB9HCkMDGsARHL14kZPBM8r2D8jl81IYgpQHw0Exa19UqSiqVZm2fY8rtrEDfP9Y652T6FsPh30V8M/538AbYmSWHwV0JNMtfYbFiaOkYvYGNk6S/o8gxb5ZcIgOPxEJB1lveyfCTy79sryTS5xSTy1waoGGBYJGeBr85CzgTtD41TTm9oMJ204HIwgxU38QpqEH7JkqWuf0b47Tukc4bw84cXsyO6+VlTXZH9m23zo6j/NmTps5d7fv3Ne9Bw/9j3NubO2ogkNpMqssFNu7e/4PYD/DaTMHb31zS9s7e1pjc2YnhfPQFxZXtLC0rHlkeiwu+h8LfUbe4yezevj4qZ6xobMy9ge6zQmcf7boTwkfP53TU04rF5aWZHVlc3l1dfeowMmmtWlza1fPFtb06MkCJ40LWl7ZwMktqVp7ftV4npIsZ8eN7CAYCLAXSxsLoy2qlvY4SRAZvgx5zjk5FlzJya5MOlB3d1FTUxP64IPL4KKmZ85oYKBPhUKGtT1SPSqj834De6pW9jkR3FOtus/iXFOeDUIXX4vHhgd18cJ5ffTBB7qIQ2inhF3tBYW2kbM+pk5nQAcRitDSFspfjqeTY2MQhoECQudIG0RocnzcbBMrZtPCAzuQpm0UPrzdYfRIzPgYc0khcnxaSJdsMjKEktj34ASE6unuwDaj3iG0HyMdGx1Ue1se3SIqrdL+uudNh4FSSHH0RwKRl8DqclKSll0xnBbqINSJly9FTjMkandsjwTHcjzRN88yfCp5WBFPT5Jv9GyKck5eX0s3IX9Zykd+xA/TsQXeGKTNMF7rmM1kJNuoWn8ZYhyNOKrRv04dxYLGOCW208Ghvl7GQEp8GxCvj1KIYWjKYOWYhFS3/zuIM7jyZE77a5uK90tKsTH2J4NshIMG7FTGQ1yMbWFh5xH4p6XFZTRBeR56t5dDHPBmIXTOUasBOndMAz2ccBVifxJYxU412lMjL4I/whB1wnogGSLCmHeZl0YGh0RYKY8MZzxOEWUM3jF0FCBtzled/BoGqsFtMJrvOgR4PQgj3rkaTmSN+aCGjrja8iGNiK2uBqKY+iLhbBISj6HH6OlBOctHFBKdR51nlXrNsa0iu0pmDZrpFKFXZOUpFzdAktgJtzE0yBRrxA6DI7QW3kOON4y1yDgiu1VMg8fyj0PYxDGfuRQzIYiI10KnKoO9nk0r7Cyqc3RYg+dmNMx83zczrfzQEE5ih+JMllroP+tDEVKPOXFIkgdpH5KfkoMjgaiThA7gJMU8EkPL0TkBHRtEkgdyHCz+pl8sjAmbY4JsvQjGe4pTC5xa4MdnAWaMH59Spxq9hgVYpD2XzcoGEq0TsKBZmlldFlfLZXTmd0U86vVYBHJBCFuoGg7d9vaeFnDI7tx9oG+//U7XOd17hsO2ubWt7Z0dra1taHZuTo9x1uzHR+3HMyt8dU9xmmTOWEdnl9rtxxTzBcWOhYy8KohiJ6snQoE9Nmgrq6ucKM4ha152+ri2vuH/f+LK+pqe4eTNPXumxeVl7fNlP8RhtR9dlQtlv7BmiVPIJ09nfdmd3ZLa2tp19uwFffzxJ5qZOav2jk5toa/9opwbN27pFieMs3PPZL8htFpju+K8ZUSjE+jkC1WPZFi6CRGJ+JJeqZRV4QusfSWFZOQjZQ4TjupCBS4FT8BmTmIfp0w6pcHBPl28eEGffvqpfvnLT3T+/LQGhnqUb0srCGvwl+EtKY7LoEQ/7VG4rHw+pf7+bs1MT+rKlQ/02a9+qU+wwdTEpLo6isqyW3biYiG3uhAkD0gn3zHyY5xQQNvqOPb2Bdg2fb6cF4YINmgxMDr7gJNFNXgtsyVqyUOYwQ5TPma85tSZc5BmIzRgJ4XnztC+S7p88ZyGhvq8Eyw2wnYqmE6HyrFRSuFFBihpZZMtpeRl8Wy+LmhOSn/bZUJfIIEh/oKco+QTmo3mR3neOPUSvd5Y1g9Q4EBdjBEziJpoVl23OYNBm89m1N/dpcmRYU2ODanHxjUOjv1IW0hZv+ElTLlAjvks3tnXNqeDi49ntfx0XpXtHTaxkfwJB1a28cEgb1QT+zB5mkaGgGESyMUGx3hx8BgIfsA7pi7eRtk71kSdyZNXWTHtjzkJqvEOlnGaK4Q2S9QCqc57EPNOxDgTdRw7+22REe9RjGPB5ENZh5sl1ZFvzob90hErF8ErygTplByw8rVQKrtYZUpU6KMaYaSYZ6w69Dr5VTqhQrzsIlXIqRK3euvUV2vAdKo5pxIyyDwNWQAAEABJREFUvCxk1AIn47HfflkmXTFQtkYbquRVMHmZdpWRafJNrvFUGRNV6BH0pN9oiN2NBMVI8STtWl5IKNBPvl+Wd3KJV1PfRiYqS9gpSKUU5jJyfOyrMYeXsXMlE+D0FdTGyeAg68P4B5c0cP6s8mMjct2dirNZ1cKUIsYGppQf4/ZOsLanoKcZLynsmlagNPQ0dAtDoSnjSrw7CSRMmwyQKhpxqu7/Ty57A8t3kBxlAmSEQaAQuQ65Qm+6l6ph4ImU93O79yP2VOqpBX7uFgh+7gb46bffJl9rBaHN1C+ciMk3NgNR1lT205HqRGwj5lygXD6vnt5+nBM2Xd19SqXSsl80Y87gBqd79ltDd3f3OUHcwGFcxHnbVBiEymZzClkUgiCldDqrfKFNnZ1d6uzo5JSrTUEYqlKtquJ/C2mdk66ayuWytre3tbq6xsnjmtY3Nzm92/N0+4Ute3t73vm0EHVVKBY1MDCAMzCs7q4epVMZ7e+VtM0pYLVSx6nKqaurV319Peru6VFboV2BS3OKFiGzpkq5Trwuc3BiW/z0lheLnnNOYRAoALZRs3ZZ+xJb6iWXrWS8cnGoOApVrzlOZCPt7ta0v1+Rc0696H/23LSufHJZH3/ygS5/cE4zZyc0MTmo8Yl+jY/3a2JiQJaemh7FiZzGCcYR/OwX+vQXH2vmzBn1dHUjX9rfrapUiulnVIokJ+rmKQ/5y2zrIzwsbgu62aiCg1sGlVpFdTZffoPCJtHajJrIR24U+VCMOaPJHtZEZCW3l5hEW5/HycfSJiLkESA3RaTYltdQf6/OTp/xPz568fyMxsaGOSXKK2DMO/RLqo7lKOMRUyFwbAgdISnyxCbfyV8Nmo83Hp5k2YYGzQJPtwiy4yOwliewbKqy4JU4lPdK1tdmOJBpuh/DQd5rS/uBGa2DTOeDahONnXOcAqY10NurqfFRTY6OaIh3uz2XVYredHg0hoCPFnbih+ekuFTR3sKylnEG7XRwkw9H1f19Oomes3qs/witr/yPSlKvxT18/Q0C8qXG+2KZPu+HfZgVeG1VR2c7FaO5fESKQaSYuSfgfXSZtFw6LXMA/W+UTAUyJ8vikTmF8JhjF4WBIt6lKHCqY1dz2Hwcep352Zwyg/HFOCMemVB15FdxREqhZA5fFU/B9Iipx+TXObWqgFKK/CBWmeOjCvXUqLueTcnCGnJqmZSqlm5BBZ4SvObslC1MOVWQlcSlCmkrG5tjlM/J5bNioqd9TlUmKvtBD7NPs3sc3YMKvONKoObl6E1H4jgg/YjupirWnoihVwcVA7Y1ZzDuKKg4PqTBizMa4sNY79kpZUaHxIQvvohhl5A+DhkbIaJoqwmi5aLPRZ87bOb4yCfgyAs4/QvMCaxgxRIfSVmHtFOVxx69vAdtryLtQSsBcwxhVYxSlDeZgQtYC50CxqOokpHJa8i7ptbLRnIrWvPeMk5dJ5Z8Ef1E5lPiqQVOLdBqAd7s1uRp/KdpAZtsTfPW0OKtsPwEnsrDnBn2GoqZ3J0CTpvaNDw0oqmpaU1Pz+CADSkMU6rgzNU4VbOTNXMUdndx1uyruwtw0FigBgaVzeZNlF8MgjD0zmWxvUPF9nal0hlk1FXCCTRZJsfLQ261WpHJrBJvnrDZ4hKEgVjDZFcKx7RYbNfQ8KjXbXx8Qv19g15fKZRDd2tDpVxVaZ8tCxvENI6pnRp2d/Wqv39Qfb0Dai92KpPJyWTLLmePN0MYBEpnMsjJKM1GTChZwdGt4DyZI/VyX5MKsXXEQhzVHU5qpPW1XT19uqh79x7r0aPHOMXb6ugs6hxO4a8++0S/+adP9dlvPtYvf3VFv/j0A336yw+If6hfkf71rz/WP5H/m9/8Qp9+ijM4c0Z5NstbOO+zbIgf3p/VwvyWdjaqqpXjZJNE/Tp2xaQNBPRhrFq9xqlsSXtspM0ptOU9Q5uzfIEO2WA6h8sVx4qiiLHjdwiYgbbZxsOEeDQl+sRrPcxRjxoGDKnDnEGGgR1a4OBnNTLUrws4g59cuewdw+HhARXYLJpTaCeFKEQ9sdCuAZLcaEaaSONJIy3RTPl48xETMTyf6anktt6HtGbMwlehVcK7jL+o3ndZx/uS5TC4czyB1WFBGsfE/o/t5NioLpyd0cTIkLrbi8qHoQIbduxZ8Y44FSTB/CTew+rWtpaezGn+3iOtzy+ptLmjCLrjo4FwZuyXIdkr0HQGeRUZDmY5q9XgeDjelQAQMrfY07WywPFD3FalzdG0Ds0l31xibNMV82KEvOuFjnYVu7vU1tmhLLZJFwoKC1m5fEYhDlSajykpaC6T9mXqGNba7IEMJjE5e4fyzIvA2ZyG3WPec3MyUh1tCjvbFOXTOIehzNEMkJUp5JVuK8i15STgijl4Mt4BjLMphdQbAMsToSsWFLQXFIJUR1Ep9HbFvOq5tOz/xNWyKcXoLWTVqcs7gqRTne3K93aryIeyYm+P8rQzzOV8W8wvYdgcdIUj5jBa0ICjox0MDvrJ94tzTub/YajMqji8kezk1zvhOMkx9s0N9mrATgY/uqR+wvTIgNTVLuunplMfBaFiINrNwCawNgLGv82RddapqFRSVCrL/kxIfaekGu9IdWVTlcUVleeWVAHVZ6uqLq5BW1V5iXB1S9XNXdV3S6pb2XJF9WqNKTdmDZC//DhlXbAPzAZPPPFBB51If0MizbJmHsEbivg7sp9WfWqBH50Fgh+dRqcKvaYFbFJtwopYvBHaRGnRF8CyHT0f8ghtc4WTYxtx+7MCW1tbOClr2ljfUJmFI5fNqb3Y4U/6zCkIglAWdnZ04Gj1a2hoSD09vZ5WxxHb29vn1G5bW5vbOBR7fIyM5JxTQB08DxaPkE2HOYx9/f1eTjenWm2cAuZY7AtsYNrbi2rHmcyz8RCXOZF2AhfioOZyBZymDvVyctDT082eJq3dnT09fvxEd+8+1rP5FdnpYS6Xl8kfHxvX2NiY5y+yiUmlQiTa3bSZxV8N5xztTHMyVVQH7Tc9U9jPnNk9nKd97FX1i2RDlhnaRx1rsyUsDFhEnfb365yObunBgyf67vvr+vLLr/XV11/r6tWrevDwvjY21xSmnfoHejTDl+APrlzUJ7/4AKfwQ04OL+ujjy/p0qVzmpwc40S0U3FU0+rKMo7lPX3/3ff66qtv9PVX3+rq9zd1/968Vlf3cZYj+sMUSnSRCGmTGleMln4zwuZ6n/bscUprTrxZKVfIMQbysvZaMeO1Rd9CikleDvJk0OF1LHmYcSyGIxibgwnEpsKKBQgOXSxz+NJhgN2zGuzv0Tkc3w8vX9SlC2c1Pj6i9mKB8SVqritg22xWNvgfETRZNAAxbPCN5xB6yUURIVDNy9IGoVOCZk4jhcJJ/iH9TWOIeNMiPzl+38YWQ1nag0cQOPqRSMPG2Wxa3V2dGsMRnOJ0cJB3vZjNiP2x70sxZuz429mYqdVV5SPVFpvapSdPtfp0ThU+jAR8aAosH0fKeipxCGMdhLI4OQ7Q4YlqJBhJMuBUCLq4bAwRvObtXpPvJWwow00zY6+9dwgZzzXTmfchw1zWNzysyXMzOnPxvKY4NRo/O62hyXH1DA2qa6BffSMj6uMUqR1nKtvWJpdOK3aBoiBQwEeeXEdR3fCOn+NdmpmW8aVwDGVOX7FNPaPD6psYU8fQgNpwzArdnerktL7f6KATevfYkAbOjKuberLdHSrA18MJvpVtH+xT5/CgeidG1TM2og7i3byzfVPoSLptoE+Zng6luzrUPtjv+SzMUk87eQO0ZYz2TV44p3E+Bo2cmVAvMoqMi1Q2q5h2HFjQjEXCEZr1DSIu68PjgO/HdjdVjVCsSo/bj8zWM6FSfCDsNBufPeMdwi5slx7olTnZ5nzHoVMUBrJTXYWhXBCKh/zFeJGNf1uX9kuq7u5qb31DW3PzWn/4WMt3H2jh5l09vXpDj79h7fnyG9374is9+stfPe4T3vvr13rwzbfwXIf3NmXua+XhI20gY29tTWVk1itliQ+J9uHFUadTrONI3jBBT6DT69QCPxsL/DQaGvw01DzV8uUWiI9lW7qJY1kknZNYQ5RKBcqkUsqmU8qwy6pW9zU/9wQH4rYePLitzY1VdXW1a8wWIzYB3SzCXXyhHWSjMT09rRk2ECNsOHrZbLTjzIWBw4ncx5lc0/LKojY311WrVXCiUupob1ORjXuer9ZthTwbvS6NsqEwGTNsYqamJjTM5qKXzYRhgM3A8MigrK5cLs1p2p72drdUKu3IuRqy8hoZGUC3YXXwBbtSwSF88kC3bl3TkycPtbW1Tr2B+vs6NDbaB3rV11ekXFbplNPhZXY6TB2PtXI6OWRmZDboZcPS2V5UOs0JKl9dzSHdwSnd5+tpjQUxcmJJdw2EuCmhqlGock3a2a9hn23dfziv76/d1l+//E6f//Ubff7F1/rDnz7XH//4F339zfd69PCpdviCm80WOOEcwl6TGh2b0sjohAY4ye3o6pEt/vZ/Om/duasv/vqV/vRnyoM/f/5X/YWF/M/I/Oq7G7rzcFYLK9va3q1ykMIGMwrQLWTZDg4QKVDExqlajWT/L3Nnd18VO11h09XG5rONDaK11wWSbNclLtrK8wV3nNCxRRJpebbSkBGjhRqI+ZodAeN2zqGVsHwkcwwLnB4MD/VyUnhGH3NSeOXyedmfImhvy4iuUIClg7imIK4ncdIOiNYmaK1J1GjpWBY7EdZOD1gIMY+OADLK2fOdoNUsJvB42mg/Vfi2mKlpgI8T2h1gwBCkGVhp5pCQvku5SB3FnIb6u+nfAQ2xAe4s5pVhzmJISOTL96kJBGxI91ZWtTb3VOuzT7W7vKigtKesYnH2xHiAh/4TaetxcUER1cqu5+JGhNf4ffQIY0JJns2WWNiKJFfNcnrTy2RRxhRrgmSEPH/Kx8Y/U2zT4MSYpj+4pLNXPtS5Dw0f6MzFixqemlT/+JhGpqc0fGZK3ThROZyugLk0YvI3h9BOBtuYu4emJ3Xxlx/r/MdX1IvjnWFeC7IZZZnrrfw4jubA9IR6cOS6x4fVOzmqobNTgDqIj+CoTH94WaM4bB2c2neODmmYjzYmt4/T3aHJcZlTN4QuPROj6j8zqVE+5gyDfhy8dnRr4/SrHz5zTAcnxtU1OKAB9J/wzuBZTZw/h+N7VmOsOYPwdQ30K8t64rBDnAwIWRhjNg+94jImz0IBH779o9k9zZAuQpiNsibleMioolpTIYIzooAhtpC21Jhva7Srnk0r6GhXG/YZpP2j2Lh7+owy/X1yrKExPHEUKzKHD3kp3p008gKbO/lAKNZelcvSLh9mNzZVWV7V3vyi1nAEn16/qXt8MLzDh8ibf/1S1z7/Qt/+5c/66k9/1F//6/f6829/qz/+53/oz7/7rT7//e/05R/+oK/J+w6ea5//RTe//KseXv1OS/fuaof3rbK0KBZ+pfd2lK7sK1XpKDwAABAASURBVEXdQVSVYy52vKeGgHneO4sxSrZCzUR0PIP06X1qgVML/FAWCH6oiv7R6/mptY91R+wL2GCF6upo05mpUc2cGcGBKqqzM4PDltfwcLfOnR3X2elxDQ/1yb7UX+BL8geXLnI6cx76tCZYtM/gzJ1lUzAxPqpu+0JcyKqQzyC3SLl+TbPonz83ranJMZ+e4gvnJTYZ02xahljYR/hCPWEbm+kpeNks4CiOsAieZVNxmQ3/zMykRkb61Nvbrq6uPCgQL2pwsFtjY/3oPqKJySH19bWrrS2tXM4pmxXOGyDM5yX76M0eBydYcoHESiWWZWC3LUgWHoU7mpSDkA4D37b2tjwb1oIyLMoVnMAdTicMJeJ2kmlLW53yNdwSQwUHbLccaXFlV3ceLOiba3f11Xe3dO3mA91/PK+5hRXNL6zizC7oDqecN2/c17Wrd3X9+n3duvlYd+885fRvXvcpe+8hPPfmdPPWIxzKu/r2u5v69tsbun7jrh42ZM0i78HsM12980BfcEr4x6++11+/vam7lF1e4bSwJEV4rVEcslwbcAZFGAc4gbF2d8va5bTXTmZT6VBFNibtIJPL8hE6VIAxMActbNxmQkMjeRgYMWbJT0JPP1LQKEmec87b2ChiU+OIUJMCOd9dDimpMFaRPh4a6NaFc5P66MoFfXj5rKYnRtTVnlPKmSNYpSUVylUTxFXKV5FW18HJEM5BM07mAV1KdLHQtLbwEIg4frtDQhK155vB2c6QNqoBR9hEk+bDY3yeBq9+CpfpbkBfa5saYUBoYynFJjjlpBSj0ZzBQsZppL9TM1MjmhwdUH9Puwo4MwH9r4C3y1k/1SXb+FbLqm9va/vZnNaePNLu0rzqO2tKVfdwCKvIrDEOImqyMrEPbSxRnY5ecSNpPR8RP0yTYGRYieOwHKNZeBwvoh/nOznt0NSa6bBbwHvpGNXCTnEqVJxJK8QpKPT1qNDfK/tRywj7FDhF7R0eSk4Icao6+cjWzildtqtDLp+VORv2/++iwClkUmynbBeOXg/vTzenep2c0hX48BcyaZpj2DMyrEHm6QHm+F7m73Z42kYH5YHcfH+Pupirh3DyBpjXO/iIV2CtaAPFgT4V+3plMnuGhtSO7Dz65nHuO3Aae6fG1M/c3jUxojbyLL/bdDewJtjJZXtPj+zHV/fqVZWYE6JMSinm3lxHUWl0DNJpKQgVMXdEjuFA6B1mwhj76Qj0gouCnu8F2SeQ4+doRkkQi7HjiAObY8TIaYXlx9DspzESnSXTuU6f1APmYWtToaA0fdkxjo3OndMgTn7v2bMqjIzKdXZJhTa5TFZyoRxOoeN0LqiVFUYVuXpZ4mOIdraltVVV5+a0ceee5r67rgeff6W7f/pC9zj5e/j115z6fa+527e0+OC+Fh8/1hLO3dLcrBb4MLw0P6uVhXmtLsxq8ekjzd7jQ/G173T3my9196+f6+7nf9bdv/xJDwnnvvpS69euau/hfVWXnineWRfHkXIx+phTGEVypmeMXbhpfsMkJDwtksxuDZh9XgaYT+9TC5xa4B1bIHjH8k7F/cgt0Fz6WKvYJElpHJzenk5d+fCCPvvlR/r4ynm/wb7y4Xlo5/UBm+2ZM+MaZvGf4Gvvx1c+0McfXcEZPKNxNgdjo8OawZH78IPLumg/1kN6aKhfo2wkzrCJMNoVvmxe4TTn7LkzmsRpvMjXzo8//lBTbCA6Wdg7O9vlHUC+fp7ji/D42IgG2UycnZnSJ/B9/NFlXbp0VmdxTicmBjU01O0dwt7eNh+/cOGMPrFfwuJ/jHJG4/D09BRxCG2xqbPExEB+DUqe0EmZLZK02A4YTf4yusEnWh5Gw1zKpkMV2Vx1FAvE0yqXSpxI7mhre1d7+2XVIuqEuU7ZGrDfzrdTrmtxbVu3HzzVF19f15+++E5/Jbz7cE5rmzho+CvVeqh9nMa1tV09fryAM3hPX/71qv74X1/rt7/9Qv/xH5/rP3/7uX77e+K/+1z/8bu/6Hf/9QUni9/iDN7Rk9lFTgDLquLkVdhAbnISObu8rmv3HukPf/1Wv//L1/rm6h09eLSo9Q34KmxE2JHE8EfwR1HgncRKJdbW1p52dvYVYZZsLqdONpQdnR3K4RA6TpUDNi6ONjrnsKRZEUYfo8FYUx7iatBtwJE68UaOjJ/QOR5KLosF0ANGKnslOU6OHJuLEIfAnMIxPhJcOj+tTz++rCsfnNP4cL86OCnMpmKFrpZAVcpVgPVEhIYAXWyjZkA8tIaOxGCUh8VBfABr44tBIdllOp8Ey3sZUCkRfhIT6vn8k/IOaFbrQeJHFXFm5IZGrhnSJkzrTR2S7wEtBTGXcurBuZ8aG9CFmQk+RNGv7Xml004Oh58drzxUl52CxHu7KrHxXXv6xDuElfVlpco7ykQlpdmQpuBzNgMg3+zoJCWIZScWar08QwyFnofJxkiSgmQ3NAsOYYQX4ZDrrWJU7HAGQ+DfA8czTMml0jKHULyLASf3ESdJG5zKrOxuqxIKh6lNmfZ2UPQIi3nFfKCzXwJTiSNVeakj3t8Qh7INh64AYniY1NTW261ibw8yCiCvLO99caBXXThwneNDKuKcZ4Z6FDC/qqOggHKZziKOX4/amfeLII+8sKtdYXub0iBrusCTIm51WF2uq6g8a4o5g13M90UcwlxPl7Kd7SriCNkJYLG7i3amtLK1qYc4J7Oc+q7v76gaSEE2qxAE6ZQUhoqYNw4h0gkwoQ4vdxi1GHaVweIex/I97cWPo7Lhc1D8yTVjR8Q9bL6JxEBL4Gnkx0DoCBjF8qB/4zClAEc3192trrFxDZ0/r5HLl2XOYH50VOruUYwzGGfzUjqnAH5nMqsVxZWSxDhQaUfx1rpqi89UevRAqzdv6bGdBuII3vj9n3T7T59r9rurWr17j9O9OdVWV2Wn6Tm0aEuHKvJhoch46Shm1UUfdxZyKqScXHlfeyuLWuejyzLO4SwnhPe/+LNu/+H3usup4iOcw2fffaM18nafPVVlc1VRaVf2jtqPk4qxJ0zhFxUf0nhvJv9oJCwjSZuFTgKMp/epBU4t8B4sELwHmacif5QWsEm2oZhFmXet880h7GRRH2UzPWVf4yeHNTkxBAY1NtqPY9atnu6iOtsL6mPBtj96bid6XTgHxbacOqD3QB/ma/QAX4M7WNC7+cJsf0ZhdGRIo2wkRvhqPMCmopvNRXtHm3pwQAc5GeyGL49jVbDFpz2h97Ehsf8TZjRzFgf6ezSMbiMNDAz0qKMjr3w+xDkJfXxgsFtj44OamBzR2Nig+vu61N6eVTYTKMB5SJZdGuxXo1iOBdQgQnElcSI+HVvkhUixMOZzGd/ubtqaz2VZ62qyHxnd3trBISypVo8VOaQDW+j3cAafLa3r5p2H+ub7W/r26m3duPNYT5+taGO7pErdsRSnPGr1QJVqjLyK7BfOLC5saG52RU8eLenhw2ecEM7p7v05nLp5PX66qHlkrKxuanunpFKlpkotVo1NThxkFAUp7ddireHYzS6tcTo4q6s37uE83tejx4taWSurXJFiNlOxAtVRtlyO+bBc0urqFk7hLvZjg9BeZB/SrXbaG2bScoGTc6AZmrXY4MhMZ7D0ERgR+A0ToeU5Hk2ICLcOwgYPaQcC6goNgWT9Gbi6UvRrPpeirztkHyw++uCC7LTwPKeG/b0dytH3oTmDfDEPVENK3SNGyVi02YdJKkYvQ5Nq4cEGjjw5CvjQShI/4U5yHEVPADU7oFfAeFzM8zheUS6Rqx/15dDONdtB+9SMS4mpOUEQH1J4vdTNnDLG+z7NXDTF+9yL85AhI+ANESeCMR8GpEiiD22zWd3c1PbCgjY43dhemOO0cEOp2r5SUZkTk6oC+BPHz3oJ+LFqISIat2uESUCeAyY/ISRPxqAO9LYSBnk1eL7T2yQ3EWCvgHqdg+IC2Y8KRuYEpULZbxeVvZPmHAGXSimCr1yrqcSpkf2phnoqUATqYaBa4FQHAWVShbyyHe1yhZx2OYErY6cs73g7DmGmrSC+qFEulP3ftACeLPN3G/N4trdTNZwG+y2gdRyIeui8k8aEq5zN6czhFqb4YOayGdkJn3DcIlCHv5YJZbATzQCeQn+3OjnJzFM2zOaUweHJ40SGzK0VxsTG7o7Wtja0y0lwRBsC6CHrhrXBnEHR3hhYu5lKfftjOXoPexHKQy+5jO8l2S/JisnzQIQPLe2IAT+nEApNYpCEPNFVtEPWhzjmNdI1ylv/uHxeeU5FB86c0QQfWcdwBvump5UfGFRc7FA5nVHZharHgeKYQpGT41UIcLaCekXCYa6vrmjn8SMt3ryu+998rdtffqkH332vZ7fvavvpM0Wb28qzRvVg68HODo0PDGhmckL2ofbDDy7po48+YC5N8PFHH8o+5l6+cFbnzkxokrV8hPW1n3e0SNti6xec9ZW7tzX3/Xd68NVfdQ/cv/qt5nEM7X2s4dCrgm51FOVjRGIKbOTfeWgxcRE2YLYyYClYLXYIHVxW5iBxGjm1wKkF3oEFgncg41TE380CxyfF42lTzGgGizdgSWCdn2Yxz7E5aGdz0NVRVA+Lfk93h8zZ6SiyOLF4Z9mMZVKSbcATZy0nW8/YVyiNkFw6VD6fUY4v1RniBRbr7s5OHL8udXd1qsjmIksdaTYlKQpm2BhYOovsTNrJvvxbaOksFaXQyaFqSAXGa/Lai0V1sXjZ/9szfUMW0aasQi6nDvK7OzrUyQanWMgrl8konUqhp2M7QGP9YmNhE1RAjj1b4VoTx+JUqTB0yrEZ6qAec4SLxTZbt7THKcXGxqa27c9gVOtifZatf6VSJDvxe/BgTt98e0PffXdT9+4/1pL9f479Ch9LnRyOmwebPReEci4UREUs9rVazFpaV6lUpY6ytrb3wK529ko4czVFbAoCymfSWaVBLDZCrK1BmPLpFDSTXa1FWt/Y1r0Hj3XtJg7prXv+x0s3NsvIEU6sox5pe7ui1dVtLS2uckK4pyybhm6+Vvfw1b7IJk30nTXYOVT0D/kr9s/XfFD2CGcz3Qxpg+Wz3/Axx9OqChgPYRDI4vL9WVcmHco+Gpyzk8JPP9Gnn36sM5xMd3e1K8v4cq6uAEfCGT8bD3MMHMKd7B8R7iTmiAUvgOU1AQtl7amDUK+83sg+r5T2D8SAYSJelKhWl70wmVRafXxYOjM1qYnxMRz+HhVwAAL6LsI5MPiXi62ihTU7nV9e8b9EZmNuQbura6qV9jlArDFEanL2IhowWbMHD8PY96AzWeQndyz5SMzTQOBvK+UjP8jjoGar1tDQ1Afo67CHvR8BjCnmjPZ8Qe35vBzveWlrW9tra9pe31AF+zBJyNl7EwYKUqHCbFpZ5uQCH+HybXmloO/t7zHH7CvH3Nne3SnLC5mLa7Wqp1fKZTnnZPNwW1ubj8cRlXPX+RC1t7OrKpv+dDqtNhwCi/frAAAQAElEQVS6IvNxjnk5YE6Lo0jWxxaKC9V92n4rdJWy2UxOPZx8FduKCsMU+gDGgeRU5StVBR1q9GEqk0avotpYp/Lon6Iu56z3UAKb6Md4MT+Ldhhiwtj0NZvQzhj9a6mUyti/zLxab8sp1detrslxjV2+pKmPPtbAuQsqDo4obGtX5ELZx8Yq70odu8Q4/GoggBbslVVlXVl//FiPbt3Uze++1ffffKMbN65rDqdtt7SnNHbrGR6S/Z/OMzicMx9d0flffqLLv/5MV/7ln/TRv/43ffxv/6qP//Vf9NF/M/yzPoL+8T//Rh//86/10W8+04e/+lQXP/5Ik+fPqhdZmUJBpWqVNW1FD+8/0M2r13WDE8m7313T3J372uS9rOGEqoRTiJ5CdwaA7P3lISnyiAlj+tEgH0J+7o6hJBzG8zzIPr1PLXBqgbeyQPBWpU4L/Tgs4EwNmyCPh02a0ZswmkEsSxJ7awX0PmuRQhKpMFA6DJVJpZRlMc6kU6QDz8vczMaKMhI0h0/gfFknKQD4i54ehs6nwyBQhs1Elq/DOdCUZXVkcArT6VDpdCDjZ330dVho6RTCLEQdeSAzdKFSbHpSQZp60gpcSgH/QkEnnsIh8ggzPj8kbWUCB5dBjn8BsNBJxBKIq5kmeoRu6ecRwG66t+Esm5PUicMbpkLt7e5paWlZyyurOFIVsSfllC/SwrMt3b6FE3b1ru7ceqj5+SVO4PZUs4UR8Q6B1naiZmYCJ+eceJCOZb8woMaiX+WLv/3JDvslL/ZbTWuk/QbLdlfisjIEIt2kI0Ue1u1s3sqVqtY2NvTo6SwnhTc5qbzJaeOsFpb2tL/Px+X9WAuLG5qbW9LS8hq0iorFdvX19qqLdraxeZR1ihdqlb1DNPX3GptcqyRZ7v3T2tCAg8e5pG9TbKwKhSw6dmtm+ow+/PADXeEL9/nzMxrgNMPyGDqIwOFgU2mbaINtpIPYcXrEuOBruwMSki1sICaMGWcexGWAR/5y/tn6MPV8tmW1wNNbGU/jWCAxEMPVj/E6EReGKrBhHRoc0sTEhAYHB9VWLCjFfOGHh/FQ0t8YNWITus9Gc3l2TgsPH8t+w2hlZ08R4zyir+nepMt8p1ippE6LPQ8EyvB8zgHFCzQZB5T3GvHVUUMUxIocugFzf8w5DtE1RRvTUYwTyNhms13lg8/67LyWsMXG7DPtr63LlavK8gLks1m14ewVsGdbV7s6cTx6OAns5CNPWyarNCdGJjeXyaitvU0dOIX2IS/E5hWcvW0cjf2NLYXw5ZlnC+ms8qm0Mrwfwqkrw1Pa2lGND1WpSCrg5OVBmvc0JO0oZ2GadyjDh66gEqnCx7PdtQ1FfBgrpDIqZtuQmVUAf4RMc3qzmbTaGBMdHe3qYg7q6upSLydo3d1dfITMyjnrj1i84B6WOoxDx2ZJmuwX3K/Of2HBYxlWuyFApGPNdOQbSKsZBvRloDpjvQoqrLOVbFr1zqLSQ/3qPDulwcsXNHDhgoqTZ5TqH5LaOhWksAu2TiEnA1L0i+MDiVgb7Iuenfrt43g9u3FHd7+9qjvXbujBwwd6tryo3VpZaT709s1MauoXH+rcb36laTD5m19qDOdu8OOP1cu82XnpotovnFPx7Fm1n51R0U4mp6bUxrzahfM3iJM6/ouPNf3Zr5Dxa53DiZz65BONXLqknskp5foGVE/n/E+rLM4u6emNB3r43S3Cu1p9+FRlxpBYJ8V7K076xYc6A6NbfDLwqMtSMU9M13harBVJrj1PBsZvZT+Nn1rg1AKvaYHgNflO2X5UFmChOzJZkrb15jjNp8mz0OcnjbA1NKDn8UXkAdl+7IQZWQbWmiRkYbZ4K0yUgeIyNMVaaDCHRGxUYr4KOxi9fDJ8nYQpCCkKer+CdIzwiE2NhZ6nkWf5sLKoohw8li8fiuXQUXdwAAdFHiwQNNd4DVQP1XIdvEnYfIqc50BZvepyUoBiBTZXdpLRx6bK4pVqWYuLS5qfW9Ty0oZWlne1ML+pu3ee6Juvb+rGtXvkreAkliUXKJ1OK5VKyZxWmqXY20DJ5VwS8qRFSR72jLGrrFHQnYOH26vMI7Z8Tlpik2PA4YwszUZMVOCc9UYscypXcQpv8yX326s3cApv6c7dWRzZklbX9mV/E/Hp0wVONbdk1XVxOjgwwEals4OT0awU0EENHZq6oM7r3w7W44CU3JZhsWZocWpBf28HwoTi6L0QVRgDIXH6I5sN1dvbrqmpcf8jT598ckVnz53BqehlQ5nF1vCit216Azakjt22Y3OahMjw8QDxCWIloaB7UGMM5OkOvpPvGPJxQDq9j1jgqP2iRr9mcEY6Ozs1ODSokZERdRFP87GFoSvxCFwgx/hzODg2zsv7JW2tr2vp6byWn8zjAG0q5iQ95pTMZNLFih3jHiBA1i/yV2v9h1Sf5R/HacZv8JkMyJZ4g/R+Aka9Owpao4CWhLycISctDuc3xgneX1nT2tM5zd29r/k797SOY1he35Q5Cxns1sZJfzvOXxcn/T0DferD+egmns9kFTBPRCVOl0AdByNggi6Y41jIyTGvlLa2tPaMOQHs4xTG5YoyvBcZF+IgRqpTzv7e4w7O3fbqukrbO1K1htxYDtkxzl2MY6pKXUE18ohwYPfQb31hWTsr66rtlj1/EDtVOOnawdGvIDeF02Q/9dHLRylzCtv4KFXk9NF+MiODs0jTDkxvtqFzZL1jOMg4iMQHMR/BtjL4hD2O5RvpdYHeCSs1+3hAsglovtcCRShsqBLa6WBkp984a/mRQXWdZb764KKGOLlrOzMl19sv5dolHHAppSAOZTbPMP5DCdvWFZdLqjGf79Dfi7fv6iHO4P3vr2meU8Jt+i3IptSN7KkPL+rSr3+pD/71n3Xx3/5Jk7/+lQY/+VjdH1xS4fy0wokRaXBAwtkW+oj5XjjhKrbJh6xzqdFhnMVp9VBmkBPCiU8/1VlzDn/1mWY+/aUmP7yi4akZdXT2SuVYm/Mrmr15Xw++v6knOKorD5+oxDiN9vYkTn1j1cTo8agznuvMAxGp2CMWSbrzRX1i9JNhVL34Os05tcCpBV5ggeAF9FPyT8ICNvUZTNnWsBF3Rm9FQm/sj2ThARgJB3Fja8DWSxPj0aQ1RNqEHfHgls+XTeJM6WwiYpDM6Danx6qzMfCOH2UTXqNHivjKGfG1MCI0h8fyUKUhT0p0ciynTvYv4Gmw+CEalLhBYbPiQHBQqkGnrJ6DksvalsRe+nTkBjgg5gT2s7EaGhrEEelWGIbaYHP69Mmc7t19pFsshDeu35Ph7p3HevZsTXt7VeyAAK8n2rEpsGojbGWw9mNBGA5v55yCAF6DIwTOtwH7iQvjxyeBLG9/8pI+dLK6atS1Vy5rdXNTT+cXdPPWfV3l9PLW7ae6/2BWjx7O4diuqszGOpfLa6Cvn31Cvzrbi0pzyiDa7gUh16owLUzuEZrlQbQg4UmekJKIZ25ECQ7pJBpts1iCRm4jSGj2jHiYJWgXeVZXEErF9rzGxkZ08dJ5fXTlA12+fF7j4yPq7mpXDifcbBHgMAeUCegHgyNUK7wOzsvXS+M6vd6RBWyM5/nI0sXJT19fn7r5EJHPZxUw3hx94JwTL5mcdbJzvEc1Pq7sapNTMPvRyBIORB1HQnwIsXFP9wq/P+lWxfxLFDX6ccjntlIT3uef7nkSup1AfAekRGfTykZ65Ej7r3YxNcY4B7HM6TJnbW9pmc03DhtOgTmFG7zXJZyz2vauqiDCcc5gsw429wP9fRoYHlA3G/xsOqUd5qzFR080iyM5++CRlhcWtb21yX69oghnc39rWzs4eXZCuL6wpJW5ea3NL2qHjf0+Dl2JU8n99S3twrPFCdDm4rI24NvC0dtdWdUePHubWz4s4UyW6acyYYkye6sb2qHMOvKWcWbX0XuL8qvPFrVEPcvPnqHfhnitVczlfJv3OYncQb+9nR3Zj6iygHh7OOtDTGKnij5uadAaf3GnUBDeF+e/Zk5zDkEjNQGN3lKkQJELVAdVxrCdDtYzWWUY5z2TE5yyndfoR5fVf+mcCpOjCswxyxWkMC0eDFFH+53slNXZRz7mcZVKKi0taZmPew+vXsfxuqHFB49lp65ms+6+Hv9jnec/vqLzfCCbQv7ABU7/piaUHRlSyPql3m6psyjhaCuboSor6aRIsh/h9mZh7PBFTcJ5VVviIDo+JmRZ+7onpzR04bymPvxQM5w0nv3wI01On1df76CyLqPS+q4WH7Gu4BA+vnmH+GPtrawoKu8rtnU/rimK6w1EimhXbJM51XsTWngCYk+z58vgmU4fP2sLnDb+TSwQvAnzKe+P1QI2KR7XzWiAub0151gyyTIiYK2Szf0e5PiQEeJDyweyFcImbETbxF1ncbIQNvlsylk6gedmko/Zp9VAnTUm9msNxX1mzJfB2BYBD6h2A6sGUV6ml40Szjk5ByyjBY54ICdHAxwLrz9J8HFHHU72T1yuAYKjt9V3lPLSVIAO+VzGO4L2txKH2GAV+aK+X9rX3Nycbt68re++vabvv7/BCeEDLTxb1t4uC2Ds5NArxiHx7caOFtoiGJkdfDqm6Q2FnOSck22Wm3DOiKJdBnitTKME4hsxUU6SsYKEThHE2jofUabKxnlra0+PH8+j7z1d5Svujeu3ST/WOpvEgHJdfCUeZtG3XwBUZDMpNpAmU/QgNSd1IVPIEynZ5eOW8hlQLCTwN6XI56ZIEvfkFz3QQUmF8s1OHghvlkU2PDECa9i0Vos9X0dnHidwWJc/uKCP2QhdvnxBU5Nj6uluVz4dKhXECvgA4diIOOzuKO/Q38n+CfmORwIk+hwLIZ7e79QCiY1Fv9r4zvDBoVBoU6FQUJbNZ8hHFjVYZAMyJBEGMpr9Jt8SpyP7ODtVTqNEH4q+jG0eUdKFEaGNdQsZMRAhxAYe3HQsiRYyqSb5xSE6wCd7qUwRi/vQ6C+CZ3qzR0NU7GIlzmCikSMd0E7HB7bq/r42cQaXcKZWcAY3F5dwBtZV2dpRjF0i5pxdHLedxRXVt3aV4f1o56Swgw89WWxe4SRv4eFjPbx2Uw+v3tTjG7c1f+++Vjhx3cGZ26XsJs7Z1rMl7ePw7eCsLXHKs3Dvgf+x1HU+fm2Tv4MDuA124NsGa09mtYAc+9HVzfln2rJf+INzt8UJ4y4O5w5ltqHvL62ohEO4MTurZ3fvae72HT27d0/Ljx5p9ckTraDb2uOnquI4BrSlzEniKrLN6VmhzSUcTUffh7z7Af0fKPY9QfBqW2PHhClOgnf2TDouVkC/4QAGoWqgEgQqO2DxdFpRPq+wq1Od42M4gxc0+dEVjXEy2IVzmMJJFO+C6KOmWqZlbA1jfLtaTXbyW9/Y1ArO/INrN3T7+6t6yMnwFjbJ0L/29x8nL1/UhV99qktg3MueVBonUbxjQgfZGMZ+2qtIm/uqr26pSKduowAAEABJREFUsrSmEn1oP35axlGv0K/V5TXVceJjxpU4jU7+L2Ak4ayG7R1qGxhSz9QZjVy4qKkrVzSNczhx/oL6RseUoa693ZLm6beHt+7oMX28/HQWR3FTYowG1B/YSTftYqPAy2gtTVrtLGixgSW9DWQ8rTGKkWlUgtP71AKnFnhLCwRvWe5HU+xUkXdsAZuFDTYyLGyCamxuds6xTjlSTMLMwDYtE/gp2skpID9g8QvCQM45mPwtZ/+c/MXaLYPID4OQD/+hgiCAZo5jXTWclRobHuNpFCHPF5Wlm0goOqCZElbGCIj26wv7fnmwflmeQcSNV1y2L/D687C85roUsck4BG0gH3avhxUP2Jza/0/r6+/1J1L9/T2yzdra2poe8qX93r2HmmXTssomZm+vRJsiX1YswibKnBhvO6tURjHpQoa1TkeuA174fJwySVn0gvOwNAlruInwIZEAEKdaSlscO8uJ5sn+P+I2JwgLfM2/xybvLhuKOTZnuzsbyuXS6mfzMDo8qEFOFQr5nBQGErLkL2r1Nw+fbnkYyXBAsoShSWiNC5FOrZdzljZAtYB0LB/xhJgnjWmhiHEnmf0ZRjK/ta0tq6GhPp07N6VPP70CPtK5mSkN9nV7p9DxdfoI2GR7y1BXgM2cnAQiDNccB1av2V3+spSPnD7+FgtgZuecXBDwntZV5vTaPqxYaE6fF+14Oh6YPKafDHKBMjiNeT5U5NsKMmfShaHoLsn6j7EaO8a5o6zdlLUgQZNIineJJ7cxnASyjt3G5Uk+0iLLE096vA7P8+VsrFkVPmSiMufQTyJMUnXsZCdvdpL27PFjbS4vq2qbdU71AvJD5s86aTsxnL9zXwt3EyduDSduFYdvAcfuGXPUAlh79FS7zAG7bP5XiC9zyrT+ZB6nbE6L9x9qjc18eWVD5pBt4nguP3ykReaLZea5dfI2mOc2kGuOXgVHcnvuGfXd0xJO4QYfyDZm57T66LHWcfK2iG8Qrj18qC3mmtLiovZwFDdow9L9e8i9p+35OVVxRs0x2eJ0aePeY63d5fTyzgMt3r6v+dvIfvCEk6Y1xSX7UdPIn5yZU+gU89Yews+Q2M7/aGhr+Ly5/0aK9bGBGm3cMQZrjFF/GhiEKoM9xvh+KqUazmCGU/D/l73//JLsSNM7wcfude3hobVOrRVkoapQ3ewmh2zOcpZ75swsD8/s37bDw/04+4WcHbLZZLNLoCSqoIFE6tBaK5fX9veau0dGZgIFoEQDVQjP+7hps9des2tmj70RkX1npzVy+ZLGrlzR4Pnz6hgbk5FBDxn05BU9oTuyj8fj2bicWYkbdXnI/D7jZeMwx7q9NDunvb09pfMF9UMypyGAZ+/cgmReUe/ZM8qyhruOopTJSMgn9lhB1LSxp/r8mg7uzWjr/bta/tX7mv35O3ry819rBsz98h0tvvOB1j+6p110XoEsJpt7UrDGe0nsCVg6o1JJmf4+lcZGNXThvKZuXAc3NHz+nIpYE6u1mtYY5yef3tcs2EDeKlbsqFINPyocc7F8TOx5J+2Sjsqfe6w9oYmT0Rb3FP651JM5T/2nGjjVwG/XAG/zb89wmvpnqIH2+vl5XXMktIHX1th2EdtLnsIpsoBaizRloihSHIMoZt8hgjT7joiP2CBlAeLssbIxh7g4FcvSLa7BQabOjWED19vGQCSOOAeKc44SBOEhttlm29+OCHmJPM5v7I3ElpihkOWxPmEoaopj+Z+B1zEJILPJgSNDwlf43TzcFNam7q4S1qhRjY0PqxN/g816nVvvFQ5YW1u7KperlLNOR622PWG8oT37agpn/TcIiRxQ62NtJ3QmofMB+C0uwDrRzodLbSHGDsIG0WlzvaM90oXrGAcXxYQ4gKObej3R/v6RlrgNNuvm5uaGGvUa1rROjY0OaxRC2NfTyYV1LCvfrMlaUvhQpZrxwdf0m9cOX/q8j2V4Ns25Z+Ocs/AJEA6thi/i22GqcZFTBOLY3KaEEeoutEjhlSsX9NLt67p5/bIunJ3SYG+3ihDeNBMgClbCBudFgPaoVu0PQxzGKmHSJQR4WklBiJb/1Pl9NOCYPFHMYDmpDMnZ2tnWmv3V0I0N2UWK6b5dv2fuJ6wNZgWMWDOKnZ3q46DbawdRrNlGCll8xGSQrE7mhBhQm/9WRxg1+wpwzYkSEogIg8u7yRx44ZusOgkCHihAfEi0Rp4HKU8f8jwNfKHPt3J43qPEgFwmsBEeoQMjhEe7u9rA4raBta28syezlmUVKecipakgOTzSNu/1CqRvMRApyBTE0H48dI5D+SKkbhtyWF3bUnxQkds7CsRwi7idhWVtQ/7WIWTmr5uFaGc/WPT2qXOnRQT3FpdlRHCfw34VMqjdPZm7OTOrLSxBh1gV95FxB2K4t7ioIwjg/sKidufmIIJLqm9sqsElWgVCu0eenYU5VVmD4oMDiTbNSrXzcEZrdx9q7d5jbTyc1cbjuSBbZXOXSQOhgNzEjB+vM++xvsIHJX2F3F8uq42QU8IYNFhn63GsKqiAWjotXywqBxnsnZ7CMngZMnhZ/efOKj8yogiLYYJ1r5FKhfIsz/I2h4Fn+jTnf12No0MdoMd1CPmqEXb0WYXc5XMFDY6OaerSJZ3FUjcCKSxNTSjq7Vb4cU/ehbCgVWsSFuMaluNDLgC2PrmvJUjf3M9/o5m3fqXHb/1SD9/6he7/5Be6Z+7P3tajt9/V3PufaAVSvgP5L2M1tB9Jlv1uKOuj6CubhKLOkoojwxq6dBGr53WdgRiOnZlWiXe1Xi5rnQuBeazBi/cfahe5G1gd7fdgI+pgh1HMkDhguvaM6bPgDSCOb94Gy2QIOfky/0kQ9c16TqU51cA3XgPsxN94GU8F/CNowLMAe27lOGPZ+trEb2nH8h8fzhwZAfsU565IkW00RNlybF4Lm2vnJTtcmeuck3NAwIkyJ+HkIqeIU3wcUR+bi/mJlX1sD7ADubUPL4KsSYgf9jZ2BsvShMNBCM74snxWzhHnmOXBNf9ngKZFswGWj1rknCPsguuck32a7dMjq5iGIwoWOwoagTidOTMl+4Mm9rtPDUyS+weHEK1DLB5V5PTUYzV4vlqgjrDZEePEP9pwrukSVIB+zw/1qYVwoMDvXCQHBBI5zpY+WAoPOIAdHh7IYznr7MzrzPSYzp2d1GB/jzoKKUURsphSHa5zcs6gltv0y0ki3uDEP9cM4sUjBVdPP86R4WnwRZ+ltxFSHVoPHjXraulSkmWLGI+I04QDEafDdNopX8iou6eosbEhXbt6UXduXdM1COLU+Kg6iznF3LhHaijiRYjwO1xPPxOD+WnRRTYnXWjD6fTzB9UACg3vuovCPNzZ3tEixGEOwmDW9kq1rjove4PxCGA87HcDXSpStpBXiUN039CgekGBC5kUFhA7RCcmJPPBxk5qzRt75yRqOAGmEA+xxJHON+m84ye+m3H2HbI99+WeC58I2kt3IvhVvSZXkIT57Jmb5jcpbI7y4sp+x69+dKTaYVm+WpVZWFI0kqK/4WANUTJSWOPQXYOomWs/TmpuBQJpboIV0R1VlEbPKSDqSli7/MGREi6KGvsHSvCbJSeGSFjekEacuZbf4CgXlSuyPNFRWUkoB6lDPgFPnfYXJh0k1dk6Q7o7PFQMSYjJH4U81taBIuLSWJTSZj1CBu0Qv72vBEKaQGSSPcIQICMj9gdxrN8Rc8Qxfs2RbmrOdPXbgbL+wE9omcUoYc1IjAQyr8uE68zLuLtb3Vjvxq5cDv/H4MjFi+qenFCmr08OK3eSzqiRgjSmMkqMFMaRfEQPmGJUEdbm6sG+dlaWNXfvnp58/InWIeYNdN/d1aXx6WmdweI4ASHsgXDmBgZlv/PnuTxho5asEi5a7cc+DyBjq1wKPP71u3rwy7f1+Fe/0eK772v9k0+1bWQNK/E2luANsy4TN/f+R3r8m/d0H2L4gHzzn9yDlC+pzjyQvWxWN/0NbfFeZvt61T0+rpFz5zSB9XN0YkJdnV3ytbq2Vla1gPV4iQuJXS4U7L+ksMsMh/IiOUXS5xB7Mujpx0L2Tjx1zfc0/dR3qoGvTwN/mi3bu/enKfmp1L+zBjwbZ8LG0MA6ZO4xMbSF/XmwxpKdzYill003+InjvCTbA9poRVl0E0RYOyFwQlKH/yQIyuoM+UiI2EhjNpY4jkL9NGlZRBI7Iw/yIbqdh45Jn5U/Cc6OId3i2vKFSvhqh62+Y+A5jg9+J+eaiOxQ6SjIY/0xqBUmSlksTf0DPZo+M6FLly5ocnJcHZBEQSaq1bJqtbK8r8u5hsShTux64dDi9MzHiX+hTYt2fH0xHGXI+OUfh/5ow3NIUSjLmLKbJ8hXTzjMxYm6uvNYO/t14eJUIIVdXUXZeSKMjymWcRV1OOdwHNU42T8RDpCTDBY2Vwrfju8A4p3DB/R7fDyDa6JYD0Qf2ghkEB0bIXSQwihKwlmo1JHV9NSIbly/pJeMFF69oNHhAQ4peeWzKXH+UiCEkEOf1MKYefyhvlgK8yDI68P3l/mynG18mfzfzjxOzrnQ9RqWafuxt6XlZc1gYVrG3d3b59xfU533qRExyryPCZCtEZmUsqUO9QwPqn9iVKXBPqVLBXnIouW3Sp2jbh7zh7Fg3ihMZgs1ffbNsiLjb81Yy/0l8UUFrNIvWdUL2ZjHFmdzPFRDP8LaQaS5hoj+QBu40PByJ94D4bewE/HoLuTDjQ28xykQA4sPRMrqaSF+zrU8kRdLlw/tNMPP+pt1KKSb2Ja/DQuHdDXTWWYgrzpGO1/bdeSzMhY2YnsS7bYd/WjC029PiZMg+Ls+1vjnlrXENj43ExqX7I/HmHXQrIKNXE6pniYZHIUMTt+6ofFrl9WD9S6QwQJzNsYqKCa4YjmXkoti+djJCCGKR68N+fKR9rGkLkHUHt79VE8ePJD9zmA2X9DI1LSmr13T2JUr6po+o7i3X0rn5RPkraObhrmJBIGrrK5qmbKPP3hfD997V48/fF9L9+9qY/ax9lcWVNlaU213K6C8uab95UVtPpnR8qf3NPv+B3r0znt69O57Wrp3Xwera0q4TLQ/cGQbsq3LdEAuk1amq1PdoyMaPXtGUxcvaATyW8CCWIHwL2MNnoUQLj56rD2rg8sExwW1Q1QXJruExDr5ISkE266Cpi3qaYyFTnGqgVMN/G4aiH63Yqel/qQ14BwH3CjAseyy/7NxJDJy+FnwsDLnyMlBzBb8hLDBfqyzDjtrcLCwsOUzmD/xbD6tddq5ZlnnnGhO7Y8lJzSekDexOqyuBhsfYWunQTsNNgnLZwfyOHbIrLAPkB15BeHyqlSTgFrNy/LX2QDNpeqQh3OmGnWKmUhWmVWBS3OiOZlr9Vl+A8nhMRkSZGjHOfofQ1SjKJJz9IVcqTjmEjavIcjFhYtndPb8lAaH+pUvZJV4DrKNsuSqUlSnjMGIIY0fb2Y6/mHXRLMAABAASURBVDi1/wnfF0Nf8WP9sD6F1h2FI8Bpy0UmU13FUkrTZ4d1+cq0zp8fp0+9ynLoZjgkLg8UlESZUAHuyef5OAtbetjc3Wf01hJ/X4SjMpVYY09hrRkiWjVCF3OyzGQilUpZDQ/3QNzP6NbNK7p587Iunj+jQQh9MZ+W/bEZQY4jiHubSDrKisN1E9YGzX2J5zin6Zn8x2H8p89JDXimlVedF9FQqVbCHzUyK6H9CPPq+hoGqCMKOEVRSo73zfP+2Tm3gRvlsyrxvvVNjatrfET5vm455mwDK72tKzbnmQZqwknPvFnNUBgbS9I35WMSGRDb5DIE0YjDb3Pa5rchRLe+SMXn5R2QV2KugTlscdRG773apMreD4szwhHSyWt1OpRmbkijnpPplu8pyIE89oo/BSXbcUhj49RMI5LWJWs1IuVFeNdMSywP/oT83rXr8/KOYsDjhAd/cF/4shyGFxK+IMLKnMTJ7M839ny4lZfoBNSRuxrFUqGgwuBQ+L266ds3NHXruoYunlf4fcHeXoXf68vmpFSGXqcYGwojAr2lv3wzdhLrc62q+t6etrHsLT58GP5bCfur1jGWx77RUY1DuMYuX1bH5JSi3j4ZGRRs0iWxXBKFKux3BsuLK+F3O+c++RhCd1e7S3Oq7awrqu4pbmDRre3J43f1A7n6UUBUOVR0uCdtb6u+tq69uXnI4X3Nf/ixFrAebmPNr+/t0gb7G3uk4kgJ76ZHtkyppB5I4fiFc8h4TgNjI4iW0wEXPYuzc+EP4axQ39H2Lu3WmhOKsUcLLYU2HVSCPprJT2PMZylt1/wGC5/iVAOnGviqGmCl+KpFTvP/qWuAvUoudoqA57RfY7M5PDzULhvOFov+5uZWOJTt7u6pfFRWtVoNODo6Cr+4bj9eaHFH3Ort7O5qZ2dXh9wSlrn5s/hyK982dVl9O9s74U/E2+8I2aGvAQOr1uo6JJ+V39zc1Bo3n4aNzY3QxiHt7u8fItO+Dg4OIXxViFvCwTGRyWFtbm/vsUftaX19W6urG2Cdeja0ifyWvre7r93dA21s7Ghrc49yNVUriY4OK7RxoC02oe2dPdnvKtlfK9wl//7+AX21fNXwI5/NuH2VKxA7STEbXgScc4TYfFyiFBaJrq4OjXMgPXt2UlNTYzKrYS7HARay5cVGpyYplGNzV0LZr/bQ0rMFrPk2nk35zJCVN8BvQ+sJ8ocDlhrMgwRLZ6S+gU5dvDSly1enNTbWh/UsKyNHCQQ7FOKgyJb8GfVbza1o84Z8hM2P84/3WINP4eQVGZxn3LzM0tlRTGl0tFsXL0zr9s2rMmJ4jjEbwrpUhMRn0k5wDsWR0IuXEUJP5z31tPtOdTqGxLFVn/1xreiW61vBU+epBmyqJFw0NEDC5LS1wdai9Y11zdvvG2FJ2GaNqZMuF8sBL8esdaqjV59JK93bpdL4kHomR9XFxUymWJAiRp76Eoiht0ZaTTrX9ASHgAcCnogAkj34+p6TrZv/5MwzqbwQFZjbQuifJ7GdFxci8ZS4EbYJyxw2sodmIB6eOQyIs3wEQnkRtvfG8plr4Tb8cY6nMc/HJZbH9ImEzTXGankWIu1ZBIloOVLiIvlQnjboaLt+hQ/9UDvmWf9J+UPWP9oXQh3XfdJ/Qi7kt79sleooqmNwUEPnzmrq+jVN37qpocsXlIcURd1dUj4nI00+lZaLUmglliBvdilr70ODvTlRwmVtXY3yocpbm9qAfK3MzGh7fUM2r3sG+jV29qxGzp9X5xRksL9fyuapB9nqkqM+mWm90lCytYelbzb8Ndfl+/e1Mz+rZG9b2aSiQtxQPtVQJqoqpYrS7FcZ9q18lKjovIrIUuRdynMWiDgXHC0th//uYvajj2W/D3iAPA32f1qVWEAb7JH1OFJi72d3p7onxjR6blqjZ6bU29fLuiztbmxCbGfBnHZW11Vnn+d2SDbEzjs5UymBMNJOfMIXbkj4DJeo8LTTQ+D061QDpxr4khrg2PMlc55m+wZrgIXSFtAgoWNjcfieB1E8x0slyZ4Dk5G4ra0tLXDz+ODBQ3300Sd6/4MP9P77H+rhw0fa3NrR7t6BllmwZ2bm9eDBY/IuBbJkpGvWbvkez2hhcUmbm9vk3YegbVD2sT744EO98867oa779x9oZWUV4nikJpHcp8yy7t27r3fffV9vv/0bvf3r3+hDbh1nZua0trpGO4vhL3bOPJnT0tKatrf2wZ6eIIf91w5W9gG3pXc//TS08favfq1f/eptvff+B/rk7j09ePg4yHHv0wd69PiJ1ta2tMWmOD+/SvyM7t59EPKsrW0EMnn//iPin0Agt7RBX6xvD9HBkyczlF2DKFbRIPsVSmwfXhM7qLJppbFKlDqLkI1hXeA29OzZKQ0M9CifT1OmpsRXgiuXSGGnoxLKUVszbHEBEgPYhEJqyIX32DW/s/EO0HF2hrTl97ifBSlio46cC+k+qater8ix6ff2dkBoh3Tu7IQmxwfViTXt6Y9ReoUd3DkaAxZwkaSYeiI513Qlx/MivMWDpqs/0seHemkd14fWTHvNo2iiiAMy5xMxTCrkY/X3lUJfr1+7pDu3r+na1QsaHx1QVymvbEaKXE0OC2+kmmL0Y79r6JwnTtR9At78LsTpMz4kN2Nd0zn9fk4DQS8O/TnGKJYcGq83woXNAofOx09mtbyyrr3ykaocShNFvAfkw5VzUhp/Ia9cb7d6J0Y1MDmhUn+fMvm8PHU1WOMCX5KTc06SQaSp+SHo8bXRSibmSz6U/605mTO/Nf1zE02iFxOtOZvTL6a0YyhHJr4V0PLTY7rmAyIUYlokiUIe2GOuD+lWv6Fdpu1a3FOIvAYrY+5TiA9LE99WEjQbCuH2l0U5anBkdL4d23Q98QYFl/JqAufFxz1Nc+QXcPpqH092A0XxNeuzcCAiIab1FWS12pvwFPBCk8yzBDRAHSQQvExXl/omJzVx9YrOQQTN7ZmeVAYCZ1ZBn82okUrJyiTUk3jqNCS0ldAyFvOE9dn7uny9qgqXtXvsiZtcktj/B9mAmBVKnRqamNAYhLN7bExRT7eUw9poMnDp2uDSleJStQH72tPhMtbBR4+08viRDlZX1NjbVlTeV1w7JM+hXONIaVdXNvZKR3XIYaIc/gKvWJH1s8D7l4cU5up1ZWm/wblh/ckTLVHnxuKCDne2ldRqdAD5edca9KseMWPSacWlorpGhjR2dlrDE+MqdXWylnodcJm8vrQS/t/J/Q3KH1XFzS+D4KmHp+UQQcAe9GQOs9t8ruVGuBHxFoeX7BRknuMhFn+IxPt5z5fI8nlFf5f4dnN/KPcZGT6r0mcyPBs4mf1pysnY39X/tLZT35+GBuwd+tOQ9FTKz9BAWP6aax6Lr/MR3xFhlkf83rOSs2GpDRZpMsj2HassgcxUKhXtcOO3vLIiI0BGoj7+5L7e++AT3b33WMtr21rf2NP8wjrkaUGffPpEM7PL2tkrQ672IWcLevhoRnNzy5CmLe3uHmp9fUdPnszrLkTsA+p57/2P9NHH9zRPnh3SDw+r2sFyt7Cwort3IaEf3tWHH92F1H0MIb0rI3xLy+vUuRTqfgjhNDI6v7is2blFffLJPfJ+pPsPHpFnEeK4LDs4vv/BR/rNO+/r03sPNDe7oEXyz80vIvdjwMYFqVwE9x880Ucf3g948GAWMrit5eXNIMsnd+9rjjbmF5ZC/Q/Y7BaWlrTNxlWp1tRAcQnrY0DCdgSEriN0nE1nNdDXpwvnzujKpXM6d2ZCw5DCIpbCtJEKJajfagBGDNlkuaoXO2MT8k//0QYPYYYTT3tvcwxe9AJ0ohpPdR5pWnC4IKam55HGQpzPpdWHheUsh5VLHCymx8c00NOjXDqmzoYiDgiOw0HzF348coqPAxGIQRoBU7htWDwIcw39iLl4DAsbKEIJakOqp36UQ+znPdampZnryOoIuGdcCynEmM9wMiRFiBWA2Pl8BGEv6cyZMV2/fhFL4SVdwjo6NTGg/p68OvJO2VSVA1KZgxFu1ODmPAk94WoeoRkrmwTe2jA4WtZnfshyHG9+w3HEt9rT0oSTbLpEDI7DUpKwbh2U61pZ3dbjmWXNzK9oZXNX+5Wa6rxr4iIiAo4RURRLHDijUoe6Roc1ODWp3pFR5Tt75VJZzpaOyxgnyWDfuNYYYV4jhQ9Rz7shzeINIfHEVyuuKX3z+0TqUy/vXQiQxaw5Prhh6oQpFCZ/yPBZX9aI413Wc3BU4IgzkKb2x7U8uC3hHX20NkwMg2Vw9nUCFnYIFmCZ8dMAJf1TEBfSj13RPukhfNLfjmu51NcuZ3UanMWp9aG8+ZoyiDqBRLt6+gmJLwaPo1t9VauUxTf9TZ9X82PuCyCLFT8GWS0PzvFjU8WFup2J35SxNQc98y9RmisjEGVUzeTVKHYq6u1X58SUxq5c1fTNmxq7dlXdU1NK9fRKubwUp+Sp2FNvQksJevCsJQabGKazCPIVNeqK6jV5LkMON7e0DXHaXlnT4f6hUrmCukdHNYB1sHd6uvmHaYwMRs5qVAJxa7C/h9+ZqByptrmu7cU5rc8+wp1V42BbqfqRYvuVhlpFjWo5kLkYudK8hyncOPLhpypSkMI4ThSxD0T0NuMayjOhYuQ6WlvV1sK8NrHk77eshIKMUpTeSd6kifhiP8n0QJInxjTCO9o/PKxcsUO1ak1blFtlz91dXlN971DN30dU0LXpo/3uiI+j1ohVOMJ16CxqeEW05wxcJDlD6HcilHAMjz6TF8Aaju6tjQDqNzehvOnO3IR0g/UjoBWm9tC3EGflngf5rC6Dx99GggwNYG6AEv75AE+NhqTlnqyy3Q5d1klYvOVru1REn4kxAQNICQWIw8u3qN7Eoh5rLQQtKiBB1gT52vJaDoOVM9fiE/IEfyhhlRKijAIIk67PBLWQHIqd8LajzCX69PkaNRB9jW2fNv27asA5yTF0Dpe3KLEX3js5FyviMOWTSIYkbFwpKQKt/IG/UMZeSl5jOeckOSxFiaq1hLXc6fCoxmFsS3OL61pe2dHK2p5WVve0iH9+cUsW3tuvane/oo31XQjVltYhjjvbBzo6qKlSSVSteJXB4WENoritmZlFLIKr2tk5JD4JebbJv7q6pf2DqpIkVsgLmVzf2NUWaZtY89Y2drSKZW9hcRVSN6OPIZYfffwpRHGWPHtInlJHR7fyhU4dQDS3tvckDov5Qoey2aJMB9s7e1pis1kERmY/+eSRPv7kMTKtaG11FxJb0fbOkRYgi48ezenT+4/BQz3COrG+sSWhu3Q2KxcbpZKpTqJlR7xTLBc2qFhpNvpObkLHxwZ15eI53bp+Jbjjw4PqKuZJ92xydXEVKwdBjGIvs1wJcuitVic++PxJtNsT7biAiO+I8Y68FOM2YX7q8wlxCUcVr3SkJmzzpo0IOuuSmiIOC9nYqaezBGmd0u2b+Y8ZAAAQAElEQVQb1/TqS7d1k4PL6OCwSrkOZVyKfAmN12m41kJDShLmVhLmSRLmWSzf4IDTiEmLJJtzTuHjkZMaRA0B5jeExM/8oqB7Ec458QBzmyAgfNRi3+7YdSG2/R0RMjhGCERShJgMo3EI5XKRurvyGh3u1YXz43rp9mW9dOeSLl8c1/hIp7qLTvm4gi6OlMLCG9OLiHFynm5yAEkaDXSBThgvpy/xsUwGslIF39/W52Tvn/rN5xmxBmtYpRZpc7eiheUtPYIUPpld0cb2oap1byNALseYRnLMU6XSUrGo3OCgescn1D82qa6BEcXZDmZ8ijNSJDKS35kDHGFJOM/AAq04m28WlA02LTLiMni+w9PK1wzzbfmeh2UkySQ2r5X/bDRTm9+tigmE6hDC3nOD4103RLxjLvSGfhEn8ih82mUdYhsUUpzUdJFFfKyIwWRxxB2nk2Z+nPCENNKt7WfhFTHnvwjO8lCT1dkGQR6PfAC9GkEMcrT8ViaAsMWT+ZmnLZO5ohM88iFHqwUiXAshmq9mOh4eknQMwgmwdIOaWtLxxyYBcJAsNN0UhwIR81O2wvo0K0JaVWVVSUEGC11KD46q/8Jljd+4pYlbtzRw6aIK9l9KYDFkQ5LYI+QimjA4GakxtDoRJIidlAYZIuNqRTUubHdXVrXJBefB1i5lnboGBjVw5py6p6aVZd47LkTCouYoCKJURFORaECqHml/YxUiOKO9pXlVtlYVVQ+UgdxF7AcO4ulY1x3zygPxcSjExsH7hux34Ru+Sl8r+CsSJDKulxVDNP3+vsqbm9rlQvkQ15crbG9e8EfF1BEhi4uQI5OS6ygo19+r/vFRjUAKu/p6qU/a29yBUK5oZ3EN4rojmZUwoTDzR8AbRBi5qEkR/xxyOsggC4LERZGV8UcVGUIc67NYnznYyNO/OqiapbVeIXuFLDXVGzUlxHv2Q/mE2mmDtuxXaCpclFch41buKYHzMn+Io+5E9mZ7JejO46eC5kMdnvpOwgi6tVejzVqjqmpiqKlK+zUswXXy16nD3IbpHD/ShPrMNeka6KRBW3XarmGlNTehLcvEqB/PT4SU6khXa6hRqatRrcsTZiG0rAEN9BP+/gOV84Qkq6uOLurIVEcmk8P6YAWsfwaLa1gaSJDZGrV4619CnJC9CSSmLhQs0ZaQXSarNXYC5iVnaN/81tYpvj4N2Pv19bV+2vLvrgFWAHu/7CUz17FIRo5FF4IiNqyEw7pBFiZNcuGls/fSXkArYy+0vYS2oFWrjbB+ptM5uTirg6O6tiBJG1tH2typaO8w0d5+oq3tijY2D7S+sa/NzX3CB5C8I9LIA0HcA0bsanUn5zKK4pwqVS8jd5tb+zqA/JUhjBZ3SBtHRw32sYK6ugaUzZUgpewHWAfKlYaOgNW1DTlcXt2AwC3o0ZM5zWMx2GRjZE1UnhvZwaFRDQ6OKJ3J02asUqlb/QPD6u7tVzbfQZ0m956MEM7NL1N+TcvL21g4yzo4bEBOnY6OEhkpXFrZ0GPaeAJWVtd1VK4qly+o2FFSnErp5CdyTgbHCcMQE85nIvV25zU5MahrV87r5vVLunrxrKbGhiFgReWyKcWx5NgtXThlJQQS5E5wvY4XWDYEYvi2GIPjy8naidgM4ZMyOAa0jYjNIoCRjp1XykANsYVZqGOQcU4dubT6ua09w23t7evX9MpLt3QLUnh+ekLdENo4SimiTxH5HYcGceSRqyIb1M5+Bok2k4Zj6tERn0GuDHsAummwnFBOBnLb0+DrJJo9JPJLPu44n/lehJMjh+Obtvk2n1OE73lYimRnkzbiSMqkPfMlo5Ghbl25PK07ty7pzs3zunZpQtOjPRrsTquYbiiNDhyHp/CStDc49OCBvL7wY1kMIaML31+mWDPjn+W3acNgnfNBF55FqcGNVcL6VeeCyP5ngXXWn5n5dd77Za1weXPIesF5SNxvhDkqW99cLGUyijh0F4aG1Dc+qb7RCeU6e+VYz2TpYU44a6yJ4GUOO/MAc3HUctuShcwWHyS0UEtW87YR0tuBZ91mbot7pkaL+AI0K+UVliGiuMHxbrUh/JLlc3w30Q4rfIgjj6OsIUSd+HLB79FjE86TUZ66PCk+uBFxnw1RztAs+3l50HCoJ7jUZW0YaCA8Ib7V5vN+FpaQp/1lfTAdGEStan8YMx/8jlhDCPDlQPNBDTJYyPIGkGxxBgqG9BBPoOnatxRRvyPOJZIhYn46VgQPkigncfGQ6uxXYXhCfecua/T6bY1dv6HeCxeUxYrnujrJk5VYV+Ui2olFQI6GI+BoxhFjj8MTBTgIFQkQrMr2jraXV7SFhbCKdTDLPmdW8P4zZ1SAbLrOdv0UFB8cI4RRysmxSTSqh9qHBO6vLqq6vcoGu6t0UlHG1ZWCmEQc5INE7CvWP7YLKrEnkSet4SFPRgi5FKsnZXkIoasdKY1V0eAP9nW0taUycibIa2uk7UkpdBZZf6NISSqWZ9+JO4rqHBrUMISwd3CAPTujymFZu6ub2mPvrbKv+8OKAolgvugkTCTqDA6LQO2Afm1ua4ezwTZ79TYXvntrGypvbauxx8VwuSzVako4KDQgOW0iY2Snzlpu4YQ9zgOFTqNvnyB+HT5VV4P4BvFe/GOQPP4EWJylWfgYJmcQzCNyAySEQEuhnqspaytJGs16rZ1QVwOi3bBUQklwKY1ftPoU5rPf9U2INVLahCdkKTTVfkyOBu1ycUYn5CGChucrtG3rGJSlBJwtUcPkAyZrqNmRyONpKUFmkz8Av6jU4j3+BF1ZvHBFWJxFmq7ptI1QEV+SiUnsU5fYEMY9fb4+DXAk+voaP235d9WAV8JLX+fFtZdILLhRzCE+iuU4/Dg5ibfdtRYF3vKwwFqZhBfV8zZauUa9oUMW1W0W8tXVVdkfY6lw25ZwKONyCSLlVYYo1jnoR3FeirI6LDe0hhVvZnZRM3OLEMNtLHsV1WnriIV8bW1TKyvr1LWjMpZGpxSdjFWreZAAj/WwTlpVRkKdS3G536nunj51dHRBDnN0Jy1n/SCtzi3gNjek9kdjNpHzkFtAuqY4lVYqnVEmm6NcJ4f6LuVyeeJyyuYKKhSKygNL99R1cFTGSrgKEVxTFUtoKs7JOYgMt7weGRsQaJPngFPoFlbG7Z19lSGDT9tKI1dMXz77cUQbIr5SfJU6chofHdS1yxcC4TIr3NnpSQ30davAxhhFniUWgsWiGrHZGBx+h9+REgGqkvmJ4vAg/ICBcwjlGEOXsD00Gkpsw6vV1OBG07EYh7K4ssWZjc+DhFtJI4hdJtfwoK4j18u3r+ulm1d1+cJZDQ/2qVTIKhXTKocUAWubiSRvpJBDgZhvNq+UOOSJFEdpNvS84nReilLiqwUcHkSlrNXQRDtMUohvh593Lf13g6PYUzg01gYJhOxbck6KWPlsDHhtIIVSRzETfq/wzPSw7ty6rNdfuamXsRhePDeufgh+2jW4bT1UrXxIZ+oyNaX5srEWuvagqS8993GEDTg81lcc6WmUTj9iPtj7YBp0ShRxMEpxnonCerOytq3ZuRXe3w1t7xyyfiSycxavkBU09cszX5mMiju71TM6pv7xKZX6h5UpdsqlM0HF1oKeU3x7GMI7Jvt4+5IsAqnEJ5QLGVtpx/EkPvNY+vOwDBZn7peHNeeQ1VEkwn0KEXLPQccfh68J18qjE65e+DhingdRlNExIokReR6euM+GQz+OMubiDWMUXOKePp76PcEmLO+zEOk6/jTrU4g76bcYq8FctT4+5Go1S2abGpbk+TL/MSwccKJlFgdvoA7vPcudR3QqcayqAbGSKFaD9a4Wp+XyRRX7sdadPa/pm7d15s5LGrt2TV1Y7uLeXqmQl0+n5bkF9Cw6TY1RH9pz3jHNmqARJDnxOPy0b/+/ZGV3Vztra2Ada09Ntq/1DA6pG7KZ7u6WuAzxlp39QLw9AQ65gSB0dSyER7vbKu9uCfYFCawpzcVeiv0hBhFrV2Sy0GfhGqyorFK+POmeNzKBunjgKGskMgXJSrH/uGpVtYMDVUEDcscGiwievslq5MuhMycfR3LZtLLdXeoZHlYflzelUif5nMp7BxDKPVX3DpWw79qZxVTQhsLHS8jCRqfa/oE2sJjO3H+g+x99rHvvfagHH36sRx/f1QJxW3PzkN8dmf4ikxPdZNB/NhUrgxwpKrZLU0PEeDcFpf4IdaZTyoNMO2/kbLSEIyuXwZMGMbqJGCNzncll+yNtyfZh9E6P5ZwLILtsh6RppZAjw3zIMofSzKUUeWIn0TT7igNNv5WnwzI4vi1firIpyqbZuFJU5uRIOfkQ9laTIyVSTL7Y5ikhxFWYHnTT6klbXU7o3+BxmZ30J0WcpcdRhEyxlZSYJzaX7JySQtgUHeIhLQENxVQcU5YXhrxefAF78FOfqEv002KCHOYhiec4aFG/P05r+H00YDPn9yl/WvZr0EB473gBPa+S562M0rHiTEoRcKw6ngU7sR/nONqX7K9jQhjUqCmyxZuF0YEIuZN6AiE80NbmltbsF9Y3NyFBFR2TRoiHkUh7uVOpWHEUyX7Eogy52mOTOuAWrsKNYEK9QqhKpaJt6tpY39DONhtQ+YhoL8c/D7FrQECrbB77e/uyP0hTq9aUy2bVyabQ1dmlIpa4DJtnGktcKpVWHMeUNxkPsUDSFwlLXVEdpRKbYkFp8lqeOJ1SOptRio0xhd/CBvNHccTe0gj9sv/jrEL7HaUOdff1QByziljcEI+a6aWXIvqYoZ4scqWQw9OvMv0K/bQFP+RsfTnckyBIdkZFSrOqdnbmZX959Oq1S7p585quX70s+/3C8ZFh9XNrXKKNfBzLrHYpSsVsKhFtxIxPTEUpwua2YZsPI4C4CGrjT7pnobabuQYbUMK4W9gTn+A3uEgQnhjSnQuEZ3JiSFcuTUEEL+mlG5d06dyExga7VMrFLP5CCYC6aUQJhT2LuLXG6VzickBYb4VlN8LKG/lIqVxOrsihJ5eRmIdiPqr1MdVE+E/C4kJ9xH/dj3MOcQEyx3GkbCalHsZlenJCV69c0u2bN3Tj6hWdgcgPDnRztkvRRchgVFMc1ZWKE9xEzjXkGAehd9vEnSSDvCP+BKRmvPh4cPoEDTRV4YJfQUNNLXrmX401yn7ke3F5Nfyu8BrWgKODCucTj27JnZA3Ydryvoj84lIoOzCgbqzf3eOjKg70MUfzYS6TW/axlpyNDQHn1axHarqtsL7gE+r4gjx/nGRr+Xep2cp9Fn6Xun57GWuFEQmZGJ3g/n5fVuNzYJwU5oqOPxZlsLYZXl4/dkiKmZ9pQthSToLEVh0e9xkwlzzHXClSAuqEa+wNVfbBCutEvZBT1NupwhgW6QtnZP+voP3/giPXLqs0NaFUb49YeJttOtPCU4i29Lkf/1RAu/Rlr7U/vLLDvmr7l3NOnV1d6u3vU1dPj9Ksf1mk3QAAEABJREFUvyLOs/Z4JLU1qF2BF//YS+q1OseAsqrlarDqpl2M9TEC9A7lHJNBNWVsixYhyvH7gT8KeXX8noiPA3ZeqLOXW/019srm7wAmpPBQjm+eVt3sd1E+r0I3Fzf9vKd9fbK91sofQQoNdbPshTOF0Lw7hpPkOJNY/VUspZu2Jjx6orn7DzX/8JFWZue0DhG0/5bD/tDN7vKyalvbSrhQjo6waHL+SFM+Q90xpE3I6q2takUycF7hoABhTpRGb6kK+iJPxPnJzk4RZC/i4tUxJvZ/L9ap10OCHWcgx7lC7ToOD5Xs76tBurUt/BFEOaZsmrYzrFVpg+31lEvI3yCPuY72UsgZk8/aU60qzxnO00ZCu3Xaa3CJb35n8qF3Zz8SykW+GF8RJ856oryo3yGzo13rl8ma7CIX5y8PoZbVg86FPzo8UkwbKeSJ0IknrUFbvnIoX6vIoa+Y+mLmlCGy+slX4wxY29kNffX0w9oJMtCPpt+stFWmpM0HmwxNhLGUmHGAqDDPdPr5ujUQfd0CfNX2T/OjAd4mx+YUpSI5DuGODSpdzCqNlcOlHetBWYfb66psrMkHi0ZDsDw2A68UL18cXkPqYVGqsoCYldD+K4kyL7TnRY+Id2wwCofchhIWxCqLUp2FwW6IOjryGh4a0NDQoLq7SspCoKz+OgtPjUXRULeFjLoc9XgWJYursCgf7O9pbW1VK0tLqrKglDqK6uHGsKNY4IAdsZ8lQbo4om/0s8EiVKuzMOPv6+vV+NiY7M9W53JZOchcwiaY0EaCrPYjFYroF/Ey4Lefh98/3MfScAhpTKunr1sjo8PI3q8sljor12ABTSBU7FXq7CxBAKY0PT0V/HX6tLqygtVzRUcsyOwTQj008uyDWhUER05El9WVYiyKHRnZf0Fx9ty07ty5oe+8+rJee+m2rl+6qKmREfWVOlTgkGHkL0LPhhi9BdBYykD/YvppsG2VXZG2aDHy4pyi8OOnsQ9xCTe5Dax59nsKnjLZfEa9A72y9q/fuKyXX7qml+9c1o2rZ3R2akgDXQV1ZCJIqZczHaJvT3sJuksiRw2REoifxwKsw5qEhSbZ3FcVC2qDg4aDCEZdRTnqERZGMSflnCTHPymWws1oCjcCrgWcb8zjkDRCZkMcRUqn0uoudWlqckrXr1/Xa6+8opdeuqUL5yc1ONipXM4rchVJFUrWFHFrHqF3NIUOE8mbLqmVA5TIcQwLe5EOeBw4fZ5qoK0az1go6E2caxqy/3ZmbX1d9kevDNubu6xJpmfJsjleAmczzaPRVEqus1MdI0PqPTOh3olRZTo7FF5IuaB7Rz58jJuzGFwxbkBPP86EeRp8xufaIfIEP2476g/vWgsn8VVbaJf9vHKW/nlpX3e8yWb4LDmejfccVC0XQ6sAEUMW+78YDZ4BNVJoCOnMsabLlGj5E9w25GLFqayiOMObHYc3/ZD6Drg4KrPmxf3d6rt4RhO3r+nsKzdxr6r7wpSyo4OKukvCxCSR12T6SmjPJYiLWdqOdvbCJesuF7B19oci+0XfQL96enpVKBaVSqflnJNj3XLOSTyyj4tk65kFPXUlXMiyrMu5lGKXFr1TlMSKWNsNViQ0bQXkeB9Ay41Q1FNEIU2k+Ras7ip7QRVyYuTTs3/ZGig+Dhw/1CPKKIoVQ2Q7u7vVCynsKHbIQ34PIUW7dpEMGfH0VXxc5FBjqy9eEvuhrC+0V4HYHO7sqE7+NH3szubUwft/tLGpJQji8oMH2nj8WDvzC6qscBZCh00StKcq7RxurOsA2O9AVjc3dMS5pEw4sTq3d7S3tKwDSKcgdmz+0sGRGhDMncVFrT9+App11yDrQgYjQh7iV9va0t7CktYfPdLK/fvB3aNMnTaNTBqRcxCwGuF9zhabs/Nam5nV5vy8jjY25CG7ls/aNGJWZw7sr6xqDcK7DAFefvhY6/j36FOTlB6qggwHXOpXadujR2EQEATX2iyvrehgZUm7CwvanJlBnsfafPIEzGgD1/RT5RLf+u23d1VZ29D6kxmtPHyo9fnZ8PunCXU5JpBjbD1kr4ou95B9nfpW0PX64xnqX1Qd3QvdeVBFp/votLKzJZNFnLPEGYNBtIFkJnhFvKcRIZsnvKLEETh9vjYN2Fh8bY2fNvy7asDJOcAmIBZMQQizpbwKXUWl89iafEX7m2vaW15QsrkuHR3IfozBFtMm2aNdJ6VYmDPpjPIspAVu1vPc3GWsrmxGJTabzo4OrCJZZSCdqVgQv5SMAA4PD2p6ahLiNKmxsVEZUSsU8iFvJxtWCRQLBax/GWUyaeVZ/ItYkTLUnbDQHx0esD4chPoG2Nz6+/rUCTG0MkXqyUP2cmy6+VxWFteN1WZgsF/j3PpPYa0ZHR1WDzewBSOR6ZRcJEUIWKBssVRUlrIxYYuLkT2NDB2dRQ1zSJycmtDE1Hjwd/d0Kp/PKkWeDOSwi3aGsd6dPQtZAsPDw6TnWZePZFZNs2hy1pdtdo6FDI/YHY9h+53J0kaEXHYmyGN9MwvTeUih/a7eq3du65WbN3Xz8iVdnJ7WJO0M9/aqF7115XMqIm8e+bNOStNOTKNmNYxsQVYiZ2D1dLEUpZxSmVhpdJvJppXNZ5Qv5iCzHRDR3qCzC5fO6+ata3rp5Zu6c+eKrl2Z1tR4n/q7GLNUogxkOAUcZLCBW2PRrjvJDkeezviEFo0Q7pXVWNnS0dIGGxC3grWGUsib6u6QQ7+BEMYUFB8PeCKQAjEwfyuV0DfwQebm4amhVCrFoatH01PTuoWl8LVX7kCkr+vK5SmNDveos5QR6lb4y3uOMTEokW1wrtU1R8hx4Apg1HQMfeHHk6MNvN+Sp625p91NmPs1LmX2OJQtckCbm5nXBgeWo/26Eu4nUDladYAZFl5AXJuTfT3q4T0f4H0v4k+xprjIZmCz7ogSEQqOKMOrREjNV1m//ePayZRte/80XJP8efxpSK7m6EjPuHrhY6QPGihzWbJkRLDp2lom4lug5NPhM50QT90eJC6iXERe5hH7o3cpCGGkGvENu/gssb8M9qmby4bR65c0ceeahrlo6zg/pXioV+KyVFnK2joY0VCzejxf4WHOC+KTYPU5Yt7vcsg/gkBEbCalri71Dw6os7tL6WxOURyz/zk558SX7H3xVl5Ozjl5ybYrOUWK6E/EphHg4yYZhBQ678gEhBMK4KGExdv7EYAig0teR10CHiSE4WdKEg+4nsWVQaIGq0x8HO8WIEYGziwR62uBi5u+/n6VcCPezSNI1c7Wto4gNAlWsiC8i+RAZLDqQt20jOshoB6rWJr4zmxWQ13dGih2cN4pBzK3BRHcgjhtQm52sBwmkB4jK2Uul3axHm5B0jYXF7TFOWkLv/0fj1uQssPVVe2TvgFJ2yFc39yUIG+1tTXt2n+vNTMXCNMa9RpxsjyVNc5ZyN2ATFqeNYjW8v0HWoIQGrHanJ3VwfKK6pvbElY6I2DbcwvUM6sNSNUaBHMNUrVF3AF1NRh3QUATLHhGEjeQY+nBIy0+eKhFCNgS/nXkKEPA6ljo9qh7gz7uLC+pDBFLdrZVw92E0K1ATK1v2/TR+rdOe4uf3tPC3btag/TtzM1BAtdURS/7XNRvQ1DXkWeZduzHb1eRfX9rU2bBNItlwgX7zuoKFtkZLZk89+5pkb6aLqyPFfR0BDk1na5S9zbEsXawJ2FQkK9LvFFtOJ/IyeBxPWmnz9epgejrbPy07d9VA55FPlGDTcPzQgmrTLazQ8X+HuUhORHh/e1Nbc7NqsLL7FncxK2TbJGtJ6IgK7/YULIa4oZuenJCF8+d1ZmJCfWyOPd1d2I9mtD5s1OaGB3SyGCvhgZ6NDE2SNykzk1PcCge1ATE7MKZ6RC2fFPjY+FHIi+codzYsAY4iPVT1yT+KxfPaxpC1w1x6OoohLTJ8dHQzuhQv6zNsZHBEB7B+tjbVdIwG+956rpx/YqMSF04d0ZW5hxxF5BtHIJn5UqFnLrZqCftP4aHqA5AFouFLAQ1o/7eLl26cE63b17XjWtX8J+VyTM2MqDpqTFNTYwgS7eGsaJZvefPTMraH4P0XoAUnqd/I4OD6oSwpuNIDp1HbLgOROxY5jeEMGPhgIUjSbFTQIqNOQdp6yrlNTrYo0scJl6+cVXfe/Vl/eA7r+r7r7+i127f0M1LF3QWHY30dauPg0UJxpFzXmlOvikQt4FFKuUaykReOayQBQ4gHfk0OshrqL9bZybHdPP6ZX3n1Tt683vU/8arevUlCOjVizo/PY5eu1XKp5R2dfpTlatj6cKq6GyxhhB64FikjYim2XjTkMGo3OB2dFdbswtam1vUAbeWnAWU7epQurckV8pJmZgOR2JlV/jY+g4cQFSODwpJTp/3+f3if596raxzTs45xRyyjBBmOQB2dnZqdGxEly9f0Guv3dEb33lZL92+qnPnxtXbW1QuEymOGjLd2dgbIuaAY26El0ytDzpwwYuHuRO8n/PlLf0EQvhz8v65RKOVz+mK53zpMZbUOZPtaImDz9LSqjbWd1Teq4tpq3C+4MAqyLc4WCqdFi+sSoxbH2tbJwfoHOujMna4pz7GxgNr0MYkAAFOupbWhsW3srejghvig+/060UNtLXTdl/M8QeNaTeDa2NrpDCAgbNw8130vKeAhsnW/PaW4sgFePcT0HCRqqQeYbU6AIe8i3XWglRvt7q4YBhjbZ1mvR6/cUU9EMH0cF9z/Uuz9kUJdRmarVLNV3+QiUnP3K6rAkk6hBTU6zWlkKHEpWV3T4/yXNbGXBxGcSwWLbb0Btt7Xc2/PlmXZw1CENkFl1VnBMylMrwqEfkc1SMrpNCxKvsAZ9nl6avHZ2Ukx7+oCd6tKMGP61n4PbFGBOves1M4KYrlohRFIuDU/pjPeQuZr+U68tKXXGdJPf19sh+BTUMQq0dl7WFZOuKsEgihZacdOYeEYuyA7BMpIs6xNzn245Sccqm0OnI57iQzSplMtaqSSpk1Yhcr17xWIWiHkJQaBGqHi6V1iOIyxGgJ4rMK8VsxP8RphfAG5GsTMmlWu62FRS4/t1WGpK1CkIwAGbE6gDwdQjAt3+ynn2qNsjXqP2R9ClY8LHmblN1ZWtE27W1A1qw+I4tl8plVcA5StoJce1j69rAANn/c9bGs/AGXXp5LgCrEcJc0sw6anFtYHq2+FWReRtY95Kqgsy3asD6sI/cWpG6HM9/a7IweffyxHnz8kTbm51Te3lL9YF+HENxF5J29f0+bWA2tL0eQR2tniT4uk3ZE+/v0z/QzC9kzdxei7A8PVWbvt7aMmK5BStftD/A9eoyOZ7UJYd7BqmoyrKLjBepbQ5/l7W2J8RAWRiaZjsFcc4xXc/bZ2J7i69QAb+/X2fxp27+rBjwvEm+VWAsl2xggXjmIVBGSlO3s5CKnKls41rlJqjx4LM8hStvc0hyUpWpd9jthURypBCI7ODUAABAASURBVPGawip25fxZXTKSNdyvyZEBXTk/DaY0NTqgsSHI4HAvZGVIV89P6tzEkAa68hrsKRI3rPMQq2lI3xlwfnJUFyAdF4g7Oz5C+SHqndTNKxdC/CikdRyCeXZ8mHpGND06qMHeTvVBFKfwXz47qSnaH+wpaWKoj7ITukXZm5fP6wx9G+3r0jnKWr4zEMjh7pJ6i1kNdRZ0YWJUVyk/3tet3nxGPbm0RiHINy+c1WuQwetY6M7SxthAl8bp04WpYWQf0ehAp8YGu2lrXCb3EG0PUu48xOoyOjlHvSN9PSqaJRG9p9tgo7PbSUOm5U8lUsxGxbmAG1iF4XGSIgB3UEc+0kBvFr316NblSb1264q++/J1fe/lG3rjzlW9Yv8n3qWzunZuUpenR+nTkM6O9usM+j/GUC/hPp0j/sL4kC5Baq+Q9zplbl86Q18v6Ht3ruvNl2/pexxcXoUIXj87oTMjfRDvovJYS2LYqjPiB4RFUEqQNUH2epOAYpWJuX2N948Ub+3JL69pn81jhQuGTazPDZco11VUCdKe6++SChkpHTU7Sl+PH4/PgIPaaMM8Xx5W9LPweTW4z0v4wngn55wiCEUcx0rFUfCn8RfR1zAXIhcvnMFaeE0vvXRDNzkM2oXJCIfBLuZePhcLY7ViBj5CN1E4ekEUcdv6FYe05uFIEptgOHx9hkvqC4+975+lB4t7IfM3NsKkBUEJXmJCEDqWtul3x+Gmx4VxafBO7XNAWlvf1ByHnrn5RW2ynlUrDWHYFtOX7Mw/F0uMmXj/7QDfyYVWN+tQkUsnxyVLjTlaY+7XHUUAZ1sZJFpnLKiEBz/fIj3Emx+EIO7pc1IDppXPwsk8f2B/a3ieqTXEeUgDICFiLAMYV2doh1uuw7Vp6BhkzwRoE8G6i4I1sMw6YD8eepTNKGFvzY4Oq+/8WY1yOTl564ZG7XcFuTxMMa9Y1MWCIRqXmIihPXyi3eA4vr80yOi9VGuoUa6ovH+AxexA9VpdMaQpz8VkodShNGuSUsx15KQLMstgnRfB0IAkeQP1OPoTpzJK54uKCwU18NvvQtajWA2XUkO43lFewCM9LuJ6OXnKBuAXCHHmEl9nR6tHDl05JcgV5fJK5fOKs1m5OEV264ee+xDnAOVssUwV8ypCCosdHcqmM6pXq9rH2rUPCapDDmGukqeKFihJgMfqwPGspw0Ihv33EOVKRYeVI1Ugzp6LyTTveraTPmfTsl+H2cRqtQmx2gIbkDTzH2CtK0OmDja2tMv+tsZl59KTWRnWIXN7WGYrkPHa0REkaluLkLBV4uuHZWXQWQYd1CBIq1j1liE/exA9I2ibkMJtyNP+5pYOsRgebe9qD/8W6TvIsQuZXKOeZaxnB1hEY8YqxfpWZ33bJo/Vtw9pS44q4Y/n7CPfPuXLu7sSOoqZG0eU28bydohrf9DnEFl3KLtF3CaEcI26l7Fgzj98oGX27APkUKMOcU7J/pDODgaDjY01VWtlxr2uCmRtlzYXKbOChbAC6avT9x30ZbrYhHAerG9J9L2KhdP+C5TtpTXVjbwTV6aP1pf97W3t7+6EcdyBrK6zTm9wgby7uKLDlQ3V6Ivf2Q/1iDlN44wkD3NVYbDxnz5fmwair63l04Z/Lw1ELMopF8vFaYmFWJDADISwZ3pSfWOjSmeyOtra1fK9h1p87yPtf3JffmZB4hAlNhqx2IhbtIgtoVjIaoKN7Twk7iJkzixYlyEQ5yB+w30dGuzOa7S/pOnRXp2dHNQohCqfcSpkUxrGAjcJcZsY7NVgT4e6OnIa7u/UxekxXbswBamc1BWIyiXqPTM2qPHBbk1yiDb/2EC3ujuyKmYjdRZSGoVYnIXgTEB4hqhrBPJndZ+BIE5iWesuZtSRjWUk7yzEdZz0fsqX2AB6IIVnhwd0EVI6CqHrhgx2Et/PpnMWvZznYDjU1aFe6hjszGu0r0Nnxvohn30a7CoETNPO1Ei/+kt59dIPk2eKdqao1/qZz6QUcYqInMONgLkvwrFpkk1hd21IsqvUROG8EEmyfTyH/ro6MvS5pIuTw7p9+azeeOma/uqNl/Qv/uI7+pd/9T393/76+/pX/+xN/at/+qb+x7/6vv7mL97Qv/jBd8Dr+hdvvqa/efN1/UvC/+Nfflf/01+/qf+JPP/yze/or1+/ozcgljfOjOksehulvz35tArpWKnICfElJ9EBudhJMX5n8HK4ERuUsznChqD1bfkn89r+8BMtfXxXG0sLqjSq6oAgDTBf+qdGVYAU+lxGiqyOFnCO13dPwIDzZZ6vkPW4iZP1upOBr+B3copQQMS75QKIcSJOSqG7DubSMPPhCtZC+38bv4Nl9w6E+yxze4D3oMicI5tirLf2XjksucKE5YGMeIcJ0eydZwNMOMw0QB0k6Nzimql68WMJlDEi+Tys3IsFvkkxJvyz8nCekpxkL8XJ1BCv9ocMjIdcjOYcy1ZVG1vbesTB7FNunle4wbb/mgbVPZ0HjjJ2SE6lxQKlTF+XBs6Ma4CLIru48PmM6qlIdphtRE4JsPYp1RTnuCaLNTRlsfSmj2+inwkT9e18fpsWLM3wVDN/TJ9j3Ky14EIUmq7nUi4JsJ92iDl0H7v4HaBY63VyavDON5g7FQO3O7ViQWnW/r7LFzX9ym1d+O7rOvfaSxq6elF5Lgmjni6pkJeyrH3kVyolxbFEeTEPXavD5n5ZhCImV6Wqmv2OHAftQ9waREBUEnH5m85l5awti7ACtGWLlKPdiM3FXFtP7LDtIFq5UkmFnh5lu3rkCkU1MjklaRBnVMPiZ1a+BmtLAjwK8VYvdXqQ4PeKiI1oqek2iLd3p8alWYN+R/kcl4OdAeliUcpmJQgnBez1pgYFiI8HipxEWUfZGN1lyJ/mffX1hg4hG7u844cQtQZEQ1hoaVwBVpa2xfha/0xmI4M7EKXl1RXNYIlaXF+VEcJuLn4HpsbVB5HPl4qq1+tahzAtYqnbgDRVIXJFzkg9hU4VXFruqKqDtU2tQe4WsO6tY+VKecfZJKc0bgWytoXVrAwB6uro0NjQMBhRV7GkOmO1t7kD6dsO8lu4Uamrxh5aO6yojptUavLVGhbfI+3Rv72tTVUg+wXGZ6R/UOPDIxro7lZMfw8gVWVIcUI5+/3IGlbiGN10ZnMa6e3TSF8fl9Np2R+aEfPCQawc6QmkuIzetiGkKxDUFayCRkQT++9B0HmJuTow0Ks+LrdTnGVi5kpXbw9W2h7FbFzl8pG2Nja0s7oeiKj9n45GSj19EPpRuSaV60oIV3cPZTL1FTs11NWr7kJJefoSJQwV89d+IkjVhqqQv53FVS09eKK5j+9p8eP72ng8q6O1rVCPzVEb1lN8MzRgb/k3Q5JTKb60BhzLayT+uVjOpSQWNnFzGPf1qnNiQgOgm8U/zcu5zy3OCqRw9aO72uNl9BzuxW2YePG1vSXtbsuVD5TnDe7KZdRTzAUy1ANZgWsprapSyZFyUQ1CkajE3pd1LG7lXRaHfRbLKmlYi+KG0klFrrrP7VmNBSKt/s58QC9krSsfqyMt5WOvDshQCWKXjRqKaoe0v6+oeqgcB+mOTKRCnCirGuG6CuQpsMpkOVTHlQNFR3vK+qo6qCfPgTtdr8jiUyx6xVjqpN6crytVPVJcPlSaGzArX6B/5re86cYRddeQw6uIktJJmT5W8XsVqDdFP+J6mXbqytO21ZvDimb/ES/XjRILdBNH+D8DbBoyMsXmZr8vEPxs6vbXvALMf7DHJrSHzo5USDXUW0prDEvleQj39fMTunPlDNbCC3r91mV9F8uh4Y3bV/Sdm5f0+vVLWAEv6tWr5wNew3392gX853QLC+4liPckhHoAXXTQl3R5XzHtcXUn7e3J075ng/Plsjw3g0J3zV9CP5Ts9033dqX1NQlLjH/4REcffqp1LhU2sDZXKZ9lPAexBI+em1Iv1kk7aLMbCCYkOT378a2guW20on6bY1l/W7ql/bY8z4th+b8cXOiCI3MbeNnlJM5b6ihkNYJ1+SKXHbdvXdPLt6/rxrVLuoAuRrlM6MZqmkPvZil0zE8xb5XwvjB/xIErHGwQ3EicHcDsYGO3+cEN6Z4szyNI8Fu/qPK3pn/9iSbhs7BeBrmcxJkrIISf+XJyLhzvVa0nvE4Hml9c0iNushe4td7mHbN4OQoFkJfDTwLps5+ccJ0d6uLwPsClVAeHxBSXRQ0uiqryrDBedqhsyuGpwlOJmq7VJeHXsx+ytJKejf9Wh0wjz+MfXyHB6se4MgMgIgk7pMf1inmvIkhEDFIcVo0Ysh2QjsyeuQcaiJu4SAnExEFw0j3dKo6NqOfCOY3evKaJO7c0fueGeq9cUAaLs+vtkgo5ibkkDtOC3IgDtqJYTTiJecuXmh/C+mI4y4OMdtCvHxxhITxUlbW6wYHfQTZTEMIYOAgVktPb5ux1jpIsUBHtO0c/qMPWF9GfuNihzr4BdQ4OKQMxjAod8umsGtRnBLiBJhLvuHQxSZ1EXQk6SSwOeNJFnQ6YmxCuORfKm67yXV3qHqB+iEqWc4gyHBKc0/MfbxFUL8oqdnKpWBF6y2SzylEmSiT7sVH7S6NHe4dqQKJ4QaWEkoyh5CRDCHqivercBlWwCh5VKzpkH2tQb2mgT4NnJjVohHBkSD39fYiU0Q5WtiX2tE2IXaNcVW9Hp4Z7etUFOc7UPeeQmhr7RypDYmqQUSOE2TjF/HHykC6LM7cIoe4udaqns0sdWEYdF741LJoVxsusuhGkLk0fs1FKVj6tWJbH+lPl7GBW3yr1O/IVOLv1dXdDBnvUzbhYuTp1GbwRQht7whn63VUocJ7qUp8R/FS6+Vfj7Sd5ILtp9BDhP8ISuAvxPcDaV4NwxsRnGWdDHvJdKHWoBNLZlAwdXJIXuzqVgiDaBWWYa9Ze4lRKZ9Wb71AvcnVmC5yZYnmIboLsRg6NSA9xzhzq7pPJnsP6HDNHbJQi+p/yUoo12++XVV7b1ubsohY/faTlBzPa5QxaszMS6bKPFTL3FF+rBqKvtfXTxv8AGuBN4iUUC4s6O5UfGlbP+IT6xsZUYrGzg+cWpvuZT+/r4TvvaQFsf/iRytywV2ZmdDA7o/25We0vzutgeUGHy4s6WlnCXdDB0rz2F2a1t0j60gzhWfLMkXdGe3NPtDcL5mebeXD35mdk8VbmEEtSqIv6DlcWjus7WJyj/DzheR3Q5v6ChWeJm9PBkmEeP7B42g7p5qf+/bkZ6p8J7R0szOuA9APiD8ER/jLyVqizTBtl4srEHVG2HOLmdUTYyuybuzSLDHMB+/gP6KP117BHWdPJnt2wceu4T1t7uHvcuu3PzqqJuZbbDrdcrBfNdML499CxYR//AWUP0PcBetuffUxfHmt//rEOF2d0tDynyuqCGhsr0u664v1t5Sr76oCYdkEseuNE/ayw/RDW3qihHldXF2SjRHoHpLpWfadRAAAQAElEQVQAWc4e7Cre3lBCHbW1JVVW5nWETg8XZnTI2JiuDuaQm77sLyyg50XtLy0xpsuqLC+pzkG7zg1p+fET7TJf1t7/ULO/+rUe//pdLd69r93NDaVyKfVAOEcuTquPQ3YGa27cWVSUzygcjKLoxTnNxvBi5BfHWLHfhi+qgTfjOMtJ/3HkV/DYeyQOlJw3OLzE6urMawwCeOnieb3y0m299spLunXjqs5gNe3qLHA+RHIuLgQhd4yfU4PDKScejnDWrMnjnJNzTVgcJZqpbc+x65vxlunPDNbF57vUjjPXkIgDGZkSUOZgtoHVZJ5b8CcLHDBWV3XIzTXnF3FOFedXDrZom3mYpGOpmFeMBbuTi4sexqY03C/PXC27RGUujqoQ9UQn9UuLPIFc4NIk42bfQoomdPr55mqAMXNI10TCmLXh8bcQEplTvHse1AlXmAPlyCvB+paHUPSfndb0zRs6e+e2xm5cU9/5s8oPDynqhghyaWqXDU0CyHpn+y/1yBBRWfjxEITgsSgchUlk8V8E5JB9jARBAhOsSg3mfIpDfR4LTw6kkTGCTMnaIq+njKdZnYBnrfIQjsCjsjl1DA2qf2pCncPDStOHejqtsiI1IBYeBEu5CQtMS3Xar0Em4EnhffIQTbVgFsIqFTdSKWU7S+pGL0OTE+odGVGmo0MiXrx/MqG8QteFq/BlHoCsLh0rDfnOQ6xzyJiij0aSPARH9F3I3yxCfuSRfazPwN73BpL5OFKuVFQfMkycO6uzVy/r7LUrGofIFyCDOS7JeyCrHRC4I4jMGmehrc1t+HYdYtSlnp4+xE0rdrE6ID/dXT3q7e1XsVhUFb0fQMjqJgvKjeMUXXAqQ9SsriqksoYVrAGp8cjnTSe4qE0ZzmPd3b3U1adiR8m2Du1i9dvlMrbGmCbks+6Ieq1snT7XIXSetsxy7ajTxt4IWvXoUBH5c3FaSCCR10OCvbmUSXAd493AWrjNHr2F9ZFh5DhYCshDWmlGNfI1GnXVWPPq9uPFVgYdNpiT3nSfimTj1pS9WyMjozozfVZnps5oZHBYpXwxEOMKekyQM51Kq4O+FfIFSYjFeJm12eZNjXTUwWuSUWexA0tqh1wt0SbWx9WFZW2srOsQwupNWY5229Dp5+vUACPxdTZ/2vbvpwEWylBBLMUZsTIq1TOgwui4es6fVxeLYmZsSDUOQOu7O5qbeaKZu3c1/8GHWvngI60b3scFdvjfgABsfPCB1t9/H7TcD97TuuF93BbW3ntPa/if4v0QXm3HtdLXCTdh6eA90IpbszY+eJ+6wfu0hd/i2nWuUsdKC+ZfpdwKMHeNsmuWH1nXwHoA9RDX9H8gi18L4afxFrayTZne01OXPNQZ+k2Z1VY7Tfd9rSLfKulP8Z7W3n8XvEfaCSCv6SbI+967T9Pwr53AKn7DyvvvaMX8oa53tWZ6/vB9bXz8obY+/Vg79+5q/8F9HT5+qPKTx6owflVIcRVCWXnySEePHurw4X3t3b+nXcZ15+7H2qTsxocf6EW8r3XrG22sGujPWtDbx1r/kHJYkDc/vKuNDz7R6rufaOHdjzWD/9Enn2qeW9U9LK5RqaASlsGei9PqwIqZGh2Q68jLccvr4pQUFnW9+HFEGXD+8I+9A4bPrtmaNTxNtbyGpzFf6LPshoScuFaf7Z0dhZRGhjp1Eavs9etXdOvmVV2/elHnz04EstjblVchF0EOE0VcfzsOnI7CPBI7tHNOzj2Fwsc3z0D4fQs4PBbC+Z0fK//b8DtX/HsXNKkkJwXohY8nPuFwmeDWEq89rNqrO9t6srSoJ4uL2sRqXecwYgeQAPKJ/M6xLmazErfgaS4uOqdHVBofVoQVt5ZxqkUGrwZNk12elvHqGVhkKx7nxGMJbZyI/q3edn5zf2vG08TfSQPtkaOwHXIJepcocVAH3r+E989g412PpBrTo5qOVMU64lnH0v096pgY1sDFcxrnfZ6+dV0TkIu+qUnlB/rljOxgZZGtdUZ4eHdloK7gmp82m36TAdisQhaZ+wws7XMQJjFzhLkuDtZGjOI4VgYimAYx662Yu+06PfWSm+9mjH075xT+WV3kj3t7VBodVffkuEoQJXVAeCCFNfpSh1w2Wv3x1BvIFuUbICFsad5F6DFWI4pVh4Q1KJMqFdUzMqwh9DMIIewcZD/I5yVkFa3rmY9J2I5I8BCmnhhrZ5Z3NIubpg2HvIEQBZdspgOyhs4RFDIJfXtu5uzCJ4JM5nu71M05Z+jslAYh7r3TU+oYHlYMCXSFokp9AyphxapRz+5hRYfotA6ZSZOewcrnIaOGXHe3urlQH+RCvbNvEOLktI+Vsko5l8kpV+qSI+/2QVkrkMo1+31H0h3kL9NRUrpYUpzLy1O30lml0EWa9mNc0b86OrY0C2cgnBF5y42GNnZ3tW6WvaMjefSbtfz08+DwULusbfv7h6pgAa3Wqjo4PNDO3q4OIYlV4g5wzV+HWBmpq1MuYT539ENGR0dkbop9u0FcFb3VHMSNMXXMY5fJqM7CZ+McMwZpZMp00gcgrJExc6Ro8wbLbx4rsE+ltAtB3itXJMpmSiVl0KErFlQlrUy9FUMcqQLs0kH0MaIuB2msk+eI/h5AYo8YgxqWVRteCaECdPr5mjXAFPlyEpzm+qZqgNXKXqYoLZ8uSoVuZYZG1X/1qkZevaOhl26q78JZZXs6VWvUtL28rMVP72nm1+/oyU9/obm3fn6M2bd+poCf/lRzbbz1U+KamPnpW5p5660QnvnJT/WEtJmfvKUnYIaw+Q1PCD/58Vt6/Ax+QtjQjH/y45/oGD8xP/WQ/wl4TNpJPDoZpu7HyPCYtp8gYxuPW35zm6Ad4h4dg7CVow/N8rRH+EkLFmf+x1b/j3+qxz8i/4/MNZi/DZP1x3r8Y8OP6MOP8Lfwkx/pEXj84x/p8U9+rEfmGsz/1o+Ja8aHNOIeWx24j1p48hZ1I98MMhue/Iw2CT8m3vKYO0N49mc/08zPfirzP0Z3j2nj0Y9/qEc/+rGe0J+Zn5JudVieFp7gPqGehz/6kR788IcBD3/0Ez20/v7kZ3r81i/06K1fEv6lHv30bT15+30tfPpQ4cdrWNx7xkY5JF3W1Ms31Hf9oiKshOrIyQ5Ydtvow47dXtjNbb0v5jVY0FyD+f8gsLnfruikvx33vHsyz0n/8/mehjmXyODkFNmBBde66iRulaVsJuIWNqvRkV5d4j175eVbevP7r+s7r9/WlctniO9REeKYTkkRm6UDVoW5zjk5dwLU+cd5vkxfv0yeP450Vqu13oaF2/ByQf8JB5fER6oTrnqvnXJZ8+treoz1fgEr4fZ+hUOTV+IpCZzY2lysYMXJZeR6OpRnznZw4M8OdHNYZK3kosynYzVi2nA6/pjXWR0GYi2M03wsoek78U1GmxQnYl70Wp6TsRY2nIz7FvhNf4Yv1NdX1UV7lMw1GC3y8g5CaGQQtwHqkSA0XtXI64j4Spq8pZyKo4Mau3ZJ9juCF994Redeua2RyxdVGh9VBoua/WgkL7uUTktRJPHeeoOcPBD+p5DkpGAaO+6rl0nUBF5KNf0n481vacC8dsjn4Ow5RNuyEadiGcR6LIugDXpIZqup6bNiQpY4ihTFseQiydx8Vtm+HvWfndYAlrTCYL9UzKlM8hEWo6RVp5VPnJOzBYu+JpCbhLqMaATrD3In1BcX8urC6jh+4bwmgO0PKfQkiI+1L6cTHx+CpimTtAlIIbpxtBulIkSM6BL56LMRwtgL9fHFQ5MEpFCJBYhLIicjg9nuEmebLmU436S6SoogMRFWR4/sNj6K08p39agDS2CUycv6E0PcMp1dirBcGfHxEBZ1dCiG9BQHBtU/Mame4RFF+YJqLqU6OkgXO2VkMdfZzdpT0eL6ZsB+ra5CT7/67BJ+aERF/HGhQ1XntIsFceeoojJdTXd0qm9kTIMTE7ij1D9MuR7tY+mbWV7S7MqydiB3GchVT3+fUIbWsfStbWxoG7K4g3VxC3d1bU0rrHe7kEIjgxubm1onTw3LX56Lr/7xEY2cO6MR9qK+6QnlIYZRqdjUi+mGvmYgckVIXrG3V1EuJ5fOKIc+SlhSS8ODXJiVtFmraAkjwtrBvrZZaw+xLtqau0Rb2xDXXFe3SkNDSvd0yVN/o5BTHZJZAw3IpWcMElBjPuwxppvlIx1KSnV2qqN/AJLepzQEVC4m9vT5pmgg+qYIcirHV9UAq6IMVi7Cl+Jgk1Ej38Hhp1/ZyUl1XrmogVvXNHL9skbPTWtwiBcxl1GGF7yxtq767IIaIJmdU8AM7syskplZNXCbmMHfxhP8J/DE/O003CezqoPGkxncGZlrqBNuvBDfzmvus3nr5K9Td/3xE+ppokZcjThDnbrqs5RrY+6pv4a/SryhMjOj6mwLwf9ENaxsNeIauHUD9VpbFm6Qp0HYUKf/TzGnOrppENcgTx00KGuot1zzn0Q73twALHzBnXlMXfSJcnXqMXnqwf8E2WZkstWwAAbQ3yqWwCoWwgooYxGsPH6sKnXVQDWkPVL18SNVHj0m/lGoo2H9QweNAHRLfQ1gZcoPH+jw3j0dPXigo4cPw48Olx/NUH5WlcfzYFGN+TVFmwfK1Z26uRUdHh/X5NXLmsAC1nPtotLnxqS+DvlcisOVU0PNw4jNxGfgCD2H9owl5fd82jWZa7Dq2q75n0c7zVyDpbdd87+IILp9tZIi52QLpmeDl4HiDqSI7CjEGhoq6fz5cd25fVWvvnxTL925qqtXzunM9KgGB3rVUSoonU4rilubIPU55+RcE3gkOf3xPgjLWOkF/PFa/HI1W5+fx9OSHp0Y0eNCWUYIay7SIQegZQ5MjxcW9GR+XkvL69rdL6tW96Ggo4xBkZMYIN+RVXa4T50Twypx+M9jDYqKWQ6IkexwmZDNg1CYr4hAsFZAPoO6iDt+bNDbOI78HI/lO67AZGujnd/Cbf+fuXtCv82e/qH7bg0Y7WhCvKRGCA1JZMTQq8F4sKypkYkVdxSUH+hRLwfnkasXNP3SjXDhNXrjirrOn1F6ZFCRkRyz2GSyEsRALiVFhkieeeh5dz1zzTt6FMAXD6HwNFdGj/+zQPQLD/lsznGIlk14s3wbiLPfCWyuta3FR+SlfLMNEbKwl3NOURwjaqww/yFdLDwQnpK6sRAOXzinQUhDF2Q3y4E+tv5BAD35rI2EmhLzU4eRwUYUhffOLERp8hZ7emS/kjJ69qwmL13U4PSkUj3dCoSZvCaJnBSgZz8mq2cBbRhsfAz0zScNiX6KfkcBghAqVKVQUatCHB9JUTatEgS3d2xYXYyTkV0xnp74eiqG8EeqUc7HKUX5orKFThkhjLIFSFufCpASBwn0kL40/SkMDqrTLKijY+oZMcKGC8Hr6OtXulhSHlLZPzYhI365zh6Z5cszJ3Kd3RrEojgwPqXOQWQZHFIPz4sYcgAAEABJREFUVsaO3n6lCh20XVCm1Kku4oenpjU8MQUhHJPVNTA2rixErMp41dBbulhQHyR7EOtmiroPDg6xBB6pgX5irGspyFWEayQ6nc0oSqd0ANHag7TFpPUND2kcC+nEpfMaODOlnvERdY0Oq5P44kCfcszldKlDua4uDYyOydrPd3Urg5wF4kqQ4cGpKXUzLxJkOYojVZkDpk/7fdMafpM1hsj1jI6oG31lsSCme7qVxzpc4HyZ7euFoPcoZ4STuA76Y+lJIa8M7feOjWlgYlzd6COLVdVTp63tOv18IzTAq/WNkONUiN9DA2wBSmzxi5zsxtuzaHsWu4ibphKb3di1K7r06su69uorunTrhqa50RseGVF/f78Ge/tA2zU/4DZtsKdXgyyU5g4Ft6cV7tEA4WN0dz8NszgMUm4ADHL71MYQfsMgi8QQMNfSQlxIo02Lx2/xbQwQ7qetNiwcwKIzYDDZzbWyoB9Yej9yHKOnW/2GXnN78PcgbzfA7QakPe1LD33slck4xEbwuQjtNmVu5m36Q7+Qx9whc7mdGzLgH2IsLP4ZEDeEzE/jkCfI2a1+Fs8+NuunshOHrH3ciBp6uzrV192p/l4Wd+KH2BwH+3o1iDvQBnqw/5OxjT7GqovFvJP5UWIj7CwUws/2dxU71MXi3NvZrT7GfnR4XOfOX9Tlm7d087XXdfU7r2nk9k11XDyvmM1XnR1K2HiTTEoRG1OcTjP72kuJe3YmW7AF/2zK7xVqVUm7OkbTpz/4h/1abVjlnGUEHxEGd3HBG/ycoZRJO3WV0hoZ7tKli9OBFL75vdf05ndf080blzU2PKASVlX2ccUcUCM1OK/Zm/tZ8OJtDrA2rf7gfs6X6eNzkr5CtP8Kef9xsnrTgBdWQqeEU7cHcpHsR0c3d3Y1s7CoTx881AMuj9a3tlSpNcjXlM3O0/XEyywb9XRGGd6Hbizdg9NT6hkbUcT8r0aMAvUlwItDPpDBOSpxX6R28iAc31/8PJ/v+fAX1/CHz2F9tFrbrvm/LNpl2u6XKOfbffY2qq0Cbb8nbEhwDeZX0L/5PCXkactgfhDiWq75Axg3DxJQd7EMZuWpQuLK4AiCcMQL6DuK6oQcTVy/piusb9fe+I6mWeP6zp9TZqCfuZGXLB/kIhAd1jgxR0R7svkRYPPDScS121b74wL1aYU8bht4Zf62a/6TaMWjKyNOzVqYw/W6arVqQAN/IFChnqdlm9J4pBGiRval8KEuMc+drfsQofHpaV26cV1Xbt7U5MWLEKDh0N8q54dK5FWm3iMWuSP6UI6d7McAa3GkmPfFDvKT587r2q3boXz/mbNKsWcIXYt3L/yIK+8cVTB4nuabOCmb9SnBKllnEa3Wq7yzZVWtbyyoCcTQ0pugeLMi87TqE01FymGVGp6c0LlLlzSBxbN3ZFgZyI5nzJIoViAajLURQkUp2e87mnUwhVWwe2hIPZA38zvCXUPDGqYfExcvcXF+Th2DQ+oeHtaZy1c0hX5K/YPKs7cOTUxomjwXbtzQRXCW9GnaNx32kxZzXilSburyZZ27zjmLS9TJixc0jnwj09MaxPJYMjmZX72Qomks0GevXNYUpHoanKGucebfIGnWvwbjYT/a2cG6NTw1oTPkOXvlEu4FjZ89o76RIdn+WydfibbHzkxrij16hLQCFuA854th/JOXLtD2uDo470WcCwvUN37unKYvXFAf8hoZTBFfIn3C2rh+XePUM0rZEeocgLhaWhcWxGHWTis7euaMellDY84eBYjfKHKP09dh+jmALqwP45wzz9vv4V6/KvNPkG79HJ6aVIlzUaaQZywZK0lP33gCp8/XpgFWja+t7dOGfy8NnNiIWvWEGL5cHMmlUoryeaW4qcpO8gKyOHW/dEv9L9/WEBi4c1N9bIC9BvzmWrjv9q0Q33frpvpvkR+3DzcAghDcELZ0q4P8bCzH8ZTvN5AnlDf/Z+K2+u+A27dpr9UO+Y7raZf/La7J2kt6L+0b+lpuaJd4c0/W10df+kGf9YO8/eCp32QAyNBP2QHyDQT3ltpuP3EB6GwAvyGEW34LD1DeYDoYuNXsXz997Dc/9QWX8MDtO9R7WwP4Q5ylIU8/C2jfzesy9LNp99+8pgAsvf23r6kPt9ficPsh9wOg/84NdNgs03vjmnpY0Ls56HTj9rBxdV69qiwbXoONcJtFeIX5sRw5bWazqrCRxGxARRbrLi4Oeqzul25q+JU7Gn31JfW98pLyyJFmc4jYKMVtqdI5Kc7IRWnFqYxilwoz0Lb+sH9bKATM04SdSTxfFm1wRBtwwmMHAB0XDlHhqxkfvCHVwm1YfjtowBZCmuWyuk/C4ixf01XzsBS+m7UkbEXmU+tzUqZWlCy7I8EgPnRDCYeeBjfZDVyc0ARZlIqkQiZSX3dBkxOjuspmfOfWdd25eUXXr5zRhbMjmhjt1UBvUZ3FlHJpr3QMMRT32d7QoLkEmOtxpYiGIxfhd3K4TX8kid57mk4AblDC826I1LOfF0JWqB1p/t8F7fJ/WNcFURwddFgMXHClGP1L5aOqNje3NDM3r0dY9pdXN7R3wOESJohKuFkXiNQQ8zPOcaDtxqowpP7xafWMTSjDhZAyeTWiGNIYKUG3ARFl0HmCfhO6Y/MjzF0Gvukihm+C5PCQZNPwBfx29VNJs3T4/nq/HM1/FZD9sx5PHQZ0p4DmN7EhZONpEB+nhLiTsDnfhEjzgGw8x6Vbfhwe015iLmPlgZHABm4dclJzaVWjLCiqmu5ULdejRme/NABxwJrTdeGShq/f1MRLL2nyzh31Xbmm7MS04t4BOSxKitMMXQRogPkg6sV34nFq/iPKCb+aH+scYQuEIu2wxQUgddu1TCAEWy6TXOLV9k7MS6dgqYtwWWTq1Zoalarsj42EF4AyZOVtEDPcA+H3ASS1HtpjjVK1LvvLkBFulr4NcOE5OTmtMxCDCQ7zgxzSOzng57EmZYb6lRnqUxo3C4ojQ+oaH1P/9DQH+ws6AymaPHseq9eIUumsVG0IU1UT1C+z9NkLYdqDWMqA3wUkcuiEVw35EvhjDUJYUaVeVs3XlaQY+ZRTA/iILM7AF8o0nRCSGI90Nqfevj4Nj45paGhEPZDSbDavyKUUx4aMYvop/EGHmTTveydWvAH1cRneOzjIq1+QYw/M93Sri35308ciFq2oswTJ7VL3xLi6x8eV4nLW4tJY2TrQUf+ZaQ1D8oawwvVNTahEXLq/RyoVFHOJ2zk5Rvp0+NHNIfIOTFIPlsz8YJ+irpIcZDbd16MSVrYhrKtjZ6dlGDozqdL4KBcSvbRZwqJbVJ56u8dHsPhNagCrbj+W6yHcobNT6kPeAkQ1g3xFCKDV1zk6CqEdUMzFr4PA99DPgUDoBpSGMLtcVnGhqF7OAoPorrO3T2apc7mc4lJJPZQfYZyHIX5DnBsHx8fVg25MRwX03U/6IO0aYc720GfaSdO+xQ+Rt394WPZHfLq4eLC4cc4NY8g7jGFieHJcgxNj6kbWHDqIM2k55nYY09Ovb4QGom+EFKdCfAUNOPIabOgM5pfs22Axsg+Lpktl5HJ5uc5OOV7CaHpc8eULynHg7/ne6+r/i++r7y9/oL6/eBP/DwIG/uIHGgRDhh/8QOYO446A0ZP4i7/QyF+28Zcaxv+ZIN9wCyO4bQxTv9U79IM3NUS9g8DcYcIWP0J4lPxj1Ps8LH4klH9Tw29S/s3va7CFoRBuxg9Tl+Uboa4mkJc6rXwbY9QzRpxh4p/8pcZpz8qYLEOUPwmTy/RhaYPUaTD/i6B90i2vlWlj6E30SfwwrsWN/OAvZK71wRBk//736dP3NUR/hn7wPXTTxDD+NkYYt9F/8gON/dUPNPJXtPWXb2qA9L7vf1f93/2OBt54TYOvv67B77yO/w31cOjx3Oitsnh/uL+vn2JVeWtuTu9sbWoln5WfYtHnUmCEOTH8/TfUi0Wr+PJtpa9dVnRmQmLuiBtEYWVROHakFXHANjilmW2O8wnUioOA5/Bh+z/HEOKbjx2iE25+Ew41HoiDQTOl+Z1QIKFsgzR/Ii3EE2eu1desx9NWExaWHTwMtGu12TsQ8hJou3hPPC68KxZh8iQmF+172nVEGnBefCwhIhpYXt86rPKaKY7FxqbQLcRVg/MR1SrlnErFgsZGBnTj6gV9/42X9Jffe0XfffW6rl2e0thwt7qwKGZTiSJBBhMAKYygMA6ZBOLYKY2VIhXHiiPgUoqiFP6UIv6RJejDW/99Uwa+Ww8RPHSNsHlwPvf5ovTPLdhK+H3Lt6r5DMcxYk3E9DjmzEwoAcTXsEpsbGxpbmFJiysr2tjZ1kGlxuFSarhICbpSnJVLc/hLFxV3dKt7aEx9Y1MqDQ4r3dnN4TNDftN6LE9+72IllGUYZWpNkMkHJbb7aG4TNvV0nNaMezZM4a/5+e3NO5INOF/psTKGE4X807AzVYSkp3EWtNBTeEbQtNvArbfQIFsbHr9ps1nCk6MZ4eRpK4A4T2TCu2Y/+tuInOpRpGqUViXKqRJDBjO98p1Dyo5Mq/fSDU1/53u69IN/ovPfe1Mjt19SbvqMIg7GyhUkygXEabmYuRZFjK61oM/8ONoPcJID4Su4knAdX06SpRkUAoQlWdigVtxTl/7x3icppySNDMAkSLAMBjJYRz8WYYUBXVYsKYWkKdzm2mF5AOmyRengUA0uTLYezWp9Zj781wo5yNDo5JSucBl5443Xdf1739H5V+9oivPBFJeMU3eu68zLN3Xx1Zd1/btv6MYbb+jcS6+o/9wFZYudEMCKyvPLKs8sKlnblPYOFcihyWadMdcWQlukxDibCxwCx6mU4jhSgqXQrITlekVJnCjOpxXlM1KW3qQi8cLLqgrwYtzFl5NzsWLONxmIYR4Cn4MMphizyFGvyyrD2Kci6oli1WnHsQ53j49p9OxZDWHB6oYQpzNZCcIYZXKK8pDJfE4OKEs5iFNUzMugIE8amTKkZxQXc6Cg2EgNJDAirBzp6VjKpUKZFMQv29utfF+3Mripzg45y5dNS6lIhiiXURq58l2dKkCqMpankJMKWaV7OtUxMqhe9uZ+UBoZUqa/G8LZqTT1FdiTOyGilt4Lycr39SJPB20XFCG7mLuGCKKXghhGjLVLpaUIGdF9ivg08al8Xq6lBxEfW3xHEXm6VYTwZbu6lCLsyBehmxRnCAvH6MZRp1KxXCYji890lJTOF5TKZhUjQ4oyGXTU7l++u1NZ9JWify5DudhJzYcx1ennG6CB6Bsgw6kIX1kDvEX2JimmZITPAYW1Uyya4e2KIokFUiya4sUUi424bdLYkByH/BjLRer6FaWuXwbmtoCVKHXtqgIw9aevXYMYtHEdP8DylD4JrFLP5MM6lf4SCG1YW1dpuw3CacNx+c9oz9JMLixfKSt3hfJtWNhgdVgeg+Vvw8IB1HutDfoX0glbv3v+xVcAABAASURBVELZK/T1WaRMN1b3F4Hy1rc0bjq0dU2pICt6vQLwp69eo35gLkhZfLsPVy4rffXSs7hG2HAd13CDPAYbQ4hbirQUZVJYglOUPwayJtPTWisWda9W1W+2tvSL1RX9YnlZv9lY1ydHh1pik6pxC5m+fJ42L3JpcF7u/JQ0MSJxKyoW8oTNowEhbHBgSsRmbUTQ2fxzbNIclz1gNnJOk01GO4eYq/CxtIR8HAqYoI64NvASb+lezjnZvxBHPs9BxtuJ3B/HcIAgbwgLYqAw1R1tB08zSEk8PK6FVvbjupFECf+8gbLBbZWyvCZlQnxwqcPicJoPldJj2S23CYDI4ryhiHjL4M06VU/kkT0iMZdJqZtNcXKsX9cvT+uVO5f06ktX9dLNS4TP6Nz0qEaGetQT/iJprHRK1OXlkC1Cppg64igmzhEHCEeKWv6mS7ZW952J0PQj/9N434z/wm/L97vgCyv+3TK0JpOz3jp63Yan3yByzEMGaXfvQMura01SuLyqHcJVxsBIglgDHZcXBk5KUqZDxd4hbsLHAbf7/YNEdyiJ0vIgoc6EdgwNdE31QY3NDpzQTdtLqqm6mf5Z35bxs+K/aXEOgb4KyP65T7Med6LrzRgKEGfxDr3ZRHXMc4MEeTG4ulwAYTKSnZwuQKIWD8w1MD4eNwHkVp1wI3JqxMyLTF5RoVfZ7lGVhs6qZ+qKBi/f0vCtVzT+ync0+tKr6r58VenJabnefqnQIcUZmuAFZA4owjUwF2x8EyRIJKQVviYI0rICdPzxTZ9rOqIPz2UggTztdEIvPJHk0rEc63IEaYjSzE0Jy2A9/D9wHkuhN1LIGiMIVdMil9CMp7lELD4Kt1K1qsT6Ltb8g7kFLd+9r5n3P9LjDz7RwqMZba1vhfU0z6G/d3xcQxfPa/jqRY2xn4yyr4xyNhjFP8K+MkxaD1bEbE8v7UTa3drR4uM5PfnonmY+uquVe491OLsorW9K+0YMa8hho5KY5PhxIYN4RAVyEQrgaRPCSqPCuHmIRFpxgXHIpdVIR7yXkuUPX86h+6eQIjkXK+YdTzF2Eechx/xwav1zkcRcUCajdHdJAxCrUaxVvVi8CqVORWnaicgDEZItvOamYikV6RmkiTOEePyWB0IjSKtY33Wc5prlLC6fkSvk5YqGnMTFq6xMjPwRWjDgt/IRaQYZEaUu+z3IFPKWRocCIeyeHFVuoEeuo8A8zeHmlcXC2AlJ7MXq1j02qgyWyWb5tGT9iGN5+ubx+1RaCa79HmASPY0X8QHkFfEBLX05iKGDALpcVoLgBf2YjpiTwrIXwqYH2/ysPHGOeSraCbA4S0f3Lp+VkeaIcXW5lJSOxFBJEfPVSQyXwseH79Ovr1EDjMzX2Ppp07+HBppvkrNFkTeqGRK+5lvlzedsQY2V8HImvKwJL22SyyjhBU24rUpYrOyXhz8XhYKSL4siedv4smW+tfmK6PUk0F1LFx73KfLybCpN5KSCIS8xbiI+uOZnLEO4g7QSBxs2eM+No8cV1uEdFul7HArexzJ4b31dj7d3NLO/p/ubG3p3dkYfLC5qpVbVPhtSjfoa3OI1qLNOe3XmSp1NIWFzEJuE2ES9i8MZpAH5MauekSc5p4j5FrEJ4Ug2IWUfL986CEQcAtyzibJs7XKR1UERi2Pnlwi7yJlDHWIXFX4nqydmA3OkESFFUWhbfBJgj+PLFjeD+QnKXMd3g1vrBmY855ziuJ3Dyz72bWkBHLi8EVJLaIEiimJqMU8QkhJOagft8GiCpsmT5wCQ43CQzUQq5mL1dmU1Mdajq5em9drL1/W9776s77x2S7duXIIYjmtgoEsdhYzSsVccNRQZXELdzYOV6dFjSTXLpreGaDp2kVK83xGuwgdhnnFD4E/7iy4xwmGMIxcrsvEOiJkXkcrlqja2tsOPjj5+Mqe1jU0dVRtKKBfHTi6OOPim5JNIijKKOrvUOTSigYkp9Y9PKN/drYhLs3BoimI1qButM7ou4E9beV+v9I45+gxa4jjmr2v57X0JXsuIxn0LIT7EhdTWV3NMvMN1kRLGqianKqgQV4lTqmUyHJo7VWSM+89e0MSNOzr/yuu68Pp3sXi9ooGLl1UYHZVjfWywpjXI7+O0FKVoI26BuUKdiC/viPoDPFbXM9W80LdWahTJDuJpLDMZSEDMumxrbK1aU60CcapWpVoN1AFuvR3Gz/oQFmdL3z9QbXlFa/ce6sHb7+jDn/1cH//iV/rk7V/r49+8o7vvv68Hd+9qnj1gb29HvGAq9XRrCMvTyPioRiZGNQjp6Ozpkr1De3t7Wp2f04OPP9aHv/6N3v/V2/ro7d/o41/9Wp9Q7+PfvKct2qovLkt7uwq/YO1cs1MNZE2ATAsgSWSk1ayeNayDFfrQcIkiSFaaPScFxNrpeX8VMRMi6jG9AE+dAYyPLBF4/N47JexJnrU9gLU7imOl2bs6sKDZ/5U4PDWhEu97zFlIMRU7xMOR1W9DH/zEmb+NdlzbZX32pHlk88FFPouD4HjyGBLqCxbeFDKRLzFYnIE2bW0yeMJtNGUgMR0rh4Wxe2hQ9ruR3UMDynR2yKEPk9lBynJYFbuI7xkeVolL25izFxuHPH3y9NmjJ+GKvZ8NQuK9UISwxHsXKQB/gi4Twgn6S+i2J/yZIK/V+Swc9YDQB+ps56E+bwjhdvpJF325JrjBoOUwerR++nzdGmD6ft0inLb/j6YBXkLePomX/hQo45umB52USVKQTxLRCn48x67UjJOarqXxOodNIJZjI3BsAHaQ2Ds41Dykz3BwVJZtQGKxPuJwMWt/pZEDwfr2lizcMPJGG456vKQKB4sdDgL2p66XV1bCn7je29/nPFJjP09Ur9dVps5tDuQrpC8sLGl9fZuLadKx0jQ4oNgfQzg4ONAGBHRxaVGzc9ws0+ZjMDM7qwVkWF1dlR04atSXmAzydMvJ/nnksHas3XUI7QJ9mZ2ZkWEe1zBLPTOz81pcWtPW7pGOaonsD05WqW9re1vLWEQXlyG+68vNduiXc1Z7pASCaPItry5rbn5WiwvzWsd6Wi6XVavXdGT9g0QvctCZeTKrJ7RpmKVNk31tbV17uweqc2DzHHQcAjvn2I8Nau7HkWQXo0VIYn9PXpOTQ7p86Zxu3rii27ev6uaty7py5Zymz4xqeLhH3d0FFQop9nO2aV+T9xymsAZ4A/J64NATzSjiiwdd6TlY/xR2XudbfoLNByHRMYkEzY/zDXlMGkPoTJCpKXtEhHP4XUSf4wBPXJ2D38FhWYtYB5/MzWtpZU3bOzZHTXdU4MW5w9FVEHPoz+WV6+mGDI5CCsfUMTigmAOXXZbVeS8a1O8VyQHhFz4df6jM/A7XYP5n9Ej8M+GQ4Vv21dQB2g6a45xsxgDGQMeQfSwbObzBcWBE30nwR2jQwgyZ5YMomI8pLG/5QMK42FjVXKzwf+lls7I/pBb39io3PKzO6Uksghc0dvOKxm+Bm5c1fOWCus5OKjvUpwirvYcUJJFTQn3eWUO/CzyFDDhqu+Zvwyp2pDRd0T/DcU6bQ89AEjIpk5ERwnxnp3IQw4h5a+tL5eBIZSxwDfu/4FibWLwUCKBZDGtcHLEGiTwsYKrwLqzf/VTzH7yPZfB9LXz4sdYfPtQW69f6o0davn9P80YIP7mrpXv3tEl8eW1NdS4P/e6u/M6uapubOmRd36KulYcPNAsZnP3oIy1Q7wp1bT55Qp2PtEgd88TPf/iRNu7fD21rc4sNpIJ8rF1GBlmzZOuYucjeYH2tsC+UDw/ZT6pyqUhZLiRzjE26kFMEATo5Ph7d+TBWLujTO2ZFC7I0SQlosB4k3itMtsjJYalK5zIqmtUNpLHeRbRl6R7dGyhOfunY1fMf6qNVPQNrzVPkKdrpQUJkoHqaIb3tp3xE1RFhey8cruUh6vhxrEEpLl5zXA4XGPus/RgmF/qi73KiPyllC3kVSiUVIY7ZUodi+mdEUDG1U96xf8tcyjgXyTkXwBcVOEkmoV74hIvGF2L/sSL8P1ZDf7rt/JElj/7I9Z9Wf6qBUw38Y2vA1lU2GiMz+5C3jY0NLS0taXtnB5JR0MjISEBHR4f2uMm1tI31Dfx7KkMSbVNwzgWyt8Xh4CEb/y9+8Qu99dZP9T63yvMcDowkic2tAeHbhiw9uP9Av/zlr/SjH/5Ib3MDbWRph/YqlbIC2YKQffLxJ/rpT9/S3/3Xv9N/+k//Sf/p//q/9Hd/91/0ox//SL/5zW/0gHbW1tdkRAzx2bJs4/KQIQ8pO4KoLYT2f/LjH1Pu7/Rf/vZv9Xf/5b/ov1Lff/tv/1X//e//Xj9HTpN3AyvRweGRtiCD9zns/PKXv6CdHyLb21pZWW4eQEILDn8dwrgS0n70ox/pF7/4pe7fu6/d3Z0gixHZexxyfkzaf/7PfyvDf6Hdv//7/4ZO3tJ7770n6+/+wT431A3kFTXL1BNc6wUhDisektpQA18cO3V1FTQ1NapbN6/qu999VX/5gzf0xndehiRe0pkzY+rv6+Bc6DnzVeQbwA5VJwhhYgcrSKE1aG0YGJLQ7rGLBCHeBADmt6NA0xWpan1s0rS8X6NzLIUJ2JLj5IHJBYmtB3STOSoOPXKRqlwAbG7taGFxCVK/pOXVde3v12TnZFOR1eG4IIFhyxi6wyLYjfVjEItB7/iIityy24/W1zkoJrThgaPeCMi5liRtx7c9uPifTyb22Yc8z0b8eYZMySd6Zmp5evBVkxSS7oDsNK/WOAY34q2IiI5brvktp+nOy/6p/c142I/z1ihXZUwbGchDqVMFLIJ9Z85q7Pp1LIEv6fzrr2j6tdsavnFRpTPjSg11QwTz8tlY9ZRUj6SEJoIoJpOh2ZxoykJfAMvcznLS34zzyOfxGnC+5ENum9MQgBSEoNjdrc6eXmWZrwlr7eHegfa2d1U/OhILg2R541hCJ2Gyc3nFzZv2Hj7R/Hvv6wFr8hOseZsPHqgG2ctCwvK1qmLWqiqXa1uPyffxR7r3q1/pw5/8VB+xxn8MzP3wJ2/pgx//RB/85Cf6+Oc/072339bMBx9o3f7rIy7MUkeHynOxlikfqc4es/nosWbZHx7R3vwHH2qPuu3HVVWFFNpLyMonLugEGWTRVY29aY+LyH32INur0pD6ju5OGbJYRl0mrYT+JfTNy4Uh8eLjDISP45t+RU4ORJCiiHIOyDmJx2BpzjnxUFdCPLXZnAXePRuGxT2T/kyY0ihfwqVlXMrib4ct7llIx+HQpG9WRxknkQa8rLg8ZNZzqZigr4T13eAJe+LJISG89csx713MJA6I5QnL+gscsHxtUAQvLZmn3Y5tsPjN0XMf2//beC7pNPhnrgGWxD/zHv5pde9U2lMN/B4aaK3wrPK2oNeqVW1DiFZXV7S6sqoyh4i+/j6dO3dOZ8+e1cDAAPtzXUYYV7gF3uCAUK1UZWVNiCpTvm8dAAAQAElEQVTlzSJ3HzJkhPBnP/2pPuBAMI9FrwJxtE3X8hnxu8+B420ODD/92U/13rvvBavfHhu+5bP670HK3v712/oJh4sf/fCH+iHkysiXuT/8h3+Qkby3f/W2Pv30ntY4uFQgkgkbosmSsCEecfiYw7L43rvv6idvvaW//+9/r3/44T9A8n4ECf2hfojfwr/8+S/0CGK5xc12hVv0XaybJtuvOPC8RbnfvPObQI7LpDWov1w90gpk9e5dyOrPfqYf/ejH+tXbv9ID+rO3uwep2NPMzBMZEf7ZL36uH//kx7J6fooufsKByfw/++nPSH9P88i3y616o1GX45/pxuDsi82/AaFrJDXOcVVFrqFsBlJYympkuFvnz43r6rULunX7Mrii69cv6OLFaU1ODjNOXSqV8splU1wAO2pO5JG9iYSDhCE0QpqA5WmCZvX5H+YLiQ58E5+mdE3JHAGT0xBi7HATEElRSmgAw0hZ6xvbEMJFwAXI9p6q1QQyTRbKh3JoR7wfSqPLrk6V7MeyJsZUGhkMZKGRitW0EDrJRXLOyf7phY9VaLAEc38bLM+3BGGgPDoD6NmsIG04VGDJNiddyMHUVSSPnhMLBzdSElw7QpPuKCQvO0HzLU8FicXFsWIsvfmubnUODatvclojFy5q7Op1jd+4rpHrVzRw5bxKZyeUGetX1FeSxzJUi53KCFRxXjXQkBczhG/xsRZwTjzW1IngCW87r7mGE0nB2y5p7vMIGVpfVvYkiEYuXnTFuSwWoC51YfUsFIuWoMP9A+2yph/hJpAxFhOURBJkUUYG1zZ0YH9x95NPtAApW8HdhpjVufBLY4nLs6YXa3VlWb+NFNa3N3XE2r/DJd8G6+ZSsPR9rDnKzr7/QXAXPvpYK+wBm9R7wMVinbU1PjxQjroKrENGCtNY+qyN7SezWvr0U81hKVzC+rj35Ik867nIL9ZFoW17/zzEsMLavMues8/FW4O0LFZB+5HVAlYv+zFPlzaiE0qE8fF00+aJwaNSH+aM1PTjEiaLPF82TzzzT9ZeM4bYBF9CTCIPAXwKSqBzD2yeGcxvEPmer6MZRxlqejbN4j4Hx9HmQRTh8pjThEctRCCzyW2wXE000xLSEiI8/XweFn8SPuRTs+rgJ4YHL+3Y9ylONfCiBqIXo05jTjVwqoF/HA38Hq2wITZLH3taq39z87C0Chu2kauFhUUOyutqNBoaGx3T1atXdeXKFY2PTyjNTfQeG/P8/HwgShUOCs5xGGPzOYJA2o9yGiH8NWTubSx/n3DAsB+/rHMYSdmPpbI5mRVyhsPCRx99FMig5TciWeY22rC4uIgF8Nd6CwL1M0jXr7lB/ujDD2X5333nHf0Ekvh3f/d3WPr+q37+85/r0aNHMiJXpY06Jp5wM461z2R8j0OKkVPDO5R97/33ZCTvV7/8pX4BGXwHwjgzMyMjqdZfa3/myWNZvl//+tf6GBmNIJvVsszN9jo320ZyjeC9hRy/oP13qeMxZfb297hs39SHHG6MJBoptP4bub3LYef9D94P8v73//7fIZI/0jvvvBuIcJUbcc60QjWyj23uCQcnYyaOQ0TMgTSKEtkfpkHVirjVzkL2ens6ND01hoXwsl5/7Y6+991X9MZ3XtLtW1eIH1V3d1EZSKRTQ/J1ecilT6q49RB23Cpb/U/h5TgS2AwxmCxkbDqtb2ufTApuK+5rdxDWPy8EcRbVjG/2ygvXRXIQQrlYDZjC3v6RZucW9ejxrNYgh+VKggYoGQHUJvuxujpxzG+zFGZKHeobG1XvxJhSWCfs/9esx5ECKaROT/2eogacz3g+P+UzMv95R5kq2viMnjrGyxHvcHF4bFAYQyOFihmnSN50jj9B74lzjIOw5DnVeEeqKacKFtwy41ODLGX6e9VzZlITN67qwisv6dJrr+r8yy9pnPWtd2pS6Z4u+VxajXSkWuxV5XBfVUN13sE670qCy2opIXPbbQaIaEYi4+/xuM8r+7kJFLC2cWjfYfXJlUrq7OtXR6lLMfP8iHVwZ3NLB3bxZD8aWqlJ9mOi5aq0vaOtR0/05P0P9ejd97V491MdLq8qOsCSx6VagTrTELEYC2EaK12GuBxxecQpoOsMa5SHNJYhfAeQuIPVVR1hCaxhwfPsBSkjbeTNUibGH1NHCmS46MpSNs16nbBm7mKln//0ru6zPt//zW+0eO9T2Y+ievYW0Y5cJA8pLXPhtmU/bm99YTxyxYI6e7vDj0LG7EvexYyQgAeiVYnmA9T+oK7A4yzMO51gSWsgW51+1utV1ZGvwTqZsF4m9tMVjL+Oa6Ow1cq8MPO1rccKlRFvccCHdAu3YGEDaSGv+b8IyKXjPAhqYaoLUQRDWgjTmqURF0WRYrv0wAIYRXGzqQYzNuyHDXnymS6ENhLxjlBZjb6FeY0uTQ8eXTwDyli50B7lKHb6nGrgGQ3YivxMxGngVAOnGviaNNBc4UPjjgXb4XPHLoFnHnciZH7gHBsFyz0Lf8Jmb4RuCevX/OK87MdFU2yyk5OTkMGrWJ8uQgjHlc8Xwo9jzs3PySxw+wf7XDqz8VDeLIRG9szCZ6RyYXFBRjD39nY4g1QhmInqbL6HHCI2OEQsLS1rkcNAyIN1sMYBwTagBnXV2chc5MKPrPb29WpgcFB9fX3K5fM65JAzOzunjz/5WB9+9KFmZ2e1t7ureihvsjRUwWJo9S4g58ryEpa7fchRBstZSfbZ4XCxRPwiMm5vb4cf9axzUKlBzuzHXpe52bYfjbU6TC+VcllbHKzs9xCNAL7zm3d0D+uktb26vKLdnR3VINR1DhZVXOew5nV2aRC5h4aG1NXVZc1qc2tTRmDtR0zn5mZDuGYHNNvgycFQoE886MCxaWOgUExdqEIRBxPHJm5IcRDJZ2L1duY1NtKv81g2rlw9r5s3r+jOnWu6eeOSLl86o+mpUdnvGPZ0F1QsppRJS5GryfmaBDkUBx/HwcdxKDA3ok1HOwoucrQfhwe0xCSV8Nf8PC+Lhb3JaEC2EMa1A5DnvTBIbGHOEMu7lCoQvrW1LebQEuR8hYuQPeaCD2PAeUp1xqGGbhqMgVJpxR1FdQ0PqWd8TB2Mbcb+GFM2LSOFSYz2OJh5y0t7NH36PK8B75haLQQd4W+5nrw2VonQf4CYiU4efXrGLLg2fi14MYY+UgIaxFVdrCoH4grW3Eo+q3qpKN/frfT4sIrnJtVz+bwGrl/W8K1rGgG9Vy4pf+6M0qOjst8ldFgQI8Yv8k4RlwERB+TI00oipRKnGJd7Gd4dD8THAx7rAk7oBi6vJt+/42N1PQ+qcu3Kg+uIaT/mjyT67uz3yEpd6mKdLPX0KsNaWWFN3IH47W5sqb69K2EpDH/V0yyDM3NavndfC6xja1yK7a2sqUF6zBqWYs6n5OE9icT6ENEpQ0xTKRajdOzEIxmBqlZUPTpUDRJYh8SZJdLWEiNMEcQalUoQIs/a5VljHWSQUaPuulSrqHawpz37qZTHjzXLBeL8x59q/fGMyqvryHskHZbV2N3XPn3YAba2p7IZFbmQKfX2KAcxdJAhtT4euQ0IjrZ8gI2jISZP7JxiYmMJ1zNzyEN/xVgruIk8rkHmMgu9AT2Ya/1ytGH1t+Goy+Ic/bS+ivxtJFaOemhWQndChzLXlGkwv6MCq9NkQNcyf0CC1zdhYbxCdvFxuFEL5hd+MXcNVkXU8K056xWp+XE4VkWC2wQ9sgjCn/9Yqc9PPU359mqgPa++vRr4M+u5c8++7M45OXcK577hOhDyGVpy4pXwy0kKLp5nXOmFePEhm5eX/XGW3Zblzyxrh5C2QqGgqakpXb58WefPn9fY2BiEqgOyVZX9XqD9oZQtiF0Zy1kDayK1HT/OOUXANsmENCNUh4cHOuD2+eiorCqkyciTtWtE0EhRA0tMmkPNyPCIbt++o3/2z/4H/S//y/+i/9f/9r8F/K//6/9T//yf/3PduHEjECwjnwtYKs0CaVZLq8s5a1Gh/gPIqsmWz+V07uxZ/fVf/ZX+1b/6V3r9O9/RxOSELD7hwG8/WmN7YgIJtX4krc3bSYq5bc1k0pDZOuR1UR9//DFWzXf16aefand3R54NPOYwkuIg6pxTJzf0Fy9e0A/efFP/+v/xr/Vv/+2/1b/5N/9Gf/Mv/waidkfDQ8MMg9MRBLNseqhUqTsBXg3jaPaXbZCJqoL+7PBiB7GIMbKeGZr+RMFPxnQqguxlNdjfpXNnxmUWwjd/8Lr+6T/9PnK8qpfuYBE5P0HbPeroSCvFIU0QQt/ASsBtuIwUcliLOMQ467u1ZSeKAJTgQHiaHtPViWDwfm1fTZGQGAnwm2wGzu8yePTTRqLQQyUezblYUZymXKy9g7KWV9b16Mm8nswuaGvnQFXGIZSPYuqhHPnF3ETRyg70QwhHw3/+3D0yrIiDdyOK1PwjDbGEn8FBoK/2/NnnRu+f10deI8aFd4D51yDQYGQMVsSbPg2MnyfCgJKpKub9i9WAENYYrJqLVE2lVMUamHR2KB7qV+nctEZfvqlz33td02+8orFXbmno5lUVz59VPDIo19UpQSiUzSqMb5Ri6JzsFUklUoZ6M7SbITZF2ykvxfid+DC38OoYevET8r0Y/Zkxjoo+E8ftOMn84mNuGxHxrEGOdS7fZYRwQD0DA+HHRxPktR9L31pd0y6Er769J23uaA/L4PyHH2vuo0+09mRWNeJTXI6kuQWJQQQpdBC3mKqN/FkTclSmBJ03lEDsRLqtTSkS0xCbTCpWBjdFIUdez5pi+RrYWB1EyVM2gRxZnFhzIvwpxjlDvFkia1yqbczMau7uJ5r58ENtPnikBJkx3avMpdvOyqoOufiTnDoYty7eQyOE6XxOCe0lYsDU/iTUDJhPCCsmCQRUlKRDfIv55EAEUuguzbxJp2OlUpGCWintqNNk9tSRIKvB4zrSFD6mj5MIkXyZHE1YmQaXoJ46mhVHkjPEklIAN4TxhnqtXKtOK8Ne4IHM7y3e8jkJucXaFGBrE3NTNtiMHbdYQvWydpyL5EBQzXF5hZasNuecTA/OSXoGBHgUEnT8cc4ij4PB45wjWxMh4vTrW6OB6FvT029RR51z36Le/pl01YbMcNyddqDtHie0PBb/HMK4O8hIglWkrG0sZQuLi1pm4zWiVCwW1WkbL+js7FRnZwlC2Kk4jmQ/4mm/A7fKQWNnZ1dG6jwbjsE5xwYhSGZNRjLnIG0ffviBfv3rt/XOb34t+/HJlZUVHXAbXa/VZUQwuBDHKIoD2ZuYGNc0ZNRIaF9/vzogWoVCPpC4LAe+OBUH0reHZfHg4EBlu5lm47RNrsFhpklAD1UlPsthb5iD+/XrNyBlL+ks5LCnu4fzX6alGxw2/4RNt8Ehx1mQTTRi03VsnUZWNzc2dJfba/vR1bm5Oe2gK5M5oq8G6zfFVOzo0OTkVGhjFMtDb/h9ngKWuYwi2gzZywAAEABJREFUqzOOgqWyWCiqhE4LHEZjDiQ0w/mKwwA6dM6R1ykOrmSLbsSO/iIaYvQUk5YhUxFLVW9nQaPDPTp/bkzXr10IZPDll67p9u0rIXwBS8n42KD6ekvqKGaVTUcya6M44HljpBx47PBh/Vbr4xHuGMhnfcWRwlcr0zfAsbE3MexsZH6PdjwRhsT86NPchAwNINOcj7ESJoEEPp6Z14OHM1pe3cCIUg/nKjEHEoeGcWXjlM1JjHFhsF8D05Pq52Ih19MtYbEwUojNQ97RKG3xffp8pgaCgkhpui4ojCBPc6w8Z9smGq048RZ4kMiR1oSnnHOx4iijVI53DOtYoa9fXfbenZnS4JULGoH8jb10QyNg4MZldV48q/TkqNxQrwRpVD4rXkgplaaJWHKRwgBa3SAGaYMipUEc4OScU/iY00aIkNpBc/X5n6+YYrW1ENo2P1WYYzIbIqTL5VXo7oYQDqqbdTPFJcYRl3BbWNvW5xZ1yIVHGQK4+ukDLd69p83ZOVXWN+Ww7mVZf9OJxxqaKGItdSB2Xra+GTlC6zToQYKOmnDyipEhjUxp3FTkQtjyi3UpgZl4A/XISCFE0LfXGNbbFHmy1JHFTWNpbEAKd+YXtIR8S5/e19bDx4G8biDz5tKqjvYOlEmnQ996hwbVgYUwBSH0tJ9I1GTwuMjpDcTSDzYZ7sBqCj+GymWc/ahrg32jBqpcftYrZXkjbuRtsA5WzXJZq7KvVVSpHqmMBbRcOWJPqyBpg5YMdfxV1okyF0iHKlcP2JMOVa9XlXDR5umr6LvIZaSwXi2rXj1UrXzI5R+WT3EhB1kWeRPaqiKDlQ1yIEONuAr7V4V27VcZKoxRhUvVKjLXGNM6cjeI8+RBSCGAZD8WjI6Ce1iRKqxItaYOXNCK6QbxwxMxVwG6E3DO4bQh4QO4J+L13Mc591zMafDbpIHo29TZ076eauDPXQO2PdTZCPexpjV/jHNJ9iOT6UwmkJtarSazvh0eHnH+95DCThlRNBJm/62EWRNXV1exGlZCepMssBGjuEM2LPuRyl/84uf6P/6//4f+3//7/65////597K/GPohN8D2F0KrHAISDgYNiFiDAwmVKMbaFnG4MaJ595O7+uE//IP+w3/4DwH/8MMfNq1zHBzs5jTmkO44rDvX3JiMyNomekDbR8Dktzwmc1dPl7q6O5WBIDoOLogYHitpCIETX845DgQ1baxvyP4q6s9/8QvZ7wVa/VafEc3IRSFPFYuntZ2DMBgJNA2Y7H//93+v//gf/qP+03/+T+GPz5g1037sdXxiTPbHeow05jnQRMjTRKQojmR9km3HVGSyEUPIg6SFk/5GK440Dl2pSJxznXp7cxDTUb0EIXzz+6/qL//iDb355ut69dWb4cdJx0b71d1VUDYbyWExbNTL8nUOEXZg4/DgrGGDmh8b24RDlrki3Tejv0HfNptNMoDcHmDgkacjHr9HSx5PnUMvxmCMBnZEipA/1uFRVbOzi/r03gPNzC9qg0sOsxJifBIDQh0R+clKXZxIlYbMD3JpMTw1qU6sMelihzDwqsIcNguXJ+vp8+U14BgbmW6BjVlDXnXfRA235qQ670gtilQmzyFjeIhbhRxws6FsX5+6GY+RSxd15s4tXX79NV174w1d+s6rGr9+Vb0QxOLosNL9PVIxJ6VSIJJ414TThFNbhmdcEQ+cc4qAa/kJ6BjECzjnZC5f+uN9aOO4cvw22dAHy6gUpZThsql3cFCDIyPKl5iXXLrZ794tYRV8hFXwwbsf6MnHn2j1yYwqm9uKKlWl617pRAFmGY3wR9TreF9cqy2vls+L9QJIauZpua0wTjOnM5/h2GMB4CnvFTHGBkZCuShSnks++/1Ez0Xh9uy8Fj66q0fvvK9H73+o2U8famNpWVUIUIFLtIHhIfUODyrb3SWzjNo7aq0EMF9cG+jFNVgXeOFrh2Ud8V5vr61T15LWFhYDNql3l7gqRCo5KquGW9vbVx3iVUWWw40tHWxuqULZBoTLoS+xZ3LbqAbE7GhrW7t2Mcol5976uuqUMYLmqjVF9lMv6DCq1nRAvi0snaE98le2d9TY21Ntdz/IZbJV9g6VlKtqHFVk8pR393SI9XafcdpZ39LWyrrWF5eRe0kbuNsQfUurIHMd7EPutxZXtGvkGbnryOzpN4xVtoAFvUiMj0P/LrhOknPuOUQnws10nX5ONfCcBqLnwqfBUw2cauBPVAPsmUHyGqRvm83JiN3a2moghHYjaX9oxf4oyi9/+ctg3bt3714gh3UscPZ7dUYc5+fnZCTHwlaZc04Rm7uRhho3nPv7e1phE7Tfm7v36ae6d+++5riV3mKDtTIJN7JxHFEm5nigYOkz66P95U8jje++957sj7hYWfsRVWvLfl+vzK1og7JGINtwgggQd8ihYXd3V0ZaTdY0h8Yih4hCwchPVnEci91Oz3z8MyECnlveBAvnvh4/fiT7gzaf3v00kEP7XcbJyUl1d3crA3H2SJ5AaK3PUeSUy+Wo3mF12tb8woIezzyRWUmNcJvclieFTHHod6QI17GyOsqyS0vWkeAhUjGdMkREt+Hwi0/bFWF/DDtkxU7Kp6WektPYcF5nzwzp0uVpXb9xQWYtvHPnim7evKzLl8/qzPSoRkb61NtTUrGUgyCm0BEViKYNTBQbJ4Pn1OkJG+i2PeT4ep6mhDrut4WZfkR42ceIBWcx7uetH07mb8IpwdMgQwK8Swkex3jtaWFlTbMLS1rkoLVnPwot6mJcIhdRJS3wKMIPic9h/e0bHtbA2Kg6Bwc4mGbVQIAEkPn0+ZIaYCjEIMo+9i6hcSXouQ7bqIEKOHRehymnci6laiGjendRboD3b2JYHeen1Hf1kkZvXtfk7duavHlbE9duaPDSZZWmzyozMqqIsXKlTkVc2Lg4JYUxohGd+FiQoQ2vnvkNlmxuO7+5BoVIUnEtHEDwa3p8kihJ0J6LlMrn1cUlRb/9iH9fr6JUSoeQjjUshAt3H2gey9vG3IKMyPhyRTGEKYXC4ySSIeIWxOCwngv/MUwxhB2uo/+OgXMWNjeETXmkEPbEB5D3KfWLZX4R50J+vhlsB2wNN7IS04/ICNHmjvbnlrV2/7EW7z3S6syc9rZ2Ze9hV1ePBnjvOvv7lCrkJfrn3NO6mC6KEgHfBP3z5Zr22XPWuOxZfjyrpUezWn0yr/WZBa0+nNUm/srKpurrOzpcXNf2kwVtPZoP2CZt+/GctsD+/LI8BE17R+Td1sHCKvHz2ng4o7UHT7T+YFZb5D9YXFOytS/tHKqxuavD5XXtcOG0QR2GLerfmV0ifkPVjR0dLW9QbkG78yuqIkNlbVt71LFH/QeUPSB9b3FVG9S9dP+JDGvUsbu8pkPKH6KvvbUt7UIYjRCuM9brc0vaWdlQZXtXngsvNRK07ltAPxJ+nX7+GBr4ltQZfUv6edrNUw18KzTA2V5m8VpfX9Pi4qKMjG1ubsrI4SeffKz/+B//o/7dv/t3+vf//t/r//w//3/6+OOPtLGxEf6wjP0OnxGeRUiPkTvnHHtzSlHUXCaciwJhsh/37Ovr1+DgkAYHBtXT2yMjZ0bU7C+PZtJpmZUsjiIZkfvwo4/0n//2b/W3f/ufw//1Z7JkIVmDHHKGuPm2/w8xoq06xLQGma1zmjdy6Bkxcw/29wOpNcumpeVyWYwIHcqkMxLlrKwdLJxzcuJjBXFOPgkHE6t/A+ug/b+B7777rowsm9w3wo+e3tHQ0CBy55VOpeXoa8KGa+USyGEcxypCQLshjfbfdQwidz8HGCtfRea1tTUZwV1ZWcXCWJeLpQg415bCPOiRg5UMirhVjxQOavglxz/7bkIctVwLkm38DZnLV8iXSnuVSimNjfbp6tVzeuONl/VXf/U9/dU/+a6+/+ZreuWVW8Sf18TYkLo5bGczKdmPfXn0YDo1XZgF1/pnZNDmjac9BVgrXxNMEJp2LbTl4Uwqg2nC3AChIRdJEECHsumaOCvKRfQ1TqO1SPvcps9hMXg8N691Dn7lGpODyqM4knN4ZCAuwmVelSAaY2fOyCyFecbapdO0G+n089U0YHMpYSwTu3Bw6DdmrNC5WQXtv3w44oR/BCGs5rNSX5fykyPqu3Je9uOgZ994RZfe/I4uf+8NTb/2qgauX1d+elpR/6DUUZIggUplJMZcLpKXgfrxhfli7bVhQ+eQ/SQIhnzBfe7L8p2IQvIToc8t9Uye3zdgbSZU4h19Qm/c6KiAxbRvFB1hSSt2dCjBWrXLZccqZGjtyRwkYQ+rYKIs8zkDUt5BBg2RoiRWe51x6MogXINvuWJNcgGk4jbDLqxRCnmchGv5T8LiRFsGh+BGAhPWy0a9qka1LPvxx0ytoaJZLHcPVYYEbUNsdrmgSSCKHfmi+tgH+rAO5ro6xeJLO83H4QQySL1t19oQ4ToWt3XI4KNPPtXDjz7RzN37WoEUroF5/Asf34ewLcmI3DrEbu6Du3rw9nt6+Pa7Mv/CR5/qyTsfavGje6oub0qQsF0I3ooR7A8+0cx7H2n2vY818/5Hevjr92X5DxZWdISlbh1Su0y+JbDyKeSW+pfvPdQyVs8tCF55dVNbM4t6QpuL5Nml3NbsspbvPdbygxltkmZxpocl4h7T3pMPP9USJHQHolhhndqjjo2FZW2iry2I5DLEcx4ivTIzr/21TSyZR1ItkUu8TOfMFLRlj2eSevj480hOxFkW8ll24JyTc00QPH2+xRqIvsV9P9n1U/+pBv4MNGCLvJdZA5ex4i1A7HZ2duiXV9OiVlS93giWtsPDQ26gGxCggjo4ZGU5DFerVa2urGh5ZTnkMcLgnFMEseNsx16dUk93j+x3AW/duqXXXnsN4vEqVqkrGh4eCfXEqVhRHCuF22jUw+/mzTx5ok8++SQQpjJWmn4OANevXdPtO3d0+coVrFkjyJFXRFsJDRlBUetjBHF7e1trq6vBmumI7+rqUv9Af+hTikOhyRfHHHxkqQrfwddUh+xjxKdaqWh7e1OPHz/R4tJSaHNqekqXLl3UNAfOYrFDEX2Nkd/gIoeOvIyEZrNZjY2P6+q1q7rz0h1kv42F7jJyDKgOkV3FEmuEcHllSeUKm7U1akIYzB9ggQgfaB26hLSOA5WlPIUnVnzMZdNXA7/9AGMVtwJqiqO6clmnrq4cRLYL+Yd08eKUrly9oBvXL8v+Munt29d17folXbpwnvRJjXKg7O/vl/2hnByE3PoqWjJ9t2GHLY4S+ro+QQfeWueLudCUR5C7JlCVvM0T5E5wvdClA7ieuGY4losgclhjjyo1LXH4fLKwqKX1dW3vl1WDNVoR1/ySHK0y7oL8RZ0d6sdCODA+oRKH8ExHUWaR8WTRc5+mzoj04PR5RgOmkqAz0y2687xLSqcUQQBT6DjX16POsWH1n5vS8NWLGrt5TeN3bmr8pZsauXNd/T2y6skAABAASURBVNcuK3fxvBzvJwuE1Nsn8X4qnZXiNIglxs/G28vJq/0xH3AnYGzCwiEX8cG1/Ph5zPdZeD7p+fBnlfnDxTGnnRNdE4upWOxU6O/TwOioBoeHVcwV5JjbNciDwWEZzEAOshTIuVgZHynVshDGDESEdTAizgEBJ/THOyODhU+COhxl2nlFmuVr6jrS866lycoYUJLjZsbbZRoXew6k2XNy1Yay+6xdWwdqbO0pOaiowFjaheLwyIh6WJcypaKURq5I4eOoy4auDQs3FwKvpFLFQrit7eVVLKPscYcVpSFIcaWuCha5A6xwdUieWfOOltaDdfIQctUgLndUV7ZcVxlr287sgvYgqAeQwU0si7v4rUz2sK4il0epvXJI33oMEZtf0R5WwHWI2xokcIcy+9Rp9e5i/VyHjO7g1mi/jEVw2/I+mtPawzmtQ+i2LW1jV5lKQ0VIuiE6rCLvrmroROgkQ5vpxEn0o7p3qOrOgSpYBHeRdX1+SeuQ4G0uAmr7h2IhkyDaDqU4RsVWyOaa5E+Qv7Zf5PBBr+ZreeQcbbUDp+63XgOtV+9br4dTBXyrNPDn2Vk7PzfYiO1HKxcW5mV/LOXw8EhdXd26zi37D37wA/31X/+1/of/4Z/rX/yLf6F/+k//mb7//e/rGuRsoH8gKGUda+EKVi6zxhkZMyLVBBs6JGKUA4kRub/5m7/R//w//8/61//6/66//Iu/DKSqF0uh/XXO5qaUqAz528A6aRZIkyn//2fvv7/curJ0QfDb58IDEUB47w29J0VREuXSVmZVvffqvX4/vO6Z/2x6Tf/Qs9a8XqtnTfd0mczyaaWURBmK3gWDEUGG9wbm3vm+AyAYpCilUplZpZRwAx+O32effQ+A/d19geD4kZFRvPbqq/jzP/9z/OiHf4ZLL1/y370rFAo++hi4AIKjs8dPNezt7kLRN0U719fX6RvFSIC60E+HvaWlBfFkAkEshoAkzuh0Vj/e9MEXQR+S9c87Rft2KGtjY9NHG9XvCMnohQsXoB+lKZBkygClUhFm5ueJUa4+PEuMAGayWW+nN998Ez/60Y+8/V6+dAmDQ4MQiX1Cwjr1cMoTzc2tbZJEfRBL4kFoVsGxUilBxwuw2p9yL4LWErJPZR+OTkBADylGJOgxJWKgzxhDe3sThod6SAoP4eLF0zy/L+EyI4b6n4YvMWp47Og4Rtjuf4QmE6OPHsJZiRGEIiwqcbklpmXOU4YjETUPzR0CdCmqYPYzD6vVKP2yqA15JtFYUAejDoLyBMAyqkcEn+fSIX38fmPOzMEsAJjCONYFKDI6sbC4zNfCHB49esyI+Qp26ZAZAHUD+/gM9w4CB4a6keAFi0JfD5oYjUlzX0a8GFCxAKHR6kQkwHjeQfA8Q4ftW4fqfcm8QVYNJYsiwudwUA6b/ONg3b9vnrob129KDbq19iD0bzvKJIAlvj53E0nsxBMopXnRh6/Zpr4+dB86hFFeEDr6yis4dfl1nHz9Mo5cuoiB06eQHx9DjLbnlQsoOoYgDriAMIDzad3kPjXb4fMPdoegHkoF5Q/iRXVs1xxMnnmoq/BM5R+0IOlGlQ2O+9G4Hblc8IUIxBxEmDoG+zE4MYb2ni6keLEixhe+sc18f+fftwK+b/nx4MEPBT6UIfiQQIGzwAO1w2opk8jYUgeqedXRKI6pA/h+YYTSFwCs4ysgxnkE42eSIpoVvo8qeqh9HiQSKHR2YGB0DN2Dg0i3tQOZLBCLA3ytmZ+VWYDvBVVQJKonPURYKqPI93OlOUYZuzs60U9i2UU5aa6fL3xEjKLyxc5o2jaMhDFDYtuVy2NycAhjfQPIcq5dkq356Rk8unMPs/ceYHt5Be25JkxQp5OThzDU3QPHudbmF7A0O4cn09OY5QXO+Ucz2FxaRmlzC5WdXWzzwqu+E7nCC6o7a+so84JrkW36fuC9GzcxffceNldWkDBDFy9uDPE1MMQLjMrnM2kUeLGjs9CKjkILWjh/lu85CZ54x40eFsvY42fKxuoqFkmAFxil3OHnmEi3PiPBC1wRI/EgEYdSGYrnSslTsIIbIfIV4MEyn7Ff9oXG07fcAu5bvv7G8hsW+HpZwKjOPpjhA/wQ8YAvsMOLHxVejd3mB9ESHeCpqYfQ/90L+SHRzSvKZ86chQjhG2+84dPLrzNl/rXLlxlNOoMeEr0YPyA31jegXwwVdKupyFB9tiAIeJE+i66uLk+iDtGpm5ycxODgAETOUvwQk6rlcgklfoiWqY8+cFRnZjBzMDOSpbK/RXVjY93/v79tfthpHumqDzY5DSKTTx4/xp3bt3H92jU8uH8fe4zwFfiB2dfXj77ePjQ15SGdYODHWogoqvAzscRUqIDTwdgWUg/pIvuYGTLpDGST48dP4PjRY9CPxkiOfmW0SCdCekhixA9jkdB7/DC/desW9IM683QM9OM4W9RZt9UqGlsiiZRsfdgKFX4oKwXnxhcdaieoku9qfD4IWos18FDe0UEwDz07XuMXlDfEACQCIEeS19qaQXdPHkPD3ZicGMCxY6M4c3IC585M4sKZQzh/ahJnjo/i6OQARgfb0dPRhJbmBHKpCMmgRFl7CKJduHCH2IWFe0BYhnFd0pW+p9dJhMyoj6vB6HAhNPaFh/Kqq0cmTM7kM+DIZ8oG73BSTjWtl8F6IaJeEfM1QCnrmZpggG6LNWgvhAD1rTB6u7m+hUVeYX/44BGmp2awurJOPzGSH6UBNThwM4FhV1hLHpmuDhS4r3OMqjpeDKiQ0ISxBCKSk8jFOIPTjAAMIKrulfKclok3g4vgU5a5TNQR0ohVoNrOqSufAfWziGMkuQqWAFTzvy1V3y8GRdUeTyVWR3A5MJ5kQfNENUfS99Na2BYSFaJIfXZp5x2+z+ywn34gZo8OeSmZQpmvz6i9E46v1yQvBDUfOoLOYycZDTyDwVNnMSScOIlevgYL44cQHxgFunqBAslBthlIpAAXAGZVwBDRiAKYCsa6g2BHgHXPQOPrdcp7AFCKA4c9zR/IPq18JmcwX9bzV4EffOCpLuNplWogo6uKpA/ZNHK9XeicGEH7+CByAx2MnGZRTAUoxgzlgNA+4r6pWEiSzvdDqyByISKWI+5HMA+mykcWsR4e+jcPVZNyVj40JZvZ1fiag0eMuggBX1qxKGJdHSHfiyK+CwhAjHZNWIC4OdrIIXQORV5s2XbANnWMcmlkSAY7hofRMz6OfG8/gqYCEE8DFoekhIbaEVFGLVtPIvC1G6LEyGOZeiR40SGnX8zONyOTy8AxylhGBWW+Z4WVMiIS0YCfAVl+fjVnM2hpKaAp3wRQl+29baytr2JtdQXrTEvFPaRTSbQygl3QewDfC2Snnd0tbG5vYGNrHVtM90o7oHGQTMeRa86imfKyXFc8GfP1IT+LyrzApn7VcRvY0a+Rsj5IBAiaMkjkc9Q3jVgixq0eRyqThO7U0V0vRUZ8t0goy6UyAr4GXBDwsy3yn4H6bFQ9zQBvHANtbzCrAjp08p4BKw3gA08PL4FFpV8G7PpHfJg9q90fcaqG6M+xgPuc+kb1n7gFzAxmDZj9admAJ407z2pggoN5lQXVMfXv4XzihyI9JRSLRR/9mpmdwdSDKf+9wWQyieGhYX9r52uvXcZFRuTOv/QSLhAvXbwI1ak8NDTkyZ5IzmMSsfskYIrKifCYGZxzHqA+ER1AkaYqIoScPyKUVsIKyWCRH1wkExxTKBSgfzPR3NQMOef61xa/+Pkv8L/99/8N/+v/+v/C//F//H/xwQcfQLeEKhqoPiWSslVeTdX/CPzZz36GX/3ql7hz9w7MDP7fV8iR6OnmBeUsAEOFV6ArdA4qlRLCsMRyERGdAUczOd9eQYXEwJlDvjmPMUYgTp48hdOnTnlim6Czv8cP4CKJnchdmc5DmfJEQGWDX/zyF/j//O//u//e5f/8P/8/8L/8L/9P/Pf//v/GT3/6U9y4eQO7dCL0Pcp+Eogu6ZVJwwUOLzy4BqoEHExh+3+OuTpUW83T9gj4oa+0CgPYEzwiDz2rTtPSH0ciDmRShkIhhd7uPMbHenD6xChee/k43n7zPH7w3Uv47lsX8epLJ3Hy6AiG+9vQVkiTFFqVFJIQGgmhVXbpfcmeJYDOjONsRoDnG5zUUQvZVTBqyK2BkFesaX6I7VikHgF9J+qtvIeRXP42uP0+jp6qnFBB/mygeQnv7yCiBiAigPmICkQkJxHPYcS9GPI8lnmFfZ2RgAf3pnD71h1eKHlM52+Lr5eKhlRhDojHIUKIdBLxjla0jQ6hfXAQCe5hkODQawO9N0QkhJHRQdN6azODKXhQVS2biAgQEZ7WqWwHykZn2VAxsB98WnERqqjWhZJZA1Bdo0/tQJ7temieOrw6lPv5aVUv9VefkHYLeU4lFXzhBLEAATeTyiHbIrVxzohtHmwrU/4ebb3NC0Bb5RK2afM91pVpx4hRjlh7BzKDw2gjCRy6+AoOv/EWjn/nezj65tsYu3gJ3cdPIj04BmvvAXIFIJEGXBywWA0OkHL+tWLMOhjPk/Yac6iDLRDwRcdnOjxX8VxRol5QpWqPalv12Vf8zk+fM5YnJHrRahz7pxOMXregdaSfJHocnYdGkOwqoJQOUEwYigGwy/Oxy/fBYlRG2fi+xxdMZCE8AWSeRgNfWB6RcQ9wT/lniufUrAcP8xoYc64GEcE64twLAS+WBdwXgmO5joD5uAuQ4ntqwsX8VLp4ECbj2EsERAwJkq2u8VH0HzlEYjuGRGc3yIb4GoijHDnCEHoNOPnnPKq6Gsw5OEaiY3zDiyVizAewmEMUACHXH0lHrjHFfaOIYCoWh0RX+F4mwljhe0TEPNjHmcE5IjAE3P+IO6bGOp6RADAiRtkJriWTTfG9tQldJI3DI4OYPDSOI0cPY2h40BPEIOEQIzFN8r0k25xFMp3w+hTLuyiWdvkeWYQ3Ds9JJOgcIeTnVwV7OztYXlzC/OMn2GMUNM3Pk6Zcjp93GSRTKb4FxalXQH14dswhcAFiJsTgWHZmMHsenI51MKVPoXXji479/gY/3MDU/ihA4/h3twB31L+7Dg0FGhZoWOCgBYwFDz75d2G9bdfyYMpmfn7p8QwqJEYidNvbO1A+k8mir28A4xMTnvgMkfT199OZ6OlFd3cPehllGxoextjoGEnSBNTWnM/DzLDNSKMQBAFy/DBqaWmBImnNzU1Ip9II6BBKDTPzt3pmc1kUCnmon/onEgmk0ylfHhwYwORkVX6SBHWVV2Pv37/no37LS8sInEN7Wzu6Orv8HJl0mh+YFUZyVrCwMI/trS1ozpGREX/r69jYqCeZuprqggBp9s/zCm1bWytaeUU3yw/rOJ2PGHWMx2PI0g4tjCx2dnRiiOs9RTJ45vQZSF5baxvS/JBN0KHQh25LS6vXWWuIx+PejrpSOz8/j7t37+Lateu4evVT3L5zBwvAqIzgAAAQAElEQVSL83DO0N/fh0N0bg4fPoQ+5lOZFG2IZ45IJeOTB5/4APwTqoexZD5rtZzzqUGpUM1VW6vPYI+IkPtU8amjUxF4RIiRXKTihiY6jG1NMXS3pjDQ24zxkS4cPzyIMyfGcO70JM6fPoyzpyZx+vg464cwMdKLod529LQ3o6U5jWw6RgfPIRYY54hQJVxhNaUDSp+L9TUN6akZnbpnoXGg/8PUt9fTF9XV26qpY/8qsB+RqDuf1RS0j2xAWYj4QqF+VEiOYETnlKYgj42wu7WHJ7MLPkI4N/sYy8srjFLvocTXTEX9wMM5gOecGwKu0IxmnsvWoUE0M8KezBegCGGZs4XmAAtgBJg31qF26ExQC0QGhEQ1pU5s9/X7KZ1etldYVj+RwgrF+pT1itiELqKMiLLqI9nZqmU++3rJj2p1gK/9ks/szXnA/QszjgF4RplqLs7D+khQH9Z6fZhWaigzjfj6coymxEn+0oUCmhj1aeV7StfwMHr4ntN77Dh6z5xF79nz6BEYEWw/dgLZicOIDY0C3b0AX3/0oIFUFognAZcg4kSMSgSEAXyAOu4DrKDdaw2AylVDAPVUdc/joAyKeKYZLz6e71YvP+1dr/ldU0nQGKWC8tXzgNopUK2yfkmOpTjtkUsj0V5Ay3AvOieH0DLai0x3K8D3vD322eEFse0yL8jxikwFFYSOZ5VXUqqkg/vDWNZ+4dmmsVDdOz4HPxen8XZhQRpxC/J1h6fwRDBCEBHMV1+DEV/bVVAFXvxhG19TGitxFdq9FPCdiTqKDLYM9KObF+VaebElzvd9XolEGE+jzHNfthgqPLeU5vXR+CqiamJMKM/YB9yfgvF1a5TvYgECXg1zfO832spI3hxNxgeMkcISidbW2hrWlhahz6AiiXOMJDKby/JCYRORQ5KfA7t7O2xfxs7yEiOCG5CNEqkE1Uwjl88xupjz5CwgYdRbQIxzpbm2pkIOihYq0hdnpFBQuY0XlwptBSRJDos8N2sbq9jd2YKhAguM4JpoLM3DN1X/2VfiBcpd6lvc20OF77FaXywehz6TYkEcTgsz40BA73M161Amq1itpmdhqJYN4APPHBr9ArAfH7Weaq9lG8k31gLuG7uyxsIaFvjGWKD6tvz0LVll4dkF6g1fHw7JRJJkrxeHDh3CqZMnceTwEbSS6MR0dZSfBpIT6kOGAxKJBH2yNujWT91COUFHrqenB9lsFlWilSd57IbI0yiJ48DAoO+f4BxmDjF+COeyOfbpwfDwCMbHx6F/4dDW3gZFBUUQJfPSK6/g5Zdfpi6H0Uv5rS0t6OrqgtrOnj2LS5cu4dy5czg0ecjX5+hkZjIZkrMCRkZHoD6XL1/GK5QjPZoYcYwFMSTiCbS1tfm5Dx2exPjkGDrpmGY5VrppDb29vX6eo0eP4vSp05zrFZw5cwYioYlkAmn2baUMyT18+DAmaQNFIvP5PFpbW7j2YcofptxONDXlkKITrLS3pxf6/uWrr76Ky4y+nibJHBgc8HbDc4exLLs/RdX5i1BP+cHOPmBZMDiAeaulYKq8AF9vB55VI1SlSaLR4TM6HM4j5Gg6aRBCpGJAaz6Lwd5OHD00iovnTuKty5fw/bcu47tvvoY3X70Ifd/w+JEJjA72oKezFS10dtJ0chwdStDpRFTi1ewSKowORSrTAQ0kn2oHdNQCpkbHE9QDJGiggwi2Ww3K40seGkNxdDTxGRhlaBqBomkTeICH2pjwYdDtZatr65h7Mo9HM48xN7+A9a1t7DFyXKRjW47UjSPoXNLrguNFkGxXO9oGetE+OIBcRzsqdPx2uM4yu0ZcowsCBHTMHGekP0enGN7O0re6PjrgUor92UXPHpqqXjZfA1/UuGrZ94A/WKGSnEUPL8/XsPmzqWRU52azf6imBr7eoxrCWho5OupEhSizrkQUOadQ4hpLdKqLiRiKfJ3vEjs8sVvsu818ma+bZGc7CkMD6OQFn8ETxzF+4RwOX3oZx197FScuv4ZjfL1O8HXdx/egZl4YCkQA+X4BRVxjCYDOLfg6hgvgYQ4QaEmYMU/gBdDSVa9UwHPHi+qe6/L1K9bXWdXM72lmI1aHRIXnQ/sOJCcZkoyOkQH0MjLVOTaMZFuBUcIAG4x4bVaK8PuUr9WI5ow4LuQGjVgO+XpUGlG4oL2iXcppIHOidnC6Wg5+X6tMETortXLE7k/h5VBmyP1Z4mfLDl9Xe3zdl0h49jj/HtN4vhkdjKb1H5pEDyOEWb5P67UGnueIr6WQZC7ye8EhYh3qhyY/mOceNO4/x/7GcVqfAOYtGUeQTiGWTcMxBT/ftK+394pY4EWgqdkZ3Lp/Hw/m5rBD/dKFAlr5edTJvdnBi6WJ5mYsbGzg9qNpXOdFy+n5JxCZzbQW0NzViRb2bdEFIl4YVUR8cWsDT9ZWsLC5jvW9Xeh1Y6kkYpk04rkMmtpb0TXYT/Qx34IibTTPC6Jr7O/tT30dzyeYRnx/qcQcyXEASyeJBHZ5vtZ3d7BF8lqmHcNEgEggGYXJKBEJYwUl/75UZm+dE2PT8wDrDkD2NXz2YJ2ZwYw42NrIfysswLeLb8U6G4tsWOAbbwFHpypLZ6u3rxenT5/Ga6++hosvX8QhkhwRs0AfmHyjrxvCzOCcg4iPiNn58+chcqNfDx0dHYWIYZ1MvfzyJbzyyiWcOHECiiSmGCU0M34Gx9HS2uqJ3EsvXWCfVzj3KfT39aOZDkCOV18lQ7dnisy9/vplP8fLJIeX6DhW615H/buNmlu6dPNDV8Ty6JGjeOnCSxzzCi5cOA+R3Hb9Il087j+00vzQlz4nT530c7/80kWMj42RALfQF0j46Obk5CRJ4CW8/vrreOXVV/waRNxE6pLJJHIkv9JX8kU6L1y4gEkS0zZGHNtJFA8fOozz5857Ga/Swa3q/gpeIwlU/1dp59Mkg8MjwyROLYiTeBsAAbUjYvpZ1Bx19oxeCAfVo+qGUYJ5GPsKYCoo/yI4jlO9Y79gH0CM5zxF+zXz3HSQ8A70dGNidBjHDk/g5LEjOHPqBM6fOYmXiHOnT+D0iaMQOTw0MeJ/kKa3px0d7XkUGD3MpB3XG3IfkSZZEeZKzFdhVuKsJYAprAyzCvNlRD5V/iBCtj1FZMzTvYFHBBFKreUzYJNFquVwMGWeEygH8DkiyPdQLFewtbuLpdVVTM3MeCyvb2CnVEYpAiomWzuANuMiAF4oMJLCXGcbOoZ6UejvQpDPQA5ZxTgAEQIzxASS3RgniRO6lc6x7KX5FNSA/ZmHPyKWAWPZ92Oq2+yUD0JA42NMJU/16sfOCDln9BxUD7AzdbED0NzVMngYoXXRkUTA3jVwvVpziWmRjmaR69gj9B3AHWq4TWxyn2zFAmzTFntNWYTcKwGd4hQjp9nhIRQmx9F57Bh6z5zC4IVzGHzpPPqZ9p47jY7jR5Fne2Z4ECnurzhfS9aUA1JJcMMAgQM4LzinB7Xcf0T7uUaGFvDmMPAME7JXLAaXyfIiRQe6eB76aOf2kSGkezphvHBTpo3LJBci92XumYrGEiKV2kMhJUU1UDyqeyXidiJY7/ecGpjnjNAY35+y6qn2Yx0VnkrJ1jwl5veIbWIzAHbiMUTcO/pObgffHwf4WdQ3MY5mXqTTRRftAekTsj+0tgOIfF4aUBmf5yJ8CsTiCTS3tKCDFxWVpmiPOElYioSu0NWNAi/WJdheSaexl4hjmzbbJtnccgE24VBOpUjwetA+NIx8Xz+a+/rQPjKKAomhyxc4JoFNvjbK/GxoGRxEx9j4fr+WoSHkSR6TvEikW6P3SDqLRMT3CyNRdESabS3s0zo4gAI/j5Vvo5xcdxeCfBPCTAphOoVESwHNfH00sT7Z1gJXaIJraUKmux3N/d0+Ghw1pZFobUaupwP5ni7keBEmyGVohAB1u1cQIeR7ScQ0orle/LBadTU1GPQ4CPMFNI5vqQVcbd2NpGGBhgX+xC2QpOPW0dEBRbneeust/PCHP/QkZpJX75sLeRgdPKMTZmYws/3VZnilf3h4mITrwv4vaCpaN8FImepPnjxJWT/wbS+TyI2MjDCCmPEyYvyg1a2Yp06dxttvfwc/+rM/g0ilyFEzPxjj8Tiam/MYI0l7meT0Rz/6Ef7L//Bf8F//63/Ff/yP/xE//OEPOO5tSN/vfve7ePPNNz1h0xzHjx8j6XrN/zLqGyRzivB18IM2SRKnDz7wwy9DR0Dk9SKJ4Pe/+z28/Z3v4OjRY+igHdRPZPf06dP4/ve/jx//+Md44403MDw8jFw2hzidCumXa2ryUcC33nrb9/E6HD/uI48in0cZWXyLev3Vf/pP+B//2/+I//v/9H/D//Tf/hv+h//yX/CjH/4IL5MsjzMyWsgXEIsx6kHb1j+UlZL2QFD+xTCu5PMg997xXH0WBocXoV5rB1oNYG9AJMPxyrjxKr4QY32CTn+OTmQLHZXerg6MM/JwisTwZTr3b15+Bd9541W89foreP21i7j08nmcO3uckd5RDA11o7Mjz0hwUvwJMTKaWFChr1+Bc2U4I0gQDWVqUuZMJIPeEhXAk0KSGRE/gfUR6BoyHxEgIjqg8JZhdwAqfhZG2URUg0rMo4aIaTmKUK4QJGyb2zuYejSDuw8e4snyMjZ396DooCITFcjWBlCGB6/EW3OuGiUc7kUTI6XxXBpyXiu0nwNoTyFCncBV7RtRVwI1RKDEqIZ6XimqEU+aIeYhOYCIpcqO+mpXyA5C3QFXPqJsgRNRLgfTdlYHz68/x9BhfNK6niI0x54Bz4rzZLjI4XvstkdJu0wFOfTbJG07fE8pkcgZI/6ZgT60M7rTd/oUxnjxZ4IXRyZevYRJRgPHL7+K/ksXkSc5jJGgoK8H4HuOJ4DcXwgomA9Qbw/l+TrhlNSPD5Ujpo3HMxaQWVQR0VAR7RUq5Xs4SPhi2QxaSTYGDk9i+ORR9B89hMJQPxLtLQDJUUi7Vzi4zLNdpiCRh5DlkOfAkwfuE38uWFd/sFstqxlrWSVsiJhGTCVHeaVVRPCk0AGKYu1x3+wx0rWbiKFM4pPhRYT+w4cwru9s8z29ZWQYxosLSCT8q75MPaSX9rPkRlwj6jBOqPUy8VXgwdezbuHs7e/FmPYjSVeekbgMP2eaGIHu48XMfl4EzHZ2kXhlUUymUCGxS3IP53v70DLQj67RMYwcP4FBXnBsZtQvIIls5bheEtZeju0gASwMDaFzfAJjZ85i5ORJ5EkWMySy7fz862afXl4o7GA+Q1Ka6exEU28P0kwTvECaJ8EcOHIY3WOjyHH9BZ6nHhLhoaNHIN2aecEzxs/HJqYq902MUa9eZLrakCbaRgfQd2QSHeNDPKc96BgdwgAv2A2yrnt0EOnWPIzvTyE/0wUwjYwnYN9ItNOXeBj7H8SXGNLo8g22gHbQN3h5jaW92AKN2m+OBfR2Dr6tAwEjgBmSO/0LCzgVxAAAEABJREFUiRF+uInQKfJVKLQgniBRQfUwJo4fIAKzJDExFAoFKNImYiP08QNNZEj1nfyQE0ET8erh1cx8vtmP4ecyzAzpdBoiYENDgxgbH4NutywU8vy8T8AFDgk6lfl8HopcihgePnTIR/o0z/DwCBQJHOKH7/DwsM9LluZta2tHLz/A1dbPD+PWllakEik4zim9hRivQEt2Dz/Uh/nhPDw0jE6SRtlB9khw3W10BCRD9lC7+osIAsY/B/XRfMPDQ5jgh7b0kA7JRJIkJ4Z8czP6+IF+iE6ASOoxkqWj/LA/QidHNunt7kEhX0CSugVcr/QzVI+IiXd2mPEpy8zSJau6Ys/n1aeOehuH7PdXvg7NIais9CmM6xLAFM8cjiVHwSIMjqQmoOSYges02jZAUyaJ1uYcujoKGOjtwhgdzEOMDB49PI4Txw/h7OmjECE8e+Y4zjB/8uQhHDs27gnixPgABge60dXVwv2URS4bRzLpEItHMEfX1MqAB/NVV5Cz69o2YVy1VeuhNuVVxx4+OhhxKL1Rew6uVlYq+Hau2giO4GgDmI+cIeSe32VEcJ5EcHr2Mab1M/KLS4wc7qHE6RnLRBV0cOlEw3FkOolEewGF/i5GE3qRZ8TQJWK8Gs8BfAEomkIeTEIIIiJBjOBq9eZ1pgxqgdpRr1MfQQSyjhj7iwjWEXCMtNdOCZkRIeRyqRldZwriMyVXn9VHOW8r1nKoqghjyXFMUIUFtG6AsjmUuVfLjJqEiTgiOs1BLosE93Gar7ssnekCHe0uOty9jPb1nTiOPjrFA6dPY/DsWQzoNtDTp9Bx7CiaSQDjdFgx0Ad0dwB0zvmiAbJpIBmnYRxA28MM4MMDn3PQBp/T8g2urhnlwNprNX7NyvsMDRfRhqE5REEAY4QpSWJV4HtTD8/BAM+T0DM+inx3J+LNWUR8fyxzB4h0lRFC0HdmQ9ZVZWrSSJI9uGFqqVojPlURqb9FlFCFouSCj0Dy9IoQlvga0y2iFRKViBEsRdBa+Z46cPQwRrl3+viemeX7OBi5AyN0/hZJ7sEKx0mWXv0R56mCU3PhUU2biOtmDVgE2D+WTKDQ3o4urr2Vn0857lv9GrBIVoEkq7W/H2m2B/lmOH72xGmnNIlbc28fidcgo/4j6CYpbB0YhPFzBbkcwDTLPoXBIbTzc6ltaBitg4MoDAyQqHUB/Iy05mYk2trQxM8btbXycyvPuXKcM9PegXghD9fU5OduJfHMkyQmuN4kSaJIYAs/V3W+UoqYZzNItRbQQmKrfqpzTTxnvOik95xmvpe2DvWhje/BHbxI1zHSj/bBPjTzNRZwbEQ7VG8FNgCOpnFMjWg8Ghb4ahbQDvpqIxujGhZoWODfzQJRbWb/OaknwsxgZnD8kE3QyYsnEswHAHjQSZWzGDHqoLFmxsrqw8wQi8U8giBAHY5OnJl5mWbOd9Z3FL0Myot4ZTdi6q8284McMATOwQSrjlO1+iuiwq6oy5TjobGCWbWv2dMUPKSnnANmqXqEMKygHJah+ap1lEKh+j6k5Eh24Di/OTbwwbWGlRAe1DUIYggIM0N1TEgxERzLzgVwHBswDZzjSgyVcoUoo1wqESQzVIgackz1YUyEiPMIygccGSjDtpDgEDimnIItkDm+EOz6uY+a2Gq7BNdAP60qmBMaQa8NVXBERFRH1J6N+pgCS4A0of3Mpxwoeaz1ijKlKZBKxdDclEZHezMG+ztwaGIIp08cwssXTuHyKy/hzcuX8J03X8N333oNr7/2Mi6cO4mjh8YwTGdGxLC1kENTJkGy6UDfFPQVST4j6AdvhIAKO4GuKikKpy4/C1O5wrrwBZDC1Xq/Fr9o1dUByO4ucAj8/ibxMYft7T3MLy7j7r2HuP/gEVZWN7FbqjCKCJKliHusQoIYIuLeAcc6Ol9NvMrfw4sdnYMDiDHaUKEcRRalWaRJYLSiA2jdKoIDeUd718B2IxAFrAsABBwZUH2BfXybY72xjmlUlRuxV8Q2n3LukHNWalBURqg75EVuQEFRGo94DHvELqP1e3xP2KMzXWREuJROIaTjDjqxCRLdrJxrErsuRpz6SC7GSPpOvPE6Tr/9Fk68cRmHGQ0cvXAegySCnYz0NDHqH6djLEcZqTQQcA1eT6lO3WlzXxczcJmEAc7ALjVET1N8Ww/ao770evaZlDbizlKXao77wWhnFwfiSYDEKsbzJ3IySHI+ef4sxs+dQdehcWR6uoDmHPaSMei7n9uUu0Po+3y6TbjE97kyob3sAcdXUBURT5Lfb9xrvo1pWWD/El8TRUJ7y3+vNBZghxHLXc5T5AWUkHMmuzrQwdeLdDly8SUMnTmN3Mgw9Wmi3jGAexcugIvFYH7fgAdfc7W1Yj9ldf1hVF5wDuA+DnQBg2uPtxRgzc3glUmA+zDe3IR0oYAUkSYZy3W2I9fdBUXj8r3daOvvRxv3ejNf03G2g68DfvgBXFOUSiNHwtdG4tjOfvmOTsR4kbXiYoiM81JnSyQRz/F9jRdO2nt60dk/gBZGGFPUIUhn4JIpxLNZZPItSDXlobognUaSY9LNzaxrRoxlJCgnk0WahFVjY9QjpC0qnAaJOFK0Ywt17BzsR7tIY2cHsq0FJCnbxQP/XsW3b76PGAKeO8HB+IfG0bDAV7KA+0qjGoMaFmhY4N/HAlb7qGQK80/waT0PsOjg+MEV8MPFTH3gB0WImAFqNXj+cPyg1RilZs/2MjOYmR/i5eiTiCURMS+Wos0MLghQlRGwv4NzAVP7DAADCA5B/TAz9ncwUxu8zl42y45gjSeG1QaVCM4bwWBmcOZQna8qwxzrBbYxh+rBnC+zxDV4/Zl1rKvDjH3YBpJITxxJ+NgFzrHelHsKiwDHYgBjanyGh9c7ZJ5wtT6+L/NKvyw09pm+lEf+RCcA3gxq83PV5Cq/D3bZz7O9mjfWyqlUSs3N+WpW8iHh7FgXytRikN/CYI9DvilAe0sMPZ0ZDPa1Ymy4F4cZPTx+ZAKnThzGuVNHcf70cbx09gQunD2JC6dP4OypYzhxdBKHxocxxqvdg31d6O1sZRCpCQUSTZHFdMIQD0LErEzHpswIWxFWKQKVXUTlPRL6Igl8EZWwhDAqIyLYCHaCMZJoNIjRUFWEMPcULoi4Hx1isYCIMR9wvMPmxg6mH87i3t2HmJ9fZnmX5B8w/oFnUkYJlef+9U5maxsdyUG0Dwwi196JGB29MJFCmY65UHEJhIIpJfF0ciBpPMQoJU6JQox5IiJYjxoin1IvphVvgQDlSHBcc4AodEBYTUPWVyLn20s8d3vELrHtHIQtvv62uNZNOoxbdCp3MinsMuKwl8+h0toMkPjF+7qRHu5HnpGkdt2CduII+k6dYNTvFIZIKIYunMbA2dPoP3MS/aeOo+fEUXSSJLaMjSJF59R6ugFGX1AoANkckEwDQYLGC2g2RwSA7GbGOoCLPgDVCQDq7WAZteNAFgfr8dzxTL/n2v4kii9egEzi1WczX4kAKyKw4MF94FOVlaedZfdUBkbyke3tRdf4OAZIDAdOHkfvyWNoOzpBIjaEoKsd5UITitk0dhOx6l6hrG1ecNghdkNDye8rx71VA/dduVZX5A7WPtvRPjOHDb4XrgeGTV7h2eYeKxWaYZwjzWhW26EJ9PGCweDJE+g/ehStvHAQUDeIfJFwob43KANBAGOqFRl3zlNw6agfbLUa2BcB1849Du5v8MIGkkmAFznAdXkwb6kELBVHvDmHVs7dPTzM6Br3PIlhlnrE+JrwfWOUS1kRUYnFgHgcAclaPJNGins7mc4iiFGWCwATnE9jrEulM8hkm5DLNSFNYhcjwXNBHAhiMLY7li2erJZZ5+IJBCwHqmc7WIdYHOoXSyQQU94FPCsOMaYp9kuTjKZzWSSyGcSpV5CkLvEYjOfB+Z4Uj6cw5huPhgW+qgXcVx3YGNewQMMC/3YWMDO+/YMfmfU5zWf4We7rIpZ8nv2qKfuyy8E8KIHNTNiAFx9mBjP7TKOZwTnzbWYG8AEeZgZTvWAG9QmcQ8AP+mfgAjhzgB/IMexrptTBzKDDrJoqH0V+RQCrVG1mMDPKYIoDB+vMWMc5XRA8Oy/nDGp1ju20CAd6Nx8qcxTIeVjNufhQmR1A1gHNr3Jgzn84xyjHnAF8oH5oDBEY1yuwkbwEvHQLCwHJVnfBASQ68HXq82UhGfW+kqm86urQyd/P47mDuqmdl/25JrZRJ3BDRNTT4GC0SR0RABH9iJ2FkJMJEWvZBGeA951YiDuAvhYjfw5t+RS623IY6ClgfKQHp46N4+ULJ/HW5Yv43tuX8f3vvO6jh2+8ehGXXjqLs6eP4djhMYyTkAyRHPZ0tlBGFs2MImaSAdL0p5KxCHFXRhCVaK8iFSvxfJSZigxWqFEV3tA0iBGOJNAFITyU94jAJXJPGBEQMQQuTscriVIpwtzsIu7dm8bDh3NYXlj1dQ5gHwfnAsAMcDEgkYLl8kgyCtDWN4D2/kE0tXfBpXPQv6Ko0Cmv0BEM6eAJEeeILA4BTC2KwyFGxGFMBTA9iJDlEAFE9gQ55xU65CEd9bDiEDEfRQG3JqF+FqBsMZQshiLn3aMzu0enco8O424qhT06j8VcxpNAIwmM9XQiNdCH/MQwOo4d8mRv5OJ5TDLCe5TRv2NvvY5jb17Goddfxeilixg4dxodJPJZOvix7g5YeyuifBMiOsoRnebIOYCrAfXwoL0i2YprN6Wq54oRgeeNqD+0WTXUGTQcVk8BMIvPHKokfL8D6Ys7f2b017uC6/EK1lNf8CuT2aolwIzthMEA2pS7mm8xxleqo3lpTNk7FgdIXuIk6i2jIxg8cwrjr1zE+KsvY+jCGbQdnkCGUSbH81jJ5aAfQdnhOdih3F3K1fdH9/jeoH1Xru0z7bcK8yXutxLPZ5HneI97bScWQL8yu01Ctsv9ELY0I87Xcn5yFD28CDR+8QKOKJrMiwrSJWDEDdyP4B4Fx0J7h/NGnDcy6s81gXkjVDKAOfCICD5UoRqOgcbWoXKti5qhMtcUsn+Zw0qES6fQzn3fr1+fHhpAU0cbHElkxL4h24Wy+gcOFb7HVyjbi9STGmEwrt1x7WaOIwiOBfPGemMKrz/rD6aRcd8LHKK8b2P5mf4sax6B7cY5ggOQbINRjmSoE8EH9NnI1IzvJJQXYxqwi3E3sLdGsNR4NCzwu1tAu/h3H9UY0bBAwwL/9hbgG7+ftP6u78v7BTYpz+TzHmr2Yz6vA2BmHnjuYLWvr6ZPG32ZRY6qtTPHdxXnwTw7GD+0qjDfE6imZgYzw8HDrF7mJx4bVDIYwHo+Q0c1rbYDLLENnEOEUx+qxrwHlVCdY2rGfv6DNIKZecDgD/mo+x+mEatCPrGvmv149a93ZrN/sAs/f32WzaAf4qExvp7tVbnsokqVmaVZ8DtB4+rgeD0k7iBU97vAtBYpLdQVl1JG3+ZjnPcAABAASURBVGMfpIJcQERiqAhcQNIVY1uME8WZMjCAFAuZJBg9BAkdQL+QAagA/T0ZjA62YnK0B4fHh3Ds8DhOMwqlaOF5RhDP02kUzpEcnj15FGfYdurYJI6z3+GJYYwykjjU24XerjZ0thfQ1tKEfHMWOV7Vz2QSSCZjiJOVSiejaxyROIYho4iMKlYYURTK5V1Usce0hEqlDB/tpS2hqAe9xY31HSzMr2B6ahYzM0+wsb6NcoULZB/jHoLOFPcO6AQrSugYhcl19aBjYAiF7h4EmRzKJIMli6FIp7kYxRhlCTzKLFdYDomI+SiMQaRO5K5ScZzHUKLXWqoARULpHtMivVk55kU6kcqXqWtIsggSSxckESTSiJGIJrLNSDYVkGxpRYokINPZhaaeHuQH+tE6MoQ2Rv86GdXrPX4UA4r+Mdo3eO4UBkn0hogBlvsU/Tt+BJ1HD6Gdtm9htDczOogEHegEo4hBZzuiljz0gxxlOvRlRmLKJIOVWAxynA8ipJ1EEiPuqaegLY2oP5R/HvW2L0o15ova/6TbXrC4ehXTSPDrYwaC4PgW47jztfsDEsMAEfcgYnEgmwVIwJL9fWiZGEP3iWMYPHsaI+fOYPD0SfQcOYx2RuxahoeQ7+tHpr0TyUILYrlmBJksApLKGNN4pgnxTA6xVLUuYD7elEeK+83vNX0XjjLaOEfn0cOMRp5AL+X3ca91M0LZNjmBDKPpQXs7wAgXYnyz0GuKiMyoMwitxbgq0yttHwawLuLFIKXgwRo+wHEAM5QB5ZlFHY4ZIuT7mCd4AMpEFA+QaM4gzTenBN9DAr5hRXwDq/cpodpPZY31YF0U6akGPxcF+3mZ1jWtlw+m+wpRn8/kNfZgPcuSfaCfmVG6g//c8fXgIWWY6CHFfNHYSkTGC40CWI480DgaFviKFuCO/IojG8MaFmhY4E/SAmb2e+stEQL4EYQvfXz1eesjn6bM8VGdXhkpYb5oygqRng5CFS/CwT7VvGTUUa3hc0hoeD1lcf/xmc77LdWM2qu5z3+W7Ofx+b3x7GLx4uNF86pOODDC4GB0bBxP6jOAb2EriAjOAAcgMFTBPF09X0fO6FP6WyBnA30vNGcDdLU1YWSgG0cmhhlBnIRuKX314llcvvQS3nztEr7zxmv47puv421Gp15nVOPS+bP+1tPTxw/j+KFxEstBjA70YrC3E70drehsbUZrUxpN6QQycYckJ47TPVZE0YUlWGWPXt4eouIuwiLTUhGR2FeZjKtCAzMxEi+j97e7tYfZ6Tk8vP8IS0+Wsb1RRoXRQwvBlRuAgOAKXRJI5RC0dKK9fxgtPQMIGDUsxZPYtRh22G+X9ttVSuxFJIesL3nEq5E8i2OP5G6HVtJteltMN+nQ6WfwN12ALRLP7XgcO4z07ZB87TK6UcwwypfLIWrOw7W0IN7egTQjldnePjQNDqKF0aD28Ql06dcRjx/H4JkzGL1wHhMXX8IR/ZuYy6/hJCOAp15/DcdfewWHWD/C6FHf0SPo4NgmOvYpOu3xQoFkIgdwXlAHxGMI6cSXzKFESwhlphUP0NqGCvdKxQCaEjRXFSxzSSQotXqWfft+alBZfSgK+8Af+OB8f2CJ/27itJSneJoD9w9owIhpFQGLMSCWAEjqrLUNmcEhdB89hvGXLuL4q6/h8MWXMX7+PMbOncfQyVPo5r4pjIwiq33AixzJGlK8uKB8ghcahHRPL3L9A2hhX40ZPHES42fPUd5FHL30Cg6//DLGWO7R/5vkvgw4N7LaTykgoE5m4CsPutZWAfcGC3wwBxjAFRiJDXxePQ3PHuorgHKgxhfBAdpX6vcM2Fd7ji/3/b3HKj+B+oXM1aGyZLDqqz3qgr/MaN9XT7UVa21cnK+hIsY8KCdSaszoobQOlYl60SIW1FdJAw0LfAUL8CX0FUY1hjQs0LDAn6QFzPTx8YdQ/aCcg/k/hOwvJ8P44VcFmMNvORjxYg89C8w+fdjT7Ofm9GEryHNQWkd9wPPl5+vr7V+U1sd8XlofW29/vlyvP5iqj8pK69AahHp5P6UhIn4k0HMygXnz3hHrZWHl1bcmz5hnb38lH/Ly6qBs1YsY6hZQBvZQyBnamgN0tibR25HDUG8bxod6cXhsEMcmR3HyyCROM1p19sRxvHTmJC6ePYNXzp/DqxcIRjcunT2JlxlZvHjqGC6oH6NaZzjm1KExHBsbwqGhfkwwsjXe343hnk4MdrWjv7MNve2t6GppQXu+QBJZQCGbRz7dhFwyi2wiA8do3cbyBuZnF7AwN4/VxVWUd8pw9Fyd1ksCB8QBl2aSg2tuR65vGG0Dw8h09sDlW1Fm9GQvlcFeMoMSUaHckPAp54kY0YuyTUC2GSCxAyONKLTAtbbCkYwFXZ0IeroR7+tFYrAfKUb4MmMjyDH6kmeUr4URmLZjR9B+/Bg6Tx5HFyMxPbRR79nT6KedBs6dxcC5c8RZRoOIM8IZ9J88iV5GhLrGx9E+OorC0JB3/JPd3SSW7SS31KGpGaaoUpLrSySBIA64gIjBmYPjeQ88WIUqjKlcWCb7D5mqDu98s5NP2cOntXK9D7cOBDZXH2yvZp57fr5em+7L4DkxfwpF2aMOmvwZ+/gls1Lnw3ExrpY3f4YcwBS8EAHtVxcH4hkgkwfybUBHD5L9w2gdnUT3oaMYOH4SwyRvwxcuYJD7pv/sWfRyz/Qo5V7qJbr5mus8cxod3Gtdp06i59QpDLDPMInkyNnzJH/nMXr6PIZPnEH/4ePoHJtEU98Qkh3dcE0tQDIDiJhSl8gYwaS+WlvoP3+M+hrfNwx6jVUBOBCMgDl2rK4XHEVYFSpEvqHWAbW0NsDvLUDdqrIAn/ohzBuhrnUEHB6ojlDbPlivPKvhhUEHKzXfZ6C256DBvwV1XZWG7Ks08pOxwNSIqlTzidrUx1ezSvk6NF6IaNvI92aHesdnUjWqTWkDX0cL/HvrpNfgv7cOjfkbFmhY4E/SAl+jD5fqJyEvEdOQyhNPtWOB1fRAEKmSHkKVFLKe+eogdWBZyYtARwUhmQ6JAhhlisoRwlJIVBAWiRLBCFS1TvVVROWQ0amoBuUPolZfZPplUIoQ/jbU5DzTrwiEB1GqliPWRbX+UTFkH4Hr0Fq0tvq6imW2EYyyhR7VPhX2q7BPNQ1RoYzKHlNBeeoa0U4elBcJrAdtwvgTo3sR8hmH1uYkOlua0NfZjpH+XpLEUZw+dhgv0Rl9ldHC1y9ewJsvX8Bbl6p4+5WX8J1XL+K7hPKvv3QOr547jVdIki6eOo4LJ47iLAnj6SMTODE5jsMkQxNDwxjtH8Rgdx966bR2tnSijc5yE6N+KBu217awOLeApccL2NnYRrhXQih9FQJjtA+RXMcYkGpC0NaNfM8A8r0DyJIUxlra4ZpJrppbmbYi1kTkWhAj4qxLFtqRautEurMbuZ4+5KlHYXgELaNjaJucRDujNB1Hj3qy180199IZHyARHnr5JYy+egnjl1/B2OVXCaaMqI6xbpTRv7FLL2OEkZlhRv2GGBXsZ3Swm5EbyWqlzKaREcS6uoBCHmjKkiCQ9CkCyMgfYnF4BDFAJFBlOu9wKhN04s0cqn/GVAAMICIPIFIBek0dhJxTDwAyX4UpXzlgb9RT9acQeKB2SHgt65PPlCXBt3yJp9+l75cQ90fu8ry2vmx6FqqTq1iFVYkUjewIE3jxBtqjgi5gBEme3xTBNM40xfPPixdZ7r/WsQl0HzuB/jPnIFI4yj00/tqrmHz9Mg4xUj9JjL32Gka151ivNmHi1Vcxzmjg6IWLGDh9Fj1Hj5NkTiDN14FxjyPbDCS4x7SfQBLIkxzyBAsVkpXQOYAwc9xPBNvNA3pr5poigl1gbK+Cw/C5h3EHEqFFqCPyuyyiBFBGFVYToFTwhDCEnytgm0DN/BirjadkeKV8mZ19GsHXf07+Ra0aydND/fAMuOxq+QUSuRw/takT20HNqrKtOsaekwV4jTQXs1/w4MAvaG00NSyg10HDCv9mFmhM1LDAN80C+pCp499/bXVNlB7URleW9aGqj07vNJieqzXVfgfz1Rrwg9h/0voPZkkk+KkbkgiVdvZIHLawubyONUaV1uZXsD6/ho1nsI7NJ5vYnieYbjHderKBKjZrKcu+vtpnm/2ErSdbbK9ic34LwkYt3WTbhsDyOqF6X2bdfj/lPbapww712sXGkz2sE0o3nqi849s22W+Dem0+WWN5lf24lifL7FvD/BLXtoQ1ph5s03rXnqxgheteXVjD2tIGVhc3sbywgeUn6wTLC5tYW9jG+sIWVplfXaCtiPWldSgqt7G8ic2VbWyvbmFnfQvFjS1UtneAvSICksYET0k6CNCcSqAtm0Fncw49LXn0t7dgSOSxpwtjjKpNDvTj8NAADg0SQ4M4NDyIwyPE8DDzwggmh0YwPjiM8YERjDK6N9ZPgtg3goHufnQVOpGLZ1FhZHCT0cK1hRWsEhtLa9hheZc6Flf2UFzaRWl9F2WS2ko8jWRLB5q6+tDU049cbz+ameYpr46C8qrrG0TrwDDaR8bQPXkYA8eOY+TUGYwxOjN2/jxGGQkdIQEcZjrEukESwv7zjLww7Tt7Gj1nTqHr1Al0nDiGNkYKWxg1LByaQPP4KHKjw8gw8pfqH0CitxdBVxei9nZEhRYg3wzkckCGTnoyAcRiAB3yZ6E6Ic42pXSPzQECXWrH18BBGF8QAvwRQT++xNPEWr2yDsCYF9hP7XzZQOCIz/Rll6cPjvGFeuoLfDJJYfqZ0ap/Eep9lf5pQauh9fxKq5pHPAvwJMGTmYh5GlMm8WCr6T2KiKLq9wsj1nn4coCIZD9KpICmPILWdlhHJ2I9PcgODqGZF0wKExNoOTSJPFOhwP1VYLmVEeY2opUXLvJjY0gNDyM2MICAF1asowtoaQOyTfC/NBtPArEkoiCB0PGSjwmBz0d8HQvg/jNzMMJpf0XwxKy+LqXGOgMggEc11TMbaJXqHjr4DHhCWGsDU0PI8ZGH48U8laE65sF2PYx5IWAhYJsjjHnB92EerINPI2ryPFilNipM08OfIKqpvCAiqFSjQsBLOpj6NvZXP0H9JI5dsZ+yoPrIqJX6ckUHZRzM+35sjwi8EGgcDQt8oQXcF7Y2GhsWaFjgq1ugMfL3sAA//fzoeqrCwbzKz+KLW/UZW3ciqnl9ZtZrIg72pNFCRAR8I98ewxpK/EAuAeWdCnbWdkl0NrAws4TZqceYvvMID+9M4+Hth1XcYkpMH4BvY/mhB/v6tNrv4a0pTN+e4liBdV7OgXy9r6+vtzNVverqqfIvBGUd7MP5Hr6on/rckm413K6l9TqVPepzT1Pvacxw/XP3ZzF3fwYzd1knUP40+07ffUj7ECzP0EYz9x5hlvD9uOYHN+5h6sZ9PLx5H1O3PotH7POEspdnFrD+eAXbi+sorm4j3NqD7ZWRKNMfdXFt/ttQAAAQAElEQVQ0MwrSwihIW7oZndkCupva0ZPvQH+hC4NtPRhq78VIRz9Gu/ox3j2I8d5hTAg9JIhdg+hu7kSyksDeyi6Wppcwd/dJFffmua55rusxZm7P4PGdGSw8fIJl6hDF0kiTFOY7+1DoGWTUcJDpEFp6hokRYtiX85yvQPLZMTSO3rHDGDpyAuMnzmDyzAVMnn0JE+cuQN+/Gjl9GoP6qf5jR9F75BC6Dk+gjaQvPzKMHMluuq8Pia5uBO0dsBYRvgKQawIyGSCVAhJyxmPcv3RvI+5xbWpG+uACbmdtcNVFiOhFhmGESiUk9y5hd3cPOzu72N7Zwc42U2FrB9vE1tY2dmrYZrpNwr7D/sVSyY8P6VTzQfmAXjLgwZl89rMplWL7b31ooBeq/gTzIp6/dVytA0fUci9OfhdZL5ZQs2NNry8r7/P6Pa+vll+fd7+NGV/PFEKtw4FsrUa6ETzHlUqEEiP0JV5cKfNcl3XOuReiIAYEDtAFgnQKsaYc4oVmIo+AqRWa4FrziPHCS6KzDYmOdsTaWgFdYKhfXEjGKaO2rzgzTVElPJ64OETGNs4FF4NjWoWDOQeoDUz9LmFqxjrCl5kFajmlxryA/UNrrmO/0mci9o2Yi3xqYCrFvGaRr6dlaikNxJzV4DjC1fJP+2gMK7/oQQEHex3Mf2YY+3Ia7ANPj3rT05pnc2p/WvNs6Wl9I9ewwO9nAb0Gfj8JjdENCzQs8G9mAbNv04dBfa1KDWZGOx8Ei/WHquv551L5xdUqOsN0EqrP+tivfXxrLK/yykeJeIm6ggqqPgQbNJhEMNyMsP14F/P3lnD/+iPc+eS+x91PHuD+tSnc/3QK968yvcryPu7j/lXhAR4w9fiU+U/v44FPla/i/n6Z/V+Qf9pO+bX2el09lUzlnwXlXbtHHe/i/qd3OS/Ta9X0waespy4H+9+j7Pufch1KuZ4HPv+QY6fwQOWrD5nWwTq23+N673F9WusDjvO4xnVd49z1euV9neqr8jVmH14P2eUp7lPWfV//AFPXHuLh9Wk8vDGNRySoM7cfYY5E9PHdGczfn8Pi1DyWpxew9mgJ67Nr2Jhbx+bsOs/ZBvYYoaws78LWiwg2yx6xrTISOyESu0BqzyG2DZSX97Axs4HHtxfw8Oos7n88jTsfPsCdj+7j9kf3cOOj27j+8W3cuEq7kaQuLm5gg3K2ebFgpxJgSyjHmCawG6Wwgwy2wiRWSw4MMGJ1N8LabohNzrkXxhDGMrCmAp3tTjrd3UgyapNqb0WqtUDkkWA01NFBBx12KNKXzQJyyEX+kiSA8QSgWz3l4NPphhxtcwCjQkYgAvNVRCTOFRIC+cdK90jqlpeWce/OHXzy8cf48P0PiPfx4QdXiA9xheX3f/M+3n/3Pbz/m/d8+Qrbrlz5CNdv3MLc43msb2yixGi5puEs4KuFQZIIFlY8FJkhLUAdisaQRSKqVID67dfUCVJKLNWnkW+LKEMI2bcSljmszCEVvyTNJbCnL9fTkKWQcuqIWBZCziWIkAnKC5Ih1OuUqnwQqlPfOp4v1+uVatzBduXrULtQ4XpUp76Cz3PdEXX0eeosO9bbtJaIa4JxlbWGiP211grrQtaJ2gjswdEaKRNGtFdIiLiXUK6UUKFNJY+1NHmEqDY+ChxcIoBLxWHphAcUURbpSyX4AolXwT4IOKEDOBp6rwTzCFjm+6aXx5aQ+kU8r15tqmNmMDN24oNKqp3NCPneGoH1+2DnAw8zY4uxpg6Op/yIgkOCDWzXc8SGyOfVk4sDhdNkERupqfTxb+gsmsohu9QtBo4zLuMplANrfztAbTSjAB71lFk+DpaU59TUCc8APNTGxD+4ZJ/66au56jOXYqw0lqowX/rsM3y9nv/wAA8jGo9vqgX0cv6mrq2xroYFvpEWMDOYfTX8vgYx++J5f5t8sy8eb3awHc+sk6UDZZYO9oXhiw66Afzw1gd4NVd95oj6sFoaMToY0nmgD6HOQImJyODCLmbuzOHWx3dx7b0buPb+DZIEEiuSlJk7j+EjSkxn2WdOuD0Hnyrv8RiP734x5tguPL47x74c79NZzN2dxeN7BFOfr6e1OrXNMf9iVOVU22Ywd0+gTPafJXw959G8s/eesJ3w0TFGxpjO3p3H4zvP4wkes82Da9Y6H918RKI2g9k71PMe9b8nm8yyXK2b9XNUdVGfWdpEdbNcszDHdE5jPKgDdXmsPOtnb89i+sYjTF1/iCmS7wckofdFcj2hvUuyepf1d/GQpHP6xhRmSBpn2H/25gzmbs1ggTqtPHiMjUeL2JpZJpY8NmeXSBhXsbe4iSJJ486TLaw/WsciSf/szXmSwjmS30fENAn1Qzzgub5P2fcY7XxwfxYzc0uYX9rA4toOFtd3Mc90fn0PC+slLG6GWCLmmZ9Z2caDhTXc4Xy3GFG+cf8R7jygbWbn/a2zpZ0SvH8rUscIihz9Cj+Z/dfBmNJbxdPtrY16AHSqcQBGImgcYCKH3lPn/lV0iAhDepVsq5B8bDLSNz09i1+/8y7+5m//Dv/nX/81/s//31/jr5n/W+Kv/+Zv8des++v/6//C3wh//Tf4G9b9zd/8HX7+81/h5s07WFhc9hFG8PAa8UVjUQWOxCMQuKgAkbSAyKExYhVRDzITyGEH+wsR9Ymom16TYP+QMkReRJ6UlitlEpoyh4XsXu/FSflQaR+UFxIRUU3VIUJI+YLq61CZrf6hvOaqt/nK2pPq1C6o6mBZY8rlMgTl1Saor6D+gvJqf76f+qpdaR0q16E6rSP0tqnV0qYREQqyFVmGSKHfAizLfhHXD76HgX2Uj3wq21URsj1kXYUo0dYlXi0oq04nMcYn4QDJizgHTyBEACO9P3JMyDEh5+B2gwglAoeI78cVyinzHFcIr3dIvbntjAAiqsRRXI/amECIwDkFjofAIUCtzqfgEXF4hLB+LplSHFvZzzdFJFoRdzd8atRDLx22IuI6I5YjFiIAIfNhdTBQm49NHGvQH3ydAXgWEcvPAxLK+mrf+jP2j2clYL/nfn3EujpQPbxIRP5PNeqrlBVcW7Wk5xcBfgb8kQ7N+EcS3RD7tbCAXjNfC0UaSjQs0LBAwwLPWkAfQAeh1ufLqvtyqH7EPn3WKH4WQx/AchAqjAwKjk65qXIHKK9UsDmzjRkSmilGpqYZkVpgFGpjaQuVnQjxMIFsLIemRDOy8RyUz8ayyMYJ1ucIlZXm1L4PtqvPAeh7bH7cgbrPK/8ufbOJDPUhlApx5l84B/Xf10/5JmRjRFzQ+oR6vgk51gtZrjETZJEJKJdrl26C1u1xYK4M272dOI+3iS9noXXmWFdtq5ar+Rw0Jk3Z+3AppC2FlEsQSaRdFZkghYxLIxvLoJm65RN5tCQJnpuWRBNaqEdLIovWZA6FOPshjkwYIM1oXSqMI14KECsGcHtxBHsJBKUkz28aSWSRizWjOd2CpkwLspkCkulmxFM5xNJNiGfziDcVkGhqZUo0tyKWa0XQ1IKguQ2xpjaA/fao79peBfMrm5ieW8S9h3O4f38acyRmm8urqOiHbLghK85QdkDFADnckIPKOp8qL4CNnwNjfR0R97EH67y7zAhiSAZRLJYxv7iIKx99jJ/9/Bckeb/AL3/9Dt5773188OFHvv4jRg4/YvuVK1fwHqOE77D918T7H3yIW7fvYH5+EcViERStB6RiQN1i1D1gwTFf1QNgFVQOOL9TPdeJA4ccdl9Um+AMxtehC5xPzQya5OCrV3nwMDYY2I99zAwHD01jZjB7Cie5hPppXpEMpYLqnoeZwbmn8s2qsg7KAQ+NNzM8X29W7W9WbTOrlnHgMOrjVA/ztcbUmYOvM7CEpwfLvoIpTyVCkrSqLbTaCGaCwTkjT3MIgsDDBQHMOcIQsS0yjqIMbhGEjPDpQgRrEIEH26ETWUMUGPsAZY4R1NfP7bhHJaOWsuTHRxQSSTBTX0GRZkadHHVxcIGDBYA51A51rGV9wnJE+MFVrfTsi2o34zqVIdhPBJA1EAIKdU45sBwR1Ip9+AxwPlObY0bAZw9jVUT5GnkQ8JLUehDwYr1eEfN8HGyt51n93EOdI0p8FnVh0XMDDxaNjZ+H6iT13n/otCq98fzNtQBfFd/cxTVW1rBAwwLfZAvoA+8PsT7zn+cVXUmmuMBiiOiN760XsTyzinu3H+AOHeCph1NYXl5EJSohk0ujo6sNA8P9GBkfxsjkCEYmRjA8OYwh5oeYH2J+cHKIZdUNYZBl1X0GE2wnBomhGnz+YP9a/TBTQTKU/nYModpH6QFQr+EJlYdr7dTdy1b6FH5NXMvwMxiurtX3H66N/6J0iP1r7VxTfV6/Vl9mm0+HnpOlcg2Tg2yrQboTI5y/ihGMToxiZHwEI0xHJ8YwNjmBySOTmDw8iTHWDY0MoKevG53d7egi2jtI7vIZpDNJpDIJJFIxxBMBgniARDKOdDaD5kIere1t6OrpRt9gP4bGKH9yHMOUPTgxjt7REXSPDBND6BkdRi9t1EedesYH0TXai86RXnSP9qOPdu4eHUBLXydSLc2oxGNY29nBzJN53Lr3ANdv3MHDqRmsr6yjtFuGhQ5BFNBZdPQPCeYgmAFK61BZqJc/k4IHx5iDo/MrJxwmeYCihGvr67h79x6ufvopbt66hYcPH2JxaQmbm5vY2dnG7s4udnd3sbG+gfnHjzH1YMq/Dvxr4QH7Li6hVKK+nEUPi+A1CAEoSlQqlVDa20OR2Nsrsm8RIaN9YbmCCtOIUSQu0L/25OxHfP1VI4IVlMolKKJWrqhvHWXqXfERnoij6lDEp8J+JZLcYrE6LmSEMkII0/L1RJ2qssucm/LYLiJYhx8vfWvQ3GozMwRBANnPzKA69RUikgwz823gobr6OPU7iBe1abxgZnCEGZUFoPWonqEtaB2y8R5tWNylLUnANQe7cW0Gox3UL2JK87N/6NdXrtmvQjtXaButXbKU6tx7+ZzPOYMLHMB8RPuX2LfEqOcex/vzx/ElQt8ZLbLOn48wpGU5m8EfEefWWqWXdNW4Ms9xSFkRQ4AR7cSH76uniPNUdBuw5LA9FNgh5DmRfJ37Es9jqVTkHihxPWVE7Buxjwfzkl3iuSqyj9ZHFWD+j3vdCOYjzlPm/izSZoK3IcdQc5jjmqXM50H1pqffERL+AvjXBusl8vPwZWb6vLGq13jjupU20LDAV7HAl3hVfBWxjTENCzQs0LDA18sCdkAd2//gNNYaXOQQ6E//YoAOeXF7DwtPFuioT+H+g7uYeTyNrb01BBmgtbcZ/ePdGD4ygJGjAxjyGMTQcYHEj+ngiUEMnBjCwEmCab9PVfcCnGTdcxhU2csYhGQ9D801qHkOQHWfj6GafoM+1dghylf/umzlBZWVCgfzKlcxhOr4IdRl+HrJE47X6pX3GKr2Vz31HVLq66u6PJUxVJVXb9tPaeMT/Wyr8zYGQQAAEABJREFUYwDDknF8mClxbATDx0aJMYwcE0aZkmQfHULfoQG0D3Ui29kEl3MoxkvY5t9GuIGNygbWSmtY2V3G0vYiFrcWiEWfX9pZwureiu+z43b8uEoqYsQviUxHHm0DPSSAoxg8Mo6hYxMYOj5BXUaZct5jgxg81o/Bo73UqR8jXPMIdR05OsKLA0PoHu5DU0crEI9jfWvHfx/v4YMZPHowh9X5NVS2ygjKAQJGLg0O2N+r+B0P8yONo+T0OxfAmShERCe74qN7m5sb2NrcouNdRi6Xw+TkJM6dO4eLL13EpVcu4dKll3FK/4NucACZTMYTxPW1VU8aRfTkdFMkIjrrcub3dnewsbKMhbkZzE4/xAwxPfWQr6MHUPpo+hHXO4clksmNjQ2SxSJJTMWPl8O+vrbGyOMTzDyawUONJUl99Ggac08eY2V1FTuULzIRiQFwXRWSStWtrq1glnNOs+8CI5+bW1skoGXKDj2J3N3bxcrKCp5QzuzcLOYX5rG1veXtIN0198LCAmZnZ9nnCVY5l+pCkg+1KxUBEVmen5/HYxLkRc1D8ixCorZ1EmzJUNvy8jK2t7nTCMl68uQJZmZmMDc352WLaGuc5NZTLsfboUJitFfcw8bWpifos1rX1BTtN4XH1H15eQnbJOxlES4NIqRjmURui/Npbunw6NEjCNPT05Ddp2l7lZ/MP8EWZWteM4MjOTIzbyudU61DfR7RFjOcb2Z2BtMzj/yaV1ZXeLFgZ99uqI3bJVldX+e5o13nKX9paRGb+o4pdYp4riKSs6LWtLGO+fklzM7MY/7JCtbXt7kPS6iwn+y1wrXN80KJ5l+mDbdo3xJJn+wUkTj6NfLcLvPChc7hIufZYtnbgnOAc4GH+u9s73hbz9HmutghOzzheVvjHhNBVB929TZX2sC31wKNlVct4KpJ47lhgYYFGhb45ltAzrFQXalyBiMZNJFBJOAqMZR2ylhbXsPMw0d0ZKfoCM1ia3cdqaY4ugZaMXK4H+MnRjBGJ3+QpLBnogvdE53oPtSFnkPd6DncQyjtRtdh4kgXU4F5lb8kutnvi9DD9oPo5tyfh57DNd3Yx49hWu3bVdO7y+uuOr+GQ1yDB9fBvtW6Wr4mq3tSY6r9ernmXvYXnumrsZPdeKa+Nl79VF+Hyp+F5uikbl2U0Ul0oYfyejhXFb3oOdSL7sle9BDdY93oGO5AS38LmrpySBSSqKRCbEVbWCTJm1udwYOFB5iaf4CZpWnMrMxgmun04jQeKl16iIeLDzG9OIUpYeEh02k8XHqE6aUZPN5YwFqZDjEjiumOAufp4ny96B7rQ894H/XrRe+RHqIbsklPbf0D3DOjx0cwcfIQJk4cwjCjmJ29vUhmsiQ5ZczNzuP+nSk8fvgY28vbCHcYTuCFCXBvIjJ85YMOu5nB6PTL8ZcDD4km6ZBDrLpUKolCoYCxsTG8/vrr+Mu//Ev81X/6K/zn//yf8Vd/9Z/xwx/+EOfPX8DQ0CBSqZSGezEilybFKE/OusiESNcUyctHH32E3/zmNzW8i9+8W82///77uPrJVdy7dw8iTyIBJUZtlIpo3dGP3Fz9BO9f+QDvcvw7v3kX73HMJ598grv37nqyJlImYhCRhJZIFlZJ9DTnx+yjee9T9hIJwy6jmyJXijitra/yws59fHL1KnQL7M0bNxntXyYZKXoyLHJ69+5daJ5r165B8lSneQTJ0tpEKtR+lXJu377t9VGb9BfxuMVIq3S4ceOGJ4AigZKr/h988AE+/PBD1NskX6RT8nUuhCJtofU9Iem8f/8+rl+7zjEf4TfvvUf8BrqF9/at2yRUM1irk1baISJx3SPpXSJJffDgAT5l1Ffzvcdx77//HpQK77MsXaZJFkWMFA3k6fOkaI9RyEXaTXdC6Bz5cb/hvDwPGvvxxx/j7p27eExSLd2lq+aVjA1eWJidnYPWf/36ddy7fw8Liwu07x53SESyWYHI3SxJ5o0bXBP3h+wwR4K2SRK7x3Wvkqg94AWAGzdvMGp+HSJxyzy3uySbIfdrmZHKugxFqWUb6bNEUrjHtYvgCiKeaySnc4/noP308ScfQ7Z4n/bX+dX5mCPRFfEVMdQY2Z6KNh4NC3yrLeC+HatvrLJhgYYFvu0WkPN6EABL3tk2mL4QUwaKOyWsL67jyewCZh7NYnGeTg2dzmwujZ7+TgyN96N/rBc9gx1o6W5Gpj2NREsCsUIM8XzMpzHmYy0xBEoJ1xLgS6HAfs8hYPm3IcY+vxXUTfoIMeZ9/3xAHQPqTLAuoK5e9+fkqf4g6uPj6k8ZcfVn6mUyr3IVMVTTwM+xn+dc6quy0jpUrkLjhKA6nvaLFxziLYSXH6ethQTiBaKFeerisg6leBlrxU3MLC/g5sMH+OjWJ/jg+hVcIa7e+QTXH1zHjakbuD1zGw8XH+LxKs/x5gKWSRZXd1cgrOwsY4F1cytzJI5TuPXwFj65cxVXbnyM9699RHkf48rNT3H1zk3cmZnC3NoSNkQSk0DAtcXbqJNAXQPZhXXaI5m2LAq9Lega7sbA+BAGxkbQ1duLTLYJu7wIsTC3iDkSwqXZReyubgN7IVABPANj8pUfZjAz8MlDBKDCyJqcYDOHGCOVInotLS0kfUNQlHDy0CGmJK8TExgeGkJXVydyTc2IxWKgJIgMQoeEESGjNzs7O1jg6+X69Rv4xc9/gb//+7/HT376U4+f1vKq+/kvfu6J2WNGzXZI2kQuHpIIvPfe+37M3/zt3+Lv/u7v8Hc/+Tv8bS396d//FP/8T/9MkviuJ4arjFKKkMihF/HQLa/vvPMOfvWrX5JM3PBEbYfRxDKjaIq2LS0ts/4afv3Or/Gzn/8M75NkipxsMUq4Sx0U7ROR+8UvfkEZv4JInwhgiURFhE3kQSRWxOJf//Vf8bOf/YxE7UNPWhSh0hpEFiXj5z//uW//9a9/Dcn7x3/8R/zDP/yDX9tPfvITn0pXkRXNIfkit3siZIxSilTp+5pa89/WbPGTn/wUP/X4Cf7xn/4Jv/7Vr3Ht+jUssr9sIOK7xUjvFO0owisdfyrbc76f/N1P8BOlxN8R0kU6XiWB1rpF5DX3PGV99OFH+Jd//mfq+FPo3HkZlPN31OMnPBf/+I//gHdpZ91qLN01t7C6sgoRLa35l7ThRyS+04zwak9obWWSOZ2zuyTrsr32h/SUvrKtzsE8CeR1ksVf/fpX/jutn5KY66KBorsinVqfztmHlP0v//IvXs/3SHC1d0SidZvsLs/5YxLWG9yDv/zlL/H3//D30J7z6+Data+UV5vsv0QCrLlDEmpPDPXDR3zZ+dcc97W2eAMNC3xbLOC+LQttrPNbZIHGUr8FFpBbqmXWU+VfDKMLW4djXqiXwTJICiMSwkoR2NavRM4tYe7RY8w/noeu/GezGfT0dGN0dBjDI4Po6ulErqUJQSoOxAxwgBcDXglHSB8+RJlp2ZhaxHLVr5dv/3mQD0IV8EIAULv8k88FG/hgz88+VB9Rt2fxbD//AxOf6fPsiGdL2O8dMncQlWfKoO6Rx8F6OYnkEL7+4Fh9f+oZsEeFFgxp0QoR+nyFtRFniRh5oG1pnGKxgrWNHcw8XsR1Rm7e+/B9/Osv/xX/9LN/ZPoveOfKr/Hp7au4/+geHi/OYmVjCdvlLVRiZQRpQ5LR30w+BUH5WCZAFAuxXdrC/Oo8Hs5O4/b9O/j42qd4h2TiZ3Q2/5mk4Oe//BWjWR/h5u17mHtCYri5w4hTpaobtQyjCp8Jq3h5LuOQbkuhdaAF/aP9GOSe0ncUk4y8bW1uY35ugVHCOWzMr6KyVQL4oDB4PHvKvlzJ2G2fDCpPUFjko0raGYCZQZHCOIlhOp2Gbg3Vnk9nMj4iGE8kEAQxOHOE+f5mSqkWHWmdxygK/a2EutVPER4RL5GOX5G4KFL43nu/wa9os38hmfoViZIIl5x9kYn19Q0fkbvCqKCI1q9kU0Zzrly54iM77777Ln7xs19Azv0/kRQqyqNbIkU29vaKWFxc8pEgEQ39+M3t27c8Uao7+iJcIiO3b9/BBzx3v37nV/jwow+hCNLm5qbXW7oociZCo/kUvVplBE6EUHIUvdS8Inj/TMKkVBGzR4y0iRAKIita169+9SuojyDiIjtIruwgoiZy9k8kdVqfxsgGIiPr6+tQVFDRVJGYvyUJkwwRsA8+eB/vMdInWf8ockmIFKq/xhWLJWxubeLBgwc+Aqp+mlu6iDSJyMo+GqP6n5IciRTV9df73BMS9Cs8Bz8noZMNNOYj2unKB1dIpN+Bxkl36fTxxx/xgtmMt12pWMTq6oonhO+QcP+SpFxROUVHRdC4S6Dv/CkiOUX9PmJ08B2Syo8++hjT09OQ/rskw0s8j7du3sI777wL6aZI4yKjf7L/HqOEiySMIsuy5T+QmEoPRTynSYI3uId22UfnWX1EKkXE/+kf/4kE9l2IRKqv5P7kJz/F3//9P/i9NcVotvaA9ojOgSKREV8b+GMc9scQ2pDZsMAfzgLuDyeqIalhgYYFGhb441nA7PlP1GoZUPrFMPZ5Fu5ADUCvHeQbKG6WsfxkFUuPl7CzsY0EHeGuzk4MDgygt6cXrW3tSGWyMDrPCBwH1h7et67NQD0NdJ41g+pJWOiD4yDIE9mKKtjHl2upY1qHrwfgU9a/KPVyAd/H59nvYKox4KFUYPaFfdVWRW0d1M5Ilo3ynoGvlxQo5+H07PvWxvo82zW23lZPWSf9DIDz/ew5fdih7pQx6+emTauEJIAzwVGaQ6UcYXNtD3Ozy7h96z4++ugTvMdIk26x++TTT3Dn3h08XniMze0NRC5ENp9B90AXxg6P4NiJwzh17gTOXDiNcxfP4Pylsx7nXj7LulM4efY4jp44golDExgYGkBbRzsSiSS2t7YxN/cYt2/fxccff8r5rhAf4uOPruHerYfcO2sobjHcjADGiFrEfaK7P8OAW4BAAghyhmxHCl3UpY+yW9pa4VyAjbUNLJAULnP/7TJKGO1RToWG+qoP2u+zQw1m5qvlAMsRlhNsZgiCwEcBgyCGQIjF4ZhyAHTUxZkzqK5e1vg9kjORqCePn2CW9pGjH4sFyDfn0VJogQXOf49P5Mp/P2x7G4ochSST+qET5xyyuSy6u7sxNjqGQ4xSjo2Oor29HeozMzMLEa5bt+5gbnbOnwcRNjn0InSP5+b87YyrJHKKPCrqI5nODFqj9NHcOnfqv8P5VS8oQqaIl9pFjJSX7CLJjqJIIl4iFYIiYSI7i4uL0NzlchmCSKHWpTb1ETFRH0VV8/k89B1NyRMJEZm8QsIrudJX84mciZT+hgRY0bvHXKP07+rqxtAgL0R1dkGHvgOp8e/+5l1c/fSq/57gFomtZOv22TnaQTqIgKV4oaGnt4cXs0bR39/H/Zvw5+D6jRv+9lgRUtlFY0XatA7p297RgeHhYUxMTmJkZMHD4RgAABAASURBVARtbW3QOZKO165f97ekTk09wObWFhSp3WZ0WN9tlDydG9lB0VedX+msl7N+cEY2Wlpe9hFc2aY+t75DKIIvO4jsaw3Kq07nZo0R4Xv3+fomEdXtsLpVdOrhlD/f6ySD6rdOQq35PybR1IUBRQA3SZKl+yj3kdbT3NyMFZLXmzdvekIoe0sPrdu/J3EPglv7jwIZooGGBb7GFnBfY90aqjUs0LBAwwLPWMDMYFYHDuTrdS9Iwbp9OOYE1TkJIPigZxvR997bLGF1fh3rKxsQSWxuakZ/by/6+/qQb2lBLJUEXAA5D88AgJl5OBgCcyQuAusAT3gMYAvgALArDPB5Z4DKSn0bAFY9A7WpzwsB+L7+6fmBtbKZwewpYIAHqoeZwexLwCvCMYb9/o7jngHsM3++vV7L/mbsU0O9zbHd51nvU5U9aEdaKrAAzgWEA1hfKYXY3NjFzMwT3LjB6M+Vj/H++1fw4ccf487dO1haXuIpDNGUz6GnrwvDY4M4fPwQzr90Bq++fgmvv/0a3vzOZbxOvPEZvIbX32bbW6/j8huX8cqrr/jv0R0+coTR4l5k0lkUi2XMMyp4++Y9fHTlU3zw3kf46MNruH3zPp48XsbuboVbhLqSZEUkRpXAUDagor2makYmm9sz6OnvQld3F3LZHMqMdK4urmFlfgVb3IOVbYatK7qigK9+yBvnnFQGAlXwNjRnnijJGRehE+qT1PNmBjPz1REHH6zncNZLMNQCEahNkuVNkgQ5/010vicmJnDu/Dna7jxGR0aRYgQyZEixHFb83BqdSCZ5oaUVo2NjOHOG5+bVV/HWW2/iO29/B5cvX8bJk6fQ3dPj+z95Ms/zPQN9x06EQ2RO84o07JG8idjs7Oz6yP4W9RBEFhSp2t3dhfqpjwiAzGIwrqH60NoEyaxjY2PDRy9FREVEFIET8dCcgvpVR9MGFKiy5G+TbGqufD6P48eP4+WXX8bZs2cxwAtL6i/ioiik5ImQiISKHIqg6FZJkVCRl+PHjuGtN9/ED77/A7z+xhs4dPgwspmsj4Dq1txPr34KfWdSeoaM1konrVPrS9PWIyRz58+fx6uvvYoLF14iyRuC6rUGkd9Vkmf1l04irH39/Th65CguvnQRr9P2r7/+uv9xIf2wUF9vHzTHPCOJd+/dqxJR2rhSrvhzr3NeYqSyWCp6O+/sbPP1uekjgNJP52KXUTz10S2g0lFjK9Q74g6SbNXpO59KdRtsuVSGxs6S5F6/do0XYBhVfDjt64q8AKF2jZPNRSCnGPFTJFe3nq6vraNQKODEiRN47bXX/Gv4CNeWoV1k3/o5lf1lNzODCLiZ+V1hwB8+pVCKh5n9UYDG0bDA72EBfiz9HqMbQxsWaFigYYF/NwsYZ/4yYDfU+jEiBaFeVhNB/xR72xVsre1ifXkLe1tFJOMpRjYK6GBkSGQwSCcB/V8uicKLD6NcMz2DuS8APWEHfHEfYL8df4jDKERg8sKH2n4bnh94oD+XjS8Fytgfxkx1jHEsgRcBrAUPA9SZtivthVjheZqamsGnV6/jgysfMuLxKe7df0AHdAPxZIIkohuHj0zi7LnTeOnSBZy/eA5nz59m5O8Eo4NHMXl0AqOToxgeG8LASD/6h/s8BplX3RjbJg+P48ixwzh55hQuvHQeL196CRcuXsCp06cwPj7OvdEBFwRYo/M59eARrl69gStXPqFOt/Bo+gkd111PAHmFACEZVIUn/eD/GAxShmwhjZb2FhRaCogxGreztYuNlU1srm6htFv0P/iB3/cgWaGgqhSDN6OZ+So51CJCeNHBPupMk7OvfwY0HrWD+UgRPpJWEYFdT7qoMyIfGRQhOXr0KM/DEShSleR5UbRP0ShFJ+WANzU1oY8XXCZIHkV4+hjJ0oWYFKNbyWQSSRJG3c4acQ2Sr9sDRRJEuCSLikGH2lUnZ1/EQITr6tWr+OTqJ/7HTubnn/iIlgiJ1kwKp2H70HhBOqldcygi9tFHH3FvfQKROEUERR7U70XQONVnMhn08kLSYRK4c+fO4aWXXvK/3jrJiFtra6snVoqiiYwoFSHU7ZPVH3tZhcjgEV58OH/+AkQmX750CS9fvIgLJHeSkab8NZI56adooPSiyffXYmYIuC9lO0FRP8f9p7Ul4nE05XIQYU+THMnOIkkdjAoe47kSgRoY6IfIbIwyNCaTzpDMp2DO8ULHLl97yxAB078mEXEz7gPNF+jCR6XC18Oqvx302rVPceXDD/0tmzofjx7NsG0d5VKJpy1C/fzx1FJ9lkkOZUPJjHjhQOdbdtftoyLKD/j6Xltb82O1D8HDuC4RcdlRv06r/stLyz5qG4/FobUL9bx2sciq9oMikau04w4jnNJF6xC8bK7pD55S38ajYYGvqwX48fR1Va2hV8MCDQs0LPAHsoC8ABFBn1JmPc8sPRGEjA4Wt0vY2dgjdlBh9CmbyqDAK/xNzU2IZZJAjJ3dAew7DPtCoe/iVR3NiL6EABwcorxRxGcQsVJg8js/JOx3HvQHHiAdfh/IMJ8DmYV+Ip1AoFKOsMOo2eLiKsnfQ3z66TV8SIdd6aOZR9gt7qLQkidZG8WZs6fw8isv49XLr+CV1y5BhO7EyaMYGx9GT38nSVgeueYMMjy3yVQC8XgM8USMBCSOdCaFpkIGrR3N6O5rxfBoFw6fGMLZC0dx6bVzuHT5PF66dBonTh/B8NgAmgtN2C3tYnpmBh9/co0E9SqufnobUw8fY211B0USWHImRiwBfU9Ud4HuRwpTAefKotCWR5IXHcqlCte461FiFFKO8QvPlgzzwoYXVapzHS9q/5J1B0TIcTbucrBODnmxuEeywLUyUqd6vW56SfSGhoY84WspMMJOMiLCFJIBCGYGERKRk2ZGFJOJhL8VVOfy3v17PjqnSJaiS2VGojRWtyHqh1DKZb5oObcLAk9+RFz2GDV6/HjO31r67rvvQN/Z0/cS33//AxKUR9C/2VAESqulCtxTFMCC5ArMwsx8hEu3LorE6NZO3X4oIpgkORXxMTN13R/vC3ySDLW3tLRwD47jGCN8gqKEIsb6Jdfu7m6IiEmeiNzq6ip0C6vWuba2SimAyOTJkycZHT3hb52dnJzA4SOH/YWI44x4dXV1sl8EjRWp1C2brIALAsgOguyzRvIk0nP/3n1MPXjgf1lVETnp1009CvkC93oGSZLvHIl5F+vUtre35wnw7dt3cO/uPej7eyJ/XLBON6PjRW8j/ZCL1uxcgEQiTiQ8EZNOumX21++8g3/553/Gv/zrv+A3v3kPd+7cxtLSIiOKPHd47tCpqFcxL/us0h76RVHdBioyqF8zNRLAJM+DLp6Ap8GRpIpEqq/sqOinxqpORE/rP7iXdkn+qvu1yP3K1xnLijCqf336RtqwwLfRAu7buOjGmhsWaFjgW2gBOhmQByH4fLUEHSxH9NSjElCm8657+1KJFDK8gp5IxqHvfSFgRxchCkLo+2gCXAh/PyjTyJhHFca8MW9RyOYXQG5V1SOFnCw+4feCcQHfRHirGK1lqJBBbTN6NjPzBNev32IkjpGHjz7GvXt3sba+ilQmgYGBXhw7fgRnSQbPnDmJ48xPTo5gcKgH3d3taCXpyjWlkUzFEUs40I9FyEhEkcRrl9E4QXmRlSBmiKcNqZxDJh+guTWO9u4s+obbMH64D8dPj+PMS0dx7uJJHDk5gc7eDiBweLKwjBu37jEycg0fXrmOmzemMDe7iu3NEp3lCBXOV+GKQp6vKOCQpCHdlECukEWCxJRnkn0AdmMvVA9VPi1V6/Ts65X5LVA/4bd0+zLNxk6CIykKnINzLFFZ3cK3ubmF7Z1t6h560tPKaJgIRiabgaK2PuJkjlueryPufznmImlzs7M8p9fx7rvv+l/m1I9/vPPrX5NYXyGJuAORJd32yakhM+iciYhQBZgZnJMezhMV3VZ669YtfEASqB8v0XdKFWESwROxVHQSPEJeZRCkg9I6RKSWlpa8Prr98AGJlCJVnZ2dnqjp1sqAxMvM/NwUtf8wq9YlSViaSXC1dkF2aGtrg1LVq13zSe7m5iaJ6iak297uHmUZFDVVxE5j1D+Xa0K+OQ99t6+zo8PfXsyZeNFg248tkYx7e3C0HlqT5OoXOK9duw5951Df/dP/aVwnSVS7bBby/UnkSQRQUTV9t+69996DfoxG0A/hfPTxR1C9Im+6FVZ6a67PbCeuXfVak+ynX2X9iNHBd/UvRwhFa6WPSGydlEvXZ2CAbKs6RWgVNb366acQMZdc2U/fKc0xwql+Ia+yCJVKGSJ/sqH67e7tent6Ynr7FhTllQ303U4RRsAYOYwTMeior0n5Bv7tLNCY6etlgQYh/Hqdj4Y2DQs0LPDHtIC8GA+DHEsPzqc3wsDiCKI4rBKQxDnEgriPGrmAfX0HIAzo0JMQVoiQqJAIhoKF8ITQGPsRSAbZGx50unAQaovYT+lXAefC1w1fdh0v0vsLxkbGk0Xzi0Tt7BSxsLiMW7fukgx+hA8//Jhk4S42traQa8pibHQYp0+fwLlzp3GK6QSJYO9AB/JtGSSzAWJJQNylXIqwt1P2vyi7vryJhfllErYnePRoFo+mZxkZeYyFJ0tYW9nA9vYudCtkRV8w5Xl2yYjkzdDamcbAaAejhqM4c+EYI4cncfTEYfQN9CGeSmN5dYt6TlHPa7jywTXcuT2N5aUNRiRKqHAvRLRDxL3EDQeLRYilHRKZGHUMgMDBXECSE4MZyzDuIz5oCpBE7QOqYP3v8vgKQ+ripYWgslIzh8A5OBbCsEJb7WB1dZWO+Lavz2azaG5q9sTQjJ2ou7G/cYBTyroio4lP5ucZ6f3U/6sG/UsEkbjbt29jhiRRxELEQE5+pVLR1ABFcSjM7Bk4lsFDBGebe0LRsTVGmDY3Nmj3HUalShB5oBrsBZoxgoiA5CpVpVLN9eTJE4jAiFiKLImI6Bbh4eFh1MmImWnIvg6+wCezar3IEYsISB4PIhaLob5+zS0CKihfH+MC58mKo53gD544ynVBgCBGMDVn1TXQLtKbBd9TT5IlvTdINnVO1jfWeV62aIc9Yhf6nucaiaFu+1xZXvaRQxG46i+J/p3/VdEbN29CvxqrfoIIZrFYQkQirfMo3ZT61dKo0qFCgqa5dQ72dnextS3CugGN1TmRbfX9wfo6petBmJm3l2Tp3IvAKaqofy2iW1gnJyd50WfAE2bNr7nUN+QFiYjQraYh9VO9dNB8mlskUPtIdSLbPT09Xo5SEe44I9dmfiVoHA0LfFst4P64C29Ib1igYYGGBf6dLeBvD+WH/cH0oErytVimawvHMKCH8ZnOmJwOEyEM6EDy3bLCCKH+nYSiOwdRFR0dcNEplDJBR4kjmVM5ZEqQEPg6n7JcJ0TPl+v1Skkg9kmgyl8HHNSJeU9yvjClDTzBezaNWFdFiOiZ8epHk9HK+FOmAAAQAElEQVTxLdPRXFlZx9TUI0ZubuL6jZvQL1nKkVYURbfUnTp9EidJBMcnR9HT24kCI27JpKPDThk0s8xb3IuwvrqNxzOLuHNzCh99eA3vvXcF7/z6N/jVL9/xeOfX7+F91n3y8XXcu/0ATx4vYGNjC3JkQbs7XgiIkxgmMwHyLRn09ndg4siI/8XSU+dOYeLQJAqtbdja2cPDhzO4ce0257qPx7MLUIST2sBxP0HrZiGizEgXERxY7zxMHYyRNBh7/L6PCLQkt6Kef19ZT8fLf9brQw64ojNrJINy4vf29kiamtBKG+TzzUglU1yFefIV0Vk3M2icoPO3uMBzcecuCfQtzD1+jGQqiUOHDuPVV1/Fm2++SYJ/DiPDw/47b45jnyETLEuOEJAk6bt7fb29/lbNiy+/jMuXX8drly/j7JmzJAD9yDU1QYSMxoCZwZyhfvh6FkQitI4HjAyKSOj2Td32qe846jbLRCJRXYt/bYOiaN9ansN9m4iHbFIk4ZV9BNVJtqC8mflbLJOMJmpus6ouWp9uiVU0Tj/UYmYwvhdF3C+ql1zZLXCuOj6RROCCZ86x5BUKBRw+dAivvPIKvve97+Htt9/GqZMn0dHR6W/31K2U+pcNUw8f8mLII/8vK64xGvfgwRSMCxH5vfzaZXz3O9/FxYsX/S2wzc1NcEEAM/UAqs/gYT7vaE+dA916euToUX8O3377O3iD5/HsuXMYHhpGoZDnOQg4JiL0UCooD28//Q/J2blZTFEXETmRtonJCUb8T/gorfaIzrkZ5yUC6iRSp+8JKp+kTRSZHR0d9d/B/P73vo8f/vCH+NGPfoS/+Iu/wJ//+Z/jBz/4gW8bGBhAneRXNWg8Nyzw7bSA+3Yuu7HqP4oFGkIbFvg6WsCo1PNglX/U6ulr0T+PIBdc/M/RyQAROYPABnaX00LwUfW+HEwNIUd50MmJAsqJAc984bA2CXuDMj2qAthPwpjooW4qevBJTqagNhafGaKy6mt4tihBQq3x+URNNdCVpViNPgC1cd3w4GCV62Bv7Oex7wxLDkvsrJwQ+rz61pdspjlYrUo4ZgSD2ln4zMNYIxJXYURPvyb66NFj3Lp510cFH889RqVSRlt7C8nDGCOCx3GMEbqxsSF0drYgm0vAxXjuGFSq7AF7W8DmahmL8xuYuj+H65/ewfu/+Ri//uUHxPskgh8QSt/35V//8gre/dUVXHnvU9y8eh/T955g6ckGttZLKFNeVHE8z8YocoBsNonu7lYcOjyM02eO4/S5Exg/NIQ8Cene3g5mZ2Zx/859PLz3kDKWUWJ0EhpfMZD/QsHisBxVo1c0mxn3k9ZOW0cEs1/wqNv0i7uIZAjqpS1VBaUzIwlqq0N9noWxWIX6Vs8znzm2XC75X5LUv5p4NDPjb+2sMGLV1t6Oru4uNOfzSCTjXEXE81VBhYSQwiBnXtCccvh1S+jy8oq3QXd3D86ePYe333rbk5izZ8+if2AQuUwWAM8pI0GcmgqgCiZmBjPjuchiZGQUL7100Tv8/+Ev/wP+/Mc/JjG8zAjyOAr5AmKMsHHIvg7SQxCRkD4iXNJJtx+K3Oj7f2fOnMHQ0BDy+bwfpzWK5Km/IHlKBdUrKqU1PSbBXVhYgFDPr5I4i9CJWCpaJZkiPIqoJkgOI2569dEtmvrhE+XX1zf8j7iIMOvfZki3IBb3+hRaWpBKpfz6I28YIM6IV2trK/S9xcskxPqV0rdFCE+dQldXF0p7RSwwMitSqNt1n1BPRQOlo4ioyNTxo8fw1ltv4bvf/S5euvASxsfGID0D52h37Z3Qv/7NDI4wM09MRa4GSbLOnTtLEvYD/NVf/Sf8h7/8S7zxxhs4cvQIOrg3EvEY9wQ3uy6GMFfXO+K51S+P7mzvYHFxyUcu9YM2E+MTOHnyFPQjPW1t7QiCGHSYOejcxbhenSvZM51O+6h0oVDA4OCg112E+M/+7Ef44Z/9mV+PfnX0woULXl53d7ffN5JZM59EN9CwwLfOAnxlf+vW3FhwwwINC/wBLPAnJcKoreD45EHXdp+gsE0PeeYCKtDVeN3SF4kdBnyb5DB1sQrHyamlL+MiR4c+QFR2CEvmEVUCwFwNtTz7AaqrlTU/5FPJqaI81OC9EdWF3tGSk+RBJ8mnbJfD5MEh9BsRUZ+QUKp6KFQJo3SCedWFjK4pBcewgQ+2MRIK6qRxIR34unw5s5ycfaiv71PT2cs8qHM1r7GC5NdlRGGFjj3BtCqL4p55GEsHQD3h4TiLESCqyso5XF/bwsz0E0ba7uL6tVt4PDfPyUN0drRiYmIUx08cweEjE+ju7iQRTCOZiiGIU47z3VDcBVaXi5ieWsKnn9zDb975mKTvQ1x5/zquXSXBvDlNkvgYjx4uYIaYuv8Ed29N4zr7Xnn3Bt75+VX85hfXcfWDBySGS9heI8ssxxBzMcRJLuIxxyhYQGc5jd6+duoyjGPHxzAxOYD2tmaUS7uYnX6EG5/ewJ3rdzD/aAG7a0WAe8ZC6klyCO6hiOWQ51K33em7XSJP3qbQUbWHcvuoV3FfeDu/KGVndfNy1A7tr8ifH09quIlC7mflBeUF9fcyOR5GHf2epj0lQ2B9pVz2v+j6cHoaH3/ysb/tU4TFSBi6e3vQw0idflgmiMUY9SEZ1D7jXJIvUARFmxJovRF1iaif1q/bdPW/BLc2t0iEVqHbGkWCRKQ0Vn1D6hFyb1fKlC1Qtpx6kYKurm6MDI/4qNbo6Bj6evuRb27m+YrBuNdCvqY4FYx/jvqa8fXL8YrciRBGlC1CoShZPToo4hYwEmVmNE0E2UvwC6g9aZxkKMKo200/+OAD6BbYX+v7kMyrbnFx0feWfH0fThBJEwoknJza3y774YcfQf9P7/0P3ofk6DuR7/3mN7h69RP/L1VSJI+9Pb0Q+RJRc3xf0bmWcOkhyF4lRikVtd3b3YMiliorSqk62U6vX9UVGdktkSgqL6hd39vc2tzwxEy3jep7onqth7SV7OdoC9lPdnHaI6yMBY4EK+OJ3yCJ/CijdKM8BwMkiVprJpuG49sKLIQuEkU875JXBWjXEGWdTyLBSN/QMC+0nD6Dw4wad3V28bWW4v6NEPIcRjSW9ovmzucL6GC7LkK4IIBuV9VFhpWVVb9PtWZhlYS8TtB1y6zOl3MOBh11CyrfQMMC3y4LuG/XchurbVigYYFvrQXovPhPfX3ye+jDX6BFlIRlOnpCBRGdFfqNCJ0hCvg2yYf5PnxSNKcUorRbxs7GLtZXtrC6vIk1phvru9jdrqBSosyQkJD6pHQ6IJhDxFRNdYC6RYKGfAackw+QPFSdMRZqsukP0TkKiQj0q+ixczC0OCrMdL+OQ9QC1nlwLvCQQyWZqLX7soTW+/mUHQGoTU640jpCOob1Oi9DY+Wosd7L9ZXV8T7LNp96udST82qIerCkZB8av7tbxJPHi7h96wGuXbuNB/emsUenta2tFeMig8ePMEI4jv5+XuXPpVBbFlATxiAiI1hFPJ5Zwc1rU/jw/Wt4792r+OjKTdy7/Qizj5axuLCJ9dU9bG9UiBCbJGvLC1uYe7iCezdn8fF7d/DeL2/g/V/exI2Pp/Dk0Rp22dd4PngqoYPLgAsMuaYEegfaMHl4wJPC0bEBFJpz2N7cxP3b93CTpPAB17L8eAWVnQqsAvrFDkEYA0LuC0YNQ9rIk0EaKiL0wG85NP/zODjEny9VqJPSGhz3YeACX/J9eDL2UxnTOQR0rgMSXxcEcHw9mAc8uVheWYK+53Xlwyu4decWtnd2kGdkZphkrH+gnwQ9B83h9wgXIrJoVjs5nFW3NiqyI3KkcfF4Ausb67h//wE++eQqRIr0//b07woUdeMmhON40wmmrpJbob1kM7AucAESiQTSjJhJbi6bg6B8Ip7gWnixwK/DQYeZef3MDPXDzPx31MYYEVOErX6raJIEzMwoI9gfY1YdV7dZyH1fJlFWhNH/IMrVq9CPs+iXTt955x1vK5GSPImfold9fX0QSerp6YEikKprof1EfkUe33n3HfzLv/wr/umf/sn/Yup7773nbSMi3NXZCek4MjIC2S9g1CzGtQWEmfkfWVHUVv+uQYTy448/wsOpKWysr0MRxEJzHm2MIra2tPr1yk7SK0n7ydb6AZhPPv6EZPQKdCvpzKNH/pwHAfeEOTja2widj4BzBo41nNfYFqMumiOZTPjoZboWtUulkjw/cQS8iMIhcEEEvsPytIYE4JwRAfVL8AJLHvq/iMcYqTx58iQGSC4VfQw40Mxg5mBmJIYhUwdFNfv7+iG0FFog8jrNCzH6MZl33nkXst37772P35BUv//++9xfn9CW96FzpfMGA8z4hMbRsMC30wLu27nsxqobFmhY4NtmgYgLfh6gk8rq2oOOBRmUEaqP6BsouKfUd/CDIzrwEYrbe1iaX8bDBzP+NkZ9T+z2zXu4d2eakah5LC9uYk//mJwOP0BBcjSYwKeOSQCj02QuBoFPrGO9Y32tTvV1wAKKcQDdMHiFnO+vsrFOUJ5Mk6pbFXSYnOYQKLMqoyYnBBgIhXGs05yUb4TyYF1Ex1aQlxbR4VYkpMLoleaWeeSQhqz3YzjOUPvTnJQXcD7nXFWPCDxMoui8keLQkWcF25iXHmw3vyZjHUFZmtM71uubeDj1CDdv3IFsvbW5Dd32J0f42DGRwQn09naRiKXpRDqYozAIfgaeg5CEcgV3bz/E1Y9v0bG9i5npeawsbWJrs0SnMWIEz0jgHcJyQDhUis7fFrq3E/pbRJfnt/Ho/qKPGH7ywS2md/FoapEXA3hyy4CCyrIJLEIsDkZH4ujsbiFhHWRUYwzDQwNoymaxub6BqXtTJKa3KG8GW6s7CPcAR2IZIIaYi6NqtwCynZlVF1FLqoXPPj9d7Wfb6jUSIaivo9xYPO4d9Rz1yuay8ISJREDzakwEwMxg3AsBI3wJtiWTKSRJtJJ08kU8SqWij9w9esQI64Mp2nOTEZoOHDp8GEePHfO360kuRYBWQhAEnDNJpEgKEr4s0qDbS0UgBweHUGhpwfb2DvRvHq6QZH708ceYnZ3xRETfDxOxSFEHjXOuaqc49ZNe6VQG+v98qVSa8pMQKQk4ZyKeQJJkLp3OQLcfZjJZEsY0qjIczMzrkuAaM5kMRK4GGM06ffo09D/5RNZERNQuSIcs7aa6FHURqTXT/pZ14eWpTvK3t7eh/4l47do16Idy1tbWvPzJyUmI5IjMiciIFI4ykqa6U5xXpCbkpnrw4AEJzLv+l1evMMKoWzwlV311G+uxY0dJlLi/mpu55ri3rXSTXqVSCVMc/z5J5M/+9V/xLknR9MNpvg4jDPT3Q2T30KFDkCxF8oaHhiC99K9CFDmcfvgQH5A4fXjlCjSvXo/aL3kSSdlAaxQR1stN+0G2EZlMcn/EE3G+FmJwgYNzBiMCFyDGF4ja0+kkdY0jhMBkrwAAEABJREFUEVcfg44gCLiGJF8/WbS1tUE/4nPq1CnqeQwigyKrGi8keT51rlI81wHf32QTRQgHBwdx6tRpD5036Xzr1m1Pyv/5n/8FP//5z6B/QaL9pSiuyHnI9zrwMDM+Nx4NC3x7LeC+vUtvrLxhgYYFvi0WqLpqL1ptrWXfF2C5lvcchUNYw2c+mFGToXr1Xd/l0f/ounXzNu7cvsurzVOMANzDrdt3MP1wBmurW3RkQzpg1bEMQELfhysXQ1QqdJHDgA2EWCeYEiGjRBVGiRhkgBAyD7abBTDj2zVTlUOSsTKjlOVSBSWPMkrFCiqMXiqSKCcNWgDHRiQcqhdEXiCZhOqNRASRbukzP1+pRLK7V0Fxt0R5ZS8vpK5h2UiW4PsUqf/ujuaLoPFmcVRlkFRVHNcbg+pMcjm2TJ2ka6UcIgq55Ig4+PBlY00N1LvCcfoBlsWFJUxNPcQUCcfa6hod+xT6+/tw+PAkJifG0afIYFMaLmYwOp3OrCqH48tFYG1tC1NT07jJc3Sb50i/IqofiPHkFgajPR3trvQpHIz1xnpEAUkssLW1i7nZedy+dRdXP7mOO7fuYWlhgxcGIm8X8DCBTy4Acrk0iWo3ndpRRjAn0NvTTYLiSESXGOW8j6kHDzl+FXvbZJS0ieOgWJCAnN2ABMc5B3AtBsPTQ4Z6Dio+7fD5OcqCQDLuAkdnPAVFhuRAi1wPDw9DtyymGckxM5gkSTbzcvSbSQIUkdLtiYpq6ftpKZKhkM60LhYk4nF0d/d4knPm7FmSwkOU140kI0IiZin2lZMvoqU5NZdu7VS9yJCc/2MkkSIoKhvXr/97p1sXRbw0bmx8HKMjo7RrL0TaNLaqWzO8biQDkt3ByJlky5bGlTjKEhHs6OggsRjwkTj9UIz6aLzIRJYEr7u725MjfU9NRFBkRHo1e7KV4DnNeaIiXWSvfpIq2UEywMOTI6ZBEEDkRXNoTtlUdTGeV5UlX9+LlHzJkh6aQ/017yuXLuH8+fMYI0EU6RFp2WDUtEiCJ8IsG+lHXvSjOZOTh3yEUf8eJ01yJNtJpvSTjTXvJqPTIj/rjAxKV+mt+SVD//xepHSQttNaVa8fntE5TpJ0aazml44ap2ipIDuLyMp2mkPnQuU+Rug0f7e+P0q7xWNxcMvRKoZ4IoF8IY9uRkM1XusttBSQ4t6QHK1V9lFb3Ubnz53na2jc2136qJ/mkS5DJLBKtRdkY+koEnj69Gn/QzqnT5/xFyVkdxFx3Sa6uLjkf2VVOmucZMkmZkYdG4+GBb7dFuCnzrfbAI3VNyzQsMC31QLyeJ+uXT6B0YGEB2oHa6oNULWcS++s7u5hfv4JZufmsLS0SMKwBV2RX1lZwd07d3Hn7l08ebLA+l1PokokUVsbe/62Ut1aqltM11e3sbVZRHEvhCddJDH6dwjrJJIrS2skD2vYWN9mlKtMUkJdqYeZQ0jCtLNdJNnZwMrKGpaXCfZfX9vEzm6REa8QIl4VkrtdRjI31rY57wbWVzaxvbGLoiKXJCEgWQxJDEvFCDtbJWys7XDOTcrbwBp1294qUhaXTVLkLIYKyZ7q1qmfb6fuqpMcpaW9CLs7Fepb4Tjz0No0ZnN9h21lRJzTuAbUDmNqxmc+mOVDGcexIZa5tplHs5iZmcXq6iodyhi6ezrptI9gZHQYnZ0djGyl4JxB6+VgmBmMn2oilOtcz+zMHG6ToOt8LCwsYntn25+nyA9gXxhgpgehtAbwMEDnW06onEpFLeVUT009wN17d6ELAus8P+VKCOOcFhhlcByM0acEmvPN6O3rwdj4CIaGB+nUtoBNPGcr0A+GzM7OYZ22DMkJjQKcC+BhAfsZwFPOh0+V/wygw/dQ5nNBSTAzGHtE9M6dVQmhHHKRAv3ghn7N8zQdaZE2rZVdEdFGHMaoWhrqe/LkCbz5xpt4/fLrEHmT495L516/8Prqa6/ie9/7rv8hGEWu9N02/78HSQhSdPhF0o6fOA79SIlw7tw5T8xEhAr5PIbp3IsE6QdMfvDDH1LW9/DW22976Bcif/yjH+Mv/uLP8f0ffB8Xzl/AyPAIFKnKMtqn7yoeP34cr1GHy5cvQ3kRAxEM5xwEzSOSoV8u1fwvvfSSX5OIoPqJPEmn73znO/7HaCRHxEsES4RBZERkRVG1N998E/qBFvUfot5qi2TX2lzqL6JRJ1iaU2MkW+vTWM0/ySihZMo+2mMiNJInUqb+3//+96G168d1pPPb1E3rFy6//jpOnTyJHpJYjQ+4d7K5HETudU41h8ZrPo3VD7pIpsrf+973vH1ffvllT5DztL/IkciVfmhFemqsoDEaW6/TL3NKhn6URbbQOmU/7RsRRb/WN96A1iddck052j9AQJLc2tLiI5CXXr4I6SQ91UcytAb9n0fJlAzpr1T7rH4utS9lI81ziaRZemkNinDWZeg8q6x1SIb01XqVV//Xabd6qrEixBor/cz0CtHO/+ajscKGBV5kAfeiykZdwwINCzQs8M22QN2Rrqf11aossOwTOQkCyyQeIoOg46AfZ1hjxGqVRGV7eweKlLjAYW+vSKK4gCePn5DErEH/O09Rt83NPcw/WcLMo8d4+HAWD+4/YkTxEWZnFrC8tEXiV8LmRon5TczNLrLPHCEy9BgL8yvYJvkKSRjpo6O4x37Lq5TFPlMzeDj1CFOMgj0ieVpZWsU2o1m72yVsbexQl2X2q845/XAOMzNPsLiwwj4keyQiZRLCHfadf7LMqOYcph7MELM+P/942RPWvT1gbzekjrtQ3Qx1np2ZxxOOWVnewOb6npe3RhKp9qXFNWySeGrNqytbWKT+Wvv6+hZJpYxKe4a0J4mtbOnBYv2hNeq7gxoz9fAR5p/Mk8QV0dKSx+AgIzwkVz2MuOWaMnQ2HaJKREJdIYGhbIoGj2KxjAVFFx9Ocz1TeEzivkMyqGYz/8xe8FP7IlQHHkrrgJevKIecfN0GV2bYdmlpyRO6ublZT+7KpTIkowrzeRcYEokYCoUc+kgKh4YHIHKoW+52/cWEBTwi0V3m+SrxYoEne3AwD+NaAN0yKKKB/YPr8x2rKTnIfssXZgyUC+hJI80MKUZ/FBGT4yznXARI0SlFvGKMZJlVddCgVDqDHhK/Y8eO4/Lrl/2/Ejh65AiGBwc9odB3vORkv/32d3Dx4kv7v0apyKBeE3L2RXyOHT2KyyST6ivS09fXR0Kf8VC7J2yvvQYREf17AEH/KkAOvUiIfilTxEREbHhkGPrBmjQjmiJz+hcH+vcKr736KjRPN/dHJpOGmXmIKEi+SIDm17q1Jo0XJENEVoRBJEhz1PUzMxL8uI/ESYZspX6K8IlEaX3gYWZ+v8h+mk9tsqnIk9agtWgd0lNERHOKkKq/c477JYECSdPwyAjOnD0D6fGDH/4AP/7xj6F/k/DjH/+ItvkBbXgZmntwcAjNTU0IXODXmM1kUCeUWqPIkGz4Y47/iwP/auFtEm0RKq1F59vvbUZ4lRcJlo2kb31sXW/pI7lae318C/WV/ZSKAKteZPXc2XMYHh723990fN/UGltaWxnVn/BkUTJ0AUDkTYRUMrQHZBfNLxvrAoWijSKBQRB42ypaPDY2xn120dtB51ERTtlbpFrkXCReuoiUar9o/X/5l3/JCwp/4e2o9WjPa6z6aazsj8bRsMA30wJfelXuS/dsdGxYoGGBhgW+QRawz1mLnOa6I66876bO/t2SjjKZmYiBIoIihqXiHkrlEkmJZznsrlEaYDCWKuUQK8vruHdvCtev38ann97Ahx9exZUrn+C6fiiFJGzm0QIEkUX1u33rHm6w77VPb0K3KeqHVbY3ivARxLUtErYZtt/EtU+v49Or1/Dxx1eZv0kSOUMitMyo5SoeP17AnTv3WX+duAHNe/Xqdcq754miInf68ZsNEsdbnO9D6qTbIT/5+HpVt+t3oHmXl9YxN7dEYvUIt27e47y3cePGXeh7fTfZ58H9GfarEsrr127hzu0pLJAsLsyzbnoOd+9OeczPL2GPZDb0BC5EFMpeNNCBh8hguVTB5uYO55z361wh6XaBQ1t7KwlIH7q7OxkdyvnvH2loSGYUMiQoeTw1UMRNZFjRwYcky0tLyyTmu9A5lRw5p3IwzXR2JMHgs6b8Z6GzKR6mZhH/PTLk9bU1T1SXl5exx/OvpURcl0ZLduDkpAOJZIBCIYve3k4MDPahpbWAkEqKVM48msHiIsczqqsfv/F2CSPoR1IqjDoKmo+KU6zXgmn18WypWveFzwcWaM4x2hr3PyQih1sOtpx3EcR9ghIEMDryZkY7xyGnXQRKt2wqmtfVyXNQKEDOtBz5ETr/qleUJ0eSIhvXjRrEAois6P/fDQ0PedKiuZqamxFwHkd9REr8HIx4SZYcdUEy9cMivSSPQ0PDjA6Pon+g3/+PQ5Fajc8yStjZ0YmR0VGMj0/Q1r1erxijk+Ah+SIcmlMEZHx8nPtowK8/RvIraN2KgopcyCZah8ZIPkVAfURGVD/MtaqfCKOIkIiI+mh/KTUz3z/FyKhfE8m0xsjOGic7FgoFaM1mfD/h/q2P1XfxNK9u55V8jTl0+BAOk4BPTh5CdXwvWjg+TfnSK9B54sTKa75u2lDrFLlTNG2SkUiRP5Xraxdp0nqku5l2NrzOIl8iqtJX4wTpIHIr+8g2g7wQIOKp8y4Cpnmls2RqnHQUIdfeCGhfs6o9siSs+pcR/f0DXMcwL5T08bXx9JZR6SPdJVuQHqrTOdDrQDaSzRSNlA5ai/rVz4GZccuZJ+86n9Kn3k+RR0UbZYf6etSu9coGNB9fZpGH8g00LPBttID7Ni76G7fmxoIaFmhY4LdYwGrtz6e1aib1Fjn/LMKndNZ8/kCjHBMPNkRkAiVGiPRdJxFE1cfoiMrJCFzAHoZyucJo4TqmSQD0q3ezM499VO/unQd48OAR5mafYIFkSeRg/skio1nzmFEfRsdE6ASROxG3ra09ytpghIoyHs540ieiJeJz//6UlyU5kqd57pEQ3r51l2RuGlOMIip/l3VPSBY3GLErFiuM5m0zWvmQRPEuZqiLxqnP/XsPSPQWPKYeTEN1d+8+8H0fUrd7JHo3b97FvfsP8eTJgtf59u37fm3LJMDLy2uMgD5heYbEbhbLjBwW9yokRIDIj2xFD4w24kMMh1C9oqqrK+t4PDuPubl56H+SpVNJdHV20NnvQVtrC5KpBByjcMYxHnQGwYhjSEJFbo4tRknnZcvH8ySXW5wz9M6iolYxOqmCc899/FEWoKc6WOL5D0ngqogQUb6Imn7SfmFxESKExWKRUcqQawo5AAhc4OeSKPrqSKXjjC6RzPb3oKOzzZMx/Yrk/PwClhaXqOseI6BV2ZyOc4QEy75A27zgYdDfCxpeWFXta2wTHG2ltSdpUznEcqjlvOvWP9nFzKB2s6p9XBCDyE1TU84TEZEO9U0lkxr5BGoAABAASURBVJ7UpNMpNOdykBMejycQkOSJdKJ2SE7A10Sa0bzmpmZP1jLZrHfcQYX8PuCcmjtJmSIBhXweeRJGkUsRH82VzWWh8U25JmRSac4Tg5l5IqPv0BWa816/XDaHZCIJrVNn0sy8npKrtQpNJK16jVbXaV4XtcsOSrVerUNLMDOoX10/jZUNlKqf5Kiv0kQiAa1BqaC81q2+hUKVQMt2kgUeId8/BG8DlvWgSRDnHtX3HrXelkILpHO+pYAcz0GK9tZ8Zob6nx/HsuRKvvTTmFZG5eqp8qpXu8ZrzPNQvfSu66uxsonWIGis2gSVZRfJ0DiVC4U8NEc2Uz2/VEnNCJzjvk8gnUmTiDezD9fCPSP7SWeNV15yNV6QPLWBR91G6icd1C7dlMrGdT3YFbKlmfl9oTbpr75av6AxkqHzVR+nMRrbQMMC32YLuG/z4htrb1jgT9ECDZ2/qgWsNrCe1ooHE99UdcafcRLkWXoHXRnQQTTC0fkACV+Zka8iIce+RPJRYV2FTn6JKPtbPDc3t7C+toEKo4XpdJZOYxqKhun2z729MiqKLkWOY41jQqhfkfUrJFVPSLZEkHa296DbQTc3tz2JKzGSVqCz2NnZTQcySeK0h63tXWxsbGFpecWTtMckRCJmZc5LXoO11Q1GBxextLSCNeqzw/6CdJMeTU0F76xFoZGo7HryqfkfkBBOT8/4cVuM3u0xqqV5JH+e+q2vbWJ9fZP910nAdriGCu1RZn4ba6tsW9vGzk7JrxkkbhFd2QieP/GZDzpwYJ303OD6FhdWqecy1kgMI/Ks5uYmdHd3oKeng4QiR+eSH118gLCYIaADHYiIUEZYjhhJLVKfLW/znZ1dno8ydD7N2NcF/tyBh04pk/2Hyh6s8SkJoJxRQeNDKhMyGrm9vU1bLGGNkcIyLwgY++8//MDq6swBsYRDnlHCLurf1dVJ/ZuoCzh23Z+nNUZ8ZfuI59+0IK7BnNGJDmB0pGHPSAdQK9cS/C6HZHGcmfPy5XDXIefYjI2Up7V6JaF1ACKFInuJZILkKo4gcDDqyAccdXRB4FMzg/6cOZgZJVWhdbggQMBoYf1caRzAdj0oyAgXBHBBQPkxxOJxSLeAY9Q3cKoP4Jga+5oZzAxOcFwPxynC5phnFdgIA2BmHqoP2EdEQFAeBw61az61KVXZzFBPwcPMqFuAep96vwSJoMiMiIciTyIeKot4iJSovT7GzLw+eO4wMz+X9KojxrVrDo+ANiECFzwzvnqG4A8z25eh+TSvoLxk1FMzgw6dZ6GeV6r1CsFztqrXqb4O1ZmZ10d5zSFUz5nqJVEwnieHwHENfK1KD0FjBMnTONUJyqvOTDKeheoP9tF4s2of8DAzPlcfZgb1l7w66mM1TmsX0DgaFmhYAK5hg4YFGhZoWODbY4Gqs1B9rq267lHReQCs6gejSlaqTbXeJCbyj+WAmjkodYGDHNwkHWVFKZKMcMgZLjNMpSjS5tYWSdoOidw2CVIRyUQa7W0daG1pQ4rEMAjinMg8ARTB069xRiRMsVgSQrkcQgRsd7eEIonHzs6eL+/tlRBnn87OHvT3D5JkFKhPAPIVlBj1U/RPPzgj0ia5ac7V3FxAMpmGISBBikhUy17WNolmmSQqxbburh50UWYymYFI6g7bVkjKRAoXF1c4pkS9EshmmpFJ5+BcjCQWqHC8dNdcGidyE+kXU8tAqRR6hBXZ0XEMCMMzB4uydZnRVOm+sLCC5aU17JJ4plIpH2Hr6urwaTabhAUcwAccfF5lxzqdE9mvQgKsX0oVcS0Vy6hUQnjHzwxmxvk5UCcz0qwEH/CHMkStPmIfRQX9WLYrrZAQ7u3ukZRv+PMqgkipENi9Ok9tPCtBEzEyEkdbWwGdne3Q/36TU6rI58ryKqOMq5SzSztyXg3gPGaU5gimLH72YfWq/Uy9Yj+VNEghwufZlQ/OYHgq1vb7K6P1CT7PJy1DY80M5lwVZgAfXnYt9Xaqd1Yj+5g59mMH5sEjYlqFH0mtWMlHBPapI/IVfAJrDI4y+AywpKaQTyLlmgo8NJIJBbKBlV53phKuNjM9+x77T2YGp7UwNftsu9oEM4PZ076SXQd41PsoVXRUtzvqNkbdmqjbM3XLZ56RThEys6osDvMPyVHGrFpv9jSVPMHMuC4+/Hqq6/Nj/BPblNbA1lru2cTM/Frx3KH5hXr1wXy97qumnJJ2gweeOYx15vWpr8/saVl1gpmhfpjZ/hizat6smj7fx+zZeq3pRTAzrwMaR8MCDQs8YwG+Yz9TbhQaFmhYoGGBb6UF7MCq5UjQs2fNC1wtOhRsADggychAS0sB+p6TfhZf34/J5nKegKwzAqdbCldXViFiWCHZEblpaWklgcv7H/bQLYyKPq2trePx4yc+6iSyETASoFvG4rG4fFuAk4nsbTOit8loY5my4vEkctkmNOXySJLMBbEEYoSzwBO3XZKpCiOPiUQShXwrurt7MDAwRAx6Uqp6RbokL+B8TU15T1SbmpphdJg1RyUMSebKJCw7ntCqXz5fIAnt99/ZGhke8XKz2SxijOgELqCmRi8WkB7SR3AuTieMCAKwC2GQ8wcdxifCiEpYIdHa9iRpc2OHDQ6FQgG9vd0kU220WxoxRtzUlxPBAzw4Fg6USRjLjLZp7RUSQ/nTqgI7+5RPOr/PAFK5fq7ZgX1ZxS1AqiMBKtSqRUjKlTLtUuJ5JuNlm/QRmP3sg+PiyQBNzVm0tbWgrb2NZDpNgl+CSLt+/GaD0dUydQ0j7H+HMPQkVlchqiKlnVAt6ZmC+VDu8yDVhWo7O/NRXRozfFTrv/yzH+Kfnh1T10upAD+JOtbwvHFUDdq8ljL72x8S7MFBTPnMMeZnYubf9GHGeWsIuKdF/PR9Pf0ypn6MRT9aoh9I0ffsEnyPMLN9/cwMZlXsV9YyZrV6pbU6n3C9PtWT6embBTPzNtGqzKp5s89P1a+BhgUaFvjDWsD9YcU1pDUs0LBAwwJ/6hag9+Uf/unpYoxZRm1gDo6pmcEFARTtSafTEBHM5rJIppLeuSkW96BbChf1bym2txDEAmSbsiQGOWQyKeh2MOM7cBhVGEXcJDlYwvo6o2J7u6Cr7PsHlG8wTzx2dnfZZ4WkcRk7JIYikkVGv3YZrVJkTgSiTKIoRBwTuACJeALJRAoJRi6zJG0dHe1o7+xArjnniebyygrWN9aRzWYYfRPhakJK31Hy6wNigUNct3gl4kgQ8XgMKa6viePb2lrR1d1Fctnmx6tN6ymWiiTAm9ja2kSpWGQ0suL/jUSJkcuivkNYAWi6faB2iLhoHRsbG1hdWcPOzi5tFEPB3xbbCRHvRDoGCzggqoHJ/sMAze8c4Lh2EVIzByNgBsPBIyLZA21AQXwoV22t9vJVGsFxEasi5s0MZlYdY4ALAg8zA/hA7TiQpdiIACwwJNJx5At5TwizuSaI4K+vb0D/a3GNaYnnUtFITgAdEQ3Ch7L1Kuafkc7y7/rQeOF3HffV+vuZ/NNXG//Fo+yg2b+46x+x1cy4/7NQRFD/8uLixYvQL5bqB030/bWA+0TTmxkcN6cZ9Sag43Ngz9VrD9aruKPq2f30+f77DY1MwwINCzQs8CUt4L5kv0a3hgUaFmhY4BtvgapjVX2uL9b7bqoiSaJHBzOHgCTJucBHeZZXVzD96BHu3r3LKN9jEqCyJ4VJEif94IgI4R5JXjNJVEuhmWQwiVicb70W0tEnO0IFzkUISBrAukqlhGJxl9hDSLIYESJX80+eYHp6Go84lydyjEDOzs5i6sEUScUi1tfXPVlcYxpnZFGRvFxTE6Srbk8U0SqVyxCR3KU+q2urmHs8izWS0NbWFjq0PSSrWRK/GPVPIJUi0kk055sYBezw0S3puLOzhTWueWNjjWstAhbBUXdH+1QYOVtbW6GOD/Fweory57C0uITV1VX/i5qL86tYXyuSIKJ6yLhCBJLe0JPANUZLRQgV4YxxHc1NORRa8shkU5zHIWLUMyyVmYaebNGI1bQqEc4BGpdMppAkYkEA45+aOQ0isiw+VHwO5svqo+4+ZY2Zwbg2mPmpWEX5MaQzaaRTabggwIsOUk7ORR0Z9QTZX8ALArmmLPT9suZ8HgHXtk3Su7y0Sntu8nyXYQxzSndFjl0QwDQv6oeBHaoADxbrOrL0uQ/1+Tx87qCv0HCQtNSHv6iu3vannGoP1fU3M8T4fpBKpZDL5ZDnuVWa5EUYx81oxhPFzmYGM8PBOvwOh2wp1IdYLVNPa8VG8jW2QEO1hgW+zhZwX2flGro1LNCwQMMC/2YWoLP2mbnq3pZSD/NOXZLOX1O+GU0kXHFG4UT4RNJ2GcXLMkrY1t6OVkbQFG0zEqZsLo3evm50drXTacwg15RhxKsZBZItTxRJeNo7Wj3pyrMuk02TAKUhoiYCISdShG9hYQEryysISYpiJBR7eyVG4rahw7kAm4yu6VbVRCKBjo4O9HT3+IhULBFDSFLiAuedVzPz5UqlgmQyju6eLvT29VCvLHK5DMe2o5ORxAIjWh3Ua9j/u4ABtLa3sn8CZZLWcrkIc/AEMi3i2JzjmvIkkkmUSnvY29tBmQS0zKjljv8u4hqePFnE6uom20WEsX/IwS7uFbG9tU3CuIGNjU0/VsRWv0iZYwQzyTWYGblViFAkKwwBfalMUsR4JJJV7IJYPIFMJocsEYslwJNWJXMvZoL47GHVKgpztKsTMatVSVaCzn4zHf8sCUCMZKDa+fnniOqF0G2wEUI455Bi9LVZ+6a5mXZL+lt7V1bXIBK8w6hvhetxnC8IYr6/GQ0ssZpbYD4SqJdSZr/wsd9HY5+HRqpO6R8IIiwH8QcS+7UUoz0rHFTOzOB4ns0MuvCidgHPHWYGM3uu9ssX6yPr6Zcf2ejZsEDDAv9GFviTm6b2afMnp3dD4YYFGhZoWOArWkBu1EHUxdTdZ6WC6mtpvTurjOQgQ4IyNDSEo8eP4sTJ45g8NImBgV4MDPVjYmIMY+MjLPehr78Hg7W6w4cnfblQaEJvbxcOH5nAocPjGBkZwtjYMCYnx1mewOShcYyPj0Ll02dO4QzR09ONgFG4crmEIOY8gRuf0Nhhyh/knOMYHByAY59tRvBijEZ1dnbi8OFDOE4dh4YG0NXdCf1SZ6d+nIUkr7u7CyOjw5xrDMPDg2zvIMHNkkC2ej0OH5n0emruickxHD12BMeOHsb4xChEHiWniwRXhLGNRHFoeACnTp/EyZPHMDo6sr+ubs6bZLRxd2cH+k5lNbJYgneUa6SuQtIoMr25uQl933J3dw/kr4jH40gx0prkeK3bSOuM9pfTjecOBlJJlAEDkIjHuJacj24mEjHW6BFxNNPaKWWOD/VmolH79ZpFdYCfizZVSvbJ8RW4ABABbmstIM9zGaOtUTuq0qrP7AytMeJCNLOjnEQizrEpRhdTiDOvf1WyzoiW3cjRAAAQAElEQVToysoqNtY3sbdbBLtTmgGeWTFbezxVj221ui+V/I7dXyRzf+4XNX4L6yJeWBBetHSzqsHVfhAv6tuoa1igYYGGBb4uFnBfF0X+JPVoKN2wQMMC31ALyAWug2EnZbVSZZlPpdLo6e0mERvDsWOHIHI3Oj5IgtWP0fEBDAx2k2C1oqenjUStF8Mjfb6uvb0Z2aY0OjpbMUoiODIySJLYTYLVRQLZQxI1iHGSSRHEsfFhHCEpO0Ti2N3TAUUZs7kkWlrzGBjsxcTkCInnEEbHhjBxaBTDI/0kQRnEYhFS6Tijec0YYt0ECdzwyICfp7unE51dikQWfKr6kdEB5luQzycZVYuh0NIEX88xPmpJnXt6Chga6oXI4DjJ6+BgH0RqRQhb2/IoFDIsd+AwCe6Ro4fYbwRah+YeGu5De0ceiZShXNlhdHAXEdmbd5ZBY9KuESNjpWIRurV1Z3ubxKj6PUqRpiTJYIKkzpEIsivMjKQsgKms4QdAPx1wJGyZGNdUQHdPO9fVhGQiAeNfPWqjac1YUwfbDLVDQgRGds2FCGhPC0qoRLswV0YqHfAc5NDV3YY2rj2RDMDhfESoHsY8lZAizIEwYx0JYSwRIJmKIUUkEs7bYYdEeWtzG9s7e9D3CKFIp36RlXtNesIf5p8pqpr+kZ61ghfhjzSdX45W9rvij6XP7ypXe/j5MWZazfO1jXLDAg0LNCzw9baAPrW+3ho2tGtY4GtigYYa3yQLyGmr4/l10SUmGdB34wB65cqrC7MqgpGbWCyGbDZLYlAgMehAb18HunvbmW+BSF++kCKBizNClUZrWw755qwnAbG4g4iAflSmOZ/1BC6bTTBiFGf/JOU1QYSts6sNHR0tnnCIoDUXsii0koSQGA6QmPUP9nDOLvT0daKnt8ND5MeTlPYCmprTyOWSjGBl0dbRDNV3UWY72/Ikb5lsQP1jaG1tQqElB5EcLolRK5KpdAwFRr4KLc3UKUECQ51JejLZBET+Oru1zna0Uz+tIZ2JIZl08O2teXR2tkL6S6/+gS4MD/eS6PaRHLdSryTncKj6zLQzH+Dhy8yXy2Uokri7K9IYMdIXh8icIoX1Pn6wc4AFhKF+GLNOVUQ2F8PgUBcJ+zAUpc03NyNgY6VU8d9V9HzPHGLu/8/edyjGcVzZnqruyXkGOefApGQFy9512vfP7+16o+21LMkiRZCiSCIQIEjkHCZ29zu3ZgYAQYJJgMxQrT5zK966dboF9OGdGbhwGm/PBJgZZEf9IZ/B8LrLZzuVQ4WmyhSz+9BujRwk0d3bit7+TiPswxGXU3lzKAAMQqH+n6Z/rRxox4FSCkDAMhAiV5GoAxGSDAmB7zGz6SOo+TBi0FdQBAS81wAFOeqvUroYcMcvdGzCeeGolxsg+1Hcm1J8fR283DJnjlLq+eueOZEdSim+AkrVLXjU7xsWeEoGW6CUemIMu544lar3K/WkfWLQBVSUenI9pWxdqToHF0C3dWkZeCsY0G9FlDZIy4BlwDLwszAgj8VN8AFdEXyQlxMsUi8wCgV52JNsT4yZuEQqSqETR5oiLJWOUBi5iEY1QuEAEWbFRDCFWVdOwIfDANQHCIUUwswWhcMarqsIwA2B8xwjwpKpMP2EIEItRoGWSsVQaMlR5HRDMnoi8DLZGJLpMNKZGHK5FFqZ+eulUBTkKPQkSyhxRGMaiVSIMYYRp1CSNlnLDXM99kldYlIOIAJF+qRN5oXCCqZPA9RNiMUcSGzpdNTYKIWNy71ozpX+CP3FEiHTl+KYLEVsJ8Xy0HA3+gc7KBSz7ItC9qzAQ14M5CWgMKoxS1ZFrVqF5gNaNBLhmjFEImE48tZMxgGBw7liZZqAVdAqaWOfG1do60hTiPagntHsQTqdgStBBoAf+NAcrLTmNGUg6xlo1gVKnNbg+yV4fhFwKow9jN6+dvrtRheFeCab5LXUHBiATuQ0QONQSkFxHTT8ORxqrn1E8fprOGwPGItHMejVAopDBR1oA0WrTiowBR7mhfZiT1n2WbioVWVXr4rXiuUcJyklEQMBfygITrvWvLcE0q5UfayULSwDlgHLwJvIgH4Tg7IxWQYsA5aBfywDfMAXBQixgkY0LPI0FfOMxwd6LXABLXACKMeHvNWwCZNlorBUkv6hBf0qWqU41gBQABRfjHYQf004oLB0KObizPK1YGioH/IWUcnUaQpJ8aW5ZiwehmTsRkYGMDI6aMrytkTN+eKX7qAdBa0BJVC0Aik3gMahmu1iCQjY12zXdFb3pdD0JWOUAgSa/nRjTDjsMOuZRt9At4m7t7eL4jVDEUWyFI4Peaj2A4ovn4wLf6Bgcpk5jTGTGUc8Hmc9DPOA/cQ8HB8+iwHBfkX3LsVpS1sely5N4OrVy5C10+kEJPbAr1HkidjzuGYNAbN0Sgfs03AcgYLUa34FxfIeql4RktXr6CxgYnKEHA9RoGcRjYY4R3FRLsw9sGBOXlYYQPoIUVdKQTV4cV2uIdePg2qeh2q1Avl8KMiBo10ItCKRZr5xyRdFXPwpoV78Kscr/Dy7Ol7v5y4p9a7v8Odm9OXXsyMtA5aBl2dAfuO8/Gg70jJgGbAMvHcM8GG/sedmqWml+cmyPPwpipq6xdEDvYxqgGJQhByUvBXR55CmlfIxlIyjYBBdEIqEkMwkUGjLUezlEU9EIULTl8/iUWhKli6ZjKG1rWCEYyodh0sxJqKmvhb9Uoiaslj6rSsWxiRl08YxZs3zs1oD8XgUhUIObW2tFFEFJJMiytiBxsEQfIopEUae51OccX12KaUgfzIiFAoZAakpoiDTFDvl5DwSXd+SlKWtCRlDJJMhyOchL18ZN0JuYLCH/KURi4fgOBSDQZnCsAzfF1Q5uwZoD0r75NeH4wLRWJiiNouBgT7IlweNjY9TXPZyH0ko1wWUwguP5hAlG9CcUge4gYDX0BOB6lGYsq60giZxSimOU3jdI3jdiXaeZcAyYBl4+xiwEf9EBvRPnG+nWwYsA5aB94qB5oN20/KpXR7jyYH8ONUsixVRSGvSLfJQz7oxInYIEV4iwijmIFbEoSl79FNHIO2NNkWrWXcoFlxmluRtnNrhULYHAYWEzBcR4wZwqFGYZIJi5hDMej0BWVfAeaC/Ixy11deG6f+pZR8iOrWj4IZcZvhCRJhCzAFJQkARaCyzc161ajJkPkWR5/vwaCVjVpHMWbUG32uwLRyicUiTgMuYrTSaxWczfOGp0BqmkOvFp59dw2dffIjJSyPo7G5BNO5yaIWCsMQMIFErokrUPIrDoGr4S6UT6O/vxYcfXcWvf/0lPvv8U8g3qObyObiRCOTa8wVAMzAJSIBTh+JaoPAMCKDG/Yj49clBID0U5YrXSvGW0bzGWikIaOiZvlkQr68CyMGpYs4TLxvDea5pfVkGLAOWAcvAxTLAXz8Xu8C5erfOLAOWAcvAP5ABo++4vjwU00Dq9bJGwEd3NBCAP1rZKVbaWQQ4wsCILx8QayDCi3VRNabOsrEeZwhqFE8NoGrKlBR12xCC4ktRVMiyBo35aCojsaat6Vss15X5gmf2y5ifBsU1FeOinoGIHQFUQ6UE4BFQ7PkGrEBrTUh/gFqthkqljHK5TFuDX+MEniTF0HhkGaIpi4P6VLPtahE4PATKJUA7mpnTHMbGBnDl6jgkYzg80oe+/k709Hagq7uV/Xm0deTR3llgvc28zXVsbAQffHgVH3xwjRnGcXS0twEK5otvqvKnMShW4TMonjAHCxR5xwECSnGCNDNOj0KwWvNQrXiocK5P8WsEM7OfjutAa47lae4XWk6mA9QPU2fxVSyHn+fJbby0u1cZ+9JO7UDLgGXAMmAZuBAG9IV4tU4tA+fAgHVhGbhYBppP1i+xigw9Oex03fRRFAb8kdqEUWasi5Un/JNPyEfzm420R23G2fELBUYQ+NQdPkWgb2yVYqnmVak7AooIEVEaiqJHaRdQAg0RG0dvRaQPTsazD6797I6f1Gq2o/hq0HDVWEppxst2CQtQkLq8NTQif3MwEoZ8i6vPzGGJoqtYLKFUqqBa9sHEHUQ3G+DE4bOsGuAafgU42KtgZWkNd+/ex737d7G9s4FkKoqrVy/ht7/9Nf7w+9/gD3/4LX5P+5vf/Bpffvk5vvjiU3z5y8/xT//8K/b9Hn/4l98xM/hrTE5OIh5LYHNzG/d+nKbPGawsr+Nwv1gXqtDA0XWXQBiLnFJsIKBwrNV8VCo1FMsVlAjJhkr2NBINIxJ1uW8O5rUGN6hYFBcGJ8umwb5YBiwDlgHLgGXg/Bjgb7Hzc2Y9WQYsA5aB12TgzZ/Gh3J5SFf8qambZUbNIl95UogoETccoAmlHKimUADLFGpKLFy2u9Calm1gLaBgNDqAPqQO1psIoKHoSxOK46UsYwL5swTs02wX1Ns1AAWZKz5FpCilofgfOFbaTyOgkDFrsF/Rl4GUCZlvxjfKdZ8KqjnuLMt9QuZAwRyyLyIgwDal2C6QMsWhCMBINIZ4ImEQDochb6cslUrM8hVRPCyZrJpfA/dGcDqnmnLARCf1kymD/ZUDYGP1AAvzixRu93D9+g3c+O46frxzF8tLK+btqJl0Bn19fZgYn8Dly5cpEq/i2rVruHrlKuuXMDkxibHRUXR39yCZTKJSruLx42X6uI8b128Z3PlhGvNzS9hY20VpvwoRoZBr0rx2UvZRj4v7lr1Xqx6zixSDjb85qLj3KEVwIhml4IzCDTkImK0NKIb9QCYLOJlu3oRTaH/ZOF5l7Mv6tOMsA5YBy4Bl4GIY0Bfj1nq1DFgGLAPvGAN8wuXzOxz+1BRLnQXRNAaNrZoyx4FjQBvwJfBZEZEgIkk5HElQ2IFQUqcg8/ncTw2AwIzleDoIOCcIOJxWyVgnBKVD0LSuG0XIjcDRbOPYY+HG8XJyjqNdOByjCXCcjBHx51Oo+LJeAwHr4HjgOC4olqUORW8aijGC5YBzAllPuaw+D5yvNMUQ5/ugJXgqVgVQgFilFeTtnG44BPkm0WQqjRQRi8cRcPOHh0Xs7x3g8KBIUVaDZNkgB/2AfkUMCm8C6iiUi2BWcAv37s3g+nc38Le/fY1vv/k7vv76a/z5T3/Gf/3Xf+NP//Nn3Lx5E5sbW+LJ/FmLXC6HjvYOdHZ2oqWlFQkKU6/mMQu4SvF3E3/601/w3//1Z/r4ir6u4+uvbuAvf/oG33z9Pe7emaXQ3EDpkBlbxmSc8roFHqVdLWAGkdtnXdprVZ97KVHkllFjtjDsukgl40ink0gkYwhREIIbk+xvrUaRyY01psr0c4VSQuKru5RZL4NX9/zqMxTJeRZe3dPPP0Mpxf8HXg8/f7R2RcuAZeBdZ0C/6xu0+7MMWAYsA+fFAJ8/j12x4hMeM1Q1ZqY8Qiyf4RGwbMQKrfQLRExJhks+R3YkbKDoTyOg4ApYDijMAopC8SHjxGdAwSZ9YD/MoVji5uHcqQAAEABJREFUj26lmUVToG4hfNSYffIb8Dwf4gP0B442lmXfD5ghE4AWZkxAEeNzDTMGjYN1j4KmRkHjCViWPUibzzqCxriThn6oZehUGhVfGKOIR1mftWedSnEcIaIwHAkbIZbOpJFMpaAdB6VyGfv7B8QhM4Q18tTwImtJDIRwWiwG2Fwr4+H8ErN4dzE1NYXbt2/j/t37WHgwj4X5h5i+P4Mfbv9AgXcD39+gkLt7Fw/mHmBx4SGWHi1hdXUVa8TK0jIesm16etqMNxnG6zfxww93MTs7j8WHK/S3jHs/PsDUzbu4+f1dIwoXH65iZ7MIr8wYGV8g+ybnQcA6T5+FcqVq9iJvNa1WawiFw0hRDKZSCQrTMFyXnFHh+Lx5AgOZLMC5HkqR93P1+AJnF9BNms70+ry+MyfZDsuAZcAy8B4zwN8+7/Hu7dYtA5YBy8DLMMBnchF51WoAEX11EQaKlADlskfUUK6IDVBilkq+zOTwgOWSjyqzQtVKgDLLpZLH/qpBpVhDrRwgoADUcCmdQgCt7wOVis/xHucG8CnOAk8ZkekzCVUr+6iyv0qfFVm7VKM/QRXFYgWlUpVza7REsYoq1xXR5NGHJ/EznhqttPlc20D6CCP0uH6V/sv0WynTF9eQeKSt2lyTfsUXA4bM8emvxLaDvSJjqXBPpgeiiQxw6iCfMB0NYULjUAzFYlFkMhnkshlEolF4JHqPgnBvb5+cUHmDhxgK7eZ0uR7bm7vMCt5n9u5b/PV//4rvvv0Oc7Nz2Nzc4rwahL9KuYbdnX08WnxsxN1Xf/0a//kf/40//tt/4F//3x/x//5vHf/6r3/Ev/3rv+Pf//if+Muf/4rbt37EIufscW++58BRjMtzsb1d5BqP8fdvp/C3/72OG9/dZn0Re9uHXA/QmnAJRYrIqUfe5a2ve3uH2Ns/5DWsGUGYTosAjrPswCRmqWbMXL4ozuWOz/VU6gKcnmuE1tnbzoCN3zJgGXj7GOCvrLcvaBuxZcAyYBn4WRmggAl8PtgzyyNZshKF1/bWDpaXl7GwsID5+QVmlRaZoVpk+SHks2pb7BcBskWxsrqyyczSMhYXHmPxIecwk/VwYRnr69s4PKigTGFYpEDc2tzD40drZoyMe7S4gqXH69ja2kfx0GMWkGKRY/coTtbXtjl2ldmqx8x0LWL+wWMzdm11G1sbe9jc2MXK8gazXlucW0OF83Z2ithY3zV9G+wXHwIZu8019rYrnHuIpaUN7mGdWbNtSOwSx8L8I67xiPtd4rprWFvZxvZGEVvrB6xv4OHDJczPP6bgWmHfDg52q/AqvErkja8vPBV/G0WiYQrCLPKFFiQTCTNnn2JQ3t4pmUKPGVD5nKC8PVSsfIPoxvoW5h7M4datW8z83cCPP95hjPNGDJZLFYozBaVEbIdRrSoc7FewsbZDjpcwMz2Puz/O4s4P95gNvNvAPdy9O8OM4gOzp/XVLezvVlCTvXghCvcoUAujfAju/RAPH6wyKzmHqe/p49Y05ueW6f8QFf7DgGrs3actU1jvUwju7Ozh4KAI+UKZeCyGfD6LVCoJ+fyg+UZWKmzRbFpL3HXgnA6l1Dl5sm4sA5YBy4BhwL68IwzwV/A7shO7DcuAZcAycFEM8DlasjeO1nxcD7B/sE/xs4Cpm1P46q9fMSv1Vf2zat98i6+/+Tt+uHMXS49XKag28JAiUATHt9/cwNdf38B3f5/i2O9NZmn6/oIRaHs7hxBhdu/unOn7huP+/u1NfP2378z4B3PMPO0W4XsBAQqOHcjY69dv4W9ffYf//cvXZuztW3dNluqheVvjEoWKCJt57GwfoEjhKWJzZnoBMzPzFDwUQ3dmIIJI2h7MPYKIymmKpFtTP0Iwc59jKJi+/eZ7/PlPX+NP//OVWe/W1F2KqGn8cOsebn7/I75nHNeZKfvu7zdxnZmyH27fZ1ZtFSK+PGb0qKNPXRkSCgGbKbZJKqQaDocgn+drb28z1nFc7O3uYmVlBRsbmxS2VWZMRZiDmT8YYXv//gxu3PjeiMH79+9TZK+zryLuoJUDwGE5BNeJIhyKEwmEQjH2RekoRD41qjUFk/1kBrTGLKzvaTg6gpAbQ4hzZK4Kwsx8huBVHdSqLvwa59ZcVEoK66v7+PGHOVz/9ra5Xvd+nOM12oV8plH+IUH+EUGyt7sUg/IPBYeHJUhskh1saWtBJpuC7F30WiATGLFSCoqikBs4l1MpdS5+rBPLgGXAMmAZePcYeDlB+O7t2+7IMmAZsAy8FgMB0z2HB4fMDq5gntnBhYWHpry9vUMxskkBuMiM2RIFzBZFwTaWltYotB5hbu4hJGMn4kzE38OFJZPdW6R4e/RolZm1Vc5dMpCM3f5eieM3mf17yKzTY2bsNphNrKJc8iFZvkVmGh9znviULKL4WKSvpaV1CsBDA8nszT94xCzfFmPboUhbMf5Xl7dM20P6mJtdxOzMAiRbNjvzEAsm07hmspLlUsA1K2Zt8TM3+5DldQq9MkrMaO5sM+PITOMqs2iyrqwvY6bvz+Exs5sH+2XzFtunBeEJ6kUQMoMmolA7DuRbPQuFAnLZLCLhMA6LJaytrRtsbR1SFPoEGP8uZmcf4M6dO7h750csMEu7sb7OuIoUbnQYKCO6FFwgCEEJEKHUCkPTahVmOYQgcJlFdOBRFPoCX7PdNYLQ1VEIZKz4CHyOZ5Yw8MIAEXgRIwyL+z7WVncxN/sIt5klvE2hPE0xvcIs6sGBcFjF9tYuVtc2sL62yRgriERiyOZyyBfySKYScEKaFPjwKQgp+8GAcV6HUuq8XFk/lgHLgGXAMvAOMqDfwT3ZLf1EBux0y4Bl4BkMULiYL2WhICyVSthl5upg/5CCAkin0ujs7EY+l6f4UJBvx5TPvW1RJMrn2Da3timiiohQBLS3dyKdzjKLVaWQXMX09Cwky/XgwQJFxQaFiY+Wljb09w8ilcowQ3ZAsfPQiJ+1tR0cHJSxubltEPgKiUTKjAuHIhRvJY7fh1IaDrNrO8xIPXq0RBH4CAsLi1h8+Airq+solSqQLzXZ3d1nDCv0v0hR+ICicJaCbxWS0Uqnsujo6ERrazui0Rj3qSD7j0Xj6OrqhvxJBsnmJeIJ0++6IdQ8n0Jy26y1tLTMWIvGF5XOMwitN4kA8jhPPqOpKOKi0QgzZmlkchnE4jHGWcXW5g7WlikKVzcprEoUVbu49+N9fPftddy6eQsL5E6uhYKGVi4UHAOIbdR9Cr1a1ae/OuqZS8XrpQnZmwLDQMBxQcA2CBwEjAnkGWIJ8a3FL4WmlMHxKnAA38EuM71zFNU3b/zA2KYY4yzWzVt4d8nzGkX/Y6ysLPPal82XyRRa8shm04jGIuAlg+HCr8H3fQQ4n0Mp7vEVXKnzWvg5a/4cazxnedtlGbAMWAYsA6cYkN94p5ps1TJgGXiPGLBbfUUG5PHao5ool8uo1WoIhUJIZ7Joa2vnw30OrusaEVSr1ig+qnz4r7Beg+MoZNIp1N8OmYHWioJpF2vrK1hafoS1tRUcHO7BcTUKhRw6OtqQSiUpUmrY2t6kkFvGNu3h4T4F5z4q1bIREvIZtGw2g2g0Cj/wGFMVkWiYQjHONTXHHuDR40U8eDBnxEixeGjenijCy/NqFJEH2NzawCrXX15ZMmvJZ9lkbREsEksiEUM44pjYovEw48tyz0ky56FaK6HmlSlgalDKQ7laxPbuBnb3tlg+5N49xsWhcgp5Yg2kQlCA8IRPD0oD0VgImWwCLa1Z5CgKHeVgd/sAS4/WscAM3Nz0AqbvPcCPt+9RcE1TZC1jZ2efXPtQCFHGhaGCMMDMHyjWBCLqfD9AHb6xAeuBLMxYxJiyKTQb6IKNgYgzWipD0yHcKM21dABTpuDSDFxRLFbKHraYMX04v8zY5pi5nMX9e/MU2g9Npnfp8TLkHxJCIYdCO08UIH9yIhx2waDhBb75eKT5fh/6pUuygtc+lFIvPfdoJAs8cZEwzhmZrEHzeqdMfh5ez6udZRmwDFgG3ksG9Hu5a7tpy4BlwDLwigzIs7WIOoGiABCNoB0HsViCQi9D8ZLjw30WEWYBQ26I4ikEsdFIFIl4HJlMGnlmhFpam1khihYVUMiUUTw8gAi1gIJAvmlTxFg6k6K/JIxwY9bogEJwf3/PCLxarYoQRUWOQrC1rRV5CkgRFpFIGBFm2NIUnoVCHi0tBYTDISwtPWaGcQY7u9twHE1Bl6eAbWXsUXArFEgeKpUyxH+5XKRvF0n5+3iphIlB/ixCIh5DNBrinDAzdxHOqWB9oy5mNzbXUCofQrtAKKwB5VPcVOH5Vfgm9QdAAc+CYjzaQIFJTUTjLrK5JDq7WtHZ2Y4YM5KHe2U8XljD3dsz+PvX3+Pbr77D7am7eLSwhOJ+mSLQhYMw6m8LDVHJhRB4Lryahkd1JUIwkAsGORTDUEZoSVu9WUErtpMMpRTn86Rg9Jky9CkIJXPHFhgBSDGoed0096i5VcfhXK3YR0AjoAg92K/g8eIa7vzAeL+Zwt8J+Vzl0tIqxbPH/aXR1dOJtvYWxCm2NX3IGj6jCugroOOAcQjwiodSjKOBZ01V6rhfqeMyN8CTdZwNsO9VcLYn9nBtEErVy0q9mpW5Z8byir6UerW1lXrxeNjDMmAZsAy8RQzw19lbFK0N1TJgGbAM/CMYUFyUoF4wz6FKscImTeu6DkVXhIgixOygggIIRztwWBcorSiOaigVD7C3u4P9gz0jBEVMRJnNi8YiFFIORHDUahWKwwNm7vbNGO0AEYo6WadYOsAWs3m7u9solYr0WUXArKBHgVgulyjqSqhVK2AjxVvECMUEhd329pbJDpaKRUQoGrMUkplsmmu6RiAmEnGIAJW/iSf9kn0slQ6NmDPrUwhGCBGhLjOYItw8vwLJAu7sbOCwtI8KM4VghjBAjbKmyoyfwENA8YQ6JXjiaLSRQghMH9vEdzwZRntHC3r7etDa0oaQjmJn4wDzM49x/84sZu7OYeXRKvZ3D7lfZuqYDVTmLZwuRaEgRA5cBL5DUPz5rAZcQQAuwiJYFjFIIzWAQSjV6IOMZw8HiGhkDXQMeqqDYlAZBOClheKLgmafw6Gu+XMie7slZjU3MHN/gVnCB1hcWMb+/gFivNbtHa3o7e2C/OOA8Ko0yJcPn1z5iqvQn89QAoJO8bKHUjLhxOhTRaXO7pee50FcNful/DycHNcsn2Wf5+eFfRfi9IWr2gGWAcuAZeCdY4C/ht65PdkNWQYsA5aB82eAD598XhcdgaZIoF5gmQ/zzOx5nkcBVyMohHwfig/1mhDBJtm/9fU1zMzcx9Stm7g/fRebm+twQ9pkibq7O9HaWoBDsbW1vYn5hQeYmZ3GyuoyahR7It7kraFVij15W6e0r2+sYXVtFcvLS3i89AjSvrGxjh2KxV2KThkrwi+fz6FSLUPaJBYRn5KBTMTj0Fg4TuMAABAASURBVFojHAmho6MdQ0NDGB8fo0hpMWPlbaabm5tGeCoFuCGX44VWHz4zlpJRrFRKqFLAAhR+hJRrrPsUqSBTioSRAk6iuOLr0Ul/R2UWpNdjRq7mBfQNhLhWa1uBMQ1goL8f+XyevNYoatfw+PEKNja2IX/GQaswBKAghHyO7wloej61EFte7jw1TwI0E6Ug8FkLqNUIFTAGQClFqw2UcrgPRVFfgnyJzOrKOra3d6CUZna2gJ6+Lordbu4rw706EK74cnQGLAX0B5yKA/awDJzNgO2xDFgGLAOvy4D8xnzduXaeZcAyYBl4rxiQB3XFh/RwOIx0Oo0cxVY2m4Vk2MJhF9FYGCLesrm0ecultAVGLFaNKDtghlCyg4HvQd6G2d7GTFFPN/r7e9HT24329lYkkjGKnSJ2drYoNj3k6Kuzq4NCrWDE4QaFZJHZO9ELvlejUCqb9hqFY4lZwv29PWxzrohQiSuXy1J0UMw5Cql0iv6yiMWjBjlmCtsYQ1dXJ2PooQAbRE9Pl4lNKWX8gsIumUqgwL22tLYgnUnDZeYzGpUMZJ5CtgW5bBbpVIrzkoYT8SltEWYjlVGECs89SGxAQehTSPtU2Q7ThOlUGh2dHegb6EV3TyfiiQg5LGFvfw97ewcsU4SKAGRmMDAQYeUwWk1I1KdX5CKmqWlN5YyX4zGK19sMMk3KFJ9+CSDiVyDb1Zp1+Lw2JfM5UcnsSp9cyz5e6/7+Pv5DQCviySiUhP2Uw7PWeWqgbbAMWAbeTwbsri0D58qAPldv1pllwDJgGXgXGQi4qQYkqyZ/GqGrq8sIqMGhAUiGLZVOQj6zN8T64EA/2tpaKLoiFAo+HD70xynCMpkUBVQeAwN9mJwcx/jEGGS+YGx02LSNjAwbUekwW5gv5DA0PIThoUG0trQYgSaf84uEQ2hrKSCbzVB4JozNsOy6DsrM2u3sbEOEZ5jjspkM5DOFIgx7e3vQSZElQk0gIlTW66YI7OzshPQPDg5geHgYkrWMRsPmLaatFIL93JOMFfGYSCRQKBQY7wSuXLmCAc7pobDt7e3F6OhovW1ggEI5CeFLndY3AZ48TL+C/EcVDCWZy2gI2WwafRRQw6ND6OzuQCKVAJRCpeaRC3AoxZ+IQgOXQlADUOaUt3gasDUgIAezeWI4k0aCOA02P+NU9FkHWDqJgPVT4Boi/pTyGV8NPrOlIWaC5R8JRPhPTo5Brn82G4cbAUDxGKjjiECPsIdlwDJgGbAMWAaOGLj4gvz2vPhV7AqWAcuAZeBtZyDgQzsBPrDHYnGKwA709fWhp7vbCEERfPLQ39PbBclo5QtZCqIYwmGXmcMIstkU5G2h3d1dGB4ZxNjEKETstLbmKa7SkC8Y6evrpRgbRF9fD/12op/1fmaT2tvbmH1LwHEVHKag5G2gPRR3PcwqdlOIiSCTcSLc5BtBFX+y+8xCKoqTENeXNhGEIlzbmBGMRMIUeiGI3176qbe3mPg6KRgHBvu5h24kU0lm5mKQ9bqYpZR4ZE48HkEyGUMnRWQf4+vv74dggKJxmAJ2ZGQEIpgTiTgcqmFqODzvUOzU3JdSLBE84bhgBi2Czq428jWAgaE+yGfvYvEYL4QGk4nwAk3RRTQzhFLn9aG7o1PEVr1iLh6LTcviU+fJPsbyVH+zQfpOjpVyEz4jYFkEIbOEki2sc9VG8d9PgT9o9hGJhwGn6a9pVaMgtolGkzWWAcuAZcAyYBm4IAb42HBBnq3bV2bATrAMWAbeRAbkwZwahKH5fM73qTAi0QjFUwsFUQdFVSvSmQQiYUUBKO0FtLblkWGbCIFkKs6MX4ptLZCsWz8FlIgmySS2tRUQjYXgUBtE4hr5ljT6mBG7dGkCV69dwdj4COd0QLKP4UgI0WgUIuy6mdEbGRnCGLNxE8wyXr48iUuXJjHC7GIXBWc2mzFfGFOtVeF5NcTjMYrOHGMuIJvLQP6ERJhr5lhuYyazlXHkckkkkg5jjaKnuxNdzMhlKWLlLaxpZjblz0+0d7YZP5GICzekTAY0n8+ih/GIiJTs4gAzgz09PWhpLXDdOMc5EIGHk4c6WYHp1/xt5DgKInipDU2bxFhoSaB/sBuj48MYGh1AgQI6xOyhfOmKeYspeG3MAgoBbUDfvEyQrKCAvWAPwYFsZTcL9RH19pNlcFxA1C2HczpnGKcnLRpHQNuEz7JXh/Low4d2AsN1viWLgcFeisEBctWBrGQHHdA3Qbem0LABm8zJAk9TfNNeJNTn4U2L18ZjGbAMWAYsA89ngL+Cnz/A9loGLAMXwoB1+oYxoJSCpipRVCNKyeMuH9MDkRTHj+XSKgi5GrFYmAIqTNHjUAyCwgeIRDQzeRFmz0Ls10YodnS2YmCgF4OSdaPQyhfSSKYjiCZcuBEF5aB+KPpgPZEOIUsRlG9NIZtPcI0oIhRA8XgUHR1tzDIN0F8/OulLRFc+n0RLSwpdFGvDwwMYoVCUbF4um2FsUcaQNHPGxkeZmWqjaI3DZaZRc91oVCGecBgrEIoCOgQ4ESCaUognNcUMIKIsIm0xh2NDiNCamDXguKBIdbnnOLIUj9lsmjaNdDqJeDxGUepAa4DqCEeHOirVC426olUcayzLptMBwgkg35bAwHA3RieGafvQ2llALBWGCvHaUHQpIhBIVo5ZUV8sfdXX5Rgqu6b4M5ZjmpZXmcPqY6Rch4i7ABKL5ouSwFB3GMg90QDTk5As7DE4j2IQ8CBiMM4sYFt7ntnTHpPl7Onp5D8UxBAiz2Z/gXlldFyVPvnKBt5zLMs64p9Ftv3jz+YleZVIXmfOq/i3Yy0DlgHLgGXgfBiQ33Dn48l6sQxYBiwDbysDfHJVSkFpBUc7xsoDeRPgoQR80fypqWgF8iQvD+zyXC91EUgCxTHa0chQJA0N9ePy5UlMTo6js6sDkUiYnnjKpLNAXSG+BcYvM2eSJRweHsTVq5eNuMznshRrLnz6kLdPRmNR9JvPJk6Y/g4KRPlMY29vNz755CN8/PFH6Ohs5/ouRQzXl5P7EGMga54E/Zr2ky+n25p1+pE4BcKPw3jFSp1dEBg3RwVTe+pFumWO6RDfAg1E40BnTx7jl4Zx+YMJjE0MoZVCKxwPwaWI1iENRZErolDEoE/BZ/7chQ4g/pqCTdOxKdNqBfAkAjSFGCAEHNcVezXvB0e7LCnqM4o1Ei6ZyUBI5zriT94WqrQPA4pRsSFmUAstWQr0QVy6NEY7gJbWLBzXYdYWBnJ95XOOSgqBfOaQ/nlDiW9Zw2cbg3tjTvUKkbzK2Fdwa4daBiwDlgHLwAUwoC/Ap3VpGbAMWAbePgYaOkAewkUIHm2g0S51xafcJqQukG6xVAwQaAcQMaQpiuRbR7O5NFrb8hQDOZNJc5ldlOf/I6BxHDlq1E8YTfUSDocoMDP0U6BNQ3zLGmaYAkJhB+lMEi0tWWahkswERpmlCyOVTpi3tXZ0tDJzGYNkB2UPkIPzpPzE0lJpQsacBMcfVWXMUaVeEF9PQJqbc5pW2l4FnKdDQDyt0N6Vw8j4IC5dm8Dw+BA6u9uRyCSgw5RUFGI+BV2g6dwBFPlX5E0EF0g23fDyBKbK0ZC2Z8NnH2HEWMAyR8lbRk2GUEMpAb3xZA9EEAbMCPp+jav4CFGcptJxyGcfR0YY6+VxjIwOMDtb4PUPww0BdAEJDQ0fAWMPJHaKTbn3fHoCD1UfwNKbcyqG8jLgMHtaBiwDlgHLwFvCgH5L4rRhWgYsA5aBi2OAz/3yIO75HjM3NfgeBQFXU6/wQE4XnNE4T2SOtIgT/qQVESDioaFIGgPPMKrRLpaQeccAlGkTGxyVRWAIjvuk/wxIPPRxcjxYx1mH9AmO+gOWToJVOWVME1J/Wcics8bKMuwX/mJJB70D7bjywTg+/OQSJi4Po60jh0iMJLseAu0BkqkTMciMoeIGlezV+BZHAl5bEXsvAkVZwDGeR7/MBiql4PBiOo4Dx9EUdApa/CvwoIQLamAzEskYurs7cfnKJLOyHzCjO4m+vi6K8QgcikHdgApzmkPIyaygGJ+iUDKDUlZaQynjXKoWbzADNjTLgGXAMvC2M6Df9g3Y+C0DlgHLwIsYeOFjNXWCPIjXwVyNZGoEfFBnV939C53IMBlNwUExcSzgAj7Y12HEIPvAB/9jBJzYANdjpX6a9QIzFyyLNqBGgOJP7dM4q1015h2Nl7rMF0uIX4P6ik+/Nscc9QQsCWjMPhplRSswbdJHPDWXbWecnA1Jwp1GMzbpl7Jk19IZB13dOYxP9OPqB6O4dGUYQyNdzMJmEEuGoF1ev8CDiHsRWABnH8XGstQbCGhF9NVB4cd5gYEP0yb3AOEbsI3CMJBrREiWUaApCiPM3qbTSXR0tmF0ZAhXKQavXbvMGEcoDluZpQ3DdQHZg4EG0IQClFIGmpYFrs2om2vBHpYBy8AbxIANxTLwTjIgv5LeyY3ZTVkGLAOWgZMMqEalaevV45o86AsUFES4iaBoZoeoG3DmweEyhY/wHCISQwQhxQM81huQLxoRHLXVx9TnSPlJoVJvZ5vxraAUoesQAfIkgCPBx5/op8uabSehFMcTEOCMQ/oER92MxZBw0jY6zxBb9T00xzTsM4x4fEazaRKBaOLkHsxbQWkVs2qSKezubcGVa6P47Jcf4NMvPsD45CDaO/KIJcKQL5nxmd3zRdwxPmX20rw2smKjzDEBxXnAcT7Lx/DgM1scsM3sgwLQr/nwajUD6ZMAHWYLo9EI5Jtf+/p6cPnSBD777Bf47PNPcPXqJLp72hCNUwlqgJqSmWeuXSOkQtPcm2pcW8UL5WgOZp/HLHUzUy1rWVgGLAOWAcvAz83A+7Mef/O8P5u1O7UMWAbebwaMLngWBexwQiGEwmGEI2Fo7aBaraFYLKJULCOo8AlddNvpuZxXb2I/BVNAcSH1gGUQganLRMKICxGKLEs7hYoIzyNwvMw5gvhuQn5SPw/NcaetzDnd9jJ12YRBfV9HMZ2O8am6TGrOOV2W+qvDiEJOMxlX83ZQH04oQCLlorU9jaHhbly6OoprH0/i6oeTGJsYRk9fNwotOcQTcYRcB4o8qEas9WsS0GPAFl4PIwY9ZuUIEYFN8Ho1BWEggpDjAl437SiEeZ8kUwm0thUwMNAL+dMf165dwYcfXsWly+MYGOxBoTWJSEJBUQ9yMZ4B1/DhBTUEXIMvbCOz9F2tVlEulSH/ACGiMBRyEeL96FBwmkH2xTJgGbAMWAYsAxfIgL5A32+NaxuoZcAy8B4zoLh3PrRHYmHEU3EDNxwyQnBv5wB7W/so71XhVwOT0JHhRwhAPccXSgsRHPIDVaz0g0fTsrtRk5bmCCmzuXmaqnkBlNgm8OKjOfRl7Iu9PWfEqQUYZ4CTbc2p0vascrOtboO6Ma9SPg3T0XgRUacpxkg4AhFVzLa6YYVMPon+gW589MlV/OqfPseXv/qH+3G9AAAQAElEQVQMn3x6jcJwCF3drchkk4jGQghHHIosDYfXWv4khOMEMN8OeiTMfcjnD48gGV3Ho6AjwjU4EQ+huEIiE0a+LYWu3laMjPfjg08u49MvP8FnxBUK0u7+diSzEUgmk5qSsVL0KULzRfHaBywTEN64pFf1cHBwiN2dXZT5DxCa8cgXBiUSUcYcYoycB3tYBiwDlgHLgGXg4hiQ55eL8249WwbePAZsRJYBw4A8kwtMxQFUBAglw0jmUhQQMVRLNexs7GNzZRs7m7umHjTe7qfkLX8+n+aZ6VEGgegUQp2A5pM/HQdNsA6WDTSFAoEGmAYLAimLYKgDr3kw4UTfXDpogH5YPG5r1l/KMhYzTuzT8E3cbH/KytqNdpnPAJ6K62Qbxzzr5BATt2gnpRQgAP3SBlTZmiIrHHGRTicg36I6NNyLy8wWfvTJJXz6+VXiGj746BImJ0cxONSLzq5W5PNpJFNRxOJhXmcXMYrFeDwE+ZuBJxFLhJBI03chjEJXHJ2DOQyMd2D8gwFc/cUoPvhiEtc+u4TJj8YxenkAPcOdHJdCLKehYwDCgO8SDuBpQrHMZvCaG8jtU/RwuH2IzbUtbG1uoVIuIRxSSDKeRILZ6rADpZSZZV8sA5YBy4BlwDJwUQzw19RFubZ+LQOWAcvAP5qB568vggPyvC1wwAxQCJmWDFLpNLwasLdxgNVH61hbWsPh7gFqlQoCr4rAZ6df5RM+LdNAimqHiR0uJo407TMgKSOKAUVAoOpjApYDlgMGcoSArv1TkLZnoTHOoxUYncryU/ZZc39iG7cN/0U+JJYzxsh8A44hjeQVdXC8aaclLWgeigWlFJRS4AuoQyFv55SsnmQLU5k4unvbIF8088WXH+F3v/8Vfv+HX+OffvNLfPrZx7h8ZQJDw/3MHHagrb2AtrY8xLaz/AQ6CmjvzKOjp4CeoTYMX+rG5U+G8YtfX8GXv/sIv/rDp7S/wEdfXMHwZC9aurOIZ0PQUcbvHgMhlgnfaQhCE7dcdwWv6mNvZx8rvLeWH61ia2MLPu+tZCLC+y9KgRpiRlPJNmEPy4BlwDJgGbAMXCQD8pvpIv1b35YBy4Bl4A1gQJTFSRyHJK2StFNhhUgqgmxrHrlCHpFIDOXDKpYXV/Fo/hHWl1ewv7PDTGEJillBzYd7yVBp8KGdwBPQAIXek1Bsq0MpsazyPC6x8rxTAn0WOEfEE5p9rJ/vKRGeDcV9Pxtgz2uCe1FAfX6jjBOHYo+miNa0QqVWQMhViEUdZgujaGlJUfTl0T/YifHxIVy7OoFPPr6Gzz/7BF98/gt88cUvTPkz1uULYD5j2xMw7R/jsy8+wqe//AC/+OUVfPz5JVz7ZAwT14YwPNGL3qEOtHVlkcpHEEloaGYEJRnsMxYDDYg114ZtmnUtgQKolj3sbR9gdXkdSw9XsLG6gXKxjHgsitbWHAqFFOKJMJyQhrmNOMeelgHLgGXAMmAZuCgG+Nvmolxbv5YBy4Bl4E1jgOriREimptggPwn5QB9PxpCnIGxpa0E2l4XSDtbXNvDwwUMszj/G2uN1HGwdolZkSqvmUhhyUtBMAdFJjc4MANSeD8X+JjTLPwWOBzj08UaCsf2UvSnOh4CUg9CeguNpODWC1hUEGu4RFMsKDi9uxFHIpuPo6mzF6NggPvzoCn71q8/w+9/+E/7ld7/Bv/z2t/g/z8Tv2Pc7/OGf/xm//dWX+OWnzAZevYyxoSF0t7Ujl0oi5rpcB9DkvXkdmxZMHgtUBVAsuxwTZuxuLYBfrOFgcw9r8g8NDxbxePExdnf24DoOCi0FdPV2osDMZTgZBUQQKtjjDAZss2XAMmAZsAycDwP6fNxYL5YBy4Bl4O1hgFrBJNSOIpaHbgdw4xrZfBptne3o6O4wbx+V7OEOH9gX55fw4O4iFqeXsTq/gYOVA9S2PQT79HL4Ejg4MeZkWeaerkvby0LmCl52/M89TmITvOq6Mucs7PMKHjRwKPYEtyfXKQEiKB0NhCJAPOkim0ugvTWH3o4O9Hd1n4mBzh70tXWjK9+G9mQBLbEcsqEkEkEEkaoLp6iguLZBM5aGVbSaMWreG3oPUDsBvM0aiitFbC1sYGn6IRbuz+HR3CK21jchbzfO5nLo6OpAO++7RCEDHQsBzHqazifvVtjDMvAeMmC3bBmwDFwgA/oCfVvXlgHLgGXg7WBAMUz5aRgGItkQWjsK6BnoQU9/D7M1LXC0i/XlTczdXcD9qVnM3JrH4v1lbCxsURgWUVqr1LFK+0yUUV4lVkooC1brtsSyAeslioWfAhEbbyLMnlbJ0Svv7xClVUGR3JEvclQ2OERx9YDiap/9B4SMIVZOo4jSWhFlwTrnr5dR2SC2iB1iv4zq4dmoSd9eCaUNgj7q3MraT+OQcRYlpifQiGf5EPuLe9ia28DSvUXM/zCD2dvTmL87i42lVXjlGjKpDLq7KT57upFldjCUjgFhDfCE4r1pT8uAZcAy8F4xYDf7czMgv25+7jXtepYBy4Bl4M1jgIkm8/DtAtFUCB09begb7sPgyCA6OroQ0hEcbpewygzPPB/sp2/P4f6tGUzfmjMCcXrqAcuEWGKmgVna2SmOoZCcNZjB7E1iahqzTdy8jxmWXxfTU5wvPt5A1GObfoX9cS+yHwH3M9vAHPl5cFM4Yz/bZtg/ffMepr+/hxna05i+eRczU+y7fR9zP1CAUYjN/zCLhTtzmP9xltlewUzdSv0U5u7MYvbODK/tNKZlLfoSO8OywS3GwZhMmW3S10SzbYZzZhnf3PccSzvDOB8whlVmm4s7h4i6EWYr29HX14fe/j4U2lsRSsWtGHzzfjrYiCwDlgHLwDvNwD9UEL7TzNrNWQYsA28kA6L7moEdJV+kUeCzh1ZFFFItcXQPdmB0chTDY0Po6OxAIhZHtVzGxto65uce4O6du7h96xamvr+JqRvEdUKswRTbBM02KZ/A9SncauLGreNys81YaX8BbtCPzDeQ8psExt6M6zrLLwRjN2Ma1szlPLFsn+Jep2hv0d6SNoMp3Pzu5lOYkmsh4Nipm1M4xk2Wb+Lm998f4ybLpyH9N9hOTPF6Hq93C7e+v4XbsjbtlFiucUviMtdsClMNa64vx/wwdRv3eK/Mzc5ieXkJxVIR8UQcncwIDo+PYmh8GB19nYjnE9AR/lp2eB/SyD9QmG9SPbpR2W5Py4BlwDJgGbAMnDMD8ivnnF1ad5aBZzJgGy0D/0AG6k/UgTxhN6Kot7ASEHI2rXS4gIqDD+ghtHTn0DvQjaGRPgwM9kD+TEEyFYVSHsqVAxwc7GB3bws7e5vY2RWwvCs4Lu/ubuMYHL8r2GXbWdhjn+Cs/pPtMk4gbWLfJJyMScovgsQuY5qW5Z0d7GyTL9rd3T3s7Qn2sbdft9K2y7azQR+7u9jmNdje2cbWNkG7w2uww/Zju8vrdwJ7XJN+6+vtcd1dgtasK5YxPNHPtj1pa0DGHexjv8h7pFxE2a9ChR0ksym0drWjZ6gf/aOD6BnuRaG7BbF8FDrBX8lhIOD9J3+qwtcBAvmAIexhGbAMWAYsA5aBi2OAv30uzrn1bBmwDLyvDLx5+w4gSk/ialoctUAOaRbIT0XJ0AgiQCStUejMYWh0ABOXRjExOYKh4T509bSjtTWPXC6NTDaBTCaJNJHJ1MuZTApZU0+xL41sVsZlkMlmkM1mn4PciT4pvxg54y/HeW8ecq8Um/CS4z4aNpMjp1nylyHYliHoL5/PIZ8rIJ/PIyfI5XgdcpAvZnkSnEu+05k00uk0kumUgZTTbM/kMsjkOObISrmOLNuPkauvw3XNerImy7K+IJcvmFik3ESOY/IFtrcW0NLegvauDvQN9mNkcgwTVy9h7MoE+nhPFbrz5nOrKkohGAZ8wgvRUhQGvBclQwh7WAYsA5YBy4Bl4AIZ4K+bC/RuXVsGLAOWgTeAgeAoBlF8RxVTOErASNdJyE9HPpQjAoQoCjPtaXT2tWNwpB9j48NGGI5fGsHYxDAxivFJikUKxnHCCEfa8Ut8+CfECiYujVNUNjHBch3jl+p24jXtT53/uusezXtO3D8lNpk7PjlBbhsw60ySe+JyHZOXyR0hY8+KZ4y8j02OY4xizID1ceLJ8c3r0rRc06xH/5cmYfxzTWOP2ut9dT+Mh+MmiHEDzpe4CBF/BpfHMcL7op9CsKOvA+m2FEIpB0YM8l7zNeAJnLqV+vG9a25X+2IZsAxYBiwDloFzZ4C/es7dp3VoGbAMWAbeSAbk4VrQDO5IDJ5skEb5ydgEH87BrI1KKoQLceS6C+ga6cHA5DBGroxh9No4xgUfUgAQEx9SPNCOG4xj7EPiI4L1UZZHWR4hRj8eg2BE7EdSHmddIGXBybLUzwDnjhGjbyiOYpN9vjTqe5e5Y8KVwRhGuEeDj8cx8mGj3uB0jG1jH0/A4CNaYrQB40P6WR8TcM4YMdrwW7fjOG3HuIbMHeO6Y0djua7sg20SyyjtGCG2CamPcfzIh6MY/mCEGMbQtUH0XupD+1AnMl05ROQtojH+C4TcX3L/sWhS1rQ8TbHZLPZNgo3FMmAZsAxYBt4tBvS7tR27G8uAZcAy8GwGTgrBk+X6aGmRb5QhlACQt+qZDI38lBQwg4MoRzOj4+QiiLYkEG9N1cFMT4LlBG28LQlBrD2Bk4i2xxHtIIyNIdJeR5Q22hGDsVI+QpRtL4EOGRNDjD7eRJh9mRglzhchxj03Qa7IV6yBSCf5op8I92m4a9io9B9xHSfnz0ICcY5pItaRgMwzsRm+z4iLa5w1JsJYokeIPZt/8d0WRYQIt0YRKkTgZENQSd5QEd5Lck8pWoInNG9Dh7efActSZ689LQP/SAbs2pYBy8B7wAB/K70Hu7RbtAxYBiwDZIDP2BCweOKUFkIygyIGwSdyWvn8lsendHkLnwhDM4F1OCzJg3yY9lUgAkDGixVEOb+J0/Vm+0vagOPeZBghzRhfxzb3JW/dNfNPcyX103jWWjJG2sW+CDJOIOPECqQskLJAyg0EtM04j6y0RQIEId5PTbgsi9rTtHK/8RaA3FNiG7egpjXwAyMQm8NkiIVlwDJgGbhYBqz395UBKwjf1ytv920ZeE8Y4PO1EYEn7dNbl16fzbR8Ag8oCH1anw/rIgrFCszDO9shkJ+eIgxDnCZWhKK0iT0J6WtAvj3yJHy2G9CHx/LrI4DnvpnwTVxgfC+Dxh5CtAIKKE9AQeWzbrgjV8aSr7ql6OIawWnwGgQNmG/sZL/vBDB8N9pBHwasHwl9tjXnGf/sM3VpPwmJg/ANGC/9e0/A51o1ogrfqSDQVQSKFhXeMFVAeQTvN5w62KRO4lS3rVoGLAOWAcuAZeBcGDjhRB5fTlRt0TJgGbAMvG8MyNN3Y8/yJA7Wm6AgFBEobx81CAIEzNwIIGNkvPwUpWiQcQbiSuadsEce2S5lkZ4GrIvQk1qrogAAAHhJREFU9OinLkADvGv2tfYGiinVhCc1IkAgPCGAcCRlgfxpBv9orMxhf2OML+ObeKIN9AGYa8prcJaVa3MSR+N4bZvX79n7kzgYN+MKCB8s+1X4fo33DxFQDIJ3AmOjq6dP3mf1Ro6pF+yrZcAyYBmwDFgGLoyB/w8AAP//rFeVQgAAAAZJREFUAwDjRtqWZARvLgAAAABJRU5ErkJggg==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8033" y="2056460"/>
            <a:ext cx="8236562" cy="57626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mist/columns-3.webp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QAElEQVR4Aezd6XLkOtgYZmDmyy0ksZ1UOYtd5T9JxXZ+JZX7vxp/55wZqRduwYsWpZZGS0vqhcszI4hsrsBDqAniZbN//Lt/+78Mr6Z/878N/66kf/Nv/7fhkP5DGR6ncfpbw3HZt+bPc/q///f/afhP/+k/D//lv/y/w3/5rx+n//p//3+DxEAdUAfUAXVAHVAH1AF1QB24XB34D//x/xj+3b/734d/W9Lh2mWe1xry7rhduA6Ua3rGjJ/Xgf/x3/yvw3//P/z74X/6n//j8H/95//n3b4O57HLncfYslUH1AF1QB1QB9QBdUAdeFkH/sN//D9rW/3f/Nv/9UvXcj+SfycLDMOQdvt92mw2KeW0gH+KQIAAAQIECBAgQGDeArvdLm23u9SXtvq8SyL3BAgQuKTA29vOOTo4hvT333+n6Pf4+fNf0o8fL9PPtzdgDgECBAgQIECAAAECZxQY6raifR4jX+3u+DMAPJRJkWKrNZXXKVJ9sepfOcdFUUpN06S733flguhnypnNqivFnAsv7wQIECBAgACBmQv0XZciANyVYc6HtvrMiyT7BAgQuKpAzjnlnFPX9bWvI256jyBwmVSmp8eUyr+cc/ntZ5YCMk2AAAECBAgQIDATgaG2y//5++/08+fPmnL+Wjv8x8sS92U7x+nl/NNf92XRSGWwoJ+cc4rY+/1mk379808tWRYErg5+ESAwHwE5JUCAAAEC8xcY0m4fn/7dzL8oSkCAAIEbCuRcOoLK/vu+S5vNfdput2no+xSfNBhTmV1eR29IjEkECMxJQF4JECBAgACBOQnk0ibfpk1pk383108B4OFH6h8+6TuUtv+YUpn6eopVX6YxO8sL/I4lG4fxKYMIAscnDnLOKZcg8GtpXN6QAAECBAhMREA2CBAgsACBoQQodun377sU7fIFFEgRCBAgcHOBvh/Sft+kzX0JAu92JeDblRSB4EjDzfMnAwQIECDwaQErECBAgMCMBOJJPHd3v9OvX79S27bfznlEcJ9tJAK/Eb4dm/bxOtKzhU56EVuJdNLCs1soDkR0NsWdsfHoudkVQIYJECBAgACBFQooMoGlCOTDBVHTlODEUsqkHAQIELi9QPRzxNMVIgicUi7vsUNNyT8CBAgQIEBgZgKyS4DAvASGdH9/l+7u7s+W7R9pKDHgSOMmy3h+SHXeON3wD4EIAkcA+O7+PvX9coPdfxTcBAIECBAgQIAAgfkJLCTH8VjSv/76K7Vtk8abVhdSNMUgQIDAJATatku7/b52QEW/xyHp85jEwZEJAgQIECBAgMApApaZnUDbtKX9vSl9Hd//5O9Y+BL9HUefhvlp1NgHAnF37N3dXTkw94LAH1iZTYAAAQIECBAgQOC7An//80+K76iM76X87rbWtL6yEiBA4DMCbXvogIonnmWdRJ+hsywBAgQIECBAgACBkwSGoU+HNKT4ytmmPuXs+7e6jzv/0ZeG/CFFLPhHKi/rvBjWVPaVS6oTn/2Kuz9fpnGBH2VkTGV0QT9D6Wk6TlG0CALvdrvU7Pfl5XOs4fEAjgfSkIk6oA6oA+qAOqAOqAPqgDrwVh0oDeo3f/alzR03X/b94ZGkw4u2ebx+c2UzCKxXQMkJfElgv9+l379/p6G8556ygUH/R2KgfaMOqAPqgDqgDqgD6oA6MNaB99rQsUzMj7Z2PPr5/v6+tCWfxxdj/ndSRGm/s751HwQiMh+PSOq6CIrHxEOnVIxNL8kRAQIECBAgQIAAgXkJDCXYG8HfeeVabgkQIHBrga/vv7ztpuiI2jfN1zdiTQIECBAgQIAAAQIEXhWI4G9fGt2/fv1O8UHTVxf6xsQSAC4/KdLTVuKTv0+vjJ0iMPR9iu8D3mw29UCNn0o4ZV3LELiqgJ0RIECAAAECBGYm0Je2dnzvb9xwObOsyy4BAgRmLRCfQfj777/Sfh9B4Hg16+KsL/NKTIAAAQIECBAgMEmBnH+knHOKG90vEfyNQv+IX3+m+BTrmP6ca8qfAnEZ1LVtigBwpPiEQiqR+/ITgzfTn1syhQABApcTsGUCBAgQIDAPgcPTdKJNHcHfeARpfOVKtLfnkX+5JECAwHIE2rZLf/31rymeeBbvy2M6lPDp/frw2m8CBKYiIB8ECBAgQIDAFASe2svRjn7K0ZD++fUrbbebp0lnHnsRABb0/Y5vBIHbtknb+ingtm5q+Og7cPpy8KU0MGCgDqgD6sCl64Dtq2PqgDowjzoQ7ed6rPrU913a7/dpv9uV8XKtkj2rqF5k+EWAAIErC0QQ+FfpoIpPJwzDkA6pT8PR+/VhvMyr0wx5qAPqgDpwwzrw8P7sGDgG6oA6oA7ctA4c9W8c2s/leJS2dLSp7+7uS/B3W2+yvFTT/kUAeNxN6VxJYxqnGZ4iUI5daiIIvN2leHZ3KlHhmPZWOmWbliFAgAABAgQIfE/A2gTmJVCa0KUZHRdGKe2229K+PtxcmbMA8LyOpNwSILAkgfg+4PokhrGDoxTu+P26vPRDgAABAgQI3FxABggQmJLA2F5OD23oCATHE862pa+j77oyOZa4TI7fCABfZmdr2Wocx839IXp/uUO3Fk3lJECAAAECBAgQ+JbADFeOMG9tU282abvbXfSCaIY8skyAAIGbCPR9l/7++++0b5oUfR1DX36XN+uccvrhBp3kHwECBAgQIEDg5gIyMDmBaCZHezkyln/kFJ/+jSedNc0+dX1/0f4OAeBQv0Dqhz7tdtvUlAujC2zeJgkQIECAAAECBAgsViDuiN2U4G/9tFnXLbac1yiYfRAgQOBcAjn/qMHfX7/+0ddxLlTbIUCAAAECBAgQWI1A9HVE3DA+/bvfN2cP/r6ELAHg8VHPMRxnl8lpTOM0w9cE4oC9lvp+SNvtLm0296kcxddWNY0AAQIECBAgQIAAgSOBIQ2pa7u02++S4O8RjFECXxOwFoGzC+ScU3RW/f71q35i4ew7sEECBAgQIECAAAECSxQo7ejNZpviu3/btk0/fvxIOeeaLlXcH5fasO0eBOKA/v3PP2nojwPsh3nX/22PBAgQIECAAAECBKYrMMTTREv27u83KR6LVEb9ECBAgMCXBC670m6/T/t4RP9ld2PrBAgQIECAAAECBBYhEH0cv3//TrvSho4C5XzZ4G/sQwA4FC6Ycs71gMZ3l11wNzZN4GMBSxAgQIAAAQIEpipQ2swl9puaZp/u7u5q+3mqWZUvAgQIEDgI/KodWNvDC7+nJSA3BAgQIECAAAECkxKI4G/95G/p/7hWxgSAryS93W59iuFK1nZDgMCfAqYQIECAAIE5CMQngOtXqMwhs/JIgACBlQvEpxj++edX6vpu5RKKT2BaAnJDgAABAgQITEsgnhJ8f3dXM5UfHv1cX1z4lwDwhYHH7weOTzP89de/pnh94V3aPAECBAgQOBYwToAAgekLlMhvPAbp77/+Sn0/aDNP/4jJIQECBKpABIH//vuf1HaCwBXELwIECNxWwN4JECBAYEICP378TPf392mz2aQx8Jvz4dHPOeeL51QA+OLEhx2UPq3Utl090IcpfhMgQIAAAQIELi1g+wTmIxDBXzdLzud4ySkBAgRGgbiB559/IgjcjpMMCRAgQIAAgasL2CEBAlMRiK+4SiXA+/v3r/Tr1++bZUsA+Mr08Z1m8TjoK+/W7ggQIECAAAECBNYmMJPy9kOf/tt/+2+pH4ZUL5Jmkm/ZJECAAIGDQM457ff7tNls63t5vJ9HOsz1mwABAgQIECBA4OICdjApgZxL+3i3q+3joe9vljcB4CvT9+Vg//r1K223myvv2e4IECBAgAABAgQITE/gr3/9K+1K4GB6OZt3juSeAAEC1xaITwK3TXPt3dofAQIECBAgQIAAgUkJxNPNfv/+ndq2ucqN7m8VXgD4LZkLTo8g8O/fdyUIfLg79r1dxV2z0vDsLmIePNQBdUAdUAfUAXVAHZhuHXivbXs878fPn+n33V391Njx9HE8LpheS+N8QwIE3hQwg8BVBcb36rZtUzz1rCvDyMB4ro7xSONrw+mewx0bx0YdUAfUAXVAHVAH1IHT60C0cV+maBvHh0Cb0ibuuj7F67fSy3XP/VoA+NyiJ26v67r0+/fvFMHgWGVIT//j9XmTrREgQIAAAQIECBCYjkA86jm+L3Kz2ZRW8HTyJScECBCYv8DtShAdW/FEh7i5ZwwC3y439kyAAAECBAgQIEDgugLRHo7g72Zzn0rk97o7f2VvAsCvoFxrUgSB//7779R2ber6Pg19CQKXFHdYXCsP9rMCAUUkQIAAAQIECExMIB4RGl+J0nfdxHImOwQIECDwHYHo9Nrvd+nu/i7F+He2Zd0vCFiFAAECBAgQIEDgJgJxo/t+v0/b3a60g0v89ya5eL5TAeDnHld/FRXi77//qbUhKkikq2fCDgkQWKyAghEgQIAAgUkI5JxSpJRS3Ox4v9mkru3qeJnkhwABAgQWJND3Q4rvA47+jgUVS1EITF5ABgkQIECAAIHbCcSN7pvtNg19f7tMvNizAPALkGu/zDmnpmnqd5+Nd8fGMDrGIl07P/ZHgAABAosRUBACBAhMSuDnjx+p7bp0f39fAgNbwd9JHR2ZIUCAwHkFIggcX3sVQWB9G+e1tTUCBAi8ImASAQIECNxQoGnbdFf6OuJJOFP6kKcA8A0rxfGuN5tNisDv8TTjBAgQIECAAIGvCViLwMQEhiHF90JGmzcCwF03nTtiJyYlOwQIEFiMQFs6wuI70ASBF3NIFYQAAQIEJikgUwQI3Frg7u4uRfA3boK8dV6O9y8AfKxxw/H4ePhff/1VPw0c2YhgcKQYlwgQIECAAAECBAicLDDBBfu+T/E40N1um7qum2AOZYkAAQIELiEQQeC4+SeGl9i+bRIgQIAAAQIEVi2g8DcViBjer9+/S/B3n/p+Sp/9PbAIAB8cbv47qkZ0hv3+9esxCHzzTMkAAQIECBAgQIAAgS8IDGlI8cjPoQyjnRuPQ9ptt7WdGxdIX9ikVU4UsBgBAgSmJJBzTs1+n+7v756yNZSzQ0lPE4wRIECAAAECBAgQmJFAtGVL+n13l+Jmx76/zVPOPhITAP5I6MrzIwh8d/c7DSdWmOhAkw4Xjxw4qAPqgDqgDqgD6oA6cPs6UAO/EfUtF0N9P9Q7Ye/LRVE8ArpMSjnnK7ew7Y7AagQUlMDkBOK83JX+jc1mm37/Ln0d5UQQp4jIaMyLFOORYly6/XncMXAM1AF1QB1QB9QBdUAdeL8ORL/Hdrer7duI6b3lFW3cWyYB4Fvqv7LvuBBqm7Z+R9orsz85yeIECBAgQIAAAQIEbiBQO/iHFBdBdyX4u9luayZyFvytEH4RIEDg7ALT32DcDBTnhDg3TD+3ckiAAAECBAgQIEDgdYG+79N2u3l95oSmCgBP6GCMWYkgcFwUxWPyXBiNKoafFrACAQIECBAgnwJ0ewAAEABJREFUQOBWAiXQ2/dDurv7XR/9mfMh8JvzYXirbNkvAQIECNxOIPo64hF5u90uxdkg0u1ys7A9Kw4BAgQIECBAgMBVBPq+q5/8bdv2Kvv7zk4EgL+jd8F1+75P8fxwQeALIts0gQULKBoBAgQIELi1QHzf493dfYoO/5xzyjnfOkv2T4AAAQI3Foib3Df39ykemRfnhxtnx+4JLEJAIQgQIECAAIHrCMTjnqOfo22b1PfTb80KAF+nXnxpL30JAt+VC6O4O/ZLG7ASAQIECKxRQJkJECBwW4Hh8Mnf+/tNEvK97aGwdwIECExNIALAbdel+CRw103/UxNT85MfAgQIvBDwkgABAgSuJDCkobZhm2afhhL8jXbtlXb95d0IAH+Z7jorduXC6O7uLsXwOnu0FwIECBAgQGC+AnJO4PYCd/d36fev3zUj+YfLjQrhFwECBAg8CkRnWds0abcrnWfD9D858ZhxIwQIECBAYFICMkOAwDUFmn2T9vtd6tou9aUNm/P0b3nXI3PNGvLFfUXw99evXymGX9yE1QgQIECAAAECBJYucOPyxaXPfrdL2+0upRlcCCX/CBAgQOBmAtFpdn9/l/75558Uj9C7WUbsmAABAgQIECAwRwF5vqpA0zQpbnbvuj5Ff0fO0QOSJv9PAHjyh+iQwWa/TxEEbluPSDqI+E2AAAECBAgQIDAlgfgM1++7uxSf6kpDvEplMPyRppTnJeVFWQgQIDA3gb4fUnzl1a9fv1PncdBzO3zyS4AAAQIECBBYjcDd3e/U7pvavzGFQp+aBwHgU6UutFw8+uiUFHfH7ksQ+O53qWhHQeCcc8r57XShbNssAQIECBAgQIAAgSqQ6+90+BRXUy6I4nVpn8ZAIkDgKgJ2QmDWAvGJis1mO+syyDwBAgQIECBAgMDyBOIG97/++te0j+BvKV7OYw9IeTGDHwHgGRykMYsRKN6VIPDvEgQehj4+UvGUxoXq0C8CBAgQIECAAAEC1xGIz/rGIzw3m01K5WIo53ldECX/CBAgMGuB+Wd+GIa0b/bJE8/mfyyVgAABAgQIECCwJIHfd7/TdjvfGxUFgGdYG/clCHx/d5+6vk99GmqKC6ZIMyyOLJ9bwPYIECBAgAABAlcSiPZnBH/jgihngd8rsdsNAQIEFiWQc05t09YnScQjoePcsqgCXrIwtk2AAAECBAgQIHBWgejZ6Psu3d/dpd1uX7YdU8pghj8CwDM8aJHl+IRF13WpxH8PKSYep2Eo00s6nmacAIHFCyggAQIECBC4lsAw9On371+zvhv2Wlb2Q4AAAQLvCwylDyMeBX1XOtr2+93svl/t/dKZS+AyArZKgAABAgQInF9gKEG3uMl9szt88jdnAeDzK9viqwJxURQpPv37919/pWYfdyBErLdUy3LBFPMixXcGxzIxLj234cFDHVAHFloHakeZsqnf6oA6cOk6EI3Uvu9TdNLvtrt4KREgQIAAgW8J5JxTzrk+Bvr+fpP2rwSBL31+s31tKHVAHZhRHXD9f9QP7rj521UH1IFz1YGubUtfx32KJ/D2XV/bpznnb7Vzb7myTwDfUv+b+44g7z+/fj0GgcfNlT/3FGl8bUiAAAECBAgsXUD5CFxPoD4K6f4ubTfbFO3R6+3ZnggQIEBgDQLxSeC3gsBrKL8yEiBAgACB9wXMJUDgUgLxyd/7+/vF9HUIAF+qplxpu/Hpi993v9N+d/j0RdzpUKK/Kcf/Gd+ZcCU+uyFAgAABAgQIzF/gyiW4v9/Uxz7Hl43kXFqdn0xXzq7dESBAgMBMBHJ+Oqe0bZvifBOfBJ5J9mWTAAECBAgQIHB5AXu4kMCQNpv7kjb1CQs557qfnHPK+SnViTP6JQA8o4P1Vlbbtkt39/dp//A46LeWM50AAQIECBAgQIDAdwW2203q+wj/fndL1j+HgG0QIEBgqQLxCL4IAsdwqWVULgIECBAgQIAAgdsLbDabw2Ofh6EGfG+fo9dz8NmpAsCfFZvo8m29O/YpCByfBI70UXZjGWmod3Vw4KAOqAPqgDqgDqgDa6gDH7UP35ofj+T813/919R1fV3kq1Z1Zb8IEDiHgG0QWITAeD55WZihTIjgb9zw3nXdojrjStH8ECBAgAABAgQI3FxgqE84i5sO4yuucs7PcjS2U98aPlt4gi8EgCd4UL6apaZp0v39fdo9PA76q9uxHgECBAgQIECAAIGXAr9//0oexflSxWsCBAjcSmAd+40gcHzl1d3v3ylufM/50CkXnXDrEFBKAgQIECBAgACBswvUJmUEf3fp7u4u9X2/yJsNBYDPXnNuu8G4IIovqu777rYZsffrC9gjAQIECBAgQOACAsPQp7///js1TVsuiH6UVK+ULrAnmyRAgAABAq8IlKDvvjnc8B5Po4gOumEYHp/k9coay5+khAQIECBAgAABAl8TiC6NIdUPUm4294sN/gbOj/glLUcgLoLigmi/b0qhSi0uv/0QILB8ASUkQIAAAQKXEvjnn19ps9lcavO2S4AAAQIE3hcowd4S7U1Ns384H0VfR6T3VzOXwFIFlIsAAQIECBD4hkBpW8ZTdOODlPEVVzlHRPgb25vwqgLAEz44X81aBIHv7n6n6Kzruvarm7EeAQIECMxDQC4JECDwKYFoK76Xxo3FMr9+xWOf9+nnz5/1k785L/fCaCy3IQECBAhMRyDORfF9bJGigy4eBx03JZV+uxITPgSBYxnp6RPRLFioA4uuA/W9zzF2jNUBdUAd+FodiFZufHhyt92mtl3+U3QFgOOILzDFxdB+v0+/f/9OgsALPMCKRIAAAQIEqoBfBC4nEO3I+/v7y+3AlgkQIECAwAkC0cE5LhYh3/i0xna7SUPfp+N54zKGBAgQIEBgmQJKRYDA9wSGFDGzuJlwV2Jn8bUi39ve9NcWAJ7+MfpWDpt9k+7u7lPb+iTwtyCtTIAAAQIECBCYmsCF8hOd6RH8jUciHX/yN+dcPwV8od3aLAECBAgQ+EMg56dzT875YX6u39m23W3rd7bFeethhgEBAgQIECBAYJkCSvVNgSE1TZviRsK2ab65rfmsLgA8n2P1pZzG3bHxiKT49IYg8JcIrUSAAAECBAgQWJHAkO7v79LGJ38nf8xlkAABAmsViIBv3w8lCLyvnXj9wyeBY7o01E9Fc+CgDqgD6oA6oA6oA+rAUx0Yg79NfPI3Hp87s4b0V7MrAPxVuRmtF0HgqNibzX29O/Y46znn+kmOnP8cjssNQ18uICQO6oA6oA6oA+qAOqAOLKEOjG28P4blIuj+flMCwJsU7cehvH4t/bGeCQQIXFvA/ggsUuC1c05MOy5svI4U0yLwu9/vHoPA6XD2KrPqWcyQhzqgDqgD6oA6oA6oA2uvA6Vfo22b2l5smib15XWpFI8/0a58Lz0uONMRAeCZHrjn2f74VVTs/W6fopK/tvRxJY/58fp4GOMSAQIECBAgQIDAMgWi7Xe/ieDvfYrxnPMyC6pUBAgQmL2AAsR5KlJIRB9efJdbPM6v7yPwG1MlAgQIECBAgACB9QpEf0aklJq2LcHfXY2L9X2/OhIB4BUd8ggC393dlcq+rx17UfS4aBoeP+E71Onj68MfhAuocJp0kjkCBAgQIECAwHcESu/5NoK/pZ04lPGcDxdK39mkdQkQIECAwCUEcs71KWbjtuO8FSludt/V7wReeB/GWHBDAgQIECBAgACBNwV+/vyZ2rZLcaNgfAI42os5H9qROT8N39zAQmYIAC/kQJ5ajK7r0q9fv9OmdPJFxY9HJJV+vhL4jS3EhdJQx2NaHYnJEgECkxWQMQIECBAg8C2B0ujbbLfp7v4+lVbgtzZlZQIECBAgcAuB6NCLG9j3+yYJAt/iCNjntQTshwABAgQIEDhBoPRz7Ha7FE+IaZp96rr1ffJ3VBIAHiVWNIwgcFT+3XaX4iIp57jj4QCQ84+U8+F1/pEPE/0mQIAAgSkKyBMBAgS+J1AuiqJNeH9/l4YhLoi0/b4Ham0CBAgQuIZAzrn2WxzvayjntOjfEAQ+VjFOgMCCBBSFAAECBE4RGFJqu7YGf9u2LfGv4Y924ymbWcoyP5ZSEOX4nEAEgXf7fWqatqw4lOSHAAECBAgQmI+AnBL4jsBQAr5DvSC6K8Hfvn5nYv7OBq1LgAABAgRuLvAUBN7Xc5zz280PiQwQIECAwFkEbIQAgVMF2q4r7cBdakrsq+/jRvdT11zmcgLAyzyuJ5UqgsDb7SY1TVOWf97pl/OPlEsqM/wQIECAAAECBAhMSeAbeRmGlLq2S/f39zX1Nfj7jQ1alQABAgQITEgggsBtOc9tN5v6nW+Hno7D7wllU1YIECBAgAABAqcJWOo0gdLXEW3AePRz2zapvDxtvYUv9WPh5VO8DwTiE8B3d/f1wiilp4uiYehTpOQfAQIECBAgQIDAggSGFN/5GwHgzt2wszyuMk2AAAECHwtEp1/c8L7dbUvfRrwq6zwMypgfAgQIECBAgACBBQnEJ38j+Ns0+/rY56UU7bvlEAD+ruDM1885p/gkcHQC3t3dpb7r6sVRfDpk6Ic0preKOc43fLJiwUIdUAfUAXVAHVAHJlkHSgNvs9mm3Xb72LTLOaecn6fHmUYIEJiagPwQWLXAUM5jp6QRKZ5ycX+/Sfv9LpVV6ydB4vw8zn85jHmSNpw6oA6oA+qAOqAOqAPTqQMv22t/vB5SOv7kb7T/jpf5qO14vOwSxwWAZ31Uz5f5vu/Tfrd7eBTg4dO/fVwhnW8XtkSAAAECBAgQIHAjgXJNlCL4u9lsagd4zoeg742yY7cECBAg8GkBK3xWIDr8oq8jzn3R3xGvP7sNyxMgQIAAAQIECExRIKfo3IhP/sbNfvHY567znb8vj5QA8EuRFb+OjsF9sy+dg5uqUPoF42+ojvs1QQFZIkCAAAECBAicIBBtvO12W9t4OZeLpBPWsQgBAgQIEFiKQHQGxtcfxCMB45w4fqpnVuWTWQIECBAgQIAAgQeB6NcY0m6/T9HXsd83Kdp7DzMNjgQEgI8wjKb6WKS4YyL+cMIj/pRiKBEgMC0BuSFAgAABAh8JDGlI8USXaNdFyjmXtt5Q00frmk+AAAECBJYkEF99td3u0hgEXlLZlGX5AkpIgAABAgQIPAnEU12iXbfdbutXfUQ772musWMBAeBjDeNVIJ78vK93T+xqp2FMdIdsKEgECBCYhIBMECBA4EOBEuatd8DGYy/jouh4hZzd4nfsYZwAAQIE1iHQtm3aHgWB9XOs47grJYGZC8g+AQIECBwLDKkEffdpt9ul+KqPlHLKOSf/XhcQAH7dZfVT+34of0i7+r3A8cmR1YMAIECAAAECkxCQCQKnCcQNfXFBFAHg4zVydmF07GGcAAECBNYl8BgE3u9T6T9cV+GVlgABAgRmJiC7BAg8EyiNt33TpO12m/quOzzO9tkCXrwUEAtc3XAAABAASURBVAB+KeL1o0AEgbe7Xbq/v09t19bp7pCtDH4RIECAAAECBK4vcOIeyzVRvSCKAHDOh8c+n7iqxQgQIECAwOIFIgh8v9nUm97jnKmfY/GHXAEJECBAgMD8BOT4uUBptB0Hf+NDi13f16+4ikdCP1/Yq1FAAHiUMHxVIP54mqZJm822BIG7V5cxkQABAgQIECBA4PYCQyr/h6G02zY1RY5yzh6HFBALSIpAgAABAucT6EuHYfRz7Pe7FB2IKac4ix7Gz7cbWyJAgAABAgQIEPimQOnmSPtmX290jxv5YnMRt4rhUtO5yiUAfC7JmW4n/lBOSfGHFR+tb+Oj9aWs7pAtCH4IECBAgAABAhMRKKHf+p2/d/f39aIoshVtvHEY42OKaRIBArMSkFkCBM4skPPhCRnb7a6cNzflHNql6FyM3URAOFKMSwQIECBAgAABAjcSiBv0hpSaEvy9v9+UYVMzUialnHNNdUL5NfZ3vByWWav+EQCe5eG/fqbjD6dpmnJhtPVJ4Ovz2yMBAgQIECBA4A+BCPqOqe+HtNtu6yd/h76vF0I55z/WMYEAAQIE5iYgv5cU6Ms5M4LA8bUJMR59H5fcn20TIECAAAECBAicIFD6M+LmvGa/P8Sk2oevKI2JJ6xukYOAAPDBwe8TBOJCqC1B4Lgwik8Cx50WJ6xmkXML2B4BAgQIECCweoEI/PYl6NuXjutm36b7+/v6SKSfP3+k/OPH6n0AECBAgACB9wSif+N4/r50LkaqD4IuHYsxPz4FHOl4uauP2yEBAgQIECBAYG0COZcm2ZD2+13aldQ0z4O/0U5bG8lXy6t36KtyK10vLn6acmEUnzDp2jYJAq+0Iij2zQTsmAABAgQIjAJx0dOXIPBuv0273bY+ujJnzfvRx5AAAQIECJwikHM8Djql/a50Mu725Xw6pNLteMqqliFwUQEbJ0CAAAECaxIYSmEPN7v3aVvaZdvttgSBm9o2K7P8fEFAD9EX0Na+SgSB9/Hc9c3huevxhxnTIr20iWnSkBgwUAfUgTPUAe8lg3qkHqkDQzr8j8BvKuPRWd22bfrhU78vm6FeEyBAgACBTwlE30Z8Cjg6G+MrsOJGq9iA9tfgOsR1iDpw/TrAnLk6oA6srg5E2yv6OqIttimxp67roymWcs6PqU7w62QBAeCTqSx4LFDef1N0NsYfYlwYHc8zToAAAQIECJxbwPYIpHLBU0K+pXe6LxdBXdel7XaXNttNinZZzj9Szjn5R4AAAQIECHxdIDoe46uvtrttapp9OceWE+/XN2dNAgQIECDwBQGrEFihQOnYiHbYbrdL8fTZvj8Ef1cocdYi/zjr1mxsVQI55xR/iBEEjrtko/DjnbExLhEgQIAAAQIECJxBoGyiNLvSjxLkrYHfckG0rY9C2pegr+Z84fFDgAABAgTOJhAh374fUvRzRIrOyLNt3IYIECBAgAABAu8JrHFeCf52JeC73WxS9HVEjClnN7ifoyroMTqH4sq3ERdDcVfGeGHkb3PlFULxCRAgQIAAgbMLlOuhtG+aFHfDNmUYgeDYSc65BIFzjEoLFVAsAgQIELiNQDx2MPo54usW4tyb4mQsHR5HwoGDOqAOqAPqgDqgDpypDsTNd9HXsdlua6Mv5/X2cVSAM/4SAD4j5to2FYHfKHMM4w6N+CRw/KHWv/t0+I6YmP9einWloVxHSuqBOqAOqAPqgDqwljrwXtvorXkR8I07YaMjuu/72nYYl33pNk43JEBg9gIKQIDABQVenj9fe13Pv7ttvQEr+j2ig/KtlKKz8p301nqml/7zcpw5cFAH1AF1QB1QB9ZYB4b6qd/o68g5P+vrKM0DP98UEAD+JuB1V5/23uJiKT4JvN1uUt/H2/VDfiMi/DBqQIAAAQIECBAgcKJAtKFKis7nuMkuPn0U7a1IJ27BYgQIECAwWwEZn4pAORWntm1TdEweumWnkjP5IECAAAECBAjMVyD6NrbbXQ0Ax3jOOeWc51ugCeZcAHiCB2WOWcr58IcZz2ffbrbp/v4+dV1bAsF9imnxBxxpjmWbTJ5lhAABAgQIEFiPQOltjjZUPPZ5U9pVzX7/eCdszod213owlJQAAQIECNxeIB4FfXcXfR3d5TNjDwQIECBAgACBhQpEj0bfd2l8ouxCizmJYgkAT+IwLCsTQxrq45Hi7o2+75dVOKUhcCMBuyVAgACBFQmU4G88SyU+8RufNopPHUUweEUCikqAAAECBCYnEOfmOCdHZ2XXCQJP7gAtKEOKQoAAAQIEliQQAd9IUab4kGBXgr8RO4onncXrnLNP/gbOBZIA8AVQ17rJnMc/1MMwOi3jwig6LoeHQHD8QUdaq5FyEyBA4AsCViFAYEUC0U6KYG9cCEUbqnYwP7Sxcj60sVbEoagECBAgQGByAnFujqeeRZ/HcebiHP5eOl7WOAECBN4QMJkAAQKLFPjx82d9Ymz0dWy32xTtqB8/hCcvfbAJX1p4hdvP+alzMi6M4nuB4w87LoRWyKHIBAgQIEDgGwJWXaNABH7jMZOepLLGo6/MBAgQIDAHgThHj52Xc8ivPBIgQIDAHATkkcAyBeIpKvv9LkXbKYZN0z4WNOf8OG7k/AICwOc3XfUWc8714/o5Pw3LhNS0TX0s9BgEjmGky2FF1Y50uT3YMgECBAgQIEDgXAKl6ZRqZ/Jmk+KCKC6Q0sPGc35qV+WcH6YaECBAgAABArcUqOft7aZ+guWW+Ugp+j4i3TYX9k6AAAECBAh8Q2DBq3ZtW4K/u9S2XRqOOzsWXOapFE0LcSpHYuH5iD/sptnXIHBcJC28uIpHgAABAgQIEHhfoDSO6s1wZRgLRvsonpqy3e1KINgVUZisPSk/AQIECExfoO+H0qF5CALX83rJcgwjlVE/BAgQIECAAIFVCkRbKFLTNCn6OdoSBF4lxImFvtRiAsCXkl3JduOP+NQUF0bxiZbNZpNO/YM/ddvDkNPzNJTXkV5O9/q5Ew8e6oA6oA6oA+rA9etAaaOUtmK0c+L7fruuTff3mxSPfi6T60/MeyvVBfwiQGDJAspGgMCMBKKv4/7+PkVfR993jzkfz+OPEz4YGZf/ePiy7VbaFUOkl9O9Hv7oK2LCRB1QB9QBdUAd+EwdeHrSSIQSX0t/NnDGtkzEgrbb02NBf27JlO8KxBH77jasf3GB5exgGFIN/sbz3k8NAi+n9EpCgAABAgQIEBgFoqN2SNFRHHfD7na7VJpJKec8LmBIgAABAqsUUOg5CkRHZ5zLt9td6rt4vGGc1edYEnkmQIAAAQIECHxdINpEsXbT7NN+ty99HtpE4XGrJAB8K/mV77crF0Sbzf0nvivnk52hQ1k+0hKclYEAAQIECBBYlEBcEMWnhdqmqZ/67dou/fhxaJbnXNowiyqtwhAgQIAAgeUL5JzrTVxNObdvttva1zEMfS34MAz1CWX1xUe/6vxcf5/8K/o+Ip28ggUJECBAgAABAqcJjO2Yt4bHWzks06dtaQttt7vU9Ye20PEyxq8rcOhpuu4+7Y1AFYiOz3gEQFwg1Qnv/vrkBVAeUoqU/CMwbwG5J0CAAIFlCcSngqLtUz8ltNulXb0jtq+dxjl/sr2zLBqlIUCAAAECsxbI+XAejxved6XjMz71MjwEgT9XsMN2Tl4n+j4inbyCBacqIF8ECBAgQGBuAsPDjW4xjLxHH0f0d/SCv8Fx8yQAfPNDsO4M9P2Q4pPAmz++Fziq5nEKp/H18fjDtGd3u/axgESAAIG5C8g/AQILE/j582fqy0VQs9+n+PTveIGU8yc7ehfmojgECBAgQGBpAkMpUNzwtd83aXgIAg8PHaRl1oufh36NNA5j9mvjD9P0fwSQRGBpAspDgACB2QkMpX8j2jfRzxE3u9/f36fdblvLkbN+jgpx41/RerxxFux+7QLlGqg+/nDzqUdCf6QWQeBIHy1nPgECBAgQmKKAPC1JIC6Ihn5Iu2184ndXgsDRLXwoYc4uig4SfhMgQIAAgWUJ9KWzI276ik8CR8fo5UoXfR+RLrcHWyZAgACBSwrYNoF5CwxDn3bxhLPtIfg779IsK/cCwMs6nrMuTR8do7tt/a6clJ46Rk8qlMcdncRkIQIECBAgQOC6AkPp/B36Pu2bfX3qSXwHzlDaOdHSyTnXRz//kSMTCBAgQIAAgUUIRBA42gDbo6ee1bZBaR98uYD6P75MZ0UCBAgQIDA5gYlnaCgxm9dSfcJZac/s9/saz2naNv34+bOU5tDPkfNhWCb4uaGAAPAN8e36T4Gui7tFHoLA5Q3kzyVMIUCAAAECBAhMX6B27pbAbyrtmbgQ2u92KTqBp59zOby1gP0TIECAwLIESlMgtV1XPxnTls7RsXS1rVBmxnCcZkiAAAECBAgQmJZA3L7+lIahL90cfYqnnNSvu9jtUwSBh9KmyVnQ97PH7tLLCwBfWtj2Py3QlSDwdnOfNpu71PdtWX98lFEMI5VJKYbxZtOVN5ySSgfrMJRhTUOZNqZxmuGTDwsW6oA6oA6oA+rApetAKm2VoaTtblM6fDepL22UXD+xE+2X4ait8ud4tHQkAgRWKaDQBAgsVCDnnPrSbxGPR9xut6nr2toWOBQ32gZdGT30c5SR8vPn+GPbpWzncbx0tg6PSfvuyYUFC3VAHVAH1AF14Bx1IEU/xkMaSh9HpK7EbDbb+xL43aa+BoSTp5ulaf4TAJ7mcXnI1XoHfbmA2TdN6TDdpbhIKldGjxhxcfP4wggBAgQIECBAYCIC0UaJlFK5JCqds9HJGymyl3OOgUSAAAECBN4QMHkNAtFOiE8BR/ugaw9B4Jj2vOzxKZvnU7wiQIAAAQIECNxS4NBeGVK0X5pmn5oSuzlMS4K/abr/BICne2zkrAjEG8n9/X3a7bep77oaDI43ljGVRQ4/cRfKYWw5v5WEAAECBAgQmI1AtE3iprXo1I32Swy70nb58ePQ3M4514uinPNsyiSjBAgQIECAwHkEop0QW4phpL7rSz/HLo2PTEwx8zF9EADW//EoZYQAAQIECBC4vEBtu/R9abc0aV+Cv23blf6Nw35z1sdxkJjm70OP1DTzJlcEqkB0psbdsZttCQKXN5r4VE2d4ReBBQsoGgECBAjMTyACvm3bpujMjbZLtGFyzuXCKM+vMHJMgAABAgQIXEwgQrx9P9Q2Q7Qb+trXcbHd2fDEBWSPAAECBAhMVSCCv/F01ujraJsm9aX9csirfo6Dw7R/CwBP+/jI3ZFAdKrGhdFQrpTqG8/RPKMECBBYkICiECAwM4GfP3+maKfEBVHXtfWCaBjiu/tSuU4qDZeZlUd2CRAgQIAAgesJtG1TA8G9IPD10O2JwHQE5IQAAQKTFYh+jUjb3a4+8jm+tjPnXG9yz/kwnGzmZawKCABXBr/mIhAdq/GJmq7rdKjO5aDJJwECBAh8QsCicxIYhqG2R3bDZTncAAAQAElEQVTbbYp0aJ+MQd88p6LIKwECBAgQIHAjgdKcSBEEbvb79DIIHG2NG2XLbgkQIEDg4gJ2QGC6AtEGiTbKbrevN6rF65z1c0z3iL2eMwHg111MnbBABIH3+93jG89/99/9y4RzK2sECBAgQIDAEgXi4ic6aePpJJvNJnVHn9rJOdc7Yj9dbisQIECAAAECqxSIDtamadJ2u03NQyA42hnR3hjTKmEUmgABAgQILFVgouWKJ5xF/CU+hLfZ3Kdon4xZjTbJOJ6zfo/RYspDAeApHx15e1Og6/oUF0XR6Rp3oby5oBkECBAgQIAAgTMJDEOfxlRG0nhRFI9BOtMubGbFAopOgAABAusWiC+NiKeJ7EoAOALBfdetG0TpCRAgQIAAgasJHPo6hvp0s3jC2X6/q30ekYGccwykMwpca1MCwNeStp+zC8TFUftwh2x0wJ59BzZIgAABAgQIEHgQGIZ43HNKQz+kvqTtbpt2JcX0nN+/GIpljtPDJg0IECAwChgSILACgeO2wHvjfd+Xtkaftg/ftzeU1yvgUUQCBAgQIEDgRgJjuyQ+bLepTzjrUukCSTn/SDnnmsasjcuOw3G64TQFfkwzW2vPlfKfKhBB4Lg42pULo0MQOKacurblCBAgQIAAAQKnC3Rtm9quTXEn7G63ryvmnOvQLwIECBAg8DUBaxH4UyD6OSJFX8e+aZIg8J9GphAgQIAAAQJfF3gK4A4pxpumTdHuOERX8rOg79f3Ys1bCwgA3/oI2P9ZBOJNKt6gIsUjk1I6vFWdZePX3oj9ESBAgAABApMSiO/AifZFUwLAcUds23b1YijuiJ1URmWGAAECBAgQmJfACbmN794TBD4ByiIECBAgQIDASQIRS4kbzdrSxxHtjBhGyjnX9XPOtc8j51xf+zVfAQHg+R47OX8hEG9c9U6V7TbFMOmVfSHk5RwE5JEAAQIEbi8QbYrjFN9/EymCwNG8iHk553pBdPvcygEBAgQIECCwZIFod0Tn7L7Zp77vjoo6lG4PN78fgcxuVIYJECBAgMAtBHLOtQ0RfRxxk/u2xFMiIJyzfo5bHI9L7lMA+JK6tn0Tgb70zMajGbe7Xbk46m+SBzslQIDAFwSsQoDAlQSGoS8XO6+nvuvKvKG0IboU43ExdPgOnKc2Rc6Hi6Kcnw+vlH27IUCAAAECBFYmMNR+jiZtt7sUbZPopO37obZZhnfaNea93t7jwmUCdaD8/ToOjoM6oA5cuw4Mpa+jrymCv4cUfR2HG8qG0t5YWRNr8cUVAF78IV5nAeO9Kh5b8OcjoYfSwDq8oa1TRqkJECBAYJoCcjUNgZxSCeoOfZ+6rk9N1x59B07yjwABAgQIECBwU4HoqI0b3qOvoy/tldLBcdP82DkBAgQIfEXAOgRuIxA3uTfNPm2323pDWbQrDjkpfSGHEb8XJiAAvLADqjjPBeJNLC6M9vumdOR2qXeHbLk+7CV3SKsD6oA6oA6sug48by2Mr3L6l3/5l9JW6OuFUNxI1jVtiQcfLoRyPgzHpc86tDECBAgQIECAwIkCccN79HU0TZPi9vah9nOk0raTwkZSD9QBdUAdUAcmXQfKyfs2+RtS07apbbsaJ/Fp3xMbXjNfTAB45gdQ9j8W6Ps+Nft96czd1Te3j9ewBAECBAgQILAmgUPH6ZCaZl8uhpoaBI72Q7kuqwHgnAV/11Qfrl1W+yNAgAABAp8ViE7btnTi7ktfR1f6POJ1JFHg0nq7Ta+6aAt3dUAdUAfUgcnUgWddGOW4DKWtsH/8gFx8OKycLz/b+LD8WQSuvREB4GuL299ZBeIC55TUlze6vutrELhpomPXm9xZD4SNESBAgACBmQqUJkIayv/4JM22fq9ek447UqOdMdOiyTYBAtMXkEMCBAh8SyCCwNvtNt3f33/7hvf8IyeJgTqgDqgD6oA6MP86EP0cYwMjPvW73e1S17Zp7N/IuZTxRRqXN1yWgADwpI6nzFxSoAaB+6EEgffpMQgsDnxJctsmQIAAAQITFsipxH3rBVDXdqVtcGgfTDjDskaAAAECixJQGALnFdiXzt2266J5k1Lp1E3+ESBAgAABAqsUiCea7ZvDd/02ZRivIzaySoyVF1oAeOUVYK3Fb5rm8GXnZRh3vhzfFXMzEzsmQIAAAQIEriCQS9C3xH7Lyf+4PdCWIPDYV5pzCQ5fISd2QYAAAQIECKxU4ALFjvvbIwi8j8dCx6d8LrAPmyRAgAABAgSmLVC6OlJb2gHNbl+HfT+UPpBoJRz6Qaade7k7t4AA8LlFbW82An199v0+bTbbFI99rBkv74XxJlnH/SJwRQG7IkCAAIHLC8Q5Ps75cTG02+3SLjpIuy5Fm+Cwd4Hfg4PfBAgQIECAwBwFSpdG7eyNNk60d+L1HMux9DwrHwECBAgQOJdA9HM8paE+/bQrAWBtgHMJz3s7AsDzPn5yfwaB6PSNO2Tbtkv90KchUtwZI6WBAQN14Bp1wD7UM3XgGnWgXP0M5aoozvt9X875JfAbzYicc8r5eYrpEgECBAgQIEBgrgLR5mn2+xQ3vB0eCz2U/o5DeqtMwzXaY/ah3a8OqAPqgDqgDpytDnTdIZbRl/6NuNl9u93VG8FK94d+jrcaPCubLgC8sgOuuK8LRGdw0+xTV4LA8cb5+lKmEiBAgACBcwvY3jUEhjTUi6A41zdNU8/3cUF0jX3bBwECBAgQIEDgFgLR1onO4LjhvWnaFEHhW+TDPgkQIEBgFDAkcEaBnOvG4lx/iG2Uvo4SCHa+ryx+PQgIAD9AGBCIwG9b3iTbtk0xJEKAAAECBAjMWyACv/0wpK7rUwR+o/MzLoyiQzRKlnP+467YnHPMuk6yFwIECBAgQIDAhQWiIzjaQdHXEbuKtlC0j2JcIkCAAAECBK4kcIbdRF9G9HPUYenraNsmtW2X2q5NcX7POdc+jthVzofxnN8fxrLScgUEgJd7bJXsCwLxRhmpafbljbNLcVEUF0sxjHR4g336HdM+Sk9LGyNAgAABAgQuLTCe/mM/fT+keBRSnNfjrtg4p4/zDQncWsD+CRAgQIDANQXatq03xPV9//Rp4NIpfM082BcBAgQIECDwNYGIQUSfRl/6OaJ/I77qYb9vUozHtK9t1VrXErjVfgSAbyVvv5MUiDfRSPGmGd+Vs9/v6ptoTCtXSDXPOR/92QxDqtNfG5alXUsVBD8ECBAgQODKAkMaUpzLu+joLCkuiCILOecYlFP38G6qC/lFgACBywnYMgECBK4ukHOu/Rv90Jd2UkllGH0dpVWU+ujTuHqO7JAAAQIECBA4RSDO1aUTo/yUsXojV19v6hrXrefzci7/ynDchuEyBY4iWcss4DxKJZdTFei6Pu33+3qRlMrFUk7lf07xu6ZUpr2ZUkrZfwIECBAgQOA6AnGD1pDqOTse9Rzn7/ikyyH4m5N/BAgQIEBgGgJyQeC2AtHPEW2k3W7/0N/R3zZD9k6AAAECBAi8KVBCvqne4F4Cv13fpS6GXZdK98eb65hBYBQQAB4lDAm8IRBvpm3TpPhEcFM/RdSXN9ghne0O2Tf2azIBAgQIECBwgkDO9bwcd7rGeToCv005b/floijO4TnnlPMhnbA1ixAgQIAAAQIELidw4y1HeynaSHGDXAwjEBwpshV9HJFiXCJAgAABAgRuLxDn5f7hkc9x7o6nnMWwL/0dOevnuP0Rmn4OBICnf4zkcAIC0YEcb6xNs693yA4xYQL5koX5CygBAQIECHxPIC5+mhLw3W63qYmndpQLoe9t0doECBAgQIAAgeUKRBD4uHSHttQ+9X2XhrEdVTqVo9tjSPH7eGnj3xGwLgECBAgQOEmgnIcPwd++PuUsztWR+hIMjvO42MRJihYqAgLABcEPgVMF4s013mx3pZM5hqeuZzkCBAi8ImASAQLfFIguyfjUStuWDstyko7X39yk1QkQIECAAAECixXI+fBpoZzzszJGW6qmEgSOvo6+BIIjGDyUjubaAV3aWc9W8IIAgc8KWJ4AAQIfC5Tz85CGelNW27YpUte1aRh8XcPHeJZ4TUAA+DUV0wh8IBAXQOMjJgcXQh9omU2AAAECfwqY8iWBcjEU60WgdzwXd10Xk2rKOdfHPdcXfhEgQIAAAQIECJwsEEHfvu3Sbn948llb2ljR3iq9zidvw4IECBAg8JqAaQROE4j+jXjCWcQdYryem/vBqfg0Pku9IiAA/AqKSQROFYi7cOINua134kR39KlrvlzOn+JLEa8JECBAgMAzgRLc/fEjp67v075+JcOuPgrpeJmcDwHgnL83PN7mRcZtlAABAgQIECBwI4GcX28nRXaiVyNuch9Ke+v4ewZjnkSAAAECBAh8QeCDVUp4Nx1Sqp/4bduu9HX06RD89cnfD/jM/kBA1OkDILMJfCQQb8bNvklN6Yxu2zbFxdJH6zyfnx9ejsOHlwYECBAgQIBAvRCKT58MQ5/25Xy73+9SU4Zd13/hnAuUwO0F5IAAAQIECExZIOdc2l/pkEr7K26+i/xGcDjVeUOKtllMkwgQIECAAIHvCfT9UAO++/2+DJ+ecDZ46uj3YCey9q2zIQB86yNg/4sRiI7opolAcJP6/nB3TlwURfqzkPGn9yP1Qy4plRQXUDGM1zE+pngtHZw4cFAH1AF1YD11YDwPDiXIW86i5cIngr5NuSAqo6Xv8emmqbgoOncqe/RDgACBSwjYJgECBG4m8KX2Uj+k6N/YbDZpt9vVTyZFWywKEX0dkWL8lNTX/g/teQ7qgDqgDqgD66oDr50j46aqtuvSvsQS4lHPXdc+C/7mnGu/R875tdVNI3CyQEShTl7YgucWsL0lCnTlzTsCwXGRtMTyKRMBAgQIELiGQFznxOMH+75LTdvW9JlOxmvk0T4IECBAgMDpApYkMD+BaHuNfRu1r2O/rx3UEUz+XGl0YH/Oy9IECBAgsEiB0tER59Z4imjED5pmn5oSBG7bp0/+LrLcCnUzAQHgm9Hb8ZIF4gIpHtsQb+DD0Kd4Yx/SUIcxXsv+7NfLP8V4HenZQl4QIECAAIHFC9TuwSGlvutT3BEbF0J952Jo8QdeAQkQIECAwJIFFlK26M9oSmd127Yp+j3iUS0xLdKfRYw+jTHVFt6fi5hCgAABAgTWIFACv0PEBvqu9HMcPu0b59HxqRqvEeSc66eAX5tnGoFTBaIlduqyliNA4BMCQ3kHj4ui/W6f2rZJXdzJU6Z9YhMWXbCAohEgQIDAc4EcL0vgt366pJw341FIEfitF0VlXs7ZxU9x8EOAAAECBAgQuKVAdGtEX0d8NUfcrBd9H3/mJx9NivFIR5NWNqq4BAgQILBugdrP0TQpPjAWMYLo5wiRnJ0fw0G6nIAA8OVsbZlAFSh92SUA3KWu7w6Pr+zjE8FdGlJ8mim+K3hMdfHyy59lQfBDYMkCykaAwJFAvdwpPYnlJ8Xjyj/URQAAEABJREFUntu2q5/+jc7EOIceLWqUAAECBAgQIEBgIgLxqd9m7Mzuos+jL/0cKR2+23LMZLT0xjROMySwKgGFJUBg5QLRt9G27SE+0PUpgr+RVs6i+FcSEGm6ErTdEOj7ob7Bxxt+XCTFoy3jJp+4FKo60fP9MtUZfhEgQIDAcgSUpAqU811cBPV9n8Y7YXf73eFu2L4rnYdCv9XJLwIECBAgQIDAxAWiPRefaIp+jnj6WbTxJp5l2SNAgMCVBOxmjQJD6eeIc+OY4ulm0e8xWjhPjhKG1xAQAL6Gsn2sWmB8U49hpPHNPx6V1Jeg8PG0uIN2TLXru3SQrxpP4QkQIEBgcQLjeS8ugOIRzzHsHi6QUs7lJy+uzI8FMkKAAAECBAgQWKhAtOn2+6fHW0b7bhj61A9dTSlFF2SkhQIoFgECBAisUyD67x9SX/o2uq5P8Zjnru1S27Qppo0wOefa55FzHicZEriogJbXRXltnMDrAkM5KUSn936/r4+F7rpyMijTYvrxGjUIfDzBOAECBAgQmKvAw3kuznVxs1PcFds9PC4wipSzC6BwkJYroGQECBAgQGANAtHR3TT7+mSXtrT14nW0/9ZQdmUkQIAAgfUJRP9GnOtqque9rn4VZHwdZD/0yTlwfXUiSjyVJAA8lSMhH4sWiDf6l6kvHeFxYohHQvclADz0bTHoH1J6PDnEemXiqz8xTxqqFQcO6oA6oA5MvA6UM1kN+rZtGvrDJ0GGdDjvDUOXnqehvH47lU35IUCAwJwE5JUAAQIrEiid3aWNF23z6O+IG/5ifGzrfRXisI2324fms1EH1AF1QB24Zh3o49O+pX+jL336Xdekttunfij9HaV/I5Xz4JiGEgM4Tm+dB4+XOR5/a3nTCZwiIAB8itLZl7FBAs8F+nIiqKl2iPcpTiCl57v8+AzwcymvCBAgQGBuAuPneuMCJh4F2PdDPc/15WIppkWaW5nklwABAgQInC5gSQIrFyj9HUNp942B4NAY24cxLhEgQIAAgTkJRB9GTUd9G9HX0cWjn0uKPv46P85/Jc2pbPK6PAEB4OUdUyWausAb+YuO8HqiaNp0uGuoEQB+w8pkAgQIEJi+QHTsHS56UjmvdalpmtTF3bFDl/ohPvk7/TLIIQECBAgQIEDgWwKrXrkvfRpdauNTUW1pB3ZdqkHgEgyO/vBDO9FN76uuIgpPgACBmQnUc1c5j/XlnNbHB7livKSYPrOiyO5KBASAV3KgFXMeAnGy6MuV0CEYXDrIywlkHjmXy1MFLEeAAIElC8R5rKZy/mrLBVHbtGm326VmvysdfvsS+G1rR+CSDZSNAAECBAgQIEDguUA/RDB4SNFhvtvt077Zl7Zhl4bSZoyUSj/I4xoxHmmcEOORxtczGsoqAQIECCxHIPo64nzV15vau9K/0aVyZiuT3My0nKO8vJIIAC/vmCrRggTi+3L2peM8hkNc8DykGJeGeoLlwGFGdUCdLe9hjteC/2bj8Ucl6Buf8o3gb3Tw1c6++O6bPKSc02NK/hEgQIAAAQIECKxCIOdc2oC5lnUov0trOEXQN9qMXdeneGxmX64T4kb4uFao4+V1jEd6+TqmSUNiMHkDx+jo71h9VV9nXwfG/o6urTcwdX1Tgr9dStnTzZJ/kxYQAJ704ZE5AinFxU48NnO/j7tkm9S0bRrKSYcNAQIECMxJYKF5LRf1qaRh6Mv5qqRyforz1hDTHopc+vzKWOnue3ZhFBdJkcosPwQIECBAgAABAqsRyDmXTvNUU1/akMPDp4CHh/FoWwbGUNqTMZQIECAwPwE5XpRAOR/F+aqv/R19OX+VwG/c6P5YyOjbiPQ4wQiByQgIAE/mUMgIgfcF+nJRFN+XE58GjmFduvSnl7NOHfWLAAECBAhcVSAuguq5qU9dvQu2SV3fpL5vSyoXRWX+mJ/8I6ecf6Y6LOPj9NUMFZQAAQIECBAgQOAPgQjytl2Xaj9H25U2ZbQr+9qWjEBwzP9jJRMIECBAgMAlBaIvIx7zXPo32naf4jzVxTmqj/NUCf7W/vh3wmqXzJttE/ikgJr6STCLE5iCQFs62tumSXH30RB3HMWJaQoZkwcCBAgQWI3AkMr/cv4Z4tMaZRif4xjqcDUECkrgJAELESBAgAABAu8LRF96X9qRfWlXRhr6QxB4KK8jvb+2uQQIECBA4HwCXQR6y3lov29SvUGp6w598OU8Ff0e59uTLS1RYGplEgCe2hGRHwLPBOLxEa+ntmtSF6ltUoynoStrvly2TPJDgAABAgTOJRAXPCX18X1tbbkIKhdFfTn/DGXakPqUc+2+K3vr01Cnd2U4pKHPJY3DXOZHEzRSGfVDgACB5QooGQECBFYrUNuH0UZ8TNEu/DOl0oaMdmMMI8X4kA7LpRRty9KGLO3KVJZ7P71PPfRlO9JDm5yF+qAOqAPLqQPvv/u/P/e4HqRyvorzTD0PDX1dMefov4jxvvZ35Bz9GJFSGmo/R8yP15HqKn4RmJSAmnnVw2FnBM4sUE5McVEVj4dumqYEhOMiqT/zTmyOAAECBAgUgXLOiXNN3AXbtOWcU4O/5aKxTC9z/RAgQIAAAQLPBLwgQOCzAtG/UVMJ1EY/x+FrRtqymWhzlr6OaHdGKlP8ECBAgACB8wgMqe+7FJ/2jT6Pw/mnTzlHcPc8e7AVArcSEAC+lbz9rk/gAiU+3At72HCMH05QXQ0EJxdFBxi/CRAgQODrAnEuKSnOL3Ex1JfxoX4S48Umc18n5B85Raov/vil2fkHiQkECBAgQIDAMgWU6ssCOecUbc5IXTx1pqS2aWs/R1/aoZEiSPzlHViRAAECBAgUgWHoU/R1dF3pS+/71JUUr0u3R5l76OMoI2/86N94A8bkiQmoqRM7ILJD4FsC5Qw1PNwp23aHC6ShnLzKNdK3Nmvl7wvYAgECBGYnUC6G4u7X+onfeMpEnE8eCxEXQ2N6nGiEAAECBAgQIECAwFkEhujfeEgRDB5KX0fXdimGhw760hYt89OYzrLX82zEVggQIEBgYgLjuaIM4/wSX6XYNvvUdvsS+G3LqSS+WjE+XjWxfMsOgW8KCAB/E9DqBKYkEBdFkeJE1sfFUdel+MRWpKF03A9lWqQxzzEuDYkBgwvXAXXs4b2H89T/1vo0DKVTraSU+tR2TerL+JDiQqh0sJVpMf2QxjNJDMu84aFJGcNIMVkiQIAAAQIECBAg8AWBnHN99GbOh2Fsoi+d9n3p1+hLP0ekZ5/YSkNpx/YprjdiWYnADQXsmgCBCQnEeSFSnEO6rk9d16a22aXdfl/6O14GfI9fP/RxTKgsskLgKwJq8lfUrENgRgJx6uqHvnTkd+XE1tdUro1mVAJZJUCAwJwFpp73oZwSSooOtUjRqVZS2zblwqgEdt/Mfswb08NCccJ5GDUgQIAAAQIECBAgcAmBaHLWFDeZlr6OIVIZ70sqrdqUSpu2pkvs3DYJECDwroCZkxCoJ4nyK84HJUNxboggcJwvoo+8r9PH/ozjYVnYD4GFCQgAL+yAKs66BXJ+ujv2pcRQTm5xl2yk8RPBL5fxmgABAgTWIlAugUpnWe0oKwHfru9SnB/6rj8MSwdazodzSs6vDB++6ze+7zfSQS2alWM6TFn9bwAECBAgQIAAAQJfEsj5lTZomTZuLDrwD5/m6lP0cRzasl29ibEr7dyhtHEj1WBw6Q8Z1zMkQIAAgQULlPf7Ic4BZXg4R7TlvNClvvR5jN/xe3rpP9m/cfqGLUngagJRi6+2MzsiQOC2AkPZfaS+nAjrBVIZxkkxpTI1v0gxrSzvhwABAgSWJHB4rx/KxdAhlYBvdI7F61LMobz3lyXKmB8CBL4rYH0CBAgQIEDgegLRhu1Lm7aPfo64qbG0cfuSui6Cwl2JA/c1XS9H9kSAAAEClxUo7/ylP3uI9/3HNJRgb6Q+xfmgL+eFIdJlM2LrBNJUCQSAp3pk5IvACQL1BBYnsTdTXOS8kVKf2naf2q6paSgnyhoILp3/dVhOoHX4Tj5iHamvF5EcOKgD6sAc6kA/RAdYWy6EupqG8noo54M6jPEhl/e0SEMZvpP6ssxxejwPdWW9+M7gd04eZhEgQGD5AkpIgAABAp8UGB7bk++0QY+Webn5aM+mo3Zt35c2b0lDKu3TMn1cfih9H5HG16cOYx2pL219ST1QB9SB69aB19+nD8HfNPZjl2GcB/ro1yjv+3VYzhmHdSO/0U8Rj3s+TEkpwmIv0zhvHMbykcbXhgTmJxC1fH65nl2OZZjA9ASGh5NgDOOu2KZp6iMx4nW53IrTZko5+UeAAAECCxCIt/xIh6KUd/k+LoD6EgQu408zDrP9JkCAAAECBL4hYFUCBG4lUPszStu2P0rxCNChH1I8+jPm3ypv9kuAAAEC5xEovRil3zpCv4exYehT9G2Paaj9HWVeORcMD+k8e7YVAvMTEACe3zGT47kJzCi/caKMxyPFd+cM5QKppnISnVERZJUAAQIEjgTKtU6KC56+vJf3fZf6+ji8IfVlRvk5WtIoAQIECBAgQIDAtwVsYJICfW0LPwQISiO4/JQ2cl9TOuHpZ5MslEwRIEBghQJDCf0OJcAbfdfRv9G1XYoUr+OGn+jbHlboosgE3hIQAH5LxnQCKxYYSvC3XAnVAEFfroz6+rikOH2OacU4nyy6xQkQIHBtgQj4Ror376ZtUtO2abwIioul9/MTjzeK9P5S5hIgQIAAAQIECBCYm0C0j+tN7xEQjr6O4eGRoGcKAs/NQ34JECAwD4GxP7oM63t36dkow0P/dXwSOKV4f/+zLNG3EenPOaYQWIuAAPBajrRyEjhRYAwatF2X4sIoUh93Uz287ktweCgXS5FO3KTFCKxVQLkJXFVgKBdAfenE6vs2Req6Jg3ldbkUKvno6/gw5DKM5/tHE3BMZXb9cWFUGfwiQIAAAQIECBBYtMDYVo7+jvbhZslDgUtw4TDiN4HPClieAIFzC+QI9HYp+jm6vkmH1JY+jcO00kVd5pUej9KVEX0dKUUfx5iJMnEcNSSwYoHjv4oVMyg6AQLvCcQlUE1DnHj7cnKNYSon3PfWMo8AAQJrFrhe2ctbc3k/Prwvl3fmVN+vH3afc34YO3UQF0mRTl3ecgQIECBAgAABAgTmKlD6N0oEIYLAbdeUvo74RHC0pudaHvkmQOA2AvZ6boHHfo7SwzHUDyKV3o54ey4zhpKe7a9OfzYlpdoVEn0bkZJ/BFYrIAC82kOv4ATeFsg5p5yfUiwZJ9e+nGC7+J6FSHHyrSfhwwm4zCoBiOfjsZ5EgAABApcRiPfdeF/uy/txvDd3fZeG0oE17i3n5+/j43TDKwjYBQECBAgQIECAwKwE+tLPcQgEdyUQHAGDiCiUPo7o9yhpVoWRWQIECMxMIPo3xtSXkT76OerTKA836kS/dE2lXDk/9XXkXMZ/HFKZdZsfe6clNWIAABAASURBVCUwYQEB4AkfHFkjMFWBesItJ+OhXCAN5YT8Vppq/uWLAAECcxUob71pKL8OqU+H9+H49O/YQTXXksk3geUIKAkBAgQIECAwX4HHQHBbAsHR5/GQ5lsiOSdAgMC0BR77N8Y+5njffej3mHbO5Y5ASlM3EACe+hGSPwJXFDiccA+BhMN4l4bhKaUUd8EeUp1eXtfh0TLj65RLYKJMj6FUzIoHBw7qgDrw1TowxPttTV3qy3trpPp+G9PK6/H9eXi4SBqHf55CyjEo64zLH4bjUtEsHNM4zZAAAQIEPiFgUQIECBCYrMBxO3jMZLR9x/FxeFiuH9rUdvvU921NXRnWtrNr+/TVaxrrlbql/qg/K6wDubzVjin9GNJQ+iRqf0bpy4j31r4Mx9d1+DA/PfwbXvRzPL3uar91fW8u6xyGqUwb0tDnsnbZ8bPvBS6T/BBYmUD8FaysyNcsrn0RWLZAnHD7chJ+meJzaGVyOaGX8seLMvBDgAABAp8TqO+j5T106IfUNE1q2yZ1XZfqe2/fp3jvjfHPbdXSBAgQIECAwGUEbJUAgSUKRJu7ptL+btoSDO760h5fYkmViQABApcRKOHY0kd8+H14Az2Mx+94Hf0a9X22dILEMF5fJie2SmB9AgLA6zvmSnwtgRXvJ07U8dikCFR05SKpnL9XrKHoBAgQ+JxAvIceUnQu9TXQG1uI99KYHu+v8VoiQIAAAQIECBCYiIBsrEYg+ji6TiB4NQdcQQkQ+LZA3NT+mErHRt+X0O+Yytajn6MM/BAgcAEBAeALoNokAQJPAn0JAP9xcTQ8zV/qmHIRIEDgJIHyfliuf+Km18cU68UF0HiBVGfERIkAAQIECBAgQIAAgZsLRPv9EAjuUvR5xOtINWOlfV+HfhEgQGCtAuV9MN4Tx5Ti879DX7o2+vKeeZhZfpepawVSbgLXExAAvp61PRFYrUCc8OPiqG3b1LZdivGYtloQBV+6gPIROEkg3gcPjzcqF0Fdl/qH1HV9ihTzxpRzTjk/pZN2YCECBAgQIECAAAECBC4mEDdtRru9rX0drf6Oi0lPesMyR4DAkcDLfo6u9HO00Rc89nP0pf+jLBTvn2M6Wt0oAQJnFhAAPjOozREg8L5AnNzjDtnu4ZFJfTzyI277itXGYYxLBAgQmKXAG5ku72/lGicdp8NdsEOqn/Qtq5VF3AFbHPwQIECAAAECBAgQmKPAW/0dcQ0Q5RmHMS4RILAEAWUYBeL9LdLLfo5xviEBArcREAC+jbu9Eli9QDQK4pPAXdelSPVusL5PMT0umiKtHgkAAQKzFji8n5XLnxLZjU/yDkP/+Cnfw6d9y+vyvhfzZl1QmX8SMEaAAAECBAgQILB6gbgOOO7viLZ/13alv6MvaXhIh+uEWDbS6tEAECAwS4GhvIEdUv/Q31GGa+nnmOURk+m1CQgAr+2IKy+BCQocGgpD6qOBUALC8bqvnwweHi6MXh9OsCiyRIAAgSoQ72NDCfg+pnh/i/e1MrfEg+snfWNYXvohQGAhAopBgAABAgQIEHgpMERwpEyMtn/0c4xpOL5WqOOHfo+yqB8CBAhMUmCI97MXaXxPi2G8z0WaZOZlisCZBeayOQHguRwp+SSwEoH4JFx8h040Kj4qciwjHS4SOXBQB6ZTB+I9rF78RMB3TA9vaC+P08PkP252GacbEiBAgMAsBGSSAAECBAi8KTBeA8QC43j9GpjxWqEMY16kcX6MfyaN6xlO57rQsXAsllYHxvek6O8YU5RxnB7jkd56PU43JEDgegICwBextlECBM4hUIMoXZ/611K5QDpuVJxjf4/biNvVIj1O+ORIrBvpk6s9Lh7rRnqc8MmRWDfSJ1d7XDzWjfQ44ZMjsW6kT672uHisG+lxwidHYt1In1ztcfFYN9LjhE+OxLqRPrna4+KxbqTHCZ8ciXUjfXK1x8Vj3UiPEz45EutG+uRqj4vHupEeJ3xyJNaN9MnVvrJ4vAe9lko0t/wMKW5oGdO43Ff2Yx0CBAgQIEBgygLyRoAAgdMExmuCGI7XCTGMy5fa71H6OU7b0hmXip1H+uomY91I1v+aQNhF+tra6duPlop9R7L/rwmEXaSvrX3743divuM9K9Jx0DdeR4pN9H1f+0BiXCJAYFoCAsDTOh5yswQBZTiLQDQiIsXF0Gsp5sUds325QHorfSkjteEWb40l1fFPbqWuU9ZNJdVx639KoJoVO36HC4FP4ZWF+RWEb9SfsvYpP+N7TrwHvZrKRuI9qgz8ECBAgAABAgQILFlA2QicQSCuHeJSLoaP1xoPj1k9w+bf3kTsNK69I9Xxtxd9dU5d5xvXX9YvrPyS+neb/p9S+8af8X3ntWF8OCf6PerwGu9LY6YMCRA4i0CcZc6yIRshQIDAtQXqtcI5dhobGlPKn9/iuO6QUrJ++vQ/fofGfjioP5+uPo93PH/V7/N7fFwjdvlaelzACAECBAgQIECAAAECixW4SMFKgCVFeth4jEZ6eFkHL1/Xiaf+Or6Acf15qtrTcvz0X4x1YI5/P081+VNjUeRPrWBhAgQmIyAAPJlDISMECHxGIO6MjeVj+FqKeXHnWgzfTbUVE2+FY/pkANj6hXe0i+Gq/YqF8heE039u/ffzTk7j/eOt9Np7zstp72zaLAIECBAgQIAAAQIECDwTGK8nxiegtW2XInVdlyLV8TKtK2kYDo9bHT4bCb719dey9l+On+v/gnD6j+NfrKLfbExXrj9l76/9RL9HTI/3k1NTLC8RIDAPgXjHmUdO5ZIAAQJfEHiv8fLx5kpjrDZQXywZ0yK9mPznyzfW/3PBN6ZYv3668w2djyfz4/dxLXl3iehQeS2VleK9pQyOfowSIECAAAECBAgQIEDgvAJx3fGYyqajKyIex1pG6894uVJffOvXw/Vz7OBL23lY/0vrxkrWd/0e9eCr6dr152U+p7//x/eR8qZxPF5LUqbVoV8ECCxOQAB4cYdUgQisR+C4wfJyvO8f7ojthxQXR3+kclET67yvVRpwL7+LpKyXYlqkOv7eFnKZWd5mP1yuLPbqj/XTSc6v4pWJuST+X7+IXK9fH+8b5QJovPv+5fDj945S9fysS0BpCRAgQIAAAQIECFxYIK5DIsX1SXwiOFJ8OrjvuhTTv7f7h+u/L1+DP6yv/+OLh4Ff+nLdC/Jcfun/ea3/J/o3Iv3RLxr9HpEe+j7iPeS1VGDrT85hXEf9IkBgRgLlnXFGuZVVAgQIfFIgrj1eTdHAKQ2d2Fw0cGL4diqNnHEjz77jo0x/9vqtLZTlxvVfDq3/FtrRdH61Ef+y7sRr9eeonnxuNC6A3kofvyd8bl+WJkBg2QJKR4AAAQIECBC4lUBcu8Sl4VvXNuP0z+Xv4Rr8eKXYievPY5E3xh/swutl4veG2fFkfl/p/4mbQh5T6esc/+5jWN8jSh/oy+o4vj7WN06AwMcCc1tCAHhuR0x+CRA4WeCxkRMNnRdp3EjbdakfutK+6sqk/pUUTaLSAI07EWuK8bJY/YnxSPXFO79imXi7fS3FvHdWrbNimdfWjWkxry70zq9YJpZ9LcW8d1ats2KZ19aNaTGvLvTOr1gmln0txbx3Vq2zYpnX1o1pMa8u9M6vWCaWfS3FvHdWrbNimdfWjWkxry70zq9YJpZ9LcW8d1ats2KZ19aNaTGvLvTOr1gmln0txbx3Vq2zYpnX1o1pMa8u9M6vWCaWfS3FvHdWrbNimdfWjWkxry70x6/4uz6kIcVFz3HquvhbT/Uu+eHFe0O8jo2NwxiXCBAgQIDAGwImEyBAgACBmwuM1y4xfCvV66Fy7ZNSXAuNKfo7Xst+XGeV661xdh2W16cGMGvfSSz/MsV2X9vf8bRY5uV64+uYd7zsa+OxzLj8y2HMe22d42mxzMv1xtcx73jZ18ZjmXH5l8OY99o6x9NimZfrja9j3vGyr43HMuPyL4cx77V1jqfFMi/XG1/HvONlXxuPZcblXw5j3mvrHE+LZV6uN76OecfLvjYey4zLvxzGvNfWOZ4Wy7xcb3wd846XfW08lhmXfzmMea+tczwtlnm53vg65h0vexiPwG/8XQ/Rt1n+xl++BxyWSm/2f8Ty4zKnDmOd43TqepYjQOD6AvEOcv29LnaPCkaAwFwExoZK5DfGIyDUx2OjSyi4XtNEuypSvI6FJAIE5idQLn7KVU5c6TxPpST1773Mj7//11JZxA8BAgQIECBA4B0BswgQIDAdgdeuacZpkcsYr9dG0c8xJv0dQSMRmL1A/H1/lGZfSAUgQOBLAgLAX2KzEoFXBEyavUBfgkERCI7v0XlM8QnhfnhxWRRvnZFmX2QFIDBbgfh7fSt1cTNH+Xt+a35cGM224DJOgAABAgQIECBwewE5IDAjgbj+iRTXR2NfR/9HP8dYoNf7OnLOKWcpZwY5M8j5ugbjX6chAQIEPivw+ln9s1uxPAECBBYs0A996sZAcAkqpcdHJj0VOi6mnl4ZI0DgNgLjo8xieJsc2CsBAgQIECBAgAABAssWWELp+v7Qz9GWvo7nqUnPXrddfR19IlJX+4Y4cLhOHWhKfYvU1r/BZ3+X9e+2KdOb1Pdt0ie5hHdlZSBwGQEB4Mu42ioBAosSiGBSn/qhTV1pWP3Z6OpqYysuoPoaID6t8LGsNBTX2SdlKPX+2nV5KPt8SvE3GGmof4vxFxjzYigRIECAAAECBAgQIECAwFsCh/6Opxvd4wt/x2mHdXLOh6eilWGSEoPM4Mx/B/FX95T68vcWKZVhpJiTjv49//s8mmGUAAECfwgIAP9BYgIBAgQ+EvizsRXNsUgl+vTqyoJRr7KYSOA0gRLsrX9bx8PX1szlb3NMr82/yDQbJUCAAAECBAgQIECAwFIEas/GUgqjHATOLHDNzZX+jcfdxXikxwllJF6Pqbz0Q4AAgVcEBIBfQTGJAAECnxWIAG+k+BTkuT4h/Nk8WJ7A4gRKwHf8u4q/reMU0/9I8T1WDynnnHJ+Oy3OSoFuI2CvBAgQIECAAAECBBYuENddUcQYSoenTnHgcM06EH9/0gQEZIHADAUEgGd40GSZAIH5CcQ9tDWVgNYYxPqosTi/UsoxgdMFPqr/dX7ZXAzLwA8BAgQmJyBDBAgQIECAAAECBAgQuJ5A9Cxeb2/2RIDAk8BcxwSA53rk5JsAgQkIjI9a+Xg4DPH9pF3Jc5+Ox1N6e91xubeH37vjsmTGD4E3BSLwepn09LfwXv2PeVH3Y/g8jVk+/tsZp0Wz5pA+yvu4hiEBAgQIEPiCgFUIECBAgMCqBOLa7Dvp+TXd8bXcOL4qToU9s0DObz/9K+eP5309O4f6+/W/jUO/3vO/jzE30bcxjo/D4wBwzB/TON+QAAECzwXiXeL5FK++IGAVAgQInCbwUVDqeP5pW7QUgXkKHNf1t8bnWTK5JkCAAAECBJYtoHQECBAgQIAAAQJMSL7jAAAQAElEQVQECBCYvoAA8PSPkRxOXUD+CMxU4K2gm+mHOzDX7jDTai3bBAgQIECAAAECBC4nYMsECBAgMDmBW/ffTA5EhggQIPAgIAD8AGFAgACBrwhMb53D42cOj4+ZXu7kaOoCH9Wf4/nx6KGvpO8ajHn47nasT4AAAQIECBAgQIAAgdMFLHltgfHaL4bX3rf9EbiGQNTtSNfYl30QILBGAQHgNR51ZSZAYBYCn7uD8fC9qp9ZZxYI087kgnIXFxyRnor0vC69Vr/aNAxfSYdPWD/tKT+Npud5OMz4aP5hKb8JECBAgAABAgQIECBAYJoCz68vD9eEb0977frzrXXGZd8aHtY7g4pNzFIg+hgumSK08jKNULHfcXwc6t8YJQwJELiOQLxDXWdP9kKAAAECVxA4bmDGeKQr7NYuFiJwXF9iPNJx0eL1mI6nf2f8+ALote28nH/u/b+2z1OmWYYAAQIECBAgQIAAAQIELicQ137j1mM80vjakMA1Bc61L/0b55K0HQIEThMQAD7NyVIECBBYnMDbd9se7pA1f90Oi6vwCkTgnAK2RYAAAQIECBAgQIAAAQKTELhZ/1Xfp6GPr8aaBINMXErAdgnMWEAAeMYHT9YJECBAgMDlBS59MfPR9j+af3kBeyBAgMCxgHECBAgQIECAAAECBAgcBD7TZ/GZZQ9b95sAgdsKzH3vAsBzP4LyT4DAigXi8UdjGhlee1sflzFM9TtmOfzp8F79Ob5Aifr13TTuaxy+3P44fRy+nD/uf5xvSIAAAQIEriZgRwQIECBAgMBFBI6v08cdxLXfOD4Oj5eL8XH6W8NYpk/D0EkLNvizj+Nw3N+qFS+n55xTzl9IpYrmkp7vf9x6nTG+eBjq33iAMCBA4EoCr70TXWnXS9iNMhAgQIAAAQIECBAgQIAAAQLLF1BCAgQIECBAgAABAgQIzEdAAHg+x0pOpyYgPwQIECBAgAABAgQIECBAgMDyBZSQAAECBAgQIECAwMwEBIBndsBklwCBaQjIBQECBAgQIECAAAECBAgQILB8ASUkQIAAAQIECMxRQAB4jkdNngkQIEDglgL2TYAAAQIECBAgQIAAAQIECCxfQAkJECBAgMBsBQSAZ3voZJwAAQIECBC4voA9EiBAgAABAgQIECBAgAABAssXUEICBAjMW0AAeN7HT+4JECBAgAABAgSuJWA/BAgQIECAAAECBAgQIECAwPIFlJDAAgQEgBdwEBWBAAECBAgQIECAAIHLCtg6AQIECBAgQIAAAQIECBAgsHyBpZRQAHgpR1I5CBAgQIAAAQIECBAgQOASArZJgAABAgQIECBAgAABAgRmJSAA/KXDZSUCBAgQIECAAAECBAgQIEBg+QJKSIAAAQIECBAgQIAAgfkJCADP75jJ8a0F7J8AAQIECBAgQIAAAQIECBBYvoASEiBAgAABAgQIEJipgADwTA+cbBMgcBsBeyVAgAABAgQIECBAgAABAgSWL6CEBAgQIECAAIE5CwgAz/noyTsBAgQIXFPAvggQIECAAAECBAgQIECAAIHlCyghAQIECBCYvYAA8OwPoQIQIECAAAEClxewBwIECBAgQIAAAQIECBAgQGD5AkpIgACBZQgIAC/jOCoFAQIECBAgQIDApQRslwABAgQIECBAgAABAgQIEFi+gBISWJCAAPCCDqaiECBAgAABAgQIECBwXgFbI0CAAAECBAgQIECAAAECBJYvsLQSCgAv7YgqDwECBAgQIECAAAECBAicQ8A2CBAgQIAAAQIECBAgQIDALAUEgD912CxMgAABAgQIECBAgAABAgQILF9ACQkQIECAAAECBAgQIDBfAQHg+R47Ob+2gP0RIECAAAECBAgQIECAAAECyxdQQgIECBAgQIAAAQIzFxAAnvkBlH0CBK4jYC8ECBAgQIAAAQIECBAgQIDA8gWUkAABAgQIECCwBAEB4CUcRWUgQIAAgUsK2DYBAgQIECBAgAABAgQIECCwfAElJECAAAECixEQAF7MoVQQAgQIECBA4PwCtkiAAAECBAgQIECAAAECBAgsX0AJCRAgsCwBAeBlHU+lIUCAAAECBAgQOJeA7RAgQIAAAQIECBAgQIAAAQLLF1BCAgsUEABe4EFVJAIECBAgQIAAAQIEvidgbQIECBAgQIAAAQIECBAgQGD5AkstoQDwUo+schEgQIAAAQIECBAgQIDAVwSsQ4AAAQIECBAgQIAAAQIEZi0gAHzS4bMQAQIECBAgQIAAAQIECBAgsHwBJSRAgAABAgQIECBAgMD8BQSA538MleDSArZPgAABAgQIECBAgAABAgQILF9ACQkQIECAAAECBAgsREAAeCEHUjEIELiMgK0SIECAAAECBAgQIECAAAECyxdQQgIECBAgQIDAkgQEgJd0NJWFAAECBM4pYFsECBAgQIAAAQIECBAgQIDA8gWUkAABAgQILE5AAHhxh1SBCBAgQIAAge8L2AIBAgQIECBAgAABAgQIECCwfAElJECAwDIFBICXeVyVigABAgQIECBA4KsC1iNAgAABAgQIECBAgAABAgSWL6CEBBYsIAC84IOraAQIECBAgAABAgQIfE7A0gQIECBAgAABAgQIECBAgMDyBZZeQgHgpR9h5SNAgAABAgQIECBAgACBUwQsQ4AAAQIECBAgQIAAAQIEFiEgAPzuYTSTAAECBAgQIECAAAECBAgQWL6AEhIgQIAAAQIECBAgQGA5AgLAyzmWSnJuAdsjQIAAAQIECBAgQIAAAQIEli+ghAQIECBAgAABAgQWJiAAvLADqjgECJxHwFYIECBAgAABAgQIECBAgACB5QsoIQECBAgQIEBgiQICwEs8qspEgAABAt8RsC4BAgQIECBAgAABAgQIECCwfAElJECAAAECixUQAF7soVUwAgQIECBA4PMC1iBAgAABAgQIECBAgAABAgSWL6CEBAgQWLaAAPCyj6/SESBAgAABAgQInCpgOQIECBAgQIAAAQIECBAgQGD5AkpIYAUCAsArOMiKSIAAAQIECBAgQIDA+wLmEiBAgAABAgQIECBAgAABAssXWEsJBYDXcqSVkwABAgQIECBAgAABAgReEzCNAAECBAgQIECAAAECBAgsSkAA+NXDaSIBAgQIECBAgAABAgQIECCwfAElJECAAAECBAgQIECAwPIEBICXd0yV6LsC1idAgAABAgQIECBAgAABAgSWL6CEBAgQIECAAAECBBYqIAC80AOrWAQIfE3AWgQIECBAgAABAgQIECBAgMDyBZSQAAECBAgQILBkAQHgJR9dZSNAgACBzwhYlgABAgQIECBAgAABAgQIEFi+gBISIECAAIHFCwgAL/4QKyABAgQIECDwsYAlCBAgQIAAAQIECBAgQIAAgeULKCEBAgTWISAAvI7jrJQECBAgQIAAAQJvCZhOgAABAgQIECBAgAABAgQILF9ACQmsSEAAeEUHW1EJECBAgAABAgQIEHgu4BUBAgQIECBAgAABAgQIECCwfIG1lVAAeG1HXHkJECBAgAABAgQIECBAIAQkAgQIECBAgAABAgQIECCwSAEB4GeH1QsCBAgQIECAAAECBAgQIEBg+QJKSIAAAQIECBAgQIAAgeUKCAAv99gq2WcFLE+AAAECBAgQIECAAAECBAgsX0AJCRAgQIAAAQIECCxcQAB44QdY8QgQOE3AUgQIECBAgAABAgQIECBAgMDyBZSQAAECBAgQILAGAQHgNRxlZSRAgACB9wTMI0CAAAECBAgQIECAAAECBJYvoIQECBAgQGA1AgLAqznUCkqAAAECBAj8KWAKAQIECBAgQIAAAQIECBAgsHwBJSRAgMC6BASA13W8lZYAAQIECBAgQGAUMCRAgAABAgQIECBAgAABAgSWL6CEBFYoIAC8woOuyAQIECBAgAABAgTWLqD8BAgQIECAAAECBAgQIECAwPIF1lpCAeC1HnnlJkCAAAECBAgQIECAwDoFlJoAAQIECBAgQIAAAQIECCxaQAC4Hl6/CBAgQIAAAQIECBAgQIAAgeULKCEBAgQIECBAgAABAgSWLyAAvPxjrIQfCZhPgAABAgQIECBAgAABAgQILF9ACQkQIECAAAECBAisREAAeCUHWjEJEHhdwFQCBAgQIECAAAECBAgQIEBg+QJKSIAAAQIECBBYk4AA8JqOtrISIECAwLGAcQIECBAgQIAAAQIECBAgQGD5AkpIgAABAgRWJyAAvLpDrsAECBAgQIBASgwIECBAgAABAgQIECBAgACB5QsoIQECBNYpIAC8zuOu1AQIECBAgACB9QooOQECBAgQIECAAAECBAgQILB8ASUksGIBAeAVH3xFJ0CAAAECBAgQILA2AeUlQIAAAQIECBAgQIAAAQIEli+w9hIKAK+9Big/AQIECBAgQIAAAQIE1iGglAQIECBAgAABAgQIECBAYBUCKw8Ar+IYKyQBAgQIECBAgAABAgQIEFi5gOITIECAAAECBAgQIEBgPQICwOs51kr6UsBrAgQIECBAgAABAgQIECBAYPkCSkiAAAECBAgQIEBgZQICwCs74IpLgMBBwG8CBAgQIECAAAECBAgQIEBg+QJKSIAAAQIECBBYo4AA8BqPujITIEBg3QJKT4AAAQIECBAgQIAAAQIECCxfQAkJECBAgMBqBQSAV3voFZwAAQIECKxRQJkJECBAgAABAgQIECBAgACB5QsoIQECBNYtIAC87uOv9AQIECBAgACB9QgoKQECBAgQIECAAAECBAgQILB8ASUkQCAJAKsEBAgQIECAAAECBAgsXkABCRAgQIAAAQIECBAgQIAAgeULKOFBQAD44OA3AQIECBAgQIAAAQIECCxTQKkIECBAgAABAgQIECBAgMCqBFYaAF7VMVZYAgQIECBAgAABAgQIECCwUgHFJkCAAAECBAgQIECAwPoEBIDXd8yVmAABAgQIECBAgAABAgQIECCwfAElJECAAAECBAgQILBSAQHglR54xSawVgHlJkCAAAECBAgQIECAAAECBJYvoIQECBAgQIAAgTULCACv+egrOwECBNYloLQECBAgQIAAAQIECBAgQIDA8gWUkAABAgQIrF5AAHj1VQAAAQIECBBYg4AyEiBAgAABAgQIECBAgAABAssXUEICBAgQCAEB4FCQCBAgQIAAAQIEliugZAQIECBAgAABAgQIECBAgMDyBZSQAIFHAQHgRwojBAgQIECAAAECBAgsTUB5CBAgQIAAAQIECBAgQIAAgeULKOFzAQHg5x5eESBAgAABAgQIECBAgMAyBJSCAAECBAgQIECAAAECBAisUmBlAeBVHmOFJkCAAAECBAgQIECAAAECKxNQXAIECBAgQIAAAQIECKxXQAB4vcd+fSVXYgIECBAgQIAAAQIECBAgQGD5AkpIgAABAgQIECBAYOUCAsArrwCKT2AtAspJgAABK2X31gAAEABJREFUAgQIECBAgAABAgQILF9ACQkQIECAAAECBFISAFYLCBAgQGDpAspHgAABAgQIECBAgAABAgQILF9ACQkQIECAAIEHAQHgBwgDAgQIECBAYIkCykSAAAECBAgQIECAAAECBAgsX0AJCRAgQOBYQAD4WMM4AQIECBAgQIDAcgSUhAABAgQIECBAgAABAgQIEFi+gBISIPCHgADwHyQmECBAgAABAgQIECAwdwH5J0CAAAECBAgQIECAAAECBJYvoISvCwgAv+5iKgECBAgQIECAAAECBAjMU0CuCRAgQIAAAQIECBAgQIDAqgVWEgBe9TFWeAIECBAgQIAAAQIECBAgsBIBxSRAgAABAgQIECBAgAABAWB1YPkCSkiAAAECBAgQIECAAAECBAgsX0AJCRAgQIAAAQIECBCoAgLAlcEvAgSWKqBcBAgQIECAAAECBAgQIECAwPIFlJAAAQIECBAgQOBJQAD4ycIYAQIECCxLQGkIECBAgAABAgQIECBAgACB5QsoIQECBAgQIPBCQAD4BYiXBAgQIECAwBIElIEAAQIECBAgQIAAAQIECBBYvoASEiBAgMBrAgLAr6mYRoAAAQIECBAgMF8BOSdAgAABAgQIECBAgAABAgSWL6CEBAi8KSAA/CaNGQQIECBAgAABAgQIzE1AfgkQIECAAAECBAgQIECAAIHlCyjh+wICwO/7mEuAAAECBAgQIECAAAEC8xCQSwIECBAgQIAAAQIECBAgQKAILDwAXErohwABAgQIECBAgAABAgQIEFi4gOIRIECAAAECBAgQIECAwCggADxKGC5PQIkIECBAgAABAgQIECBAgACB5QsoIQECBAgQIECAAAECzwQEgJ9xeEGAwFIElIMAAQIECBAgQIAAAQIECBBYvoASEiBAgAABAgQI/CkgAPyniSkECBAgMG8BuSdAgAABAgQIECBAgAABAgSWL6CEBAgQIECAwBsCAsBvwJhMgAABAgQIzFFAngkQIECAAAECBAgQIECAAIHlCyghAQIECLwnIAD8no55BAgQIECAAAEC8xGQUwIECBAgQIAAAQIECBAgQGD5AkpIgMCHAgLAHxJZgAABAgQIECBAgACBqQvIHwECBAgQIECAAAECBAgQILB8ASU8TUAA+DQnSxEgQIAAAQIECBAgQIDANAXkigABAgQIECBAgAABAgQIEDgSWGgA+KiERgkQIECAAAECBAgQIECAAIGFCigWAQIECBAgQIAAAQIECLwUEAB+KeL1/AWUgAABAgQIECBAgAABAgQIEFi+gBISIECAAAECBAgQIPCqgADwqywmEiAwVwH5JkCAAAECBAgQIECAAAECBJYvoIQECBAgQIAAAQJvCwgAv21jDgECBAjMS0BuCRAgQIAAAQIECBAgQIAAgeULKCEBAgQIECDwgYAA8AdAZhMgQIAAAQJzEJBHAgQIECBAgAABAgQIECBAYPkCSkiAAAECpwgIAJ+iZBkCBAgQIECAAIHpCsgZAQIECBAgQIAAAQIECBAgsHwBJSRA4GQBAeCTqSxIgAABAgQIECBAgMDUBOSHAAECBAgQIECAAAECBAgQWL6AEn5OQAD4c16WJkCAAAECBAgQIECAAIFpCMgFAQIECBAgQIAAAQIECBAg8IrAwgLAr5TQJAIECBAgQIAAAQIECBAgQGBhAopDgAABAgQIECBAgAABAm8JCAC/JWP6/ATkmAABAgQIECBAgAABAgQIEFi+gBISIECAAAECBAgQIPCugADwuzxmEiAwFwH5JECAAAECBAgQIECAAAECBJYvoIQECBAgQIAAAQIfCwgAf2xkCQIECBCYtoDcESBAgAABAgQIECBAgAABAssXUEICBAgQIEDgRAEB4BOhLEaAAAECBAhMUUCeCBAgQIAAAQIECBAgQIAAgeULKCEBAgQIfEZAAPgzWpYlQIAAAQIECBCYjoCcECBAgAABAgQIECBAgAABAssXUEICBD4tIAD8aTIrECBAgAABAgQIECBwawH7J0CAAAECBAgQIECAAAECBJYvoIRfExAA/pqbtQgQIECAAAECBAgQIEDgNgL2SoAAAQIECBAgQIAAAQIECLwjsJAA8DslNIsAAQIECBAgQIAAAQIECBBYiIBiECBAgAABAgQIECBAgMBHAgLAHwmZP30BOSRAgAABAgQIECBAgAABAgSWL6CEBAgQIECAAAECBAicJCAAfBKThQgQmKqAfBEgQIAAAQIECBAgQIAAAQLLF1BCAgQIECBAgACB0wUEgE+3siQBAgQITEtAbggQIECAAAECBAgQIECAAIHlCyghAQIECBAg8EkBAeBPglmcAAECBAgQmIKAPBAgQIAAAQIECBAgQIAAAQLLF1BCAgQIEPiKgADwV9SsQ4AAAQIECBAgcDsBeyZAgAABAgQIECBAgAABAgSWL6CEBAh8WUAA+Mt0ViRAgAABAgQIECBA4NoC9keAAAECBAgQIECAAAECBAgsX0AJvycgAPw9P2sTIECAAAECBAgQIECAwHUE7IUAAQIECBAgQIAAAQIECBA4QWDmAeATSmgRAgQIECBAgAABAgQIECBAYOYCsk+AAAECBAgQIECAAAECpwoIAJ8qZbnpCcgRAQIECBAgQIAAAQIECBAgsHwBJSRAgAABAgQIECBA4FMCAsCf4rIwAQJTEZAPAgQIECBAgAABAgQIECBAYPkCSkiAAAECBAgQIPB5AQHgz5tZgwABAgRuK2DvBAgQIECAAAECBAgQIECAwPIFlJAAAQIECBD4ooAA8BfhrEaAAAECBAjcQsA+CRAgQIAAAQIECBAgQIAAgeULKCEBAgQIfEdAAPg7etYlQIAAAQIECBC4noA9ESBAgAABAgQIECBAgAABAssXUEICBL4tIAD8bUIbIECAAAECBAgQIEDg0gK2T4AAAQIECBAgQIAAAQIECCxfQAnPIyAAfB5HWyFAgAABAgQIECBAgACBywjYKgECBAgQIECAAAECBAgQIPAJgZkGgD9RQosSIECAAAECBAgQIECAAAECMxWQbQIECBAgQIAAAQIECBD4rIAA8GfFLH97ATkgQIAAAQIECBAgQIAAAQIEli+ghAQIECBAgAABAgQIfElAAPhLbFYiQOBWAvZLgAABAgQIECBAgAABAgQILF9ACQkQIECAAAECBL4uIAD8dTtrEiBAgMB1BeyNAAECBAgQIECAAAECBAgQWL6AEhIgQIAAAQLfFBAA/iag1QkQIECAAIFrCNgHAQIECBAgQIAAAQIECBAgsHwBJSRAgACBcwgIAJ9D0TYIECBAgAABAgQuJ2DLBAgQIECAAAECBAgQIECAwPIFlJAAgbMJCACfjdKGCBAgQIAAAQIECBA4t4DtESBAgAABAgQIECBAgAABAssXUMLzCggAn9fT1ggQIECAAAECBAgQIEDgPAK2QoAAAQIECBAgQIAAAQIECHxBYGYB4C+U0CoECBAgQIAAAQIECBAgQIDAzARklwABAgQIECBAgAABAgS+KiAA/FU5611fwB4JECBAgAABAgQIECBAgACB5QsoIQECBAgQIECAAAEC3xIQAP4Wn5UJELiWgP0QIECAAAECBAgQIECAAAECyxdQQgIECBAgQIAAge8LCAB/39AWCBAgQOCyArZOgAABAgQIECBAgAABAgQILF9ACQkQIECAAIEzCQgAnwnSZggQIECAAIFLCNgmAQIECBAgQIAAAQIECBAgsHwBJSRAgACBcwoIAJ9T07YIECBAgAABAgTOJ2BLBAgQIECAAAECBAgQIECAwPIFlJAAgbMLCACfndQGCRAgQIAAAQIECBD4roD1CRAgQIAAAQIECBAgQIAAgeULKOFlBASAL+NqqwQIECBAgAABAgQIECDwNQFrESBAgAABAgQIECBAgAABAt8QmEkA+BsltCoBAgQIECBAgAABAgQIECAwEwHZJECAAAECBAgQIECAAIHvCggAf1fQ+pcXsAcCBAgQIECAAAECBAgQIEBg+QJKSIAAAQIECBAgQIDAWQQEgM/CaCMECFxKwHYJECBAgAABAgQIECBAgACB5QsoIQECBAgQIECAwPkEBIDPZ2lLBAgQIHBeAVsjQIAAAQIECBAgQIAAAQIEli+ghAQIECBAgMCZBQSAzwxqcwQIECBAgMA5BGyDAAECBAgQIECAAAECBAgQWL6AEhIgQIDAJQQEgC+hapsECBAgQIAAAQJfF7AmAQIECBAgQIAAAQIECBAgsHwBJSRA4GICAsAXo7VhAgQIECBAgAABAgQ+K2B5AgQIECBAgAABAgQIECBAYPkCSnhZAQHgy/raOgECBAgQIECAAAECBAicJmApAgQIECBAgAABAgQIECBA4AwCEw8An6GENkGAAAECBAgQIECAAAECBAhMXED2CBAgQIAAAQIECBAgQOBcAgLA55K0nfML2CIBAgQIECBAgAABAgQIECCwfAElJECAAAECBAgQIEDgrAICwGfltDECBM4lYDsECBAgQIAAAQIECBAgQIDA8gWUkAABAgQIECBA4PwCAsDnN7VFAgQIEPiegLUJECBAgAABAgQIECBAgACB5QsoIQECBAgQIHAhAQHgC8HaLAECBAgQIPAVAesQIECAAAECBAgQIECAAAECyxdQQgIECBC4pIAA8CV1bZsAAQIECBAgQOB0AUsSIECAAAECBAgQIECAAAECyxdQQgIELi4gAHxxYjsgQIAAAQIECBAgQOAjAfMJECBAgAABAgQIECBAgACB5Qso4XUEBICv42wvBAgQIECAAAECBAgQIPC6gKkECBAgQIAAAQIECBAgQIDAGQUmGgA+YwltigABAgQIECBAgAABAgQIEJiogGwRIECAAAECBAgQIECAwLkFBIDPLWp73xewBQIECBAgQIAAAQIECBAgQGD5AkpIgAABAgQIECBAgMBFBASAL8JqowQIfFXAegQIECBAgAABAgQIECBAgMDyBZSQAAECBAgQIEDgcgICwJeztWUCBAgQ+JyApQkQIECAAAECBAgQIECAAIHlCyghAQIECBAgcGEBAeALA9s8AQIECBAgcIqAZQgQIECAAAECBAgQIECAAIHlCyghAQIECFxDQAD4Gsr2QYAAAQIECBAg8LaAOQQIECBAgAABAgQIECBAgMDyBZSQAIGrCQgAX43ajggQIECAAAECBAgQeCngNQECBAgQIECAAAECBAgQILB8ASW8roAA8HW97Y0AAQIECBAgQIAAAQIEDgJ+EyBAgAABAgQIECBAgAABAhcQmFgA+AIltEkCBAgQIECAAAECBAgQIEBgYgKyQ4AAAQIECBAgQIAAAQKXEhAAvpSs7X5ewBoECBAgQIAAAQIECBAgQIDA8gWUkAABAgQIECBAgACBiwoIAF+U18YJEDhVwHIECBAgQIAAAQIECBAgQIDA8gWUkAABAgQIECBA4PICAuJNQ6IAABAASURBVMCXN7YHAgQIEHhfwFwCBAgQIECAAAECBAgQIEBg+QJKSIAAAQIECFxJQAD4StB2Q4AAAQIECLwmYBoBAgQIECBAgAABAgQIECCwfAElJECAAIFrCggAX1PbvggQIECAAAECBJ4EjBEgQIAAAQIECBAgQIAAAQLLF1BCAgSuLiAAfHVyOyRAgAABAgQIECBAgAABAgQIECBAgAABAgQIECCwfAElvI2AAPBt3O2VAAECBAgQIECAAAECaxVQbgIECBAgQIAAAQIECBAgQOCCAhMJAF+whDZNgAABAgQIECBAgAABAgQITERANggQIECAAAECBAgQIEDg0gICwJcWtv2PBSxBgAABAgQIECBAgAABAgQILF9ACQkQIECAAAECBAgQuIqAAPBVmO2EAIG3BEwnQIAAAQIECBAgQIAAAQIEli+ghAQIECBAgAABAtcTEAC+nrU9ESBAgMBzAa8IECBAgAABAgQIECBAgACB5QsoIQECBAgQIHBlAQHgK4PbHQECBAgQIBACEgECBAgQIECAAAECBAgQILB8ASUkQIAAgVsICADfQt0+CRAgQIAAAQJrFlB2AgQIECBAgAABAgQIECBAYPkCSkiAwM0EBIBvRm/HBAgQIECAAAECBNYnoMQECBAgQIAAAQIECBAgQIDA8gWU8LYCAsC39bd3AgQIECBAgAABAgQIrEVAOQkQIECAAAECBAgQIECAAIErCNw4AHyFEtoFAQIECBAgQIAAAQIECBAgcGMBuydAgAABAgQIECBAgACBawkIAF9L2n7+FDCFAAECBAgQIECAAAECBAgQWL6AEhIgQIAAAQIECBAgcFUBAeCrctsZAQKjgCEBAgQIECBAgAABAgQIECCwfAElJECAAAECBAgQuL6AAPD1ze2RAAECaxdQfgIECBAgQIAAAQIECBAgQGD5AkpIgAABAgQI3EhAAPhG8HZLgAABAgTWKaDUBAgQIECAAAECBAgQIECAwPIFlJAAAQIEbikgAHxLffsmQIAAAQIECKxJQFkJECBAgAABAgQIECBAgACB5QsoIQECNxcQAL75IZABAgQIECBAgAABAssXUEICBAgQIECAAAECBAgQIEBg+QJKOA0BAeBpHAe5IECAAAECBAgQIECAwFIFlIsAAQIECBAgQIAAAQIECBC4osCNAsBXLKFdESBAgAABAgQIECBAgAABAjcSsFsCBAgQIECAAAECBAgQuLaAAPC1xe0vJQYECBAgQIAAAQIECBAgQIDA8gWUkAABAgQIECBAgACBmwgIAN+E3U4JrFdAyQkQIECAAAECBAgQIECAAIHlCyghAQIECBAgQIDA7QQEgG9nb88ECBBYm4DyEiBAgAABAgQIECBAgAABAssXUEICBAgQIEDgxgICwDc+AHZPgAABAgTWIaCUBAgQIECAAAECBAgQIECAwPIFlJAAAQIEpiAgADyFoyAPBAgQIECAAIElCygbAQIECBAgQIAAAQIECBAgsHwBJSRAYDICAsCTORQyQoAAAQIECBAgQGB5AkpEgAABAgQIECBAgAABAgQILF9ACaclIAA8reMhNwQIECBAgAABAgQIEFiKgHIQIECAAAECBAgQIECAAAECNxC4cgD4BiW0SwIECBAgQIAAAQIECBAgQODKAnZHgAABAgQIECBAgAABArcSEAC+lfwa96vMBAgQIECAAAECBAgQIECAwPIFlJAAAQIECBAgQIAAgZsKCADflN/OCaxHQEkJECBAgAABAgQIECBAgACB5QsoIQECBAgQIECAwO0FBIBvfwzkgAABAksXUD4CBAgQIECAAAECBAgQIEBg+QJKSIAAAQIECExEQAB4IgdCNggQIECAwDIFlIoAAQIECBAgQIAAAQIECBBYvoASEiBAgMCUBASAp3Q05IUAAQIECBAgsCQBZSFAgAABAgQIECBAgAABAgSWL6CEBAhMTkAAeHKHRIYIECBAgAABAgQIzF9ACQgQIECAAAECBAgQIECAAIHlCyjhNAUEgKd5XOSKAAECBAgQIECAAAECcxWQbwIECBAgQIAAAQIECBAgQOCGAlcKAN+whHZNgAABAgQIECBAgAABAgQIXEnAbggQIECAAAECBAgQIEDg1gICwLc+AmvYvzISIECAAAECBAgQIECAAAECyxdQQgIECBAgQIAAAQIEJiEgADyJwyATBJYroGQECBAgQIAAAQIECBAgQIDA8gWUkAABAgQIECBAYDoCAsDTORZyQoAAgaUJKA8BAgQIECBAgAABAgQIECCwfAElJECAAAECBCYmIAA8sQMiOwQIECBAYBkCSkGAAAECBAgQIECAAAECBAgsX0AJCRAgQGCKAgLAUzwq8kSAAAECBAgQmLOAvBMgQIAAAQIECBAgQIAAAQLLF1BCAgQmKyAAPNlDI2MECBAgQIAAAQIE5icgxwQIECBAgAABAgQIECBAgMDyBZRw2gICwNM+PnJHgAABAgQIECBAgACBuQjIJwECBAgQIECAAAECBAgQIDABgQsHgCdQQlkgQIAAAQIECBAgQIAAAQIELixg8wQIECBAgAABAgQIECAwFQEB4KkciSXmQ5kIECBAgAABAgQIECBAgACB5QsoIQECBAgQIECAAAECkxIQAJ7U4ZAZAssRUBICBAgQIECAAAECBAgQIEBg+QJKSIAAAQIECBAgMD0BAeDpHRM5IkCAwNwF5J8AAQIECBAgQIAAAQIECBBYvoASEiBAgAABAhMVEACe6IGRLQIECBAgME8BuSZAgAABAgQIECBAgAABAgSWL6CEBAgQIDBlAQHgKR8deSNAgAABAgQIzElAXgkQIECAAAECBAgQIECAAIHlCyghAQKTFxAAnvwhkkECBAgQIECAAAEC0xeQQwIECBAgQIAAAQIECBAgQGD5Ako4DwEB4HkcJ7kkQIAAAQIECBAgQIDAVAXkiwABAgQIECBAgAABAgQIEJiQwIUCwBMqoawQIECAAAECBAgQIECAAAECFxKwWQIECBAgQIAAAQIECBCYmoAA8NSOyBLyowwECBAgQIAAAQIECBAgQIDA8gWUkAABAgQIECBAgACBSQoIAE/ysMgUgfkKyDkBAgQIECBAgAABAgQIECCwfAElJECAAAECBAgQmK6AAPB0j42cESBAYG4C8kuAAAECBAgQIECAAAECBAgsX0AJCRAgQIAAgYkLCABP/ADJHgECBAgQmIeAXBIgQIAAAQIECBAgQIAAAQLLF1BCAgQIEJiDgADwHI6SPBIgQIAAAQIEpiwgbwQIECBAgAABAgQIECBAgMDyBZSQAIHZCAgAz+ZQySgBAgQIECBAgACB6QnIEQECBAgQIECAAAECBAgQILB8ASWcl4AA8LyOl9wSIECAAAECBAgQIEBgKgLyQYAAAQIECBAgQIAAAQIECExQ4MwB4AmWUJYIECBAgAABAgQIECBAgACBMwvYHAECBAgQIECAAAECBAhMVUAAeKpHZo75kmcCBAgQIECAAAECBAgQIEBg+QJKSIAAAQIECBAgQIDApAUEgCd9eGSOwHwE5JQAAQIECBAgQIAAAQIECBBYvoASEiBAgAABAgQITF9AAHj6x0gOCRAgMHUB+SNAgAABAgQIECBAgAABAgSWL6CEBAgQIECAwEwEBIBncqBkkwABAgQITFNArggQIECAAAECBAgQIECAAIHlCyghAQIECMxJQAB4TkdLXgkQIECAAAECUxKQFwIECBAgQIAAAQIECBAgQGD5AkpIgMDsBASAZ3fIZJgAAQIECBAgQIDA7QXkgAABAgQIECBAgAABAgQIEFi+gBLOU0AAeJ7HTa4JECBAgAABAgQIECBwKwH7JUCAAAECBAgQIECAAAECBCYscKYA8IRLKGsECBAgQIAAAQIECBAgQIDAmQRshgABAgQIECBAgAABAgSmLiAAPPUjNIf8ySMBAgQIECBAgAABAgQIECCwfAElJECAAAECBAgQIEBgFgICwLM4TDJJYLoCckaAAAECBAgQIECAAAECBAgsX0AJCRAgQIAAAQIE5iMgADyfYyWnBAgQmJqA/BAgQIAAAQIECBAgQIAAAQLLF1BCAgQIECBAYGYCAsAzO2CyS4AAAQIEpiEgFwQIECBAgAABAgQIECBAgMDyBZSQAAECBOYoIAA8x6MmzwQIECBAgACBWwrYNwECBAgQIECAAAECBP5/9u5EsVEeSgOsPmE79ffM+79sT1dGwnGWyp54AXEoK+yge0TMcu0UAQIECBAgQGCxAhLAi20aFSNAgAABAusTUGMCBAgQIECAAAECBAgQIEBgfAEREiBAgMCyBSSAl90+akeAAAECBAgQWIuAehIgQIAAAQIECBAgQIAAAQLjC4iQAIEVCEgAr6CRVJEAAQIECBAgQIDAsgXUjgABAgQIECBAgAABAgQIEBhfQIRrEZAAXktLqScBAgQIECBAgAABAgSWKKBOBAgQIECAAAECBAgQIECAwKIELpIAXlSEKkOAAAECBAgQIECAAAECBAhcRMBGCRAgQIAAAQIECBAgQGB5AhLAy2uTtddI/QkQIECAAAECBAgQIECAAIHxBURIgAABAgQIECBAgMBCBSSAF9owqkVgnQJqTYAAAQIECBAgQIAAAQIECIwvIEICBAgQIECAAIElC0gAL7l11I0AAQJrElBXAgQIECBAgAABAgQIECBAYHwBERIgQIAAAQKLF5AAXnwTqSABAgQIEFi+gBoSIECAAAECBAgQIECAAAEC4wuIkAABAgTWISABvI52UksCBAgQIECAwFIF1IsAAQIECBAgQIAAAQIECBAYX0CEBAisSEACeEWNpaoECBAgQIAAAQIEliWgNgQIECBAgAABAgQIECBAgMD4AiJcm4AE8NpaTH0JECBAgAABAgQIECCwBAF1IECAAAECBAgQIECAAAECBBYpcNYE8CIjVCkCBAgQIECAAAECBAgQIEDgrAI2RoAAAQIECBAgQIAAAQLLFZAAXm7brK1m6kuAAAECBAgQIECAAAECBAiMLyBCAgQIECBAgAABAgQWLiABvPAGUj0C6xBQSwIECBAgQIAAAQIECBAgQGB8ARESIECAAAECBAisQUACeA2tpI4ECBBYsoC6ESBAgAABAgQIECBAgAABAuMLiJAAAQIECBBYjYAE8GqaSkUJECBAgMDyBNSIAAECBAgQIECAAAECBAgQGF9AhAQIECCwLgEJ4HW1l9oSIECAAAECBJYioB4ECBAgQIAAAQIECBAgQIDA+AIiJEBghQISwCtsNFUmQIAAAQIECBAgcFsBeydAgAABAgQIECBAgAABAgTGFxDhWgUkgNfacupNgAABAgQIECBAgACBWwjYJwECBAgQIECAAAECBAgQILBogbMkgBcdocoRIECAAAECBAgQIECAAAECZxGwEQIECBAgQIAAAQIECBBYvoAE8PLbaOk1VD/WbD5hAAAQAElEQVQCBAgQIECAAAECBAgQIEBgfAEREiBAgAABAgQIECCwEgEJ4JU0lGoSWKaAWhEgQIAAAQIECBAgQIAAAQLjC4iQAAECBAgQIEBgTQISwGtqLXUlQIDAkgTUhQABAgQIECBAgAABAgQIEBhfQIQECBAgQIDA6gQkgFfXZCpMgAABAgRuL6AGBAgQIECAAAECBAgQIECAwPgCIiRAgACBdQpIAK+z3dSaAAECBAgQIHArAfslQIAAAQIECBAgQIAAAQIExhcQIQECKxaQAF5x46k6AQIECBAgQIAAgesK2BsBAgQIECBAgAABAgQIECAwvoAI1y4gAbz2FlR/AgQIECBAgAABAgQIXEPAPggQIECAAAECBAgQIECAAIFVCPwqAbyKCFWSAAECBAgQIECAAAECBAgQ+JWAlQkQIECAAAECBAgQIEBgPQISwOtpq6XVVH0IECBAgAABAgQIECBAgACB8QVESIAAAQIECBAgQIDAygQkgFfWYKpLYBkCakGAAAECBAgQIECAAAECBAiMLyBCAgQIECBAgACBNQpIAK+x1dSZAAECtxSwbwIECBAgQIAAAQIECBAgQGB8ARESIECAAAECqxWQAF5t06k4AQIECBC4voA9EiBAgAABAgQIECBAgAABAuMLiJAAAQIE1i0gAbzu9lN7AgQIECBAgMC1BOyHAAECBAgQIECAAAECBAgQGF9AhAQIDCAgATxAIwqBAAECBAgQIECAwGUFbJ0AAQIECBAgQIAAAQIECBAYX0CEowhIAI/SkuIgQIAAAQIECBAgQIDAJQRskwABAgQIECBAgAABAgQIEFiVwI8SwKuKUGUJECBAgAABAgQIECBAgACBHwlYiQABAgQIECBAgAABAgTWJyABvL42u3WN7Z8AAQIECBAgQIAAAQIECBAYX0CEBAgQIECAAAECBAisVEACeKUNp9oEbiNgrwQIECBAgAABAgQIECBAgMD4AiIkQIAAAQIECBBYs4AE8JpbT90JECBwTQH7IkCAAAECBAgQIECAAAECBMYXECEBAgQIECCwegEJ4NU3oQAIECBAgMDlBeyBAAECBAgQIECAAAECBAgQGF9AhAQIECAwhoAE8BjtKAoCBAgQIECAwKUEbJcAAQIECBAgQIAAAQIECBAYX0CEBAgMJCABPFBjCoUAAQIECBAgQIDAeQVsjQABAgQIECBAgAABAgQIEBhfQISjCUgAj9ai4iFAgAABAgQIECBAgMA5BGyDAAECBAgQIECAAAECBAgQWKXAtxLAq4xQpQkQIECAAAECBAgQIECAAIFvCViYAAECBAgQIECAAAECBNYrIAG83ra7ds3tjwABAgQIECBAgAABAgQIEBhfQIQECBAgQIAAAQIECKxcQAJ45Q2o+gSuI2AvBAgQIECAAAECBAgQIECAwPgCIiRAgAABAgQIEBhBQAJ4hFYUAwECBC4pYNsECBAgQIAAAQIECBAgQIDA+AIiJECAAAECBIYRkAAepikFQoAAAQIEzi9giwQIECBAgAABAgQIECBAgMD4AiIkQIAAgbEEJIDHak/RECBAgAABAgTOJWA7BAgQIECAAAECBAgQIECAwPgCIiRAYEABCeABG1VIBAgQIECAAAECBH4nYG0CBAgQIECAAAECBAgQIEBgfAERjiogATxqy4qLAAECBAgQIECAAAECPxGwDgECBAgQIECAAAECBAgQILBqgS8lgFcdocoTIECAAAECBAgQIECAAAECXxKwEAECBAgQIECAAAECBAisX0ACeP1teOkIbJ8AAQIECBAgQIAAAQIECBAYX0CEBAgQIECAAAECBAgMIiABPEhDCoPAZQRslQABAgQIECBAgAABAgQIEBhfQIQECBAgQIAAAQIjCUgAj9SaYiFAgMA5BWyLAAECBAgQIECAAAECBAgQGF9AhAQIECBAgMBwAhLAwzWpgAgQIECAwO8FbIEAAQIECBAgQIAAAQIECBAYX0CEBAgQIDCmgATwmO0qKgIECBAgQIDATwWsR4AAAQIECBAgQIAAAQIECIwvIEICBAYWkAAeuHGFRoAAAQIECBAgQOB7ApYmQIAAAQIECBAgQIAAAQIExhcQ4egCEsCjt7D4CBAgQIAAAQIECBAg8BUByxAgQIAAAQIECBAgQIAAAQJDCHyYAB4iQkEQIECAAAECBAgQIECAAAECHwqYSYAAAQIECBAgQIAAAQLjCEgAj9OW547E9ggQIECAAAECBAgQIECAAIHxBURIgAABAgQIECBAgMBgAhLAgzWocAicR8BWCBAgQIAAAQIECBAgQIAAgfEFREiAAAECBAgQIDCigATwiK0qJgIECPxGwLoECBAgQIAAAQIECBAgQIDA+AIiJECAAAECBIYVkAAetmkFRoAAAQIEvi9gDQIECBAgQIAAAQIECBAgQGB8ARESIECAwNgCEsBjt6/oCBAgQIAAAQJfFbAcAQIECBAgQIAAAQIECBAgML6ACAkQ2ICABPAGGlmIBAgQIECAAAECBD4WMJcAAQIECBAgQIAAAQIECBAYX0CEWxGQAN5KS4uTAAECBAgQIECAAAECbwmYRoAAAQIECBAgQIAAAQIECAwl8GYCeKgIBUOAAAECBAgQIECAAAECBAi8KWAiAQIECBAgQIAAAQIECIwnIAE8Xpv+NiLrEyBAgAABAgQIECBAgAABAuMLiJAAAQIECBAgQIAAgUEFJIAHbVhhEfiZgLUIECBAgAABAgQIECBAgACB8QVESIAAAQIECBAgMLKABPDIrSs2AgQIfEfAsgQIECBAgAABAgQIECBAgMD4AiIkQIAAAQIEhheQAB6+iQVIgAABAgQ+F7AEAQIECBAgQIAAAQIECBAgML6ACAkQIEBgGwISwNtoZ1ESIECAAAECBN4TMJ0AAQIECBAgQIAAAQIECBAYX0CEBAhsSEACeEONLVQCBAgQIECAAAECLwWMESBAgAABAgQIECBAgAABAuMLiHBrAhLAW2tx8RIgQIAAAQIECBAgQKALKAQIECBAgAABAgQIECBAgMCQAi8SwENGKCgCBAgQIECAAAECBAgQIEDghYARAgQIECBAgAABAgQIEBhXQAJ43Lb9bmSWJ0CAAAECBAgQIECAAAECBMYXECEBAgQIECBAgAABAoMLSAAP3sDCI/A1AUsRIECAAAECBAgQIECAAAEC4wuIkAABAgQIECBAYAsCEsBbaGUxEiBA4CMB8wgQIECAAAECBAgQIECAAIHxBURIgAABAgQIbEZAAngzTS1QAgQIECDwWsAUAgQIECBAgAABAgQIECBAYHwBERIgQIDAtgQkgLfV3qIlQIAAAQIECJwE9AkQIECAAAECBAgQIECAAIHxBURIgMAGBSSAN9joQiZAgAABAgQIENi6gPgJECBAgAABAgQIECBAgACB8QVEuFUBCeCttry4CRAgQIAAAQIECBDYpoCoCRAgQIAAAQIECBAgQIAAgaEF5gTw0BEKjgABAgQIECBAgAABAgQIEJgF/CBAgAABAgQIECBAgACB8QUkgMdv488iNJ8AAQIECBAgQIAAAQIECBAYX0CEBAgQIECAAAECBAhsREACeCMNLUwCbwuYSoAAAQIECBAgQIAAAQIECIwvIEICBAgQIECAAIEtCUgAb6m1xUqAAIHnAoYJECBAgAABAgQIECBAgACB8QVESIAAAQIECGxOQAJ4c00uYAIECBAgUAoDAgQIECBAgAABAgQIECBAYHwBERIgQIDANgUkgLfZ7qImQIAAAQIEtisgcgIECBAgQIAAAQIECBAgQGB8ARESILBhAQngDTe+0AkQIECAAAECBLYmIF4CBAgQIECAAAECBAgQIEBgfAERbl1AAnjrR4D4CRAgQIAAAQIECBDYhoAoCRAgQIAAAQIECBAgQIAAgfEFWoQSwA3BiwABAgQIECBAgAABAgQIjCwgNgIECBAgQIAAAQIECBDYjoAE8Hba+t9IjRMgQIAAAQIECBAgQIAAAQLjC4iQAAECBAgQIECAAIGNCUgAb6zBhUvgKOAnAQIECBAgQIAAAQIECBAgML6ACAkQIECAAAECBLYoIAG8xVYXMwEC2xYQPQECBAgQIECAAAECBAgQIDC+gAgJECBAgACBzQpIAG+26QVOgAABAlsUEDMBAgQIECBAgAABAgQIECAwvoAICRAgQGDbAhLA225/0RMgQIAAAQLbERApAQIECBAgQIAAAQIECBAgML6ACAkQIFAkgB0EBAgQIECAAAECBIYXECABAgQIECBAgAABAgQIECAwvoAICRwFJICPDn4SIECAAAECBAgQIEBgTAFRESBAgAABAgQIECBAgAABAuMLPItQAvgZhkECBAgQIECAAAECBAgQIDCSgFgIECBAgAABAgQIECBAYHsCEsDba3MREyBAgAABAgQIECBAgAABAuMLiJAAAQIECBAgQIAAgY0KSABvtOGFvVUBcRMgQIAAAQIECBAgQIAAAQLjC4iQAAECBAgQIEBgywISwFtufbETILAtAdESIECAAAECBAgQIECAAAEC4wuIkAABAgQIENi8gATw5g8BAAQIECCwBQExEiBAgAABAgQIECBAgAABAuMLiJAAAQIECHQBCeCuoBAgQIAAAQIExhUQGQECBAgQIECAAAECBAgQIDC+gAgJECDwKCAB/EhhgAABAgQIECBAgMBoAuIhQIAAAQIECBAgQIAAAQIExhcQIYGXAhLALz2MESBAgAABAgQIECBAYAwBURAgQIAAAQIECBAgQIAAAQLjC7wRoQTwGygmESBAgAABAgQIECBAgACBNQuoOwECBAgQIECAAAECBAhsV0ACeDttL1ICBAgQIECAAAECBAgQIEBgfAEREiBAgAABAgQIECCwcQEJ4I0fAMLfioA4CRAgQIAAAQIECBAgQIAAgfEFREiAAAECBAgQIECgFAlgRwEBAgRGFxAfAQIECBAgQIAAAQIECBAgML6ACAkQIECAAAECDwISwA8QegQIECBAYEQBMREgQIAAAQIECBAgQIAAAQLjC4iQAAECBAg8F5AAfq5hmAABAgQIECAwjoBICBAgQIAAAQIECBAgQIAAgfEFREiAAIFXAhLAr0hMIECAAAECBAgQILB2AfUnQIAAAQIECBAgQIAAAQIExhcQIYG3BSSA33YxlQABAgQIECBAgAABAusUUGsCBAgQIECAAAECBAgQIEBgfIEPIpQA/gDHLAIECBAgQIAAAQIECBAgsCYBdSVAgAABAgQIECBAgAABAhLA4x8DIiRAgAABAgQIECBAgAABAgTGFxAhAQIECBAgQIAAAQIEZgEJ4JnBDwKjCoiLAAECBAgQIECAAAECBAgQGF9AhAQIECBAgAABAgSeBCSAnywMESBAYCwB0RAgQIAAAQIECBAgQIAAAQLjC4iQAAECBAgQIPCPgATwPyBGCRAgQIDACAJi3tb4ggAAEABJREFUIECAAAECBAgQIECAAAECBMYXECEBAgQIEHhLQAL4LRXTCBAgQIAAAQLrFVBzAgQIECBAgAABAgQIECBAYHwBERIgQOBdAQngd2nMIECAAAECBAgQILA2AfUlQIAAAQIECBAgQIAAAQIExhcQIYGPBSSAP/YxlwABAgQIECBAgAABAusQUEsCBAgQIECAAAECBAgQIEBgfIEvRCgB/AUkixAgQIAAAQIECBAgQIAAgSULqBsBAgQIECBAgAABAgQIEDgJSACfJMbri4gAAQIECBAgQIAAAQIECBAYX0CEBAgQIECAAAECBAgQeCEgAfyCwwiBUQTEQYAAAQIECBAgQIAAAQIECIwvIEICBAgQIECAAAECrwUkgF+bmEKAAIF1C6g9AQIECBAgQIAAAQIECBAgML6ACAkQIECAAAEC7whIAL8DYzIBAgQIEFijgDoTIECAAAECBAgQIECAAAEC4wuIkAABAgQIfCQgAfyRjnkECBAgQIAAgfUIqCkBAgQIECBAgAABAgQIECAwvoAICRAg8KmABPCnRBYgQIAAAQIECBAgsHQB9SNAgAABAgQIECBAgAABAgTGFxAhga8JSAB/zclSBAgQIECAAAECBAgQWKaAWhEgQIAAAQIECBAgQIAAAQLjC3wjQgngb2BZlAABAgQIECBAgAABAgQILElAXQgQIECAAAECBAgQIECAwL8CEsD/iqx/XAQECBAgQIAAAQIECBAgQIDA+AIiJECAAAECBAgQIECAwJsCEsBvsphIYK0C6k2AAAECBAgQIECAAAECBAiMLyBCAgQIECBAgAABAu8LSAC/b2MOAQIE1iWgtgQIECBAgAABAgQIECBAgMD4AiIkQIAAAQIECHwiIAH8CZDZBAgQIEBgDQLqSIAAAQIECBAgQIAAAQIECIwvIEICBAgQIPAVAQngryhZhgABAgQIECCwXAE1I0CAAAECBAgQIECAAAECBMYXECEBAgS+LCAB/GUqCxIgQIAAAQIECBBYmoD6ECBAgAABAgQIECBAgAABAuMLiJDA9wQkgL/nZWkCBAgQIECAAAECBAgsQ0AtCBAgQIAAAQIECBAgQIAAgfEFfhChBPAP0KxCgAABAgQIECBAgAABAgRuKWDfBAgQIECAAAECBAgQIEDgPQEJ4Pdk1jddjQkQIECAAAECBAgQIECAAIHxBURIgAABAgQIECBAgACBDwUkgD/kMZPAWgTUkwABAgQIECBAgAABAgQIEBhfQIQECBAgQIAAAQIEPheQAP7cyBIECBBYtoDaESBAgAABAgQIECBAgAABAuMLiJAAAQIECBAg8EUBCeAvQlmMAAECBAgsUUCdCBAgQIAAAQIECBAgQIAAgfEFREiAAAECBL4jIAH8HS3LEiBAgAABAgSWI6AmBAgQIECAAAECBAgQIECAwPgCIiRAgMC3BSSAv01mBQIECBAgQIAAAQK3FrB/AgQIECBAgAABAgQIECBAYHwBERL4mYAE8M/crEWAAAECBAgQIECAAIHbCNgrAQIECBAgQIAAAQIECBAgML7ALyKUAP4FnlUJECBAgAABAgQIECBAgMA1BeyLAAECBAgQIECAAAECBAh8JiAB/JnQ8uerIQECBAgQIECAAAECBAgQIDC+gAgJECBAgAABAgQIECDwJQEJ4C8xWYjAUgXUiwABAgQIECBAgAABAgQIEBhfQIQECBAgQIAAAQIEvi4gAfx1K0sSIEBgWQJqQ4AAAQIECBAgQIAAAQIECIwvIEICBAgQIECAwDcFJIC/CWZxAgQIECCwBAF1IECAAAECBAgQIECAAAECBMYXECEBAgQIEPiJgATwT9SsQ4AAAQIECBC4nYA9EyBAgAABAgQIECBAgAABAuMLiJAAAQI/FpAA/jGdFQkQIECAAAECBAhcW8D+CBAgQIAAAQIECBAgQIAAgfEFREjgdwISwL/zszYBAgQIECBAgAABAgSuI2AvBAgQIECAAAECBAgQIECAwPgCZ4hQAvgMiDZBgAABAgQIECBAgAABAgQuKWDbBAgQIECAAAECBAgQIEDgqwISwF+VWt5yakSAAAECBAgQIECAAAECBAiMLyBCAgQIECBAgAABAgQIfEtAAvhbXBYmsBQB9SBAgAABAgQIECBAgAABAgTGFxAhAQIECBAgQIAAge8LSAB/38waBAgQuK2AvRMgQIAAAQIECBAgQIAAAQLjC4iQAAECBAgQIPBDAQngH8JZjQABAgQI3ELAPgkQIECAAAECBAgQIECAAIHxBURIgAABAgR+IyAB/Bs96xIgQIAAAQIEridgTwQIECBAgAABAgQIECBAgMD4AiIkQIDArwUkgH9NaAMECBAgQIAAAQIELi1g+wQIECBAgAABAgQIECBAgMD4AiIkcB4BCeDzONoKAQIECBAgQIAAAQIELiNgqwQIECBAgAABAgQIECBAgMD4AmeMUAL4jJg2RYAAAQIECBAgQIAAAQIEzilgWwQIECBAgAABAgQIECBA4LsCEsDfFbv98mpAgAABAgQIECBAgAABAgQIjC8gQgIECBAgQIAAAQIECPxIQAL4R2xWInArAfslQIAAAQIECBAgQIAAAQIExhcQIQECBAgQIECAAIGfC0gA/9zOmgQIELiugL0RIECAAAECBAgQIECAAAEC4wuIkAABAgQIECDwSwEJ4F8CWp0AAQIECFxDwD4IECBAgAABAgQIECBAgACB8QVESIAAAQIEziEgAXwORdsgQIAAAQIECFxOwJYJECBAgAABAgQIECBAgACB8QVESIAAgbMJSACfjdKGCBAgQIAAAQIECJxbwPYIECBAgAABAgQIECBAgACB8QVESOC8AhLA5/W0NQIECBAgQIAAAQIECJxHwFYIECBAgAABAgQIECBAgACB8QUuEKEE8AVQbZIAAQIECBAgQIAAAQIECPxGwLoECBAgQIAAAQIECBAgQOCnAhLAP5W7/nr2SIAAAQIECBAgQIAAAQIECIwvIEICBAgQIECAAAECBAj8SkAC+Fd8ViZwLQH7IUCAAAECBAgQIECAAAECBMYXECEBAgQIECBAgACB3wtIAP/e0BYIECBwWQFbJ0CAAAECBAgQIECAAAECBMYXECEBAgQIECBA4EwCEsBngrQZAgQIECBwCQHbJECAAAECBAgQIECAAAECBMYXECEBAgQIEDingATwOTVtiwABAgQIECBwPgFbIkCAAAECBAgQIECAAAECBMYXECEBAgTOLiABfHZSGyRAgAABAgQIECDwWwHrEyBAgAABAgQIECBAgAABAuMLiJDAZQQkgC/jaqsECBAgQIAAAQIECBD4mYC1CBAgQIAAAQIECBAgQIAAgfEFLhihBPAFcW2aAAECBAgQIECAAAECBAh8R8CyBAgQIECAAAECBAgQIEDgtwISwL8VvPz69kCAAAECBAgQIECAAAECBAiMLyBCAgQIECBAgAABAgQInEVAAvgsjDZC4FICtkuAAAECBAgQIECAAAECBAiMLyBCAgQIECBAgAABAucTkAA+n6UtESBA4LwCtkaAAAECBAgQIECAAAECBAiMLyBCAgQIECBAgMCZBSSAzwxqcwQIECBA4BwCtkGAAAECBAgQIECAAAECBAiMLyBCAgQIECBwCQEJ4Euo2iYBAgQIECBA4OcC1iRAgAABAgQIECBAgAABAgTGFxAhAQIELiYgAXwxWhsmQIAAAQIECBAg8F0ByxMgQIAAAQIECBAgQIAAAQLjC4iQwGUFJIAv62vrBAgQIECAAAECBAgQ+JqApQgQIECAAAECBAgQIECAAIHxBa4QoQTwFZDtggABAgQIECBAgAABAgQIfCRgHgECBAgQIECAAAECBAgQOJeABPC5JM+/HVskQIAAAQIECBAgQIAAAQIExhcQIQECBAgQIECAAAECBM4qIAF8Vk4bI3AuAdshQIAAAQIECBAgQIAAAQIExhcQIQECBAgQIECAAIHzC0gAn9/UFgkQIPA7AWsTIECAAAECBAgQIECAAAEC4wuIkAABAgQIECBwIQEJ4AvB2iwBAgQIEPiJgHUIECBAgAABAgQIECBAgACB8QVESIAAAQIELikgAXxJXdsmQIAAAQIECHxdwJIECBAgQIAAAQIECBAgQIDA+AIiJECAwMUFJIAvTmwHBAgQIECAAAECBD4TMJ8AAQIECBAgQIAAAQIECBAYX0CEBK4jIAF8HWd7IUCAAAECBAgQIECAwNsCphIgQIAAAQIECBAgQIAAAQLjC1wxQgngK2LbFQECBAgQIECAAAECBAgQeC5gmAABAgQIECBAgAABAgQInFtAAvjcor/fni0QIECAAAECBAgQIECAAAEC4wuIkAABAgQIECBAgAABAhcRkAC+CKuNEvipgPUIECBAgAABAgQIECBAgACB8QVESIAAAQIECBAgQOByAhLAl7O1ZQIECHxPwNIECBAgQIAAAQIECBAgQIDA+AIiJECAAAECBAhcWEAC+MLANk+AAAECBL4iYBkCBAgQIECAAAECBAgQIEBgfAEREiBAgACBawhIAF9D2T4IECBAgAABAu8LmEOAAAECBAgQIECAAAECBAiMLyBCAgQIXE1AAvhq1HZEgAABAgQIECBA4F8B4wQIECBAgAABAgQIECBAgMD4AiIkcF0BCeDretsbAQIECBAgQIAAAQIEjgJ+EiBAgAABAgQIECBAgAABAuML3CBCCeAboNslAQIECBAgQIAAAQIECGxbQPQECBAgQIAAAQIECBAgQOBSAhLAl5L9/natQYAAAQIECBAgQIAAAQIECIwvIEICBAgQIECAAAECBAhcVEAC+KK8Nk7gqwKWI0CAAAECBAgQIECAAAECBMYXECEBAgQIECBAgACBywtIAF/e2B4IECDwsYC5BAgQIECAAAECBAgQIECAwPgCIiRAgAABAgQIXElAAvhK0HZDgAABAgTeEjCNAAECBAgQIECAAAECBAgQGF9AhAQIECBA4JoCEsDX1LYvAgQIECBAgMCTgCECBAgQIECAAAECBAgQIEBgfAEREiBA4OoCEsBXJ7dDAgQIECBAgAABAgQIECBAgAABAgQIECBAgACB8QVESOA2AhLAt3G3VwIECBAgQIAAAQIEtiogbgIECBAgQIAAAQIECBAgQGB8gRtGKAF8Q3y7JkCAAAECBAgQIECAAIFtCYiWAAECBAgQIECAAAECBAhcWkAC+NLCn2/fEgQIECBAgAABAgQIECBAgMD4AiIkQIAAAQIECBAgQIDAVQQkgK/CbCcE3hMwnQABAgQIECBAgAABAgQIEBhfQIQECBAgQIAAAQIEricgAXw9a3siQIDASwFjBAgQIECAAAECBAgQIECAwPgCIiRAgAABAgQIXFlAAvjK4HZHgAABAgS6gEKAAAECBAgQIECAAAECBAiMLyBCAgQIECBwCwEJ4Fuo2ycBAgQIEFwCUF8AABAASURBVCCwZQGxEyBAgAABAgQIECBAgAABAuMLiJAAAQI3E5AAvhm9HRMgQIAAAQIECGxPQMQECBAgQIAAAQIECBAgQIDA+AIiJHBbAQng2/rbOwECBAgQIECAAAECWxEQJwECBAgQIECAAAECBAgQIDC+wAIilABeQCOoAgECBAgQIECAAAECBAiMLSA6AgQIECBAgAABAgQIECBwLQEJ4GtJv96PKQQIECBAgAABAgQIECBAgMD4AiIkQIAAAQIECBAgQIDAVQUkgK/KbWcETgL6BAgQIECAAAECBAgQIECAwPgCIiRAgAABAgQIECBwfQEJ4Oub2yMBAlsXED8BAgQIECBAgAABAgQIECAwvoAICRAgQIAAAQI3EpAAvhG83RIgQIDANgVETYAAAQIECBAgQIAAAQIECIwvIEICBAgQIHBLAQngW+rbNwECBAgQILAlAbESIECAAAECBAgQIECAAAEC4wuIkAABAjcXkAC+eROoAAECBAgQIECAwPgCIiRAgAABAgQIECBAgAABAgTGFxAhgWUISAAvox3UggABAgQIECBAgACBUQXERYAAAQIECBAgQIAAAQIECIwvsKAIJYAX1BiqQoAAAQIECBAgQIAAAQJjCYiGAAECBAgQIECAAAECBAhcW0AC+NripdgjAQIECBAgQIAAAQIECBAgML6ACAkQIECAAAECBAgQIHATAQngm7Db6XYFRE6AAAECBAgQIECAAAECBAiMLyBCAgQIECBAgAABArcTkAC+nb09EyCwNQHxEiBAgAABAgQIECBAgAABAuMLiJAAAQIECBAgcGMBCeAbN4DdEyBAgMA2BERJgAABAgQIECBAgAABAgQIjC8gQgIECBAgsAQBCeAltII6ECBAgAABAiMLiI0AAQIECBAgQIAAAQIECBAYX0CEBAgQWIyABPBimkJFCBAgQIAAAQIExhMQEQECBAgQIECAAAECBAgQIDC+gAgJLEtAAnhZ7aE2BAgQIECAAAECBAiMIiAOAgQIECBAgAABAgQIECBAYHyBBUYoAbzARlElAgQIECBAgAABAgQIEFi3gNoTIECAAAECBAgQIECAAIFbCUgAX0/enggQIECAAAECBAgQIECAAIHxBURIgAABAgQIECBAgACBmwpIAN+U3863IyBSAgQIECBAgAABAgQIECBAYHwBERIgQIAAAQIECBC4vYAE8O3bQA0IEBhdQHwECBAgQIAAAQIECBAgQIDA+AIiJECAAAECBAgsREACeCENoRoECBAgMKaAqAgQIECAAAECBAgQIECAAIHxBURIgAABAgSWJCABvKTWUBcCBAgQIEBgJAGxECBAgAABAgQIECBAgAABAuMLiJAAAQKLE5AAXlyTqBABAgQIECBAgMD6BURAgAABAgQIECBAgAABAgQIjC8gQgLLFJAAXma7qBUBAgQIECBAgAABAmsVUG8CBAgQIECAAAECBAgQIEBgfIEFRygBvODGUTUCBAgQIECAAAECBAgQWJeA2hIgQIAAAQIECBAgQIAAgVsLSABfvgXsgQABAgQIECBAgAABAgQIEBhfQIQECBAgQIAAAQIECBBYhIAE8CKaQSXGFRAZAQIECBAgQIAAAQIECBAgML6ACAkQIECAAAECBAgsR0ACeDltoSYECIwmIB4CBAgQIECAAAECBAgQIEBgfAEREiBAgAABAgQWJiABvLAGUR0CBAgQGENAFAQIECBAgAABAgQIECBAgMD4AiIkQIAAAQJLFJAAXmKrqBMBAgQIECCwZgF1J0CAAAECBAgQIECAAAECBMYXECEBAgQWKyABvNimUTECBAgQIECAAIH1CagxAQIECBAgQIAAAQIECBAgML6ACAksW0ACeNnto3YECBAgQIAAAQIECKxFQD0JECBAgAABAgQIECBAgACB8QVWEKEE8AoaSRUJECBAgAABAgQIECBAYNkCakeAAAECBAgQIECAAAECBJYiIAF8uZawZQIECBAgQIAAAQIECBAgQGB8ARESIECAAAECBAgQIEBgUQISwItqDpUZR0AkBAgQIECAAAECBAgQIECAwPgCIiRAgAABAgQIECCwPAEJ4OW1iRoRILB2AfUnQIAAAQIECBAgQIAAAQIExhcQIQECBAgQIEBgoQISwAttGNUiQIAAgXUKqDUBAgQIECBAgAABAgQIECAwvoAICRAgQIDAkgUkgJfcOupGgAABAgQIrElAXQkQIECAAAECBAgQIECAAIHxBURIgACBxQtIAC++iVSQAAECBAgQIEBg+QJqSIAAAQIECBAgQIAAAQIECIwvIEIC6xCQAF5HO6klAQIECBAgQIAAAQJLFVAvAgQIECBAgAABAgQIECBAYHyBFUUoAbyixlJVAgQIECBAgAABAgQIEFiWgNoQIECAAAECBAgQIECAAIGlCUgAn79FbJEAAQIECBAgQIAAAQIECBAYX0CEBAgQIECAAAECBAgQWKSABPAim0Wl1iug5gQIECBAgAABAgQIECBAgMD4AiIkQIAAAQIECBAgsFwBCeDlto2aESCwNgH1JUCAAAECBAgQIECAAAECBMYXECEBAgQIECBAYOECEsALbyDVI0CAAIF1CKglAQIECBAgQIAAAQIECBAgML6ACAkQIECAwBoEJIDX0ErqSIAAAQIECCxZQN0IECBAgAABAgQIECBAgACB8QVESIAAgdUISACvpqlUlAABAgQIECBAYHkCakSAAAECBAgQIECAAAECBAiMLyBCAusSkABeV3upLQECBAgQIECAAAECSxFQDwIECBAgQIAAAQIECBAgQGB8gRVGKAG8wkZTZQIECBAgQIAAAQIECBC4rYC9EyBAgAABAgQIECBAgACBpQpIAJ+vZWyJAAECBAgQIECAAAECBAgQGF9AhAQIECBAgAABAgQIEFi0gATwoptH5dYjoKYECBAgQIAAAQIECBAgQIDA+AIiJECAAAECBAgQILB8AQng5beRGhIgsHQB9SNAgAABAgQIECBAgAABAgTGFxAhAQIECBAgQGAlAhLAK2ko1SRAgACBZQqoFQECBAgQIECAAAECBAgQIDC+gAgJECBAgMCaBCSA19Ra6kqAAAECBAgsSUBdCBAgQIAAAQIECBAgQIAAgfEFREiAAIHVCUgAr67JVJgAAQIECBAgQOD2AmpAgAABAgQIECBAgAABAgQIjC8gQgLrFJAAXme7qTUBAgQIECBAgAABArcSsF8CBAgQIECAAAECBAgQIEBgfIEVRygBvOLGU3UCBAgQIECAAAECBAgQuK6AvREgQIAAAQIECBAgQIAAgaULSAD/voVsgQABAgQIECBAgAABAgQIEBhfQIQECBAgQIAAAQIECBBYhYAE8CqaSSWXK6BmBAgQIECAAAECBAgQIECAwPgCIiRAgAABAgQIECCwHgEJ4PW0lZoSILA0AfUhQIAAAQIECBAgQIAAAQIExhcQIQECBAgQIEBgZQISwCtrMNUlQIAAgWUIqAUBAgQIECBAgAABAgQIECAwvoAICRAgQIDAGgUkgNfYaupMgAABAgQI3FLAvgkQIECAAAECBAgQIECAAIHxBURIgACB1QpIAK+26VScAAECBAgQIEDg+gL2SIAAAQIECBAgQIAAAQIECIwvIEIC6xaQAF53+6k9AQIECBAgQIAAAQLXErAfAgQIECBAgAABAgQIECBAYHyBASKUAB6gEYVAgAABAgQIECBAgAABApcVsHUCBAgQIECAAAECBAgQILAWAQngn7eUNQkQIECAAAECBAgQIECAAIHxBURIgAABAgQIECBAgACBVQlIAK+quVR2OQJqQoAAAQIECBAgQIAAAQIECIwvIEICBAgQIECAAAEC6xOQAF5fm6kxAQK3FrB/AgQIECBAgAABAgQIECBAYHwBERIgQIAAAQIEViogAbzShlNtAgQIELiNgL0SIECAAAECBAgQIECAAAEC4wuIkAABAgQIrFlAAnjNrafuBAgQIECAwDUF7IsAAQIECBAgQIAAAQIECBAYX0CEBAgQWL2ABPDqm1AABAgQIECAAAEClxewBwIECBAgQIAAAQIECBAgQGB8ARESGENAAniMdhQFAQIECBAgQIAAAQKXErBdAgQIECBAgAABAgQIECBAYHyBgSKUAB6oMYVCgAABAgQIECBAgAABAucVsDUCBAgQIECAAAECBAgQILA2AQng77eYNQgQIECAAAECBAgQIECAAIHxBURIgAABAgQIECBAgACBVQpIAK+y2VT6dgL2TIAAAQIECBAgQIAAAQIECIwvIEICBAgQIECAAAEC6xWQAF5v26k5AQLXFrA/AgQIECBAgAABAgQIECBAYHwBERIgQIAAAQIEVi4gAbzyBlR9AgQIELiOgL0QIECAAAECBAgQIECAAAEC4wuIkAABAgQIjCAgATxCK4qBAAECBAgQuKSAbRMgQIAAAQIECBAgQIAAAQLjC4iQAAECwwhIAA/TlAIhQIAAAQIECBA4v4AtEiBAgAABAgQIECBAgAABAuMLiJDAWAISwGO1p2gIECBAgAABAgQIEDiXgO0QIECAAAECBAgQIECAAAEC4wsMGKEE8ICNKiQCBAgQIECAAAECBAgQ+J2AtQkQIECAAAECBAgQIECAwFoFJIC/3nKWJECAAAECBAgQIECAAAECBMYXECEBAgQIECBAgAABAgRWLSABvOrmU/nrCdgTAQIECBAgQIAAAQIECBAgML6ACAkQIECAAAECBAisX0ACeP1tKAICBC4tYPsECBAgQIAAAQIECBAgQIDA+AIiJECAAAECBAgMIiABPEhDCoMAAQIELiNgqwQIECBAgAABAgQIECBAgMD4AiIkQIAAAQIjCUgAj9SaYiFAgAABAgTOKWBbBAgQIECAAAECBAgQIECAwPgCIiRAgMBwAhLAwzWpgAgQIECAAAECBH4vYAsECBAgQIAAAQIECBAgQIDA+AIiJDCmgATwmO0qKgIECBAgQIAAAQIEfipgPQIECBAgQIAAAQIECBAgQGB8gYEjlAAeuHGFRoAAAQIECBAgQIAAAQLfE7A0AQIECBAgQIAAAQIECBBYu4AE8OctaAkCBAgQIECAAAECBAgQIEBgfAEREiBAgAABAgQIECBAYAgBCeAhmlEQlxOwZQIECBAgQIAAAQIECBAgQGB8ARESIECAAAECBAgQGEdAAnicthQJAQLnFrA9AgQIECBAgAABAgQIECBAYHwBERIgQIAAAQIEBhOQAB6sQYVDgAABAucRsBUCBAgQIECAAAECBAgQIEBgfAEREiBAgACBEQUkgEdsVTERIECAAAECvxGwLgECBAgQIECAAAECBAgQIDC+gAgJECAwrIAE8LBNKzACBAgQIECAAIHvC1iDAAECBAgQIECAAAECBAgQGF9AhATGFpAAHrt9RUeAAAECBAgQIECAwFcFLEeAAAECBAgQIEDFm5e6AAAQAElEQVSAAAECBAiML7CBCCWAN9DIQiRAgAABAgQIECBAgACBjwXMJUCAAAECBAgQIECAAAECowhIAL/fkuYQIECAAAECBAgQIECAAAEC4wuIkAABAgQIECBAgAABAkMJSAAP1ZyCOZ+ALREgQIAAAQIECBAgQIAAAQLjC4iQAAECBAgQIECAwHgCEsDjtamICBD4rYD1CRAgQIAAAQIECBAgQIAAgfEFREiAAAECBAgQGFRAAnjQhhUWAQIECPxMwFoECBAgQIAAAQIECBAgQIDA+AIiJECAAAECIwtIAI/cumIjQIAAAQIEviNgWQIECBAgQIAAAQIECBAgQGB8ARESIEBgeAEJ4OGbWIAECBAgQIAAAQKfC1iCAAECBAgQIECAAAECBAgQGF9AhAS2ISABvI12FiUBAgQIECBAgAABAu8JmE6AAAECBAgQIECAAAECBAiML7ChCCWAN9TYQiVAgAABAgQIECBAgACBlwLGCBAgQIAAAQIECBAgQIDAaAISwK9b1BQCBAgQIECAAAECBAgQIEBgfAEREiBAgAABAgQIECBAYEgBCeAhm1VQPxewJgECBAgQIECAAAECBAgQIDC+gAgJECBAgAABAgQIjCsgATxu24qMAIHvClieAAECBAgQIECAAAECBAgQGF9AhAQIECBAgACBwQUkgAdvYOERIECAwNcELEWAAAECBAgQIECAAAECBAiMLyBCAgQIECCwBQEJ4C20shgJECBAgACBjwTMI0CAAAECBAgQIECAAAECBMYXECEBAgQ2IyABvJmmFigBAgQIECBAgMBrAVMIECBAgAABAgQIECBAgACB8QVESGBbAhLA22pv0RIgQIAAAQIECBAgcBLQJ0CAAAECBAgQIECAAAECBMYX2GCEEsAbbHQhEyBAgAABAgQIECBAYOsC4idAgAABAgQIECBAgAABAqMKSAA/tawhAgQIECBAgAABAgQIECBAYHwBERIgQIAAAQIECBAgQGBoAQngoZtXcF8XsCQBAgQIECBAgAABAgQIECAwvoAICRAgQIAAAQIECIwvIAE8fhuLkACBzwTMJ0CAAAECBAgQIECAAAECBMYXECEBAgQIECBAYCMCEsAbaWhhEiBAgMDbAqYSIECAAAECBAgQIECAAAEC4wuIkAABAgQIbElAAnhLrS1WAgQIECBA4LmAYQIECBAgQIAAAQIECBAgQGB8ARESIEBgcwISwJtrcgETIECAAAECBAiUwoAAAQIECBAgQIAAAQIECBAYX0CEBLYpIAG8zXYXNQECBAgQIECAAIHtCoicAAECBAgQIECAAAECBAgQGF9gwxFKAG+48YVOgAABAgQIECBAgACBrQmIlwABAgQIECBAgAABAgQIjC4gAVzK6G0sPgIECBAgQIAAAQIECBAgQKAUBgQIECBAgAABAgQIENiEgATwJppZkO8LmEOAAAECBAgQIECAAAECBAiMLyBCAgQIECBAgAABAtsRkADeTluLlACBfwWMEyBAgAABAgQIECBAgAABAuMLiJAAAQIECBAgsDEBCeCNNbhwCRAgQOAo4CcBAgQIECBAgAABAgQIECAwvoAICRAgQIDAFgUkgLfY6mImQIAAAQLbFhA9AQIECBAgQIAAAQIECBAgML6ACAkQILBZAQngzTa9wAkQIECAAAECWxQQMwECBAgQIECAAAECBAgQIDC+gAgJbFtAAnjb7S96AgQIECBAgAABAtsRECkBAgQIECBAgAABAgQIECAwvoAIiwSwg4AAAQIECBAgQIAAAQIEhhcQIAECBAgQIECAAAECBAgQ2IrAlhPAW2ljcRIgQIAAAQIECBAgQIAAgS0LiJ0AAQIECBAgQIAAAQKbEpAA3lRzC/ZJwBABAgQIECBAgAABAgQIECAwvoAICRAgQIAAAQIECGxPQAJ4e20uYgIECBAgQIAAAQIECBAgQIAAAQLjC4iQAAECBAgQILBRAQngjTa8sAkQILBVAXETIECAAAECBAgQIECAAAEC4wuIkAABAgQIbFlAAnjLrS92AgQIECCwLQHREiBAgAABAgQIECBAgAABAuMLiJAAAQKbF5AA3vwhAIAAAQIECBAgsAUBMRIgQIAAAQIECBAgQIAAAQLjC4iQAIEuIAHcFRQCBAgQIECAAAECBMYVEBkBAgQIECBAgAABAgQIECAwvoAIHwUkgB8pDBAgQIAAAQIECBAgQIDAaALiIUCAAAECBAgQIECAAAECWxPYYgJ4a20sXgIECBAgQIAAAQIECBAgsEUBMRMgQIAAAQIECBAgQGCTAhLAm2z2LQctdgIECBAgQIAAAQIECBAgQGB8ARESIECAAAECBAgQ2K6ABPB2217kBLYnIGICBAgQIECAAAECBAgQIEBgfAEREiBAgAABAgQ2LiABvPEDQPgECBDYioA4CRAgQIAAAQIECBAgQIAAgfEFREiAAAECBAiUIgHsKCBAgAABAgRGFxAfAQIECBAgQIAAAQIECBAgML6ACAkQIEDgQUAC+AFCjwABAgQIECBAYEQBMREgQIAAAQIECBAgQIAAAQLjC4iQAIHnAhLAzzUMEyBAgAABAgQIECAwjoBICBAgQIAAAQIECBAgQIAAgfEFRPhKQAL4FYkJBAgQIECAAAECBAgQILB2AfUnQIAAAQIECBAgQIAAAQJbFdhSAnirbSxuAgQIECBAgAABAgQIECCwJQGxEiBAgAABAgQIECBAYNMCEsCbbv4tBS9WAgQIECBAgAABAgQIECBAYHwBERIgQIAAAQIECBAgIAHsGCBAYHwBERIgQIAAAQIECBAgQIAAAQLjC4iQAAECBAgQIEBgFpAAnhn8IECAAIFRBcRFgAABAgQIECBAgAABAgQIjC8gQgIECBAgQOBJQAL4ycIQAQIECBAgMJaAaAgQIECAAAECBAgQIECAAIHxBURIgAABAv8ISAD/A2KUAAECBAgQIEBgBAExECBAgAABAgQIECBAgAABAuMLiJAAgbcEJIDfUjGNAAECBAgQIECAAIH1Cqg5AQIECBAgQIAAAQIECBAgML6ACN8VkAB+l8YMAgQIECBAgAABAgQIEFibgPoSIECAAAECBAgQIECAAIGtC2whAbz1NhY/AQIECBAgQIAAAQIECBDYgoAYCRAgQIAAAQIECBAgQKAJSAA3BK+RBcRGgAABAgQIECBAgAABAgQIjC8gQgIECBAgQIAAAQIETgISwCcJfQIExhMQEQECBAgQIECAAAECBAgQIDC+gAgJECBAgAABAgReCEgAv+AwQoAAAQKjCIiDAAECBAgQIECAAAECBAgQGF9AhAQIECBAgMBrAQng1yamECBAgAABAusWUHsCBAgQIECAAAECBAgQIEBgfAEREiBAgMA7AhLA78CYTIAAAQIECBAgsEYBdSZAgAABAgQIECBAgAABAgTGFxAhAQIfCUgAf6RjHgECBAgQIECAAAEC6xFQUwIECBAgQIAAAQIECBAgQGB8ARF+KiAB/CmRBQgQIECAAAECBAgQIEBg6QLqR4AAAQIECBAgQIAAAQIECBwFRk4AHyP0kwABAgQIECBAgAABAgQIEBhZQGwECBAgQIAAAQIECBAg8ExAAvgZhsGRBMRCgAABAgQIECBAgAABAgQIjC8gQgIECBAgQIAAAQIE/hWQAP5XxDgBAusXEAEBAgQIECBAgAABAgQIECAwvoAICRAgQIAAAQIE3hSQAH6TxUQCBAgQWKuAehMgQIAAAQIECBAgQIAAAQLjC4iQAAECBAgQeF9AAvh9G3MIECBAgACBdQmoLQECBAgQIECAAAECBAgQIDC+gAgJECBA4BMBCeBPgMwmQIAAAQIECBBYg4A6EiBAgAABAgQIECBAgAABAuMLiJAAga8ISAB/RckyBAgQIECAAAECBAgsV0DNCBAgQIAAAQIECBAgQIAAgfEFRPhlAQngL1NZkAABAgQIECBAgAABAgSWJqA+BAgQIECAAAECBAgQIECAwEuBERPALyM0RoAAAQIECBAgQIAAAQIECIwoICYCBAgQIECAAAECBAgQeENAAvgNFJPWLKDuBAgQIECAAAECBAgQIECAwPgCIiRAgAABAgQIECBA4D0BCeD3ZEwnQGB9AmpMgAABAgQIECBAgAABAgQIjC8gQgIECBAgQIAAgQ8FJIA/5DGTAAECBNYioJ4ECBAgQIAAAQIECBAgQIDA+AIiJECAAAECBD4XkAD+3MgSBAgQIECAwLIF1I4AAQIECBAgQIAAAQIECBAYX0CEBAgQIPBFAQngL0JZjAABAgQIECBAYIkC6kSAAAECBAgQIECAAAECBAiMLyBCAgS+IyAB/B0tyxIgQIAAAQIECBAgsBwBNSFAgAABAgQIECBAgAABAgTGFxDhtwUkgL9NZgUCBAgQIECAAAECBAgQuLWA/RMgQIAAAQIECBAgQIAAAQJvC4yUAH47QlMJECBAgAABAgQIECBAgACBkQTEQoAAAQIECBAgQIAAAQIfCEgAf4Bj1poE1JUAAQIECBAgQIAAAQIECBAYX0CEBAgQIECAAAECBAh8JiAB/JmQ+QQILF9ADQkQIECAAAECBAgQIECAAIHxBURIgAABAgQIECDwJQEJ4C8xWYgAAQIEliqgXgQIECBAgAABAgQIECBAgMD4AiIkQIAAAQIEvi4gAfx1K0sSIECAAAECyxJQGwIECBAgQIAAAQIECBAgQGB8ARESIECAwDcFJIC/CWZxAgQIECBAgACBJQioAwECBAgQIECAAAECBAgQIDC+gAgJEPiJgATwT9SsQ4AAAQIECBAgQIDA7QTsmQABAgQIECBAgAABAgQIEBhfQIQ/FpAA/jGdFQkQIECAAAECBAgQIEDg2gL2R4AAAQIECBAgQIAAAQIECHwsMEIC+OMIzSVAgAABAgQIECBAgAABAgRGEBADAQIECBAgQIAAAQIECHxBQAL4C0gWWbKAuhEgQIAAAQIECBAgQIAAAQLjC4iQAAECBAgQIECAAIGvCkgAf1XKcgQILE9AjQgQIECAAAECBAgQIECAAIHxBURIgAABAgQIECDwLQEJ4G9xWZgAAQIEliKgHgQIECBAgAABAgQIECBAgMD4AiIkQIAAAQIEvi8gAfx9M2sQIECAAAECtxWwdwIECBBYrUC/Bb1cSaYSpWRQg1I+O3ZW+4uh4gQIECBAgMDbAqYS2LTAqNf1y4wrJWml3pc8lLUffP3uae0xqD8BAgQIECBAgMBmBARKgAABAgQIECBAgAABAgQIjC8gQgIEfiNQk5bRfrOcPjn93vzj9N/s3LoECBAgQIAAAQIECBD4soAFVyzQP3tcj5+ofvP+83h/mfyuv2IgVf+CQPK74yN5b/3j848vVMEiBAgQIECAAAECBK4gUNs+emm9rb5uFfd9cz+VW9XhTPttkZxpSzZDgAABAgQIECBAgAABAgQuJGCzg7DrwAAAEABJREFUBAgQIECAAAECBAgQIECAwNcEniWA++Dz8rUN3HApuyZAgAABAgQIECBAgACBBQkkp29YHr9Rmcf/i/Y4fUFVVZV1CZy5ts+fffThM2/e5ggQIECAAAECBAh8QSA53ic93Ted7qOO07+wCYucTaDfF/TytMHk2A7J2/2nJZc59DKaH9QxeTvw5Dj9B5u0CoEvCFiEAAECBAgQIECAAIFrCyTH+7zk2L/2/u2PwCUFkuNxnbzdv+S+bfsjAfMIECBAgAABAusUSF5eV64zCrVeq8AH/wfw6cB8+YmD5DT92F9r4OpNgMCKBVSdAAECBAgQIEDg6gJJ5n0mx34fSVKSp9KnvVke/g+l5GnZ5PzDb+7bxGEEkvMfM8nTNkvpn5HvZRgygRBYv4AICBAgQIDASgWSzDVPjv0+kuTF/VPy3vjHebnkvfVMT35rcLLv/fe3dWrP3l9q+fWdTfI5QPLxMkvFUS8CBAgQWJ6AGhEgQIAAAQK/E0jevz9L3p/X95qk1FaS43JFR2AggeR4XCev+z3M5PX05GlaX0YhQIAAgfMJ2BIBAgTWIJA8XQ8mT8O97kncP5Wxu+SpzZOXw7eOvCWA26v08llV+jLfK3n4/57KvP231z0t817/s1qZT4AAAQIECGxGQKAECBAg8AuBJCXtHq18cH/20bzTun/v02pxvL/r094uKcmzUu9LWmkrXvSVPNun4ZdtMIDH5wfP8bgsnx7jn23p9XbSfnd6+Wjbff5H5bO9mk+AAAECBAg8ChggsHiBJCXtGrG8c+15mvfR/dPTuv+G+7dN6KX1vG4o8Pq+4NRmvX17OY2/1e/zn0pK0kq7L+73xr1cOrBe+0vv4xhUD+yNcvGd2wEBAgQIECBAgMAAAkIgQOA3Aknm1ZN8eH+WvD9/3oAfBDYukPgd2fghIHwCBAgQIEDg4gLL3UHydC3Ya5k8jScvh/t8ZXyB5GW7J0/jt47+Kgngj4JMnjCSl8N9vSS9pxAgQIAAAQIECBAgsFUBcf9KIOn3VLUlfqdfbcfKBAh8LJCk/Z5drny8d3MJECBAgAABAgQuKZBk3nzS+7UN99J6XucVGGhrSZ7uD1pc9/f35f5vSrlvx04vbdolX20vl9z8ebad5Anpn+Hz7MFWCBAgQIAAAQIECBAgsH6B5PW9U48qSen/d29ZYafKBEYRSF7/fiZP00aJUxwECBAgQIAAgbULJE/XaMlxuMeUpN1X1cd8VdER+KpAO3aSp2Ppq6v9ZrnaHwIstUz1+Iv0T4AvRpMjWPJ2/8XCRggQIECAAAECBAgQIDCoQJI5sqT3axs+lmRqDyn6tDL3l3r/p17RPu3Y/ec4GMqkfNIlKclDacvO3xC4v29DXgQIECBAgAABAtcSSDLvKjn255FS23XaVGq7tyolra+MfN1+idjaEdOPnNK75HhsJcd+n3aJUi+x0XNvM0lJ3i7n3pftLV1A/QgQIECAAAECBAhsTyA53g99FnmS+WFEclw+SdERILAMgflBUk2p75TyvGu/u0nmZyHPJ29rWLQECBAgQIAAgesIJMfrriTzDpPM12xJ5uuxJEVH4DcCSTuGWkla/zcb+sa6q0gAfxRPksdfwOT5cP//reo876P1zSNAYEUCqkqAAAECBAgQ2KBAkjnqJGW3m16XqU2b9mWquzn52xeubdnnpZTaJvfSel4ECCxSYE4Mz7+7U3uWUUrKsUuOQ8mxf5zqJ4HBBYRHgAABAgSuJJAcr7GSp36/Luu77/2X91V9ai/93qqXPqwQ+JrA8ViaSv8medKv+VOS98vXtvr+UvX9Weufk2QOIjn25xE/CBAgQGCVAipNgAABAgS2IJDk3RvA/vDh0aD/VdhTKXmcXObh5+NFR4DA0gVOv8u9P/8Ol/azPa55eD8orUtSkq+VtrgXAQIEVi2g8gQIELi0QPL6uqrfbyV5uetn12cvZxgjcB6BJJ9e5/90T+2O4qerXme9OSNeU/ov37ulAfWM+cuS0rvkqZ/kFWRfRiFAgAABAgQWLaByBAgQGEYgeX1Pkhyn1Xq8PUuO48mx34Ov7Z6o9+cyP4Toy55K5snHH324l+PY08+/bbCX1vMiQGA5Au/+Pmf+ZkBt7wPPf/+TvHqukRynlYcuOY4nL/sPs/UIECBAgMCSBdSNwMUFksz7SDJfV/WR0/VW7/fSp5XH67TMoy9/9HurXl5ONUbgqwLzdX47Br+yfJL5WE1e9j9btz8x+GyZ1c7vgL3ySXpPIUCAAAECBAgQWJ2AChPYlkCSNz/8WnQECGxaoD+I/KwkmR8MbRpK8AQIECBAgMCKBS5X9eR4nZRk3kmSF/ddRUfgRgIfXeMn+dX1/dAJ4N5ep28FJ0eo5Hv9vg2FAAECBAgQIECAAIEbCAy2yyRzREnmm7jkZb/P7Dd/vf/90m/tevn+mtYgQGBpAj/7Xe7vH70kL99bkswBJsf+POIHAQIECBAgQGAjAsnxGih56vdrpo2Ev54w1fSVQD9Oe0ny9AyhLXV/f196aYMfvt65q+jfbe9fX+/lw/VXMPMUy9tVTZ7B/TPc10jSewoBAgQIECBAgAABAgS+LZDk8Uatr5yk9y5Q+r1bL29t+nRP9N78t9a5/TQ1ILBdAb+r2217kRMgQIAAAQLnFEjyeD92SqT9fvvur35vaAs/Fnh2TH+2jX8SwA8Hblo/bdW5/F8p+f9uVPq+y6l7v9/rWfoN0qm0+j8u3Ybb/P7L/VZ5XOyNgaSt2KYneXyTSF4Ot9leBAgQIECAAAECBAgQeCWQZJ6WvOy/dV9ymjav8NmPeXOne5/eb/c8b67Tp7f5i7m/u9V9pf3e7p7+x/ZlvDq/83zj3d/n0+9v+XZ3ej953k/y7nON5Djv2zuyAgECBAgQIEBgwQJJHmvXr4v6SO/30oe/X07XZ63fNz2Xfo3nmne8a/drtGk/dr52FPZj9lT6Yd0Pva+s+ToBPK/ZDuDHhGof/sqmLrHMN/bd6/1Y+nrtQUePoU/7oGontLf6fbXkkw30hZQrCNgFAQIECBAgQIAAgeUKJHmVXOm1TTL/31JJSu/6fUfv/7r0zT2W0/1P7z/fchvvy5TW7/dGc+nDz5cxTIDAdQQ++N3rv6ePpS/XnmecPrhxncotbC+qQ4AAAQIECBD4mUCSV/dlZ7sH6/dV6fV6uF5zf9UxlB8L9OPo+ysn7SDspa2atOHWf+/1TwL4tNjPdnxaexH9Hncvv6jM6Y0hyas3jSTzlpNjfx7xgwCBywjYKgECBAgQIEBgwQLJ8Z4gOfZPVU0yJ39L6/q9RS9t8DKvedfv3ce9N/0yVbFVAgR+KTD/Pv9yG/+sfnr/SeL5xj82RhcmoDoECBAgQOCHAknmNZNjfx65yA/3VxdhtdEvC/Rr++Tz4/ydBPDnK365Jr9a8Pb16JDvleT29fsVr5UJECCwAgFVJECAAAECSxJIUuo/JUmZpjone3v/VPp9RFlE575lEc2gEhsXuP3vYX9Peq8kmRPD/f1t4w0lfAIEbihg1wQIEPiuQJLH+7MkL+7LTtc95exdzr5FG9yiwO+Oo358d7Uk83V88tTv03upqfflqZwWqG2FaQGl1+NUp9v0O9J7pQP3hzu9/94yphMgQIAAAQI/FrAiAQIEFiXQEyNpNUpNu4d6Kqf7gSRt7stXknZfdaUy12vJ93dLuMdUh4TBbQyW/3yjv5f197dpmsqptLewl29qxggQIECAwGUEbJXAtwVqu1BJW6tfv/TSr2XaaEn61D5U5uEkP+vXtt6i82eu65M1G9SStGPsh6W0Lkn7+fqVZN52fT3LlOcCyREqeb/fb4x2u6nUWmfUJM83YZgAAQIECBAgQODbAlYgcFuBJI/X9slxuE0odaqlpl/3Py8P81uVk+Nwcuy3SV4ECBBYhEByfF9KPuq397j2sLM+lN20K/2ZR5JFxKASBAgQIECAwIgC348padcmrby8P0u7Zcu8sSSPw/MEPwgMKNCv2ZPjsZ4c+1N7ZpEch+uAMd8kpCTtpqiW3TTN/an126SiI0CAAAECBAgQIEDgmwI3XjzJXIPkqZ+k9JurUtq0/npWio4AAQKDCLS3upeRtPe6/t7Xn3XsdsdksOcdL4mMESBAgAABAtcVSNoFSttlv0ZpvTLfoh0nFd0KBVT5RwLJ8aDvvwfPS9/YcbyW2keUMwo08yTzwyGflC06AgQIECBAgAABAqsQSFKSpzJN7WapHsePN0/H4bbIKuJZcyXVnQCBBQqktPfIMj/r6O+JnncUHQECBAgQIHBFgSTtWuSp9Pu1vvskvacQIPAgkGT+Xam1PdN4mLbk3nrrljLfHPVPyk7TVE6l+a83JjUnQIAAAQIECBAgMJhAkjmiaWo3SC3pW9uNUp+QZL6eL61Ljsu0QS8CBC4nYMtrEWhvibW9X56ed1TvkWtpOfUkQIAAAQKrE0jahUerdb/2OJbaxsqc5Co6AhsWSDL/HiRP/c6RHH9Hjj/7FOVyAinl+MaUuf/vJ2WTlN4lx34fVk4C+gQIECBAgAABAgTOJ5CkJO+XnvztJcn5dmpLBAgQGFWgvVX25x3TNJXdbmrPPOrje+z3Q7YGAQIECBAgQOClQJLHa4t+n3YqSV4uaIwAgVcC9dWU04T7NquX07j++QTae1O/QeqflO3/h87pTavvIMnjG1qSPkkhsF0BkRMgQIAAAQIEziiQHK+vk7Rr7qmV3s+8h359fn9/Pw/f3/+d+/1Hknm5PqwQIECAwDsCKfN75TTV0p919P7UksLtLbToCHxJwEIECBAgQOAfged/YeS9+7V/VjFKgMAzgZblfTb2ONiu3N8cfpxo4BwCjbnfDCWZb5SS9/vn2J1tECBAYE0C6kqAAAECBH4rkLx9fV1TS3+Y8Niv+e2urE+AAAECJ4H2lpqk9Ae17/0FtKIjQIDAMwGDBAgQOAkkebhXS0m7T5vq8d6t9M/q9lJ0BAh8VeApAdy/7ftY8rT+fRt+nN4WN1zKGQ3u/3bflJT+RjaV0vpvlWQqebOkJO+XtkEvAgQIECCwNgH1JUCAwI8Fkqdr49NGkj5tKrVdT/eS1JL0ab3fr7P78LGc81rftupZ75148nQMrPAYKLX0992p7kovpdT2/ju9WU7v2foECBAgsCkBwRJ4FEgyD6clfueS2sbri+sG14PVPdYZ83OjHk/3f9th0ko7WtrvkNdiBGp7k3teplrbTZJmWkwDqQgBAgQIECBwYQGbJ/B7gSTtIUHKNLVr6VNp19XJcXp51eVhyqn/MKpHgAABAmcTSFKmWuf35ySP/aIjQIAAAQIENirwFHbydG2Qlvg9luO0p6UMESDwHYH6/sJ9Vi/vL2HO7wWS45tY8nb/tIep1tKWaOU0RZ8AAQIECBAgQIDAYAJfCOf+/r6cymnxpF0pt1L7NXPrH6fXMv+ZsOPIGz/b/OdT508R5/kUw0M0I48AABAASURBVAQIECBwJoHk6f31+KH3+vh8IznOS479M+3SZggQIECAAIGVCCRP1wC1tuF2z5dS2/1cGy66YQUEdnGB9lv03j7+thm9tJ7XzQSSlORY+jcYXj7Uulm17JgAAQIECBAgQIDATQSS47Vx8rrfK1Tb9Jpaej+1PlxLt35ty7fSl1GWKaBWBAiML5C09+JWans/zsN79Snq5DgvOfZP0/UJECBAgACBcQWS43k/SamtHD/Em6IjQOD3AvVxE2nJ3seyiP9N+7FqBp4Eksx/MmmqtWT+V3QECBAgQIAAAQIECJSe9J2aQ7tObkmFJMdPjN/Xh28M/1/r/18p8z1Pv99p9z/lobtvyz4M6hEgcBMBO92AQHJ8r017jy4lpY8mKf1h71Tr3K+1jT+UpC/zVIqOAAECBAgQGEogyWM8NVMbrg/laXqb4EWAwA8F+m/UG6u2ByKPD0bemG3SzQWSlPkbwdM03yT1t8ReyjCdQAgQIECAAAECBAg8CSRpyYKU/hdxTqVfDz+WWuf5Scrrrt3fvJj47/iLmUYIECBA4KoCx52lJX6naVemuUyltvEk83t7XyJJ7ykECBAgQIDAigWSzOf25Njv5/vahlcckqoTWKxALfe1PJZX1fRg5BXJmSckteTHJaU//Jp2U6nTQ6kpves/e+nDCoHVCagwAQIECBAgQOCZQHK8su3J3vkBQa2l1qkkmcuzRdt4fSh9fh/uy/T+sTxf9uVwbaO9tJ4XAQIECFxcIKklc0mp7X29D5cPunwwz6wVC6g6AQIECGxGIDmezWvLYRxLPV4DtPEkJXkqpdTm0kvreREg8COBf36D8qONWOnWApnfKPsN09QTwbWW9DfNVoqOAAECKxNQXQIECBAg0AXu758+jJqkTLVd47Z+ktKve3tJ+rSH0q59k6/ez3x1uaIjQIAAgSsKJClJKyWlv89PUy1z6eeA9j5f27yiI0BgGAGBECCwPYEk8zm+tnN7L2XuMv/0gwCB8wq0a+eHByZp/dJKppI+fCo1Jadh/ZIzG/yuOVPK/P+VtX45lVqmumtjU0mm8vQm+rs9WZsAAQIECFxBwC4IECDwKNCeC5QkpT/4r61f2r1K/8tFyXS8Bu7Xwb2UlGPXEsZppfTSp5z6bf7jcilp66dtK6klL0opfTd5Me3fZYzzcQw4BhwDvz0Gyj9d314pmd/b+2d/5tLGU/r7fW3Ta8n83j2V2p53TNO+JG1eqaW8KG3UiwABAgTWIqCeGxRI0s7ltSRppZbepZ3T087nSS15UUppi7Xy73TjeeHEg8f7x0AtL7q8GJtHTs9N5hE/lifQ2qw/0HpeSkpqLWlvBLv+56Hn4TYtT2V5cagRAQIECBAgsG0B0W9dIHm6Vk1S9vt92e12pdappB7nzUb9urdkHiy9/6X7lbZ8X+9U+npFR4AAAQLLEnj9Xp0cn23M/f5so5WpnRf27fwwnyPS1llWEGpDgAABAgQIvCFQay29JP3c3cvDQvP93LPxh8l6BAj8XqCW0n+5TqU869q0/oBknv9sssFVCKS1W+aapkxzEjglSTl1Sebx5OP+aXl9AgQIECBAgAABApcSSLsm7duepv5QIGV+qF978rc+XLO2/pwErn2xh5KH/qnXxt2/nDD0CRAgMJxAyvHfMbCUmlr6+aKX2h4qFx0BAgQIECCwSIF+nj6Wdi5/uPcr7bxe3L+VTXaCvppAe4LSP2LRy8M+T4NzPw8T9dYskPZm2t9g+wO1Y5lK0qaeypqDU3cCBAgQIECAAIFVCiRP16O1JXenWudr1Gnazf1SUl51/U889/JqRpvg/qUhrPOl1gQIEPi5QI6J4Gmak8H92UfRESBAgAABAjcXSFKSlJ6P6OfnXkpJeezcvz1SGCBwKYGa9rDlWEo59vuDl5Yg7A9gHuflYd5V+vZ1Nvfelq3NSilJ66eNt3btb7bHkjJ3bd79/X3pZR73gwABAgQIECBAgMAFBZLjdWht171zaQ/uU3ftIX5P/rZ7kUwPe2/Xr204SbueLU+l3pd2adtKm14flun9tr0oDy7dRnE8LP4YcLx6zzrTMVDL1M4l/dvAvdTmWnQECBAgQIDATQSSzPvt5+M6TfM5upTa7uemp1LbeDtfu15PYcDgUsdALeVv+2XspfW8xhRIWlxpb64pLeN/7Pc32DZ9mmqpbbi24bKITiUIECBAgAABAgRGFOgfNuwlOV6X9uvQadqVqZV+jdqvSdOuS0eMXUwECBAg8JbA+aclKVN70Lzb7ctut5ufdxQdAQIECBAgcDWB5Ol+r9/j1ZJ538mxP4/4QYDAVQTqu3u5b7N6eXcBM9YkkBzfYJOUpJVW+aSWzKWU3X5f7u7uSn9TbrNK2o9eWs+LwPUE7IkAAQIECBAYViDJfK2ZPPRbsjd5uuJMjsNJStJKmY79PvyslPe6fu/Sy3vzTSdAgACBzQgkeUgE78oxEZyiW5iA6hAgQIDAcALJ8Xxbax7u5WppA+XNrt+79fLmTBMJEDiHQPsNPMdmbGN1Au3NOMlc7aSW5Dh8vDFq4/1NupV5AT8IECBwBQG7IECAAIGxBPq3fXvpUSUp+/3xIXz/Zlb/0GH/1m+Sx+vQvpxCgAABAgTOKZDkIRHsG8FFR2BBAqpCgMB4Asnx3m6aaql1avd5LcfQpo0XqYgIrEegltJec/mn0vlbSi9Ft26BU/se+/f3Kb2c2j3pb8ZTC/E4v0/fTfv2Jn0sU929mNfnvyxtthcBAgQIEPidgLUJEBhQoN/r91JrLbvdVGp7CFDbcK27knYN2q8pn1+X9mTxi1L+r1233j+U4zXs8+XLv12/d+nl3+nGCRAgQGAjArXF+Xbp552pnX92/U9DT4dSH85D/Vz0VNrqXgQIECBwaQHbH1AgyRxVrSlJ5uHk2C/ldG6eJz/96PduvTxNMUSAwJkF+m/fmTdpc6sXaG/O9aH0m6OpOkxW36YCIECAAAECixVQsVEEksw3+8mxv9/vy+FwKL1fW/J3lDjFQYAAAQIrFZjPT7VMD/9H8FQ961hpS6o2AQIECCxIIDne/01TLbVO7Z6wtpJ3amgyAQLXFKjX3Jl9rUigvXG3d+pS2nt1TwLvd7v2Bl77aNERIECAAAECBAgQeC6QtIvGNmGaartmTNnt+7XjVJLapp5efbiX03gpxSABAgQIELi2QDtlpabs2nOO/iGlqTo3XbsJ7I8AAQIExhBI2km1hVLbeTU5DidTn/KstEEvAl1AubqAq9yrk69wh+29u05T2fc/lbTfl6kNJ1lhIKpMgAABAgQIECBwLoEkJTmWfsM/teRvknatuCttatER+EzAfAIECNxUoJ2zaq0tEbyfn3dMnnUUHQECBAgQ+K5AP3/WOpWkliTfXd3yBAhcUKAmmX8xk5v31WPpbVDTHuhN7eZoV+ZPyfabo6IjQIAAAQIECBDYmkCSOeTarg+P5XTDf7zpT/r82pZ5XtpoeyVx3c/AMeAYcAw4BpZzDLRz2bSbSv9GcC9Tf9aR8qp+RUeAAAECBAg8CtR2LfPn7q7U2u/5SjtvTqXM/99v6/XXfZveSpI2T0kYJAyS6xq038L+26gQ+LpAkvmNvSeB+5/3S1J+39kCAQIECBAgQIDAGgSStGvBlKnWMk27MrXSb/pPpegIECBAgMCHAsucmaT05G9PAu92+9IfbBcdAQIECBAg8EIgOeYC0u4H79ucfh+YHKe1US8CBBYkIAG8oMZYY1Wm9sDvsN+X3cMnZNcYgzovQEAVCBAgQIAAgVUI9Ifh/da+3+TXdh2Y9LFj1ZPjcJK3P+FdppJWio4AAQIECCxYIEnp57lptytTraWf+4rufAK2RIAAAQKrFUgy131/aPmAdp6cR9qPJCV5KO2eL708jJf7loLqpegIELi2QPvtu/Yu7W80gbQbol1LAh8Od/OfTOo3Sv0GKXl402/90WIWDwEC5xOwJQIECBBYtsD9ff9cd5kfhtdpKtN+14anuSSZb/SXHYHaESBAgACB7wkkaee5Wvqzjl6mdv5LUnQECPxOwNoECKxd4L7sWuJ3P7V7QufFtTem+m9AoOXpMj+0SfQTBsl3DaZ2/EztV6XOZartzb+dAJKppJU2cX4lb293nukHAQIECGxVQNwECKxAoF3GlanWVnZzqdmVZHqoeS1pw0kexnuvth+9tN7zV/6W0kvRESBAgACBJQr0c9fr0s9zu92hHPZ3ZZr2reKvlymlT2uzvAgQIEDgPQHTBxDoyd/+oajS7/9aSdIGp4fSh1up9yVvlbR5SrPikDBIrmPgCnWAN96lhJCktHewMqWWfiKorb/bTW24tskpKcfu9C2S45ifBAgQIECAwDYFRL1UgdO1Wm3Xdv0Gf78/lP3hUKbdrvS/9JKcruqWGoF6ESBAgACB8wuk1rLf78u+nQ+LjgABAgQIbEig3wHu97vS7w1rTTndM36dwJIECNxCoN5ip/Y5nkCSxwRv6cO1JYFb8rcPl9LmpcxdPzk8L/NEPwgQIECAAAECBBYh0K/T2qVcmWq7lpumMrXSk8BJSpLSfrRXHsr00D+Nf6PftpVYPmGQMEgYJAwSBsk6DHYtCXzX/wusdo5M0REgQIAAgfEFdi35u9vtW6D3Lfnbel4EviNg2ZsJ1Jvt2Y7HE3h2s3b6dkj/FvBU6/zwsE7Tq4eE4yGIiAABAgQIECCwLoEk8zVabf19e6i93x/KrvV3u938jd/3o/n7/ixzCHwgYBYBAgTWLlCnOv91jMPdXZnPl+0cWnQECBAgQGAggeR4n9j/8sW+JX/bqOTvQO0rlG0ILCEBvA3pjUSZHE8MPdzkYXju1zLVVtpNUm399AUUAgQIECBAgACBmwokx6uyWlP6n7bs/flaLSktK1xedj3h+7z0uafxPqwQIEDgUwELEBhKoJ8z5w9P9f8qYZqGik0wBAgQILBdgSQlLfz+F6FKu1f8v79/y9+//du/922qFwECaxGQAF5LS624nknmb4/0G6Np2h0/HdtujJKUxP8ZUHQECBAgQIAAgRsJpO13mmqZ2jXaNF+f1ZL0qW3Gp6+e/P10IQsQIECAAIEHgXF7tdbSE8H928BFR4AAAQIEVi7Q7wjrVI/P9EsfW3lAqk9gowL17bj7w5xTeWuJ07yv9K3/WuArbqdlXq9dymneV/qfrf/Z/M/28fH6SUqSx4VqG67txqiX/pDxf//3f0v/2xH9/5t7XMjAdgRESoAAAQIECNxEIMnxZn6a2rVabSVzKToCBAgQIEDgRwJJ5g+8Hw6H+RzbRn+0nWFXEhgBAgQIrEegncSSh/vE9iw/yXrqrqYECDwK1MchAwQuLdBOFD3xW2vKsV/L//zPf+Xw567UNk8SuOgIbEpAsAQIECBwXYF+rdVLvw7b7XelP6DuZd+G+7RTSVKSXLdy9kaAAAECBAYQSFL6h93v7u7Kfn+YhxPn1KLbvACai2tFAAAQAElEQVQAAgTWJZDk8fl9kvn+MDn2i44AgdUItFxc5uRbT8DVlDZ838rzac+HP5v/fNm3hq1f85HvW2bPp13a79LbT+ldStoJpJc6fzp2qlM59Juj3a6080jpXdKW+kLpyyoECBAgsDoBFSZA4AYCtV1b9WTvNE1lSi1Tre3aq11zlczX/+Wfrrblf1b69a5yvO7nwMEx4BhwDGznGMh8Pu3nznYKnc+z+/2+PfeY5ulJO+d+UIqOAAECYwqIamUC01TL4XAovd/Paf9Wv097WVzrbOdaR1uvrq1f/gLfvxx9NfbZ/Fcr/DPB+v+AfHP00n6X3v5TuGkPGpP5Z6k1ZdceRPYk8OFw104u09OCz4b6N1aejRokQIAAAQIEVimg0rcQqLWW/WHfHkL3smvXX7XM3f3T9V9t12bPyzzfDwIECBAgQOBXAtO0K9NuKkl+tR0rEyBAgACBSwskKYf9oUztWX1S5909v0fsw/PEL/+wIAECtxQ4/hb/W4M8PQj6d9Y8/nx+H87fUl6U5+u3eeX5eCmlr1Meuj78Yt22fJ/2MLuUNm79R4154LlPH/6N37zBf370bZ4m9eFzb/9h26dbn5TMU/rPngi+OxzKrn8buE1NMs/tyd/npc3yIkCAAAECBAgQ+IJA2jL9G0hTewCd5PFbSOUWnX0SIECAAIENCKQ/yWjn3KQNtdLPwbuWBJ5qLUk2ICBEAgQIEFibQD87Hdpz+ak9ly8tH9NPV6l96toiUd/FCKjIzQVqeSvB+qJabyRgX8z/ysg/CeCvrPJiGeu/4Pj2yEd+S2jflwElKfNDynayaYPzzJ78nQf8IECAAAECBAgQ+FDgdN1U24VU/+T2/nAo/RvAH65kJoErCNgFAQIEtiqQpEzTruz2+9I/8N7Pz9NUi8fqRUeAAAECCxDo56PjX+c8tNp8lEtos70IEFiNQD3WtP9S90Tgcazc91/5h+G598H8+6mU+90/pU2b13v+49X2jzOt/49dt7yi39wKF2zfefvf/9GPwJ4E3u8PZdpNpd8gJZk3lBz784gfBAgQIECAAAECjwI9+dsvlaZayzRNpf91ld5/XMAAAQIEbiNgrwQ2J9A/iPW8dIAk84ey+jOOWqcytecdbVLRESBAgACBWwmk7fhwOJT9blfu75/lcNp0LwIE1i1Qy/znfXsC8J1A5j8B/N78/vbwznpfmmz9LzG9u9Bv/dqGL9q+bfvvvj6f0aObai09CdyTwYfDfr5RKjoCBAgQIECAAIFHgSTzn3Weptqum/blcLib+/PD5ZYELjoCBAgQIHBTATt/S6C25x1T/1bwbl+S/gSkL/Xe87c+TyFAgAABAucTuL8/nnMOPfnbSjmdis63C1siQODGAvW4/+Mv+3H4n5/928C9/DO5lL5qXk39+gTrl1+9q/7Wrxy73ra9HMee/fzt9vv6vTzb5A8H+1E21Vp27abosN+XqT3I7NOKbr0Cak6AAAECBAicRaB/s6hfF9WpljpN83VSbddNaaU8Pkw+y65shAABAgQIEPiFQD9n95KknaKfSj9v9w+9p237f//3/2s/P3hG1+au7qXCBAgQILA4gZ78vb//e7x/bPeRf//+X7n/ez+XxVVWhQgQ+LFAPa7ZLzOPQ34SWKpAP0p78rd/KmnXEsF9fKl1VS8CBN4XMIcAAQIEziOQpKSm1GkqtU5laqXWOj9ULjoCBAgQIEBgFQJJ2nm8lv6s4+7urpSSoiMwioA4CBBYpkCS+a9G9XNPGywPXwZeZmXVigCBHwvUcl9LefMboJ9ts/89+I+K9T8W+Miuz/t47VL6Mh+Vz9b/bP5H2+7zvrr+Z8t9f36/FdrtduXPf/+V3i86AgQIEFiLgHoSIHAmgSSlvUqdpjJNtUy1ljxsu7YZH5WHxfQIECBAgACBGwi8d46e2nOO/iD+7u5Qajuv36BqdkmAAIFzCtjWwgV20670c1LanWTvn6p7+ibwqX+ark+AwPoE6vqqrMYESjstHUu/OZIELjoCBAgQILACAVX8rUDSbs0fS5k/CHe8aa/HB8Vt3m/3YX0CBAgQIEDgNgJpu+2J335u/3N3N5/n+7Q22YsAAQIECJxVoCd8+znnvtyfdbtPGzNEgMASBOoSKqEOBH4q0G+GehL4rt0cTdP0081YjwABAgQIECCwaIGkX/WUkqQle1P2+/7toKn0rt+4z/0+r5XUlMUVddImjgHHgGPAMeAY+PQYqA9Gdarl7u5Q7v7clVo9uuvXOQoBAgQInEcgbTP7w6G0m0t/+rnoLiJgo4sRcBW5mKZQkZ8K9JPWbprazdFdexi6L3286AgQIECAAAECgwjcP/yHTP3DbtNumq93+rXPVOv8J7sGCVMYAwsIjQABAgS+L5Ck9L94dnd3Jwn8fT5rECBAgMA7AoeW/O33lrWdZ3p5ZzGTCRAYQKCmply52B/zixwDtbn2E9jdnz/FJ2QHeHcSAgECBAgQIDALJGW+tunXN/3PQtY6zdP9IECAwAoEVJEAgV8KTFMtf9pzjrv2wL5W3+P4JafVCRAgsFmBtMj3+32ZdrvHL1ClPU9XUhgwGPUYcOXY3vi8rilw2X0lpex20/xtYDdGRUeAAAECBAisXGCaaukfcOs36v1bv7Vd7GTlMak+AQIECGxFQJznEqg1ZX/Yz4ng/q3gc23XdggQIEBgOwK7dh7p95WnvzA1J7xStwMgUgIbFPAbvsFG30LI/WGpT8gusKVViQABAgQIEPiSQJLSr2cOh7uy2+3LVGtJUnQECBAgQIDAdgVqSwQfDoey3+8e/xuIJMu8RthuM4mcAAECixSoc7L3vp0zSkk7nyS16AgQGFvAb/nY7bvp6PqNkU/IbvoQEPzCBFSHAAECBD4W6J/E7qUmZU7+7g9zP0n5t0tNea/8u6xxAgQIECBAYByB+VlHu0bYH46J4IwTmkgGEhAKAQLLEUhS2msupfThWpJadAQIjC9Q+y+7Ukvam54ypsM0TfOfhH7rE7JJP+m9X4qOAAECBM4hYBsECHxBoF2YH7/R065dap1KnaZyf99WnH+0fnultuuWVtrguy/XtLUkCgPHgGPAMeAYGPMY6BcASeYPiU3Trpz+L8ekXSN8UIqOAAEC1xGwlwUJJP3cUNqz8T+l32Mmx/H7+7+PtXS9MOb1gnbVrv0YqI+/6QYIDCxQay2Hw13ZH/onZPclA8cqNAIECBAgsCwBtfmKwDTVdp2yn//c837f+1OZs7/Pkr/lWZfUknfKs8UMEiBAgAABAgMKtOf3Je3fVGu7dtiVUxK46AgQIECAwDOBWnN8Jr7flSTHe8xn888/aIsECCxJoC6pMupC4JICSeYbo91uV3btwWo75V1yd7ZNgAABAgQIEPiSQL8m6d/gOTx8UK3WWtL/tZv1/FP6BpPae+soakmAAAECBAicVeB4HZBS2jOO0rp+3bBvzzn2h0OZai1tTpvqRYAAAQJbFrifP0h8384LU+nnib9/7yV/t3xAXCt2+1mcQF1cjVSIwIUFartJekwCt+EL787mCRAgQIAAAQIvBJKUJPO03jvcHcrhsJ/H+48+LfU4v48rBNYqoN4ECBAgcBmBJO1aopR+vZCUUqdaehL4cHd3/DZwio4AAQIENiyQpNRaS52mUtu9ZRst6f1Wio4Agc0I1CtGalcEbiqQ5PEGqbbh+ebocJhvktroTetm5wQIECBAgMA2BJLMgSYpU7sZ//Pnv7LfH0rvkuOlee9/VPqyCgECBBYuoHoECFxY4N9rhdIuMfpD/kN7znE43JX+4P/CVbB5AgQIEFioQH/23e83+3mhVzE53muehp+P92kKAQJjCjz95o8Zn6gWI7CwirQbo9SUXXvw2v+fvf7gtT2HXVglVYcAAQIECBAYUWC3m8rUymG/L/2vkiQpSR0xVDERIECAwCYFBH1LgXZZ0a4vpnJoieCpPfNI0REgQIDA1gRSa5mmXekfBur3mklKUkta2ZqFeAlsWaBuOXixb0+gn+Sel5JS8pgIPpSkTSi6swvYIAECBAgQIDAL7Pe7MtWp7FqZ2kPZ+/u/83Q/CBAgQIAAAQK/EUhqyUMpJaU/9N/v92V/OMzDKVfq7IYAAQIEbirQ3++nqSWA6/G8cKpMkpK8Lqf5+gQIjCdQxwtJRAS+L5DHJPC+1Db8/S1YgwCB9wRMJ0CAwNYFkn6TXeZv4hz2h7LrSeDdVEqKjgABAgQIECBwEYF2+VF6AmDfrjvu7u5K/zbY/f39RfZlowROAvoECNxWIO0ec384lP1uX/LwjDtpE29bLXsnQOBGAhLAN4K322UIJLWklV6btJPifrdrD2fvyn6/L4mTY3dRCBAg8AsBqxLYvECSdk1RSn/wemg34v3haykpvUuerkP6uEKAAAECBAgQOIdA0q81ejlurdb6dC2S4zQ/CRAgcGYBm1uAQG33mNM0lbTn3P1+s1epf/jno9KXUQgQGFOgjhmWqAj8UKDdCE1TnRPAh5YEru1kWXQECBAgQIDADwS2u0qSkmQG6L2e+D0c7p5NSxt2GT4D+UGAAAECBAhcRCA5Xm8ktSQpu91U/vy5mz/0novs0UYJECBA4JYC/b19t9vNf/0h7b3/unWxNwIElihQl1gpdSJwbYF+UnxZSul/nvH4sPbatbE/AgQIECBAYK0CSb/tLqV/iKzffO92+9I/hf3378b+r9+1NqB6EyBAgACBYQXSIks57PflcHfXrk/6eJvkRYAAAQJDCNRpKlNLAPdn3EMEJIj1CKjpYgXqYmumYgQWINA/IXt396dM7QS6gOqoAgECBAgQILBggf5ntXr1+vXDfn8oh0Mv7QHrfB3h/9zrNso2BERJgAABAgsWSOYk8P5wmD+w9rymiaTwcw/DBAgQWJPAriV/a61rqrK6EiBwYYFrvCNcOASbJ3B+gf5JqV76lvtD3P7/9vVS/UnoTqIQIECAAAEC/wj05G//lu801TLVqT1QrXPpz1GTlKT+s4ZRAgQIDCkgKAIE1iDQrk0Oh3358+e/+QNrU23XLW1ar3qSkrwufZ5CgAABAssUqP19vJUky6ygWhEgcBMBT6Juwr6lnY4Ra22J3/1u126M7ko/oY4RlSgIECBAgACBcwgkmR+U9g+L9bLb79v1Qtqmfeu3IXgRIECAwGYEBLougZRpmtpzjv4XSw6lTtN8PVN0BAgQILA6gX27B+1fYlpdxVWYAIGLCryfAL5vD616uejubZzAsgWSWnIqtZb9flf+/Lmbb5KK7nMBSxAgQIAAgcEFkpS0GO8Oh/Lff/+1a4RdGysl/fqhTOVbXb/27uVbK1mYAAECBAgQIPBzgSSlf3ht35IHSUqSn23MWgQIECBwE4Hdbiq9lJLyYffde82+fC8fbtRMAgSWLFCXXDl1I7A8gcwPdv/88f8CFx2BTwTMJkCAwBYE+i32/nAo/Zu/SR8rJTn2i44AAQIEmmyctwAAEABJREFUCBAgsBKB/n9HHto1Tf+rZ4lrmZU022KqqSIECNxOYL/bl1qn21XAngkQWKxATTI/pEqmkuel1pJenk8zXMKghEGZpn35f/7n/53/VFJpXXL6Pfpev63qRYAAgREFxERgEwLTVMvdnz8t+XsopV0LlFJLL8nDdfWLa+mU5N/ysNzz5V+s88/803L6zZJNHAclDEoYlDAoYVDCoOSXBuU+Zdeeddwd/iv7/V2pbXulHK9tej9JSd4v7SLIiwCBbQqI+oYC0zSVXnoVkn/fo6f2vv2svLjX/HfZPv5s2bThvnwvfVh5acmDx0qOgdrfHBQCBH4g0E6qf+7uyuGwb294pdzf+3/+fqBoFQIECBAYTmDcgJJ+U5wytcTv8Vsydy35e1dKSdERIECAAAECBNYt0K9nUmp72H/Y78v+cJiHi44AAQIEFimQpPQ/31+nqST9PfwW1bRPAgSWLPB+Avi+vWn0suTaqxuBWwu0k2v/c9B//vRPyO5K+625dY3snwABAgQIELiAQJL5PN9vsKdp1260e9mXv3//vr+3715L9+V7eX+Ly5+jhgQIECBAgMAqBVLbtc5jqaUngf/c+e+vVtmYKk2AwCYE+oeS+/3pl7+U9N17zb58L5vQFOSPBKy0eIH3E8C5L6WXoiNA4GOBlH7CPSaB9/PD4Y+XN5cAAQIECBBYk8Dphnp+MNoSwf0me7fbfx7Cd6+l+/K9fL5lSxBYpIBKESBAgMBAAu2aZ9pNpf/ls2maBgpMKAQIEFi/QHuLLv2+NElJ8rWAvnuv2Zfv5WtbtxQBAgsUeJYA7t9eeF5+XVsbILApgSTlcHcou/3+6yfeTQkJlgABAgQIrE+gJ3/7t3z7g8/9/vB4k/12JM+vpfvwfVus93tpg69effrz8moBEwgQILAWAfUkQGBQgTodk8C73a58McUwqISwCBAgsByB/lep+p/s7/er79fq+b1mH3Z/+r6VOQTGFKjvh9XfFHp5fwlzCLwvsM05SS13LQncP4FVa7aJIGoCBAgQIDCQQJL53P7nz105HA6lJ4L7jXbylfN8v8H+Dka/9u7lO+tYlgABAgQI3FrA/kcXqNNU7g53ZbfflX4J9HHCoegIECBA4IIC/U70+Oy5tvfkPvbVnbk//aqU5QiMIlBHCUQcBJYikIck8N2W/6+cpTSGehAgQIAAgV8K9G+7HM/p/YHn8eY6SUmUhEHCIGGQMEgYJAwSBsmYBv1yqk61HFoSuF8X7XsiuE/sRSFAgACBqwr0e9T+weSr7tTOCBBYpYAE8CqbTaWXL5DST8Z3d3dl2k3Lr64aEjijgE0RIEBg7QJJ5hBO5/Lenyf4QYAAAQIECBDYsECS0q+L/tz9Kbv+319t2ELoRwE/CRC4vkB/H65VWuf68vZIYH0CNckn32C4b/OVhAGDt46Bj39/+gn5vz//ld7PG+8PSdrv1/vljVVMIkCAwJIF1I3A6gWSfl4u5XA4lD93d/M5/PpB9T8DrZTCgIFjwDHgGHAMOAaWcAz050H9eijp10mttMTD3d2hzEngNq3PUwgQ2JyAgG8gME1TmXa7F3tO2vvyRctbz8RN6+dGxXGw9GOgvni3MEKAwNkF+iey/vvj07Fnh7VBAgQIEFiYwDjV2e8PN0z+juMoEgIECBAgQGBcgTz891f7/k3glngYN1KRESBAYBkCadU4HA6lP2tugzd+2T0BAmsQqGuopDoSWLtA5k/H3h0/Hbv2YNSfAAECBAgMKjBNtfz333+lf6OltAeZ94PGeZGwbJQAAQIECBAYWiBJuzx6Kj3YpJbDYV96ErhfR/VpCgECBAhcRqB/87f/lcnLbN1WCXxDwKKrEZAAXk1TqejaBWpLAvc/JdlvjGq7cVp7POpPgAABAgTWLpCkJJnD6Ofpu7s/5e7urtT2MDM5Tp9n+kGAwIcCZhIgQIDAdgXSrpt6Eni325dpmrYLIXICBAhcWKA/U05Skpflwru1eQIEVizQ8lAv3zCSX4+/ehNKbDNhkGzcoL9RNIO7P+3hcivHk3afqBAgQIAAAQLXFkgy7zJJ2e925X/+53/m5G/61Dbt2Ivr2maRcEgYJAwSBskrA++TTBwDGz8GjtdMtV1HHVq5K7t2XdWnKQQIECBwPoEkpX9oOUnpXXLsn4aTOB8zcAw4Bl4dA74B3N8llTMK2NRXBPoN0Z8/d2W/P7Rfyq+sYRkCBAgQIEDgnAK1pj2gnMphvy/9w1n9r3QkKacueRo+TdMnQIAAAQIEngsYJlDaM43TNVO/ttpJAhcdAQIEzi9w/AsLx/+kKEmprSR59h5cdAQIEHglIAH8isQEAhcSeDgpJ8eTc1LnG6NjEjgX2umVN2t3BAgQIEBgJQL9PLzb7cuuJYD7zfT//f2/VvPjDXW/mVYyP1TgwMEx4BhwDDgGHAOOgbeOgTw82yitS1KSY+nXVXd3d2Xnm8BNxosAAQK/F2hvr6X/Jclap/m9tr8n9632fi99WCFAgMBbAhLAb6mYRuBKAkkeksD7+QR+pd3aDYGLCNgoAQIElixwf39feul1nKY6/x91/cHk9PB/1bXZpRzzv30RhQABAgQIECBA4AcCSebrLEngMnQnOAIErifw5+G/Epxqvd5O7YkAgSEEav+UiBLfcGgX6I6Dyx8HyfETscmxX1qXZE4CH/b70n4h25SnV3JcLnm7/7SkIQIECNxUwM4JLF4gSfn79+/8bZQ/f/4rf9pNdPJ0fl18ACpIgAABAgQIEFiQwOkZUvJ0PZVkrmGS+Zrrv//+m7+1Nk9sP5LMH35PXvfbbC8CBNYhoJZXFEjSnhfX0rvT55X/3t+XXvq0Xk7vx/qR4+nHi+I4eH4MFB0BAjcXSFIOd3ftxujweFK/eaVUgAABAgQIfElgPQvd3R3Kn3a+vTsc5m+m1FrXU3k1JUCAAAECBAisTKBfa/3350971rGfE78rq77qEiBAYBECNXV+D02ygPr8/+zdi3qiyhKG4fq7OaNJ1l73f6lr3FVtMjlMkokJIofP2FFR6K4XHoQuQJqAAAJrEkhraixtRWDtAm+PxJJUvsAjLklWOqZ95+jpcpQxnIIAAggggAACPxeIyz23bWfxm79laqfTH0eFluH8u0yATyOAAAIIIIDArgU+6ueQzv0dKWcbHs8E1q6lCB4BBBC4XCD2Y5WSpfS8Bk2+fo1y+dQYA4EfCjD66gTS6lpMgxHYtIAsvtjjspQkgTc9owkOAQQQQGAGgaff/I3v1rZtrWlqY0d5Bniq2I0AgSKAAAIIIPAVAaVkfd+VM4HZFvuKGJ9BAAEEzCLlGz8ZWOXsCeBksf6MYtwQQACBLwqkL37uKx/jMwggcKFAfGlHkWTSc4kv9kgCR4e1LpwmH0cAAQQQQAABs0j+SrK2acpln+u6NvkfNggggAACkwgwEQQQQOBdgejjeFvig1KyzpPAHWcDBwcFAQQQ+KtA5fuwKWc7+V/c/zoCH0AAAQTeCKQ3r3mJwDcFGG1SAe+wjiRwnK2Uq8o06cSZGAIIIIAAAtsXkFSSv23H2Sbbn9tEiAACCCAwrwC1IfBdAT1e9ay1XOXvToTxEEAAgc0L+O6s1d4nnFPyWFUOcPYn3BFAAIGLBGINctEIfBgBBKYXeO/oWPNv+tUkgacnYYoIIIAAAgh8WyAOnGrizN++s/gulWLItyfHiAgggAACCCCAAAJPAt94jD6PGE2Sd3XIUsrWdb3lnE3GDQEEEEDgrUCsJ1Mkf329GVe3evs+rxFAAIGvCJAA/ooSn0HgVgL+JR8d15wJfKsZQL1fEeAzCCCAwFIEJJVOxEj+xu/M5ZSX0jTagQACCCCAAAIIIPBCIHvyt2yvVVz17AXL4p/SQAQQmEdA8n3blMwf7OkgmnlqphYEENiSQNpSMMSCwFYE4os9SonHv+njt4B7fiencPAPAQQWJUBjEFiMgOQ7yDKL35Xrh8FyIvm7mJlDQxBAAAEEEEBg9wLRx/GyBEjOlXVdZzmSwL4tZ9wQQGDJArRtRoGcs8UZwDLNWCtVIYDA1gTS1gIiHgS2KhBf+l1cyrKujf2irc5l4kIAAQTWJLCwtp5O1jZt6USM78yFtY7mIIAAAggggAACCLwjEEmOSALXpa+DRMc7RAxCAIGdCUiypqlLAng5odMSBBBYo0BaY6NpMwJ7EXh5dGx5npL1XWd13XgSmB2jvSwHxIkAAggg8LlAfCO2/v3Y9T2Xx/qcarp3mRICCCCAAAIIIPADgdLH4UmOmEQkgdu28b6Omm25AKEggMCuBZqmsZyyxX7uriEIfjkCtGS1AiSAVzvraPgeBeRf/Skn67q27BhpjwjEjAACCCCAwAuB+C6M5G/8VEJKvmkbA06nF5/gKQIITC3A9BBAAAEEEJhaIOfKIglc1SSBp7ZlegggsB6BOC6mXBEhxY7tetpNSxFAYJkC3kv244YxAQQQmFFAkQT2Du5IAscRYZqxbqpCAAEEEEBgSQLxHRjJ36HvLefYrCXxu6T5Q1sQQGCTAgSFAAIITCqQPNsRJSaaSQIHAwUBBHYskFIu0cv7f8sT/iGAAAI/EIiesh+MzqgIIHALgdgISJEE7jsjCXyLOUCdCCCAAAK3FpBkkfwtZ/7mZCfO+r31LKF+BBBAAIHNCxAgAtcXeEoCxxlwT4nh69dKDQgggMAyBCRxKXzjhgACUwmkqSbEdBBAYF6B30ng7oZJ4HlDpjYEEEAAAQSKQPaE7zD0FslfSSR/iwr/EEAAAQQQQACBKwpcedKR7I0S1ZQksPd1dH1nKSkGURBAAIFdCOScLeXzWcC7CJggEUDgqgLpqlNn4gggcFUBmXyjIFnsFHEmsHGbWYDqEEAAgVsISLKue07+evb3Fs2gTgQQQAABBBBAAIErCqSUrGlaq6r6irUw6a8K8DkEELi+gCRf7zWWOPDl+tjUgMBOBJJ8hUKRYYDBGpeBWE/5nLPYMeo6zgQODwoCCMwiQCUI3ERAsnLWb9u2Je8ryeTbsm8bE8MoZxsccGAZYBlgGWAZYBlgGVjTMpCkcvnTp8fo64jLQcu4IYDAjQSodiaBpmmsirN/T68rXNM6nLbKMMBgSctAer064RUCCKxRwFerlvLjmcDeKR47SmuMgzYjgAACCKxB4DZtlFfb94PFpZ/PR0THXnEUf4M7AggggAACCCCAwCYFIhkS239101hsD24ySIJCAIHdC8hXcOVgl3iyKA0agwACaxYgAbzmuUfbdy+gJIsSEP7MUsrlzKjmMQks+dBPSoxHQQABBBBAYOkC8gZ2fW9xBsjJc76n+OfDuN9AgCoRQAABBBBAAIErCuixn+PpMarKpa+js7rxJLD3ccQwCgIIILAtARmrt23N0U1EQxCrFyABvPpZSAAIPAvInybfWogO8kgC+1Mfwh0BBBBAAIH1CsR3WyR/x3H0HeJ45Rng9YZDyxFYtQCNRzn3kboAABAASURBVAABBBBA4FYCv5PAdf24TXirllAvAgggML1A7OlOP1WmiAACexf4SQJ473bEj8BiBJ6OjH16TEnlLKn47QiSwIuZTTQEAQQQQOBCgdgJjuRv3/d2PuuX5O+FhHwcAQQQmEqA6SCAAAI3EXjq54jK89OZwJ4ETnR2BAkFAQQ2IpCrbHFlx42EQxgIILAQgbSQdtCM1QnQ4CULSPKNhkgC99Y0bXlub27njvQ3A3mJAAIIIIDAQgSekr+c+buQGUIzEEAAAQR2LEDoCCxH4HcSuGmMJPBy5gstQQCB7wt4N27pv82ZVM33FRkTAQTeE2Ct8p4KwxDYgICkkviNy0HXte8YJZXLJMmsnEX1owSwT4M7AggggAAC1xKI76qu7yySv+c6OPP37MB/BBBAAAEEEEBgZoGFVKfo0/ASzYkkcNe1Vjfe1+F9HzGMggACCKxVQJKlFGma2BM2bggggMBkArFmmWxiTAgBBJYlIMk3IHS+HLQngc1vJ/O/Ex3pTsH9mwKMhgACCFxTIHZ5u74vyV//GrPT6dc1q2PaCCCAAAIIIIAAAisUyCl7X0dLEvjK847JI4DAfAKSTOm5zFczNSGAwFYFkpRMFBMGJgxMGzXIOVk/DFZXlXekm0m+MeHFuCGAAAKXCfBpBK4qIJ9678nfwb+zzOTfWSfTRr+biYt9EJYBlgGWAZYBlgGWAZaBbywDSSYvJjOSwMYNgWsKMO2ZBKqqtsr7bKM6KcVDKfJ1XZTygn8IIIDANwSe1yjfGJlREEBgXQJxRlXTNOtqNK1FAAEEEFiIwPWbEd9TwziYpMfKnh4fX/KAAAIIIIAAAggggIALSL6d6HeSwI7BHQEEVisQq7K6rixFstdfSPL94VTKbYOidgQQ2IJA2kIQxIAAAn8X8O0Hq3Iul9Rs27aMIMVGxcelfIh/CCCAAAIIXFlAPv0487fvOotfKTjFPx/GfUECNAUBBBBAAAEEEFiAgJRMXqIpkm9F+j2nfL4cdF1bDIr3KAgggMAaBCRZzpWZySRZ3CSV5/J1HeW8zsdhZgeWPdNGDFKsVCgIILATAZmlJItLaz4lgXcSOWEigAACCCxYIM78HYfB5N9RZnHZZy24tTQNgf0JEDECCCCAAAJLFZB8u9HvcfnUtuss57zUptIuBBBA4JWApHLp5//+++/VcF4ggAACUwkkSSZdVPg8XiwDq1sGks+z55JSKknguBy0plqbMB0EEEAAAQQuFIjvoDjzdxwHT/vai+8q+XOKhIGEgYSBhIF0MwPWx9izDLAMLHQZOPdxmN9Syv7fLPo4hmEkCVw0+IcAAosXeLzyVV3XlpL+aK6kha5/aZeEgYSBtHyD9MeahQEIfCrAm1sQkOQbFsmi071uGt+YMG4IIIAAAgjMLlDO/B3HctnnOPM3GiApHigIIIAAAgggcHMBGoDAegSkZJIsrnZ28O3LOCN4Pa2npQggsEcBedK3rptyFrAZ+8HGDQEEJhdIk0+RCSKAwCoEJJWjYiMJXOXqa5sZxg0BBBBAAIGfC8SubXz/jN45F1M7nX6ZlEyKd2IIBQEEEEAAAQQQQOCmAguvXFLZdpRvQ0ZTJcWDnU4nq5umXPUszqorA/mHAAIILFAg1l85Z5PO668FNpEmIYDAygXSyttP8xFA4AcCkjwJnMrOkW9tGDcEPhPgPQQQQOCnAtEhF9N4OvPXfD83hsVl+yR/EW9SEEAAAQQQQAABBBD4oUDT1Db0vaX03PUpsb1pX7zxMQQQmEcg9ofnqYlaEEBgjwJJkkkUCQMJA2lbBrFSkz6O6fx+KpdIisskvdwxOr+nT9cP8RkKAgjsQoAgEfixwHnH9lR+m+14PJbOuKRUvmfi+0f6/DtH4n0JAwkDCQMJAwkDCQMJAwkDCQNJv7dVJZXtSzOVg93jijOxrekdoBY36fy+9Pox3qMggEAR4N9MAnH2b1Vlk16vjyReSxhIGEgYSD8zSDOtz6gGAQQWLBA7Q3EpzveSwAtuNk1DAAEEEJhFYJpKJFnbtDYOw6sJSnr1mhcIIIAAAggggAACCEwl0LaNRRLYMyx+Z7tzKlemgwACPxdomsZyrn4+oUmnwMQQQGBLAmlLwRALAgi8FpBUdnCkzx9jrEgCd11nXdtazqwawoSCAAIIIDCdQOs7t+NhtLqpX01U0qvXvFiYAM1BAAEEEEAAAQQWLCDp034PM9lTElg6f9a4IYAAAgsQ8FXSAlpBExB4IcDTzQmkzUVEQAgg8G2BlJK1ngRuG5LA30ZkRAQQQACBPwTiyOZhHK3x7xeJzc8/gBiAwEIFaBYCCCCAAALbEFBJAg/DYNHvIelVWOefKnk1iBcIIIAAAggggMDqBdIFEfBRBBDYmIAkk55LhBc7Q5EEjk76lBSDKAgggAACCHxbIL5X4rJ7df36zN9vT5AREUAAAQTmEKAOBBBAYNUCkt70d8iapilFenzPI4zkbxR/yh0BBBCYVSDnqqynZq2UyhBAYFcCaVfREuwPBBh1DwKSSpjRWd+2rVVVbechZTD/EEAAAQQQuFig61qL5K/EN8rFeIyAAAIIIIDATQSoFIFtCkgqCeCnn706eZgkfx2BOwIIzC7gqyPvd61mr5cKEUBgXwJpX+ESLQIIvCcgySSVt6TzY87Z+r63XFem8g7/EEAAAQQQ+LpAfJv0fWfjMP7+jvn62HwSAQQQQAABBBBA4CYCG6tUUtkWlc6PVZXtcDiWS0FH8lc6D99Y2ISDAAILFYj1jtmpHIwiaaGtpFkIILAVARLAW5mTxIHAhAKSyg5SVVWl476qa9OE02dS6xKgtQgggMClAvGdET8ncBgPlnK+dHQ+jwACCCCAAAIIIIDAVQSkZNm3T+P3gKPP4yqVrHiiNB0BBOYRiHXRPDVRCwII7FmABPCe5z6xI/BGQJJJ52Iyk1Qu2xk7RuXynfb6Jql8Rnr/8fWneYUAAisUoMkIXCyQ/DuhizN/x9HiJwXORzhfPBlGQAABBBBAAAEEEEBgMgHpud/CZOXsu2HoS59HVCLJpI9LfIaCwMYFCG9mgbKvrJkrpToEENiVAAngXc1ugkXg6wIy/f5wJH/7YTBlVhm/UXiCAAIIbF7g8gAj+du0rQ39YFXOFr+rdvlUGAMBBBBAAAEEEEAAgesJyPs7UkrW+nZr/GRJ9HlcrzamjAACCPwpIKkMlK+PypOb/6MBCCCwRYG0xaCICQEEphGQfDPES0wtdogOw1gulRSvKQgggAACCLwVyFVVzqZIOdsv0r9vedb1mtYigAACCCCAAAIbF5CStU1rXddZJIQ3Hi7hIYDAAgQklb7Vuq5MknFDYBECNGKzAiSANztrCQyB6QXirK4xLunJBsr0uEwRAQQQ2IBA3/elA81iP5bTfzcwRwlhrwLEjQACCCCAwF4E9HgmcNM0ZRN2L3ETJwII3E6gqmqra1/n0L96u5lAzQjsROArCeCdUBAmAgh8JCDJJJW366a2SASfX5VB/EMAAQQQ2LlAfEUcxtEiASzJkskkGTcEEEAAgdUJ0GAEEEBgdwJx9u/Q99ZEEphN2N3NfwJGYHaB08l+/fo1e7VUiAAC+xNI+wuZiC8T4NMIvBaQqZzdpcTq47UMrxBAAIH9CozDaONh9G+IswEn/54d+I8AAggggMC6BGgtAvsViJ8yGQ8HTwK3xnGM+10OiByBWQR8JSNplqqoBAEE9i1ABmff85/oEfhc4M27knxHSFZVlT083FtT128+wUsEEEAAgT0J+NeCxU8DlOSvkj0lfqXz94V0ftyTCbEigAACCCCAAAKrFKDRlnO2rm0tksFwIIAAAtcSkNhPvpYt00UAgdcCJIBfe/AKAQS+ICDJd4wqOxwPVpMEtq3eiAsBBBD4SOB0Oqd6h2G0w+FgiuTv47CPxmE4AggggAACCCCAAAJLF6jqyuqqtuT9Hktv65TtY1oIIDCfQFx2PqdkEong+dSpCYF9Cvj2zHlFI/EoYSBhIGEgfc2gylXp+I8Nl32uQokagc0KEBgCnwqcTr+sbZpy9q8kO12Y/JW+9j0j8TkJAwkDCQMJAwkDCQMJAwkDCQPpOgbZ+zniCjdd31tK+nSbmDcR2IgAYcwsIPm6xYvfS82SfieDJZ5LGEgYSBhIPzdIZS3DPwQQQOA7Ar4SqqvK2rY1fWd8xkEAAQQQWKDA35vUdb0djkfvFEsXJ3//PnU+gQACCCCAAAIIIIDA7QTiIPdxGCy2eSMJfOnBjrdrOTUjgMAaBJL3p8a6RUoLuNrAGsRoIwIIfFeABPB35RgPAQTOAr7REkfHtl1nsfFyHsh/BBBAAIEtCjx1fsVln+P34J9ebzHW3cZE4AgggAACCCCAAAKmlGzwJHBdN2gggAACkwpU5ef0ZHbhlbQmbQQTQyAEKJsXIAG8+VlMgAhcXyCOjo1kQNuSBL6+NjUggAACtxOQZA8PDxZXf7hdK6gZAQSuJcB0EUAAAQQQQOBZIM7S6/veuOrZswnPEEDg5wKNJ4AlTwD/fFJMAQEEEPhU4LME8Kcj8iYCCCDwUiCSwF3bWpUrYxPmpQzPEUAAgW0IxNm+cbBPrO9PHlK89gfuCCCAAALbECAKBBBAAIG3Ap6gqT1RM3gSOFX57bu8RgABBL4l8CvO/I3yrbEZCQEEEPi6AAngr1vt7JOEi8DlAlVdWVU3ljKrlsv1GAMBBBBYtkDtnV/xW2jxKHGoz7LnFq1DAAEEEEDgEgE+iwACHwlIsrpprGs6Dnb/CInhCCBwoUAcUn3hKHwcAQQQ+IZA+sY4jIIAAlsX+GZ8UrKh76xtO8skgb+pyGgIIIDA8gSqqrK49HNKyeJSeNFCiSRwOFAQQAABBBBAAIFVC9D4vwpIsmHorYszgf35X0fgAwgggMAHArE/ffpFAvgDHgYjgMDEAiSAJwZlcgjsXSDl7Eng+I2cbu8Uq42fhiOAAAJvBSL5W3sS+O1wXiOAAAIIIIAAAgggsAeBlLMdDqO1Xff7gMgtxE0MCCAwr4DEgdTzilMbAvsWSHHUCUVl4w0HHFgGplkGsu8YDX1vfd8ZmzXGDYE1CdBWBF4JSLJI/sZ6vfxO0eO7fF+KbUdfNlgOWA5YBlgGWAZYBlgGWAb2sgyY31LKNg5DSQJL9HY4Cfd1C9D6GwgoJYvysuq9rEeJU4YBBrMvA8YNAQQQmFhAkmVPAh8OB+s8CWzcEEAAAQRWIPBnE+/v763vuj/fYAgCCCCAAAIIIIAAAjsUyFVl4zhY/ETKDsMnZAQQ+KFA8gRwSvrhVKYYnWkggMAeBNIegiRGBBCYX0CS5ZRtGEbjsqHGDQEEEFidQNu2FoVfJ1rdrPtegxkLAQQQQAABBBBA4EOB5H0cUeIDOVckgQOCggACFwqcLBLAxvUSjduNBah+NwIkgHczqwkUgfkFJFldV9Z1nflT44YAAgggsGyB0+mc7pXknVpjuTy82amBAAAQAElEQVSRPQ5bdstpHQII/ESAcRFAAAEEEEDgMoG27by/o75sJD6NAAI7F5D3j0bZOQPhI4DAbALvJYBnq5yKEEBg+wK+WWPDMNjQD5aSth8wESKAAAIrFYjk769fv8rl7I7HozX1uUNLUkkEJ380bggggAACWxMgHgQQQACBCwRim7iUlCwuBR1XzImeDkmPiZ33Hy+ogo8igAACCCCAAAKTCJAAnoRxSxMhFgSmF4jLmxwOB+tJAk+PyxQRQACBiQQkWdPUFr/5GwfuTDRZJoMAAggggAACixWgYQgg8G2B08nqqraj93U0bWv69oQYEQEE9iNwvgS0WGPsZ5YTKQI3Fkg3rp/qEUBgSQJXbEskgbuutbpurlgLk0YAAQQQ+IlArKMj+SufiBT//Ql3BBBAAAEEEEAAge0JENEkAlVd23gYLVfZuCGAAAKfCpzMon/U2Nf+lIk3EUBgOgESwNNZMiUEEPiLQFXV1jSN5cyO0V+obvI2lSKAwL4FYv0cyd+yjmaHdN8LA9EjgAACCCCAAAIIfElA/qmmbuzpUtD+chV3GokAAvMLeP7X+0RJx8wvT40I7FeANc5+5z2RIzCrwMl8M+d0sr7vS8mZ1c+sM4DKEPhcgHd3LlDXtUXyt2kaKzdfX5dH/iGAAAIIIIAAAggggMCnApEEHofROu/viOeffpg3Ebi9AC24kQDHWd8InmoR2LEAGZgdz3xCR+BWApFk6PvRUmLX6FbzgHoRQACBZwGzcfQOq64r6+UTyd+XNDxHAAEEEEAAAQQQQOCvAiklOxwOxqWg/0rFBxDYuYD3hd50n3vn/ISPwM4ESADvbIYTLgK3EpDJTPK7FzPr+T1gV+COAAII3Fbg13//lTN/u0j++jr69Ot02wZR+/wC1IgAAggggAACCCAwiUBOycbxUPo9OKhyElImggACCCAwpQDT2p0ACeDdzXICRmABAp5kiKNjO08Cx+MCWkQTEEAAgV0KHI5H76QaLfl6mU6qXS4CBL1zAcJHAAEEEEAAgekE4lDK+GmVu7s7yzkb29fT2TIlBBBAAAEEELhcICnJHguPWLAMsAxcdRlIUkkyyPzmz9umLWee+VMfwB0BBBBAYE6BqqpsHIZ3O6fYNpRhgAHLAMvAxpcB1nOJZZxlnGWAZWDiZUDybetkbdta3/el/8O4IYAAAn8RYF0swwADloHrLAPpL+sf3t6NAIEiMJ+A5Cs0r04peQK4t7pu/BV3BBBAAIG5BOQVRadU9iRwPPeX3BFAAAEEEEBgNwIEigAC1xboPAkc29rXrofpI4AAAggggAACHwmQAP5IhuEI7ElgplifjuSJ6iSZ/ImU7Hg4WNPU/oo7AggggMAcAsM4lgNwYj08R33UgQACCCCAAAIIILAQAZpxNQHv5jD5X/Inkfw9eF9HSrpafUwYAQQQQAABBBD4TIAE8Gc6vIcAAlcRkO8AleI7RZKsqms7Hu8sfg9YYufoKuifTJS3EEBgfwLRGRW/S6an9fGbx/2JEDECCCCAAAIIIIAAAtMJJO/baJrGmqb1lPB00/3plBgfAQRuL/B2P/z2LaIFCCCwVQHfHkkmUTBgGWAZmG8ZeFqhKskkWfLSeBL4cBgtksDGDQEE5hKgnp0JSLJ//nmwSP5+Fro033cCdWHNMsAywDLAMsAywDLAMsAysJllIHk/h5fY1k6+7R39HE3bxksKArcWoP6FCmxm/Uc/ggkDEwamBRmkha73aBYCCGxY4GklGCH6/lA8lBK/R1lVVXnOPwQQQACB6QXu7+8t1rVmJ5OS6YON0ulrZooIIIAAAggggAACCOxPoMqV3R2PRl/H/uY9ESPwkcDb/fCPPjftcKaGAAJ7FEh7DJqYEUBgGQK/N3jS+QjZnLIdfceIs4CXMX9oBQIIbEugbVuLsq2oiObbAoyIAAIIIIAAAgggMLnA236OqKD8HvA4ehI4x0sKAggggAAC8wpQ224FSADvdtYTOAILFJBZ09TWdd0CG0eTEEAAgfUKSLLRO51yPm/6RcfUeqOh5Qgg8FMBxkcAAQQQQACBeQW6vre6ruetlNoQQAABBBBAYNcC0Qu4awCCRwCB2wtEIuJlibOAz5covX3baAECCCCwdoGUkv3zzz+Pl35eezS0HwEEEEDghwKMjgACCCAwg8DvPo644pnMkj+O44Er8sxgTxUIIIAAAgggcBYgAXx22PF/QkdgeQLx2zh3d3dW5WySltdAWoQAAgisRCCSv4fDoSR/Jfk6NZWykubTTAQQQAABBBCYVICJIYDALQXiimdxwDs/y3LLuUDdCCCAAAII7Ecg7SdUIkUAgT8EFjwgksBHTwJnTwIvuJk0DQEEEFi0QHQuDX3vSV+Vdkr6/bwM4B8CCCCAAAIIIIDAPgSI8iYCUjK9KHVVlZ+9oq/DuCGAAAIIIIDAlQXSlafP5BFAAIFvC8RloJumKeOfTqfyyL/pBJgSAghsX6DrWsveybT9SIkQAQQQQAABBBBAAIHlCygla9vGoq9DMzaXqhBAYDkCkkx6LstpGS1BAIGtCSTpeWUj8VzCQMJAwkC6vUFK2eLSpXGEbKx8SQKHAgWBSQSYyMYFfBVux+PBuu757N+XIUu3X8dLtEHCQMJAwkDCQMJAwkDCQMJAwkDapsHT9njOlQ3DYE3bPg3iEYFrCjDthQtIepUQlngtYSBhIGEg/cyAM4AX/gVA8xDYt8DJ6rq2uBR0/FaOpH1zED0CCCDwRYE4eOZ4OFp+9zL6X5wIH0MAAQQQQAABBBBAAIHJBaJro22acsCm+U2ir8MZuCOwGwFJrxK+1w2cqSOAwJ4FSADvee4TOwIrEJBkXdf5jtGdpcQqawWzjCYigMANBeJKCfL6+36wlLM/447AGwFeIoAAAggggAACCNxEQNJj0sf7NmTW1I2N41iG3aRBVIoAAgggsG0Botu9gG9x7N4AAAQQWLhAJH4jCRxl4U2leQgggMBNBSTZ/cODVfzu703nA5UjsFQB2oUAAggggAACCxLwJPDhMFpOdM8uaK7QFAQQQAABBDYhEEGwhREKFAQQWLxAJIH7vjcuZ7r4WUUDEUDghgJt21oUSRZnA9+wKVSNAAIIILAsAVqDAAIIILAAAUnljF8pmbxUubK7e654toBZQxMQQAABBBDYnEDaXEQE9EUBPobA+gQiqdG2jfn+0voaT4sRQACBGQQeHh4ssZKcQZoqEEAAAQQQWJMAbUUAgcUK+LZ7XO2sbdvFNpGGIYAAAggggMA6BUgAr3O+0WoEfiaw0rHjLODj8c66rifBsdJ5SLMRQOA6ApH0/d///md1XVvK2aTzmQXXqY2pIoAAAggggAACCKxGgIYuUkA6b69L8Zjs/v7e+zq6RbaVRiGAAAIIIIDAOgVIAK9zvtFqBHYrEMmNu7ujtR07Rt9dCBgPAQS2J/Dwzz/l0s8RmaR4oCCAAAIIIIAAAggggMBKBKqqsriaT1XlSVvMxBBAAAEEEEBgvwJJ0u+zRCSeSxhIGEgYSMs1qKq6HBnLjtF+v7yI/NsCjLhBgbZtrW0aS0m/o5PE9h0GLAMsAywDLAMsAywDLAMsAywDK1kGYkO+8iRw3w8+z+IVBYEfCzCBlQhI7L9LGEgYSBhI0xpwBvBKvghoJgIIPAtIydq28dKarxOf3+AZAgggsDOBSPoejwdLOfn6MP0let5GAAEEEEAAAQQQQACBJQuM42hVVS+5ibQNAQRWIUAjEUAAATN6ClkKEEBghQKnskMUR8Y2deNJjxWGQJMRQACBCQTKerBpLaXs60L9LhNMmklsTYB4EEAAAQQQQAABBBYrIJ235auqsvv7O9++12LbSsMQQAABBBYuQPMQeBQgAfwIwQMCCKxPoI3LnnbnxMf6Wk+LEUAAgZ8LDENv0Un08ykxBQQQ2LIAsSGAAAIIIIDAOgQkWdf11rWd+dN1NJpWIoAAAggggMBiBF42JEnyDQqKhIGEgYSBtB6DlJINw2hNXft67OWqjecIIIDAtgVi/ffvv/9a07Smd0KVZBJFwkDCQMJAwkDarQHfB8x7lgGWAZaBFS0DsWkvye7u772vo4mXFAQQ2LiAxHaqhIGEgYSBNK0BZwBv/Avkz/AYgsC2BGpP/rZ9ZznnbQVGNAgggMAnAl3XWZRY951Op08+yVsIIIAAAgggsF8BIkcAgbUKtE1jnfd1xIGfa42BdiOAAAIIIIDAbQXSbaundgQQmFVgI5VJr4+EOQyjjV6SD99IiISBAAIIvCsQHUCR9D0ej1ZVjwe++LpPer1efHdkBiKAAAIIIIAAAgjsR4BIVykgnbfro/H39w/WeCLYB8VLCgIIIIAAAgggcJEACeCLuPgwAggsUSDlbJEMqRsuj/TZ/OE9BBBYv4AkX98dLM7+NU78Xf8MJQIEEEAAAQQQQAABBN4ReNrUPxwOltLjgZ/vfO6jQQxHAIHlCkjnAz2k8+NyW0rLEEBg7QIpzpijyDDAgGVgvcuA+S3lbOM4Ws7py79v5KNxR2AvAsS5EYG47H3X9WZx2WcZ2y++w8z3t1gOWA5YBlgGWAZYBlgGWAZYBja6DPR9b3fHY5m/xg2BrwnwqZUJsE+rso7DAQeWgSssA8YNAQQQ2IhA7BjVdVOi4TcxCwP/EEBgYwLn9Vx9PtDF9MXo+BgCCCCAAAIIIIAAAgisUSCnZMe7O6ubxiS2/9c4D2kzAm8F3ia53r7/s9eMjQACCDwLpOenPEMAAQTWKfC04ZRztvv7+/K7mJEAfirrjIpWI4AAAs8C0dcTl7of+t6SdwI9XRLu+RM8Q+ADAQYjgAACCCCAAAIIrFog+jweHqKvo1p1HDQeAQQQQODKAkwegTcCJIDfgPASAQTWKxA7RW3blCRwU9frDYSWI4AAAo8CcSBLPD0cjnZ3d7Qq1m1x+Wd+ADhYKAgg8BcB3kYAAQQQQACBbQjElYC6ti3BSCqP/EMAAQQQQAABBJ4E3nskAfyeCsMQQGC1AknJmqa17vEsudUGQsMRQGD3ApH8PZ1+WZzxOwyD5VzZyZO/J5eRyf9zRwABBBBA4EMB3kAAAQQQ2JCAfPv/7v7eWk8Ca0NxEQoCCCCAAAIIXE+ABPD1bBc2ZZqDwH4EqqqyODK2rrk8knFDAIHVCkjyhK/ZYRytrmvzl6uNhYYjgAACCCCAwJwC1IUAAlsTiANB40pnx8PBUs5bC494EEAAAQQQQOAKAiSAr4DKJBFYnMCOGnSKy6KeTuWo2LbtLCdWczua/YSKwOYE4gj/31c0iFN/NxchASGAAAIIIIAAAghMKsDENisQSeDYN4hEcEqcB7zZGU1gCCCAAAIITCRAZmQiSCaDAAILEpDKEbF935Xfy9z7bpFxQwCB1QlI5zVX3/fWNq1JisNbVhcHDUYAAQQQQAABBBBAAIHpBKqcH3/yKs4C/vMI0elqYkoIIIAAAgggsHYBEsBrwaOf/AAAArdJREFUn4O0HwEEXgnI/E9mniuxOHPucDiYEqs647ZXAeJeoYDkKzFvd6zDzpd48+Tvic4dJ+GOAAIIIIAAAggggMBuBeKKZ798v2AcR7u7u7P//vtlcVZwlN2iEPhLAZ4jgAACCCDwSoCsyCsOXiCAwBYEZOe/pGSxY9S2nQ/ZQmTEgAACexCIDpycs8UBLHXTeKfOd6NmPAQQQAABBBBAAAEEENiUgCeAI57o6zgej/GUggACCJgZCAgggMCfAiSA/zRhCAIIbEggSZ4EHiySKRsKi1AQQGDjAvG7XnH550gGbzxUwruWANNFAAEEEEAAAQQQ2JRAHOpu3sch+TMv4zhYXBJ6U0ESDAIIIIDA5QKMgcAHAiSAP4BhMAIIbEeg6zpr2nY7AREJAghsWOB8qed+GCxnNtM2PKMJDYGrCjBxBBBAAAEEENi+QFztrOt7zwlr+8ESIQIIIIAAAgi8K/DZQHoWP9PhPQQQ2IRASqn8Pk5VVZuIhyAQQGC7AnFFt4eHe4sDV+ycC95usESGAAIIIHANAaaJAAIIILBhgbjKWZQIMadkh3G0tmniJQUBBBBAAAEEEHglQAL4FccWXxATAgjEsbCN7xAN5chYPBBAAIHlCrRt68nf3nLOHMm/3NlEyxBAAAEEEFioAM1CAIG9CbRdZ13f7S1s4kUAAQQQQACBLwiQAP4CEh9BYLUCNPy3QCSB7+7ubRwPv4fxBAEEEFiSwNPVCuq6tpzOm2hxdP97ZUntpi0IIIAAAggggAACCxCgCbsSiH0ESRaP0c/R973lfN6HMG4IIIAAAggggIALsGXgCNwRQGAfArEz9HD/sI9gzYxAEUBgXQJ911kkf8vl6r0zRykOXVlXDLQWAQQQQAABBBBAAAEE5hVo6trGcTCJbt555akNAQQQQACBZQv8HwAA//9y0Zw2AAAABklEQVQDAEyFWorNZ4pgAAAAAElFTkSuQmC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35024" y="674019"/>
            <a:ext cx="14886432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Фазы SDLC: обзор ключевых этапов процесса</a:t>
            </a:r>
            <a:endParaRPr lang="en-US" sz="3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335024" y="5274064"/>
            <a:ext cx="6958584" cy="8321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SDLC задает структуру от анализа требований до поддержки ПО.</a:t>
            </a:r>
            <a:endParaRPr lang="en-US" sz="27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1335024" y="6796629"/>
            <a:ext cx="6949440" cy="12161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dirty="0">
                <a:solidFill>
                  <a:srgbClr val="A7A8B7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Каждый этап — планирование, анализ, дизайн, разработка, тестирование, развертывание и поддержка — снижает риски проекта.</a:t>
            </a:r>
            <a:endParaRPr lang="en-US" sz="3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8890926" y="5274064"/>
            <a:ext cx="6958584" cy="8321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Четкая последовательность этапов повышает качество и предсказуемость</a:t>
            </a:r>
            <a:r>
              <a:rPr lang="en-US" sz="270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.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8890926" y="6796629"/>
            <a:ext cx="6949440" cy="12161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dirty="0">
                <a:solidFill>
                  <a:srgbClr val="A7A8B7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Выбор модели SDLC — каскадной, инкрементной или Agile — влияет на скорость, стоимость и гибкость поставки результата</a:t>
            </a:r>
            <a:r>
              <a:rPr lang="en-US" sz="3000" dirty="0">
                <a:solidFill>
                  <a:srgbClr val="A7A8B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.</a:t>
            </a:r>
            <a:endParaRPr lang="en-US" sz="3000" dirty="0"/>
          </a:p>
        </p:txBody>
      </p:sp>
      <p:pic>
        <p:nvPicPr>
          <p:cNvPr id="9" name="Image 2" descr="data:image/png;base64,iVBORw0KGgoAAAANSUhEUgAAApkAAAEyCAYAAACxnMviAAAQAElEQVR4AexdBYBVxff+Zu59722yS3dJI6mADYjxt7v92d3d3d2tKKAiil2InShigdLdzbK9++Le+//OvH24LKui5MI83nkzd+7EmW/OnfnmzHuLDtZ4+RUpfvB3/yoyVRP4TKtOmLzW7+rK/7s03/cD319dgsAPgrWSYDN/+YHvry5MCKqVoPqX769e3vf/4jrwA69aCZi+pvhBwNxrL14QVFOPz7TVxWetay1/1Zfq0oOANf93CezLImARsAhYBCwCFoFqEdCo9AoQgAs5fPMv4NVfi+QJmG9NCf6inMf0quIzbU0xOvge/EriMe55CYisSg88+NVIQL3AmqtKdfWuqov1V44HQYBqhXgFawjzss2gWvGoSUqSfU3q4cP3k7KqnbWut3oNWHyNdyBteGynkkgaqtFV0kBtK0vA6zVbq5zjv8d9aru2df+bvKx2o73/Tn/RWaRyHp94pqwhFQrG1Sm8yi6q2GJ1eW3aloaA7Y9FwCJgEaj5CKxOMrkaxknkookYRMrjUZTHGI+LRBHl9Z/CNLlXReLxOOKJxBqS8DxUlXgijmiV8nJt8pEcJSqJRxKY4LUX+JBQxJPrakTKSz+qSkLqkPL/KNSVeb0qIuWr65v0I8a+VBZJE0Lssd+riw9PdKYO0heRBNsxQuwTq4lHUl29mPypcgyNrqYt1k9C6VWIENmAxKayCMlNiA7VCttL1cdQyot4a+RlPtPefw9Fj78SwSUlJg/bFz3WSqqQsr8ia8l0vwo6lZFax3hKD9NCBRmXNJ/1VhJf4pK+llLzpx3bA4uARcAiYBHYGhBYjWQmSCryi4uQl78SKwsKkFeQj5WFK024Ij8flSWZh/clTyXJK2RaNbJiZR7WEGmnurxMX1GNSJsrVq6EhEnJZ3x1yaOeedQ9v7AAa4ikU9f8f5Rk2ZWFhez/n5JfVIRC4rOmFKOoeHUp5HV+USFWF9ZbVIACpq8uRSguLaGUri5lTCtnWjVSwrTVpKwMJdFyioSVpLyMdbIeU38qLEUp09eQaBlKWcdqwnxllPLycqwhzFteRaKxKDcOaycxbjDWVuLc6Kx13rWtV+rkpmit62XeeDyBypLghiqR8LCmJLhBSErCkHGJe6u8135l0swNR5LwknyuJdFc2/xbwyRm+2gRsAhYBCwCmycCq5FMUVG8f2XRKMq5AItXMcqF1Xg16d0sryySTq9btIqU06NXxrKVxdTFhTZaRWK8jpPYVhUhu2uKjwQX4wSPeVcLJa2KxP0EolX0kusEPUqeAv5ZApAOIOVJWxVS1zX18pJ6VdEhQT09aa+qsH1/DQkQM/rGqfefEiOBiVYnJu/qfYyxz9LvOHVcTUQv6pBYTXyjc5z3VhMSn9WueV+w9pjus97VxYfxMDJPKgwkzrzBWhKl1YgWy5lr1sHiFW4/WiS963Itwqu1egfs61pmTLazVpmZlbpUzSp6JfvrIzC6J0Of3smkB9uHz74FzCh6MWAVUlElYdTnDZOnUsiM1b6r5vu319VWahMtAhsWAVu7RcAisBUisBrJ5FoHIUAJcGHkQu2JKC6NiqwoJToZD1hS8ga8rCpI5a0I5b7UuIawbp95qooQm+rEo16e6CQhF+Pq8kiazzzSpuhoRHSkvnJv7SUwJFMW/1Ui9bL/QSXxpW6KhCkRHeW7eB4NSuIJlpNQrlfVRf1XxZkvIA7V4Raw7tWE/aiaT6590UlpBKynshidEBCxSsI6pYxSisGfAtah1J/XSikwA9+qGuEtAApYJeBLsY5VCZVvVhenXqRuLCWWlxJeVpdOvNaWTIF6V8aguriMj0mX5lCdctWlAUqpaqS69GSaJh56tTLJdKX+rAfyqqZ/kiyilJJgVbvmYjP+kHHajNWzqlkELAIWAYvARkJAKMtqTZkFgouaz4U+4NomS7/ExTsmoVwrRyMhni16bsTLFxiySBLDa0OcWNaXNIZy35MFlHUGFFncleMAmoSILYt3DArwTdmKFjQTKAEDIT4iQuzAco7rIpCyle7J/dWE+SS/Yj5FXT3WraQ+6iP6g3GfOoH6iAQMU/nk2gh1EyyknNwL2J5ifR49i0opeq0CaEUc6LllBEJexQss7UpoesIyAfP6UhdDUw/j0rZDHQEF7TjQrJdZV9UZ0PMl19pxAEcbggiHKdQbrCdgVAS858lduWZ/zJjwOkFPp88+exwjx3WYAmiG2hHcFQBFvDlevK9YJ6tEUpRBSMpLuoSQ7ACPfn349M4ppaknE1hArhkz9yTdo97S1wQ91BKKxCviEgr2ci9RkU+upXyyHsX6pYTYQpBsA8rUDYYyFiJgu4o6gKHWoktFXl7LfcHVZ/1MlWIsL9ReWgpYRPFYO75ayGIAe+0TC1OOuJlrhkop5uVtuc9rSU/IeMt1RX6PWEu7nvcnPlKPUkoKQnQEpG/UaBV+AcA0mJdiX+XaXKyKSzmpJ0F7k/rjPDnwiKXkknSJS5rcl+vKotSfdUq65K0cSlzKSpiqW+KV86Xicj8lkpZqT+KSLuVE5FruSb3y9QMJJU3ySLrEJU3iInJduZzkkzTpnxWLgEXAImAR2DIQ0FW7waWQnCmZrBQXSopPAhMiuVOK11wcleJ9rotKcTHjgivXChIHUouj4nUinoDLctKGLCxKKUMktOMgwQVTOw6UUiaPUsqUlcVGiEKCi6oQSvCllOL6HrCsZ0gDryB5JC9vr/H2WXdAorFixQosXrQYy5cvp5bJbI6j4ZMQyJVL4iULm2b9qbok1EoTAwVHO4hFYyjIz8ekiROxZPFiBCQKfsKDYv8huITCRidHazisT9p2QyHTL49ERCnWI/3UKpmP7Ts6iR+oldQj/QFfAXWW8lOnTMXLL7+MmTNmUA8NbfIHbI7CfLI4C55MgIbiP5g8bAoB9WMW1iy1B4hGo+wH+8x0KSNltaN504eQQtdxIOlKKZb1jUh50UNw8GIJ4u7DYRmHeeUHTYGpnVWw/6YOjvHKlSsxbuw4yPc3FfNKOz6JmZSR+gVnsA0RuRewr4K1Yt8kNPchOgRwtAPNOngJrbVpXzsky+wD2KaUV0oZPCXuOBoB70kdPu+n6pR2Y7Eovv32W7zz7rtYumwpjE0pQMbIE4LIznoV9hBQXxZnCu87rmk3ThsOmMgikLq1dgxeoHIB80tZj/YGYiLX0mbA/CLgS/QLmC9gmk97CBgX/ag+AqZJfkXbYFbzVkpaYm28J/XK85MKk3UFUIo48b6Ul3uSLoXlOhVKWuV7SiXrTaVLXokL8dPEWK5F5FrC0tJSTJ48GbNnz16Fs6RLnaKztCNxyS/XIkopo5vE5b58h/fjjz/G+++/D6lP0lIiZSWfUsokpeLShkmwHxaBzRwBq55FwCLwzwjoqlmE9EiaCQNAMiguaBoKZVx4fv7pJ9x044249tpr8OQTT2DOrNkQz0VRYRE+5YLyHhfzspJSCEFJT09DtKwcYZIul4tzQCIg8XLW48jiQqIhC1xpSQmkfs00IbNcryHp4H0hm2A5ya/pvpN8jtZIxGIQgsQi1AyriVYaxUVFGDJoMC6/7DI8eN/9kDpcEgePBNHh/YB1l1M3yRstL8fbb7yFe++6B3fdcSfuvOMOvDT4RcwiyUtPS8OMadNxx22345cxP8PoQzw8epikfS8WR9ghqQQgfdRUKGAbEobYnrQDtiXEVOISgv2Ji/7Kgc965NqhTi5FsZ4/fv8dA596Gj/+MBoBiQnYnmAiYxIIoeG1LMpSn2LPQ8RXyktc8grGMmZhN2R0knRpRzDVzK/YviKWaSTIMj7SfoL98EiopLzySCNJvCKhEKSMpPksI6TZIdmjivB5X0LBQIjGuHHjcP3116OwoJDZWZ4KS95FJObPPvcsbrr5Zlx99dW47fbb8f4HH5gfSvnERfoh+aQdpRSoHsmvZ0SIrpCR1H2fBA2SB3wRA0kPsQ/Svk+cwuGwsUW5Nvm0Mj9gG/7mG3iJpH0lNwtCiuPEXPEezdvoKlVKO0JwPBJPjxhHo+WExUco5ELq0o4DR2uA/QIUpD3wJSRQ9JDvLyvel7i0L3VI36ROuVZKmbZ84ig2JOTVZ/9ZBWtL3pP8Inl5eWaT8dFHH0HiUqfgI21JXVKnXEve4cOH46GHHjJkUNKlvlS9kkcpBQlTaVIX+JK6GEApheLiYvaHGwxiqlRSl4ULF+Luu+/GyJEjzQ++UnVLXSJKJfOl6pP+pnRTKnmvhM/1kCFDMHjwYEhc2pN8oovUIXHpQyqeakPyWbEIWAQsAhaBmo+ArJpr9IJLPUTkpgpgvHYBF8Sff/oZ99x1FxYtWIBENI6PRnyEW2++BUsXLkIBPVly/c1XXxuPX2FBPkx5ACXFJRCvYoLEqpgkRAiWITQkKpoLkpChosJC5OethJ/wUMpFL04PYpDwkZ2VZRZ3IUN59EwKefSYR8ihppZCPFM6psKAJEHq7NK5M0qKijFp/HhTb5xerWKSYSEvQggz0zPgsP0ECdZ39Ha99967mCLem1mz8PprrxliOXnCRBTlF2I6vYsFK/OQHo5AyKDDtpew3/HyqNG3lH0sWJlvsJL+SV/KS8tN2SK26SiNkHYpDsB+lTBNMCgjIc9fkYdYaZmpV5GE9N5+e5xxxpnYvV9/CAb5xFb6L5iI/jG2mUXdpb9CymPEShZ4uVfK+qR9CUUHj4QqIAETMhgQb5/YBAwFo5XLV0Dap0YoJU7gPcFTNhNl7E+srIz6F6CIhN3n+JMlsdfKiBCD8vIyLKKnWMiB6Dh58iSSQz9Jw0i4wJyLFi/CW2+/ja+/+QYzieuMWTNx/wP348677zL1CkkRslFSUmyuV1AnuVYkweQ8CIdDEHIpRKiUpEU2BkJ2VxCzcnppPZJCuedRd5E0bgpEn5X5K433rG7dujjk4ENw4oknolHjRsazK8RNSF4h+1VCvGjiEPzKpL9MEw+cS4KuaRtSp+SXtiWveMXFW+uLcoDRWe5LXp86xOMxONxchEJhwhVAPLyCX5S6CmasEtJOYWGB0UXqWrJkiUmT+6wSy5Ytw4cffogvvvgCS5cuNcRZKQUZA9d1Tb0SH0+7fvbZZ3H//ffjyy+/NOmir9QR50mA6CV9KSgoMHqIDlIuJZJX7sm15BPCJ2WkrMgMbrKEbMo98/zSlkRHwVfKCu5Sp1IKMo5yLf2VuFIKGRkZtOMzcNZZZ5m4lJVygoe0K9fgS+oIcUMj9fLSvi0CFgGLgEVgC0FAV+6H4oXmiisiccW4MAZH0+PGBfSjD0eQNihcd+21uP2223DRBRegZfMWmDVzFr764kuM/e03jPrmW9x4w034cfSPEKIz5scfcelFF+OC887HFZddjleHvYoH7nsA43//AwEJ1dLFS/DgAw/g4osuwvnM89CDD2LQ8y/guWeeZfliQxJHffcdrr/uerZ3IS69+BK8MnQohBgK8ZKF3ehK3VOhEK9MLnD7aO0kSgAAEABJREFU7bsvmjVtatqRvkz4YzyuveYajP7hBwj5ipJUaPYI1EPq6dCuPW675VY89MCD7MMNmDh+AkZ//4Mhy2GSjrRQxJDE+XPm4k56NkWX8849F48/9hjuv/c+DOSCv2jBQrzGPl595VW4k167888/D+eedTaeevJJiAdLyOg7JF1XX3klrieO5597Hs7h/QfZ5lKSDdFzxtRp+P67UZg8aRKKSL6vu+Za45G9imXO5oJ9xeWX44vPPzdeYskvRPmOW2/D6aedhrNITm9lH2QzMGTwYEMihVAr9lNIbZjk59dffuZ4nIczTz8DF194IZ564kmOzWXs62jIJuDRhx/BhedfYEj2qaecgnPOPgcvvPACSkjylFaGvL340os4le2de965uO766zBr9uwKghkYwsHhgByta8cx6b1798I9996L+++7D//73//w/nvvmY2HEJi5c+fi8cefwEknnYTTTj8N1113HebNm0cvYsiU/ZE2dO455+Dkk0/GxRdfBCFVt9H+xMZEp5voJX2NmwIhKTKu8ieqpI4RI0aYP6f069jf8NkXnxuP3RckY9dcdy2E6F59zdWYO3cO7awUr7/+Bk4//XTqdgIuoi1+Q1IsR+GLaZ930rN9GT3i13K8TjvtdJzHMRP8v/vuO+pzMU44IVlGSKGQJe1oo/8TTzxRUef/jOd/4sSJEB3HjBmD8847D7feeisE31NPPRVXcmz/+OMPFHK8hWD+8ssvkGNmaVfShQAKpkLSHMcx9QjJFBLasGFDjBo1yhBJaV+Opl988UXTtuAkuJ1xxhnE+HFDYJVSxjsp9Z999tk47rjjIOHAgQNx6aWXYurUqeYrAUopCKn99ddfcSHtRMZBCKnWGvPnz2efrsUH9ErPnDkTd3HzKeMqWNxyyy1YwI2oEFX5qoKIEMkJEybgZo6VEH6RO4irkE2pU/ol2EgfrVgELAKbAAHbpEVgAyCg/7LOIHlHMgiRkaPmWtnZMB6rSZO5MJdgpx13wo3X34A+vXujaeMmqFu7DurXr48e3bqiZbPmmEbv38033ogFXJB22nFHkOfgxZdewsc8gltOr6R4kp577jm88frryGbd3VhOFvenn3rKeBRj0Tj+GPe7ISbyfcgdd9gBaZEInuVR8itDX4GQSfFUzp87DyILGIqIZ1A8gHF6KDUbVUohoCdOSOns6TOxbMlSEkeFiBsm2fTozdSQY2+RHOrhKgd12BfQW6UASNk4vbCyEC5atMgs1nKUWadObXTt0gVfff4FXnnxZcyaPsvUJbp88uFHmPD7ePTo2g1p9H4+99QzGPrSUER4pLts2VKSxC/wGxfvFs2bo0njxnjrzTfx8ksvs7EAy5ctxw/ffw/5WkEhvaM///gTvvv6WxLuInTp2BkzeXz/8P0Psh9LTJ6Lzr8Qw197DbVzc9Fl223xCz3Ow18bbr5TJ8Q2ThwcrSHYTZgwHjfdeDOEoHSmp7dunbp45ZVXIP1ZsGC+8ejJcf3XX3+FiRMnYZedd0YavYNCQMRbVkyP57vvvmOIuBB9GZO5c+bgqaeehFba9F8IUUBvqSL2DsUjdkJua2VlGhupV7cexCMZY3oRPbqPPvoI3njjDbRps43R/3sSpiuvuhKLifW438aazcUUEp/u3btDiMgbJIQjPhphjpKFoMhXOObNm8+RUgDHWur9cfRoEsi5hhjLd1uFsIv3cdbsWfiABFe+8ypl5Zh7yJAhePDBB5CTk4OddtoRC3lUfNddd2LcuLHggEBI1htvvEmv4hL06rU9hBgJEb2SG4lIJIzetP9ffvkV9913P6ZPn2EI3HPPPYtBgwahVatWLNMLY8b8hJtuugniHRSCJgT1rbfeQosWLSD9EiL26KOPGnLXsmVLpKenQ8I+ffqgVq1aJp3KQAie2KF4Fkezj127dsUBBxyAsWPHQsie3JM806ZNg3wf8ueff0anTp0MWZR+vvPOO8aD+gM3Wjfy2VxGr+mAAQMIm4KQd9FLiG6KyAqW0ofZ3ER8+umnxuMqJParr76CkE55bj/nhkdIvvSjbdu2kCN8ySsbiAkklpMmTTIEX47ev/76a2xLG23SpAmGcrMoz7voK+1JKOMr/bRiEbAIWAQsAjUfAf1PXQiYwTffhQOOOuoos2DJd7WupOdlyAuDMJXHy0JCu5MgdmjbDp07dsJpJ5+Ctttsg9dffc0cHz9w/wO46JKLcdc99+CEk04E2KoPH9NnzcBoenWOOOZo3ELP1OWs87HHH6f3sZms7YjzePsbLkoRet8uuvAinHTCiRCP5jatt8EH778HOT5/bdgwnHPmWTiDHqYz6IkS79wwElA5Do64ITalIP9Akrl9z+3w6qvDsN8++8Al6ZIFzSEpAcmkZriIXsiXXnwJLw4ZjLvpmWnBxX5bkkhCAKUUswWGcMjCfcyxx+Luu++BeJruvutuNG3c1PRVvkagfZg+XHf1tbjmimtw1213YpuWrfHBO+8ioNdUpE6dOhCvnSz0IjuTzI0hFsuWL4PoJbiX09Oaxr67UNiFJP1etnPj9dfjyksvh5BpOcof9+tvGENv60EkGg/RC3wNPbX33XcvOnTsAK00u+1DFm/x8Hk8Wh454iMecS+kF+o63HzLzbj9jttxIT3NWSTXvuDgaDiuiwYNG+He++/D5VdcgevpWWxMb9kXJNPydYX3330fnTp2pAf6QXpYL8fA5wZiv333AxuDQ11D0CZ0GVfsr8vrCdwsDH5+EB5/5FE8/fgT2L1vP9Qnwf2d5Gjc2HE44fjjcQM3LFdfdTVO/N8JhkiLB28YxzdOMio2JDg9QK/38ccfZwgzh8T0jWpDxk/6JwRX8ahd+g4vgKsdyHdk/bgHJddKQ74mcSs9ak89/iTqcRzepmd5R26Yrr32Opx//vm4nnrIsbiQqBjbFjLavn17PE8P+w033MgxvxS5ubno2bOHfMfUkMeLL76YuC7CmJ/GYB43O0Npg4cffrjxUEqdZ511JoRs/cKNhdQpJPLoo4+hDd2N6+gJPoleXPmhjZBQIZYdOnRAjx49jD7b8FmKcHNV2Q4l3++//45+/fph//33Ry71EQInnl3JJx5I2fDdw2fuFnoW7777bkgfxOMpJPKZZ55BgwYNIOEll1wC8boeeeSRUhRK8YmhiB069JrKVw7+7//+z2wE5DhcjrvFSyz6daQdCOGV/ogNi/3dTg9+mzZtTF2CnUQklK8FiJ777bcfMbwMQrobc4OlVPLZkjyS14pFwCJgEbAIbBkIkO792ZGAUa7PckKO1ULFG1wImtPrcjMXrDu5YPWhV/EzejBuuf02jJ84AYqkTZGg+CSkUpbcArPnzcWOO+2EBo0aQn5wIUSm9TatUZfezgi9Y3LUFwqHsT29QxmZmZDykrd3n97kK775LprkmcnjePF2XXLpJbj66qswf/48Q8Ty8/Nx6GGH4VYSpftIiO6iXnfdew8OOvQQuOEQaWwA+fNFog+oX3pGOtIzMpHOtgKloLSCFp0RQPSV/51HSMCv9GBt27ULruWx6vbbb4+E7wHMK/gsoRdSyvYkwXBDLss76Ehi3ap1K+NtksUdUEjncb0s8rF4DLKQ1qtXn563lexTHLFEHGnUpS49emGShzCx2KZtG/M/ARUXl0CT5AmOSjvMH2N1ClJeiIbDtKbNmkKOSGXBz8tbCVn0995rb+MN1lqjSZOm6NihIxzXgbyUApTS7CUwh0fTQgj23nsvaMeBYv72HdobfSUuC33AMUyjXk3obQJfjRo1Qn0SkqLCQsiPpPLy8ujx2xktW7UEq0Y4HMbOHGdmhe95kO9/SrppkIkBZTk9ZnJEfh+Py9uSgNx4ww3I5DgI4ZG/ACDHrmedeSZEhPTJUWveijzMnjUbXekNbt++ndFVdBfvnWAruiolLXGcuYlgM3A0+0nW6VEP6Yej2Ufm8WUMqZD8xQOxtTZt2lLvkDk+zstbATmevvLKK3AWj4/vpQ3F4nHIkX1paRmUUmjWrBkxSmccEOxbt25t0uRrGUopbLddT1Of2OTSpUtQXFKMzz77HBfwmPmcc87F4MFDoKmL9FV0AxRJXzvajEfvdgSt6PFUStFG8oxtS/+lf46MEdPBl9YaSiljE+LFlGvRS/TJzc3Fl19+ab7KIGXlnthic3rKWZQ20cTYodhKQHwW8Dh7Bz7Dcl+uBdf+/ftLViPStojoKna3yy67GA+teLynT58OKb/HHnuYeiUUD6Z4QuVYXnATkin1KqVMf6QfQoblOP96bpREiouLIe1LmtkcMK9SMp5GBfthEbAIWATWAQFbdHNAQFdVQghBwHk+Fcp9xYVOFq6Zs2dhyrSp6EICds655+Kqa6/GipV5+IlHclzdIX8rMuAi4VOESNVrUB8LFi9CSVkpb2vIdyCj5VGUlZSQrEQhR6gJeoqWLFrCxTYOL0aJJzB/3jw4joa0mUlSWL9+Pey555447NDDjMh3yMTrUp/ErU69eujKY9Qu3buha4/u6NqtG+qRxMrf9ZS/p8lVGUIShbQlSESUq1FOD6nHuEfSQfoICIFUQDuSretvugHiTT3/wgvQY/vtEGhASKnUEzCfkEOP9HU5++2EQpD/EWkxSYWEiiSATAK+CmBwYFntOIwDTjgE0UlCySP/m4+vAI95dQVZlTKgfonAg+DvwQeIg+gcsC6P5E/yJ0gSpC65F0lPg8sj29nETH4Io6lDaWmpIU8+j6wdx4VPBi14Kg5mbk6OwXXWrFkQwhVmH4R4VF7kHSeps+DvkqgKWZBjfp/tsgpzlLtw0UJzbCx9FlIpXiq5J+1Le0JOlFKQe5rhbrvtBvGqdef4iH7Z2bVYTwah0PTC5WBHemqPO+54HHPMMRAP4CmnnILuHFc5wjakjeRbPJpKafNdTtFZ9BS9hSDJ0azEEwkPxcVFMABSoUQiwf77UCwn+UU/8erK1whERyE4QsZakTCLTR1Fb56E8j3JfffdF46joYkpuwDBT7AQUq2UNvVKX33aktbEjIOmlEI2j7cFL9mInHzyyTjuuGNxLD3fp556Cvu5A8loGMzGcUggnZuNJM5uRbq0AhN3OA6io4jkkZBdghBZ8XpLKJ5eIXdyBD+bR9oTJ06kzqJLwDaSdUn/pC4hi6Kr9CErKwuLFy8mVsWGtMqPkYQcSl6llOmbUsoQRMnfjePWgd7V119/HXI8Lp74fv36iTqGbF922WXGa9uRnk3RSb7DKx5baVcpBal3G3pkb7jhBlxwwQWmjHhRJa+MnSbG0o6p0H5YBCwCFgGLwBaBAKlLlX5wXQqYFFSEPldr+QGHEM3vvh+Fe3kUO/KTjzFl2hRMmjIF4olr1qI5uKLBoQdOSOfEyZMgXsFddt0F02fOhHz3TI4+5Xtgrw8fDvm1uRAP8X6IJ+aTjz82P3SRBfIlHlf//vsfrE4hOysb3Uge09LSzcIpXlDxQo0bN86QiK+6E1sAABAASURBVOxa2dCOhhNykKDnSghP8tqFFnJE3aUfkuYDmD13Dp56+mlMnzEDQuySf8oGEMIZ9xNwQy6kfjccYp0hQ049EishzB7r0mynC4lPoyaN8eY7b+Ob777FL7/9inc/eB+Tpk4BqEuCHrMEyaC0K6JED61g4hKKKJj25Z5PvfwKMilEUvogZBgkm2BeqdNHwBwBQmkREyq2E6U3VPK1pGe4a49uGP76cHzz9Tf47bffIN+7Gz/+D3g8Hveoj+M4iEZj0NrBzjvvAofjNJBHvz/9/BO+/fY7DHtlGPJX5hsvpE9CKuPvsIwQMPkVtlKKZTXVUcitXRvyvcRff/kFb7/1Nsb/8Yf5JfRrrw03eTwSLmnXcVwzhh7HhRAiHI7Qc9eehOt485WD999/jyQrBvleaMuWLZGfX0BPWyM0bdrUeBDluDozMwMHHngAydAS871RsYvPPvsU8jcvhWSKbqJn587b4ocfvjeevN//+N3YmxBNn7o4joYQHC1YQl6B0VPuaa0h3tpevXsTnyiyaG9ypCy6TKVty/cNxb59YiJ1eCTtEhcxNQUcR4e4ECvNukQcrVGvbl1DJkVHIcnNm7fgUfpC8x1R8V4LrkpphGhvgg8UIGWFZEkobQlxlu9LynjKd0Aln1KKmMXND3PEk7gTvcfyfdB27drh4IMPhpBI+W6mEEapQ+qrLOBL6neo7957722+lyukUZ47+dGS2I3kF1FKQSll9PKJo5BKIf/yHct3330Xu+++O8R7KkRSSOfzzz9Pe/OMHuJZlR9zCcEXcqyUMvhKPvkubG3akLSfSU+2fP9VqWQ7SvE5EWOBfVkELAIWAYvAloCArtoJrpsQQrQq5MSvuHB6JE59+/dDe3oqXhn2Cu67/3588ukn6D9gd/TeoY85/t2ei3URjwnlBwyTSDR3H7AHDjn0UOb7FJddfjmeJsGTxVN+7BAOh9GYx7BHH300F9sQHn74Ich37saNHYsWQlqpWJgeuh367MAFrT9GfDgCN998M5544nHjXdlu++2gHYe6cjGkfhASQYlzQRRSZggBF6wcHiPK8TwUMG/BfHz62WckyFNJShNwZZFnfodhHR5dSz4hcOKxk/6CfdckZJpEsUHDBswfQhsea596+umm7etvvBG333kHxpHYtGzdCrVJLoTA5XARFS+uxD32Q1HPWrk5qF2vLkA9MrOzePxcH9K/AAHkfgbT6tIzK22l0TvZtFlzpKWn8542Xy/IonfMBxAoBcX+ytcKMkjCGjVujIsvvRR16dG9g7rI1wnkKLUWPZauG4KQChEWNbgN2GMA5Pt/46nzFZdfgYcfeZgk20Oz5s0g3sVwOIScWjnm+3pSRkTKCzEQUpFBnWTMevTogZdffgkXXngRhKh0oBdYvhYQZptKKQiR8UhyXdc1PwarXTsXoXAY++23rzlqlx98yHf5WpJgnnTSySSZ+ZDvO8p3+oRMdunSxZTbddddIb9E/vzzz3DRRRfiiYpf6cufxxGSFgqHef8EksWmkK9LXHfttZAfvdQjHoKBYJWbW9sccSulkEWchciG2E/pVy7t4+yzzkZzEsGHHnrQfFdQCHBret3kKFf0b8ixF8KpaV+Oo9k3jXocy1q1smU4OSiAUoqY1UcGPe9NmjTFueeeBzlyv+nGmyB9Es/jttt2oR4NIF8VEawySLLk6wXyLEQiEdZZDxIXYioEUgjYnXfeid9//93UL6RNZM6cOQab8847z/xK/VyeKpxzzjnYZ599zPc+5SsI8mMhaUP0V0pRZwfS1/r08kuaeFbldEB+pCPlxfMo39EUbEQXeU7lWuoR0unQhuUHRnVp4+BLSKbUI3k7d+5sSKR8X/amm24yx+oHHXSQ+cFSw4YNIf3JyMiAbCpl8yDf2ZTviNbmc5I6QmeVq7ynErdiEbAIWAQsAqshUCMvdFWtFRMCEi+Xi4qjNORafjzhaAfy45WLSSouvOBCnHjCiWZBPuuss7hwNkRaWhr23XcfLqhX48KLLjAeqlo52TjttFMhxOeC887HhTwmS/05HvkVtPyxcvmzQeedcy4uvuAiyJ/ykT+e3paeGfnhhkjDRg1XtXXKyadAfgB09dVXo3OnzjzujUN0FU8L1YYshloryC/hNcmAdhwcc+wx5scT4Ugaj197mB+yyAKulIKQyYAFZUE94YT/4WQebdYmIVFKQcgJ2Hshge15THgV2+zdpw8ckiY5+hUdLrnkYpKJc3HFFVfg5ptu4pHoMcitUxsHHnCA+VMwsqALAwlI0IUoST7HcTFgwABzvwMJu7ShtUZfHidfcMH5hjzsvMsu5scgPXr0hOhzzdXX4FCSdSEg1AxNmjYx2O/AI2aHBFhI+8UXX2yOKy/g2Jx33rnEpxMcRwPsoJA9iSulmOYYknnLLbfiMpLTiy68EDdcfz3uvfde9O7dC5mZWTjzzDNw6SWXwtEOHGIoREJIiZBTuRayIMej8kMZ0VniN910M4Q8ZJN4kdsbrxaIXzOS5UsvvQSHHXYY0jkG4hGTzYL8uZsMEjKxmz1IfOU7ehdeeIHBU36ocsABB9Km0kmMauP0M043f+7ncpLiK6+4EsfwSF1In08Po6M1tttuO9x0043mB0qCg2xW5Luf/0dvnXjLjjv+OFx00UWG7AzYfQCkrdatWsOnnWuW79JlW1xLcnrVVVdBvj95E/tyxulnQHRtQFJ28cWXQP7ETyAdY5/qN2iAU089zfzgJhQKAQRZvrcqZFJsQzASj/Gtt9wCweYikuObb74FYos5JP9if9LHHTl+oXAYooP0QX5MJ8fS0jf5kZ3gKXoJ4RZCJ+Mv7Ul5aUvIndiuYJibmwt5Fk+mDQu5FM+mENQsHouL3qKTbA6kH6KDkElpT/QQHaUd+XNH8meFtiHBTt2XemT8RUdpW+qR9uU7qSl9evXqhZto/4LfxbRDsaV9992XY5fL5/808/wJOZV8MjbSrrQpY5TCS+qV+gimfVsELAIWAYvAFoKArtwPxQshdipQWP1vZfrQXEhDJDRNGjdC/7590a/vbui1fS/k0MMmRM/RGln0zGy/3fa81w8NuRCzCLK5yMmfLzqIx54SNmvWlGSmtzlSlO/YvfH665A/aSRek17bb4+C/HxMGD8eTZo0gSysiou6LPa96SXdd//90G/3fpAFUDyNmoQNfAUUxfYlFEmRRzkq3pYeMSGHIMESwrELPWP1GzSE0g7VU5B08CV/5qVHjx6I8Eha6mAS7weGiIhXTMo1bdwELAH500lyrCreGjn2E9IlZYUMyP8QJMeXfeiBzUjPgJYSrLALvVi77rIrtFIQ793OO++MOvTkCEFxtIaQHsEzwmPlZvSE7brzLmhCL2V6WjqkXMf2HeFqF0IYBOcdSHjFE+wlPDz5+BN4++230KxZMxLpbiiPRjFv/nx61hrQs5YhTVRIANEnnRsCWfAPIXHt27cfPcctTRtN2K5g3rPndpAfhQix8EnkJBR8hAAppaCUMnUPoBdbyK98d7J582bo378/QqGwQGf0lIhgviOPdQUvlx5jpRTba26Idm5ujskXJtHq2LGDIW3yQ67u3buR7Gbwnk8CpiB/OqsP+3vIoYdgl112Nl5bqVvrpC4OibCMgXjyhNwIARIPaJs2bRAmCezcqZOxuQi9hc2bN4cQGyFaPkkmoNiGpk01MTodyjZ23HEH44VTShnP4k477YhU3wVI8eb26NEdMs7SNvjKyso09YoXPuCmwuWzIu3vT5s9+OBDzFcM5FkISFSbc5z68vlpShtnJ6kBjBdT+igbE8kjXj4hoeJtlGdDxoDNQMZH2pXnQfojaSJyX8jhLtygZNBrKHn68jkVbOWe5OnAzZKQWUlTSkGIn3gkhbTvxDFq1aoV+vXrZ3SRcRMbFVwlv+gkX3uRv3d54IEHQvCTekUEA2n7AG6uDqVNiW5CfKWc/HBObE3iUqfYkeQT8iokWfJJHUopURFKJUNzsb4+bD0WAYuARcAisEkQ0JVblendVRohraG4GArRdKBIOBWUjzVEA1ABhXn+DJlXrquI5nV10qplS/N9uttvvQ3yp3LEmyKL6j70iqZnpJtFVY4IRTQXIEOCTch2lLQNONShsmismeZIf0x6wPyVhHo57PPqoiD9Xj1NQ5t2JawirEOvISAfoWJsV4hEZVkzr6qoe/VQsU5FqltZHADiAY64YYO9y7ESgvvt19/Qi3yN8aqKJ0mOOffccy/zwxJWjtWE/VBKge8qoqB1daKZvnayZp0wOAihW10CQrL2opSCeNflO4CKVWbQC+qTAAv54eUGeItu66ta2sHfVPX3d/+m4FrcUkpxjFeXtSi2KotSysTzufl7//33zd+4FBKpVDLd3LQfFgGLgEXAImARqAYBXTUtSTIduMpBSDsIU1KhxFMiaQ7vycIv4tCb5GqW0xrJUOJ/isP7VUWIkPz9vdtIMA8+5GC0aN6CR87HQo7wxAMiHg7xRorHRjyMjnZWIzuO1nAURcLKUl2a3OfCqJRabdHVUORfq4vDPFKvy3uVxalyveqetMd7cn9Di5D5eHkU8qt8CbPptdqXx8LPPfMMDqKHqU2btjj+uOMh3wXsxeNvpRSqvpKkJvm5+j0hVusmUp9SCkpVFm2O3Z0qNqC1g6riaL1GmuQJhcJI0Gsrnjz5vuTJJ5+Ezp07mU2IYpn/IprlRJTSUKsJdec9pZIhJJT7TJP42opSCpJXqWQo8epEQWFjvpRa+/YEHyHyPr2+4oG84IILzNcIlFr7OjZm32xbFgGLgEXAIrD5IKArq+Jw0c/OzELd3Nqok5tLqY3aObnmul6duqgsdWvX5f1c1MlhXslTEdZeVTY3eZ/11KbkViOZPGJsyKNrOdo868yzzH9NJ/+1nxzpydGafDdNjsrFo5lFveSITiSX7eXUykFurVxKDnKzV5fa2bWQm8W0KpKTVQu5a0g2cjOzUVlyeJ3DY/5aWdmoLDlVrlP3BLPqJHW/alhd3qzMTPN1gzXCDKZXkmzqJeMgR96Cqwp47Fm7Dvr07mP+W075Hp98L0+Od+X7eumRdHNknkEympJME89cIz2dx/vrQ9J4xF9Z0tPTkMYj+tUlYo6iwzwqXxsJhVwSSsfovE3r1jjiiCNJMjsjzCNwIZ7/RRzXNXVWW9aRe5RUyONv+a6vbKjWRhwSau04cDRJc0XoaLmuTphHr5sopSCEsKoopaDU6oL/8JINodiVPKvyi/H/UIUtst4QsBVZBCwCFoGagYCurKbihSy44jlMC5MYhCNIo0RCEVQVSU9P5al0Py0URhqvq0rV8nItbYRJMiTMIVHMysxCVnoWQk7ItJtBshLmsXBGJANpkTRIXikXDoWNPqkwYq4lLSnJ9GS88j3RqfK1xCVvdRJyQ+b7fOHQn2GoUrxy+nqJu2xnDXGpQ3h1IR48QYfxFpMAiZ5CfgIeHYt+8n1Bx9GsD8TrAAAQAElEQVQkTyzL+kxcO8n8lUJHiA/LO6uJg2R65VAzbS3FECVFslNVWF6zziqiddV8vFYa1aZrbXAAFBzWE4mE4UgflIaj10VEr9XLa6nPYRpFS5xtaCMKyVCvRSh5FZRiCIZGwM81BcyjFPOso2ADvOTPIUm1YT6nMjdIXOxMvJsSt2IRsAhYBCwCFoG/QkBXvqGU4jG5C4f/NCr+KQeysHIJRFWpyIFkqBiKJK+qfrIW3q+aqk178oMWacOpaEuuI6E0EqNQsgwXeLnnVNJLdNHUKClr1iv3q4pcr5nzL1LYplIsUUWwUV+Kra0pLsljmAQ/RMIpx8iuQ4IaCpPch0m+wxDyL197MERUO3DYl6ryF71O4r3Gp2LKWgixqtqOXGuO05q9QPV6sQ7JX63wnkMRT2JIyDH7pXldbV62uTbpCmDO1WX1cqvfqy5/dWmV66juftU0bKav9PR0s2FRSplQCKZDcq+U9GAzVdqqZRGwCFgELAKbBQJ6Y2ohy9L6lI2pe01pa23wrSl9sXpaBCwCWwUCtpMWAYvAForARiWZWyiGtlsWAYuARcAiYBGwCFgELAJVELAkswogNerSKmsRsAhYBCwCFgGLgEVgM0XAkszNdGCsWhYBi4BFwCJQMxGwWlsELAJJBCzJTOJgPy0CFgGLgEXAImARsAhYBNYjApZkrkcwbVXrioAtbxGwCFgELAIWAYvAloKAJZlbykjaflgELAIWAYuARWBDIGDrtAj8RwQsyfyPwNliFgGLgEXAImARsAhYBCwCf42AJZl/jY29YxFYVwRseYuARcAiYBGwCGy1CFiSudUOve24RcAiYBGwCFgEtkYEbJ83FgKWZG4spG07FgGLgEXAImARsAhYBLYiBCzJ3IoG23bVIrCuCNjyFgGLgEXAImARWFsELMlcW6RsPouARcAiYBGwCFgELAKbHwKbrUaWZG62Q2MVswhYBCwCFgGLgEXAIlBzEbAks+aOndXcImARWFcEbHmLgEXAImAR2GAIWJK5waC1FVsELAIWAYuARcAiYBHYehH4ryRz60XM9twiYBGwCFgELAIWAYuAReAfEbAk8x8hshksAhYBi0BNQcDqaRGwCFgENh8ELMncfMbCamIRsAhYBCwCFgGLgEVgi0HAksyKobSBRcAiYBGwCFgELAIWAYvA+kPAksz1h6WtySJgEbAIWATWLwK2NouARaAGI2BJZg0ePKu6RcAiYBGwCFgELAIWgc0VAUsyN9eRWVe9bHmLgEXAImARsAhYBCwCmxABSzI3Ifi2aYuARcAiYBHYuhCwvbUIbE0IWJK5NY227atFwCJgEbAIWAQsAhaBjYSAJZkbCWjbzLoiYMtbBCwCFgGLgEXAIlCTELAksyaNltXVImARsAhYBCwCmxMCVheLwN8gYEnm34Bjb1kELAIWAYuARcAiYBGwCPw3BCzJ/G+42VIWgXVFwJa3CFgELAIWAYvAFo2AJZlb9PDazlkELAIWAYuARcAisPYI2JzrEwFLMtcnmrYui4BFwCJgEbAIWAQsAhYBg4AlmQYG+2ERsAisKwK2vEXAImARsAhYBCojYElmZTRs3CJgEbAIWAQsAhYBi8CWg8Am7YklmZsUftu4RcAiYBGwCFgELAIWgS0TAUsyt8xxtb2yCFgE1hUBW94iYBGwCFgE1gkBSzLXCT5b2CJgEbAIWAQsAhYBi4BFoDoENgTJrK4dm2YRsAhYBCwCFgGLgEXAIrAVIWBJ5lY02LarFgGLwNaMgO27RcAiYBHYuAhYkrlx8batWQQsAhYBi4BFwCJgEdgqELAkcy2G2WaxCFgELAIWAYuARcAiYBH4dwhYkvnv8LK5LQIWAYuARWDzQMBqYRGwCGzmCFiSuZkPkFXPImARsAhYBCwCFgGLQE1EwJLMmjhq66qzLW8RsAhYBCwCFgGLgEVgAyNgSeYGBthWbxGwCFgELAIWgbVBwOaxCGxpCFiSuaWNqO2PRcAiYBGwCFgELAIWgc0AAUsyN4NBsCqsKwK2vEXAImARsAhYBCwCmxsClmRubiNi9bEIWAQsAhYBi8CWgIDtw1aPgCWZW70JWAAsAhYBi4BFwCJgEbAIrH8ELMlc/5jaGi0C64qALW8RsAhYBCwCFoEaj4AlmTV+CG0HLAIWAYuARcAiYBHY8AjYFv4tApZk/lvEbH6LgEXAImARsAhYBCwCFoF/RMCSzH+EyGawCFgE1hUBW94iYBGwCFgEtj4ELMnc+sbc9tgiYBGwCFgELAIWAYvABkfAkswNDrFtwCJgEbAIWAQsAhYBi8DWh4AlmVvfmNseWwQsAuuKgC1vEbAIWAQsAv+IgCWZ/wiRzWARsAhYBCwCFgGLgEXAIvBvEdjYJPPf6mfzWwQsAhYBi4BFwCJgEbAI1EAELMmsgYNmVbYIWAQsAusXAVubRcAiYBFY/whYkrn+MbU1WgQsAhYBi4BFwCJgEdjqEbAkcx1NwBa3CFgELAIWAYuARcAiYBFYEwFLMtfExKZYBCwCFgGLQM1GwGpvEbAIbAYIWJK5GQyCVcEiYBGwCFgELAIWAYvAloaAJZlb2oiua39seYuARcAiYBGwCFgELALrAQFLMtcDiLYKi4BFwCJgEbAIbEgEbN0WgZqIgCWZNXHUrM4WAYuARcAiYBGwCFgENnMELMnczAfIqreuCNjyFgGLgEXAImARsAhsCgQsydwUqNs2LQIWAYuARcAisDUjYPu+VSBgSeZWMcy2kxYBi4BFwCJgEbAIWAQ2LgKWZG5cvG1rFoF1RcCWtwhYBCwCFgGLQI1AwJLMGjFMVkmLgEXAImARsAhYBDZfBKxm1SFgSWZ1qNg0i4BFwCJgEbAIWAQsAhaBdULAksx1gs8WtghYBNYVAVveImARsAhYBLZMBCzJ3DLH1fbKImARsAhYBCwCFgGLwH9FYL2UsyRzvcBoK7EIWAQsAhYBi4BFwCJgEaiMgCWZldGwcYuARcAisK4I2PIWAYuARcAiYBDYhCQzQOV/Rhv7sXkiEGyealmtLAIbCgEx+ZSs2UbqjoRr3rUpFgGLgEXAIpBEYOOQTJmLU8J2ffjwzL8EPxPmyodnSCdvm3cquw1BXDadmMZ9DolHkcEwQcBkjyI3mMg3L5JK8v4mf1fW55/iVPafstj7yaH9rzgkS4utVJZkbWJJKfFpRJLKIdmkb9EyQQ3E5FOS1FE0rCryHAScw6xURWZTXBtbEyOqTjimW+R7VV8ZCSqEz5L0lVe0TVghGPJcb0qBGROOSGqMVoVUbgt+bxySKQASWwmSIhNycgryaf4iyduVP5M57edmgIAMi4g8ofJgcMwCPjABw+SDQx3lvgijNepNnRUVtgJsKAxW2Qj+fAXGfpLXHAJeJePV5U3d2Vih6CNtpcJkPKjAR8KkJHUN5HbFPWyhYc3pF1IvGZaUVE1LXdfAULq0Sm25EFmVkIow0czTqaeM1+YJs+Gfz+wmwqJiXJJ6pMaLoajDQN6VonJZ42XjkcxKUClOxQqan5qfDuSfxFSgDfYKAe/5Vkji1CaWigEBByMpkJeMD5ikAH5ic3upAFD+2kvAvFY41BsIBz7lqCTBqrgCaD+qksg1NvHLYfuhCnFpSg6FMxNT5K34IVeaWos4UIGysplgAOrBAQIH50/BlvNSf9uVirsSiECeNCt6M8HBDJ2MS0pWJZjIqg+5vepiC4jojdIHQU3ENMYZm6HmLKC42OgKkYmatsCFDhTJU/OFHZHO1HyRsTPCMVEU9mhzfsv+3acxrY1sMWPE/m6efUlq5dNgUiIWJMKkNd5iZmskbuwE8Tb41FAUZpCElpqZTbBmhyqJL+lUcFU+G0/itQlx4JBwecFfCmrwq7KdVdvPqok1uK9bnOpVxkbxmu9Vdprqr4xxKr4FhJwtN1IvUmBWIKpILh36MIVkwk7UXLiweQrVopsGKRECB/NSHEllYuZDoiLmYtN+BNTMp335JvxrX3DA+yJgaEUGb8NIAMCvJHItwiTzNq0yYbPZv1AXCNE02qU+REsk+VMyauLGdFJZbLhZIJCytdT3aSVMpRkFA1QMpLmqYR/GOCHzsczFqX5JH0WS18k5ryKnsVMb/3PINxUWPieLlHiMe8CqeVF04iXMYElkVYJc1GzRm0J9RYBFDKA+NRBARRhNvkUtKyBR2uSiaPc8eg5EzIDJQCmOoIyUkpsS2awkMNpRt7XAL1iLPLB5OL7/7XlMjgWLV3mrimsTBrwQYbBZvEUp8TKIMozLCazsgz3G5Wc+PtPlWsxM7nmExgqwuWAQVNogiFlVFRk3DmENff/ZGyGZnIANUUmlim2mOuazo1YU8dk8RMZIllAJU+JzsFJxRrfIN6fHjdOv5ANRqS1BtuLSD3iwKRO47yHhJ+BxJDzO3lYUNjUGCY5TAvIvDo8j48lY8SiRAcAxqhjCzSvgkyteMU3dyY2heS0i8crC2QfSD4/5rIC2tv6FpkKMfSg+20mRuA/4FOIOiozBKl7A601uTEIwtYKcjguZTJJLIEFFE+yH6OzHPQQUL5GAx74krGBzwMBLeByXBO2NawrHJOBDHnDcaG2b3KzWjwLygEhvRCCmSAmM8AOcotl3tsSJ2+ek5jGbx4fQSsDndNMJTRFBguNFUXRhCvGSkRThaK3+pr0y5+ppNfhK+rrx1a9AVhaWQPEBcXz4OgHPTcB3fXhMS1jB5oCBpzge8DhV+5zDOGPxU3EBVqoa0+GYbXxjWrNFhzpr6qwomk+0qhCJS/pqUnEvlceGHtY3BlrFoVWUEjOiVCLZhsy6tKeA1pUaxYqpIXW5SULRQSw9JXIN6qlo3yHavg48OLQtxZXD4SQW4nXYCjYHDOQHW45yoLgBlh9sOQzFiOjDkKCGi1jimiJ9k/4qkkmHPeT0B8Xdkcu+u1CwsukxcDgOjgeI40NEcXIxIcdr9beM7+opNf2qGqaw8brkcZGJB3EUR4uxsjwPBbGVKIznoyAuoZXCzQGHWD6KY4UoT5RxWa0gm1xYN56V/NuW+JAGMSBehKC8AIgWIqAgVmTSkGBYWZhvjbTK920c64KPShSyPMdBwrjEOS6JEnqbSunh5DghASUzruK4/duh3gj5FduQSdIhyXTpxfRLilG+ZDG8FSvgr1gOP28l43nw8qxsDhgkOC5eQTGfdZ9EC2ZRd6ChOI5bzLu6Z4UEU5NUgh7MWGE5YnmliK4sQ3SFSDlDK9EVmxCD5WWI5XMs8spQtrIcfrkP7dMiA8qqt1yIrErYIiJ6k/WCT71yFIRorihcgZkLZmLKvMmYunASphuZyNDK9IWbGIMFkzFrwSwsL1xuxippLxUPggQiksjxlGDTCxXySuCVLkWsZBFipZTihYhLvGghYoUL/pQixosWIFFgZUNhEBdsCxchUbiEvH8pOf8yCsOSlTw+KgM/SAACyAk1NhMbEjV0ADirJOCC4EPz7LFsHMJ9PAAAEABJREFURR6WTJqEwslTUfDHHyj8dSwKf/sdhb9a2RwwWP7HJOTNWwC/rBycsLiZ4SaGx49q009M60mDgPWkBOaRkUXc5QPEN+e5KBZMnYmZxGHuuGmYM3a6lc0Bg3HTMfuPaZjxx2TMnjIDRXl0dvjgiUhyDFH5pSpf1Py42OdG6YUyj8PqTQX0iPn0YsQRQ7lXhnKfEpShNChAqW9lc8CgzC9EaawE8USchICjyJmMn6sP5GZ1xQlYi67F9GQUkhwUMaQERck4Q1Uh2i+C6xUhRG+llQ2FQzEcPtvKK4eI9hn6MY5JDPBlnDz6CDnb8pMjt3lYkihSWeglgkgsDh2NwikqQbhEpBSZJDPZRWWwsnlgEC7mxqUsCvHoQWko5QCB2jzsan1oUakrCmKkyUoDn8+QOY5lhriPRGk5ghLaa3ENlS1Mb8X++CUx+KVxeGUx+LEEZE4hBUoO4GqfHFcO42pJNfhCbzzdCZw0VhHI86GUgqZA3P+cC8R14KkEAu48A/jMYmVT4+DLOLj8lDGChvJ5cJjgE8A5DQwgLh9zD3xJAoNN+qYOgQsEIQQ+4zzi1AEnWi8u5gWXaU6guYMM2BuPXfApsAJsMAxApDUXeifwiX8CIZJLHSTYIJdJkgCfo+FzHvD5xBslsIlfiuZDEXVEk0BTT566gKJ8hQxfIxRN0LMpc5XHzB6fC98KiY7axBKhbaUnSDIdLuQuLcrRQMKH5iZBgdeUVeMqY4ya9hKlHSrtQnGeU3y2wIfG0wECJ4ASG4UDN4gAnKutEKvNAAfFOUN5DhwVAj+hlZJhgwQBYExSQkDzgjpzvmTyFvFmjzZOP5IAVrRVcaGgmKDgyS8CuQAJrsLsFXegmmBb2fQIyFj4nMB8+YEMR8tFCFo5gDwdKoAHn/9kQCl8Y5O/aFOcYLXKpIpp0NqFS30dGpf2NBcbl+Jwgk6ZPvND4luEEP3Nqx8BsfUDbkw4tWoZA0P6PWg+71DUVWv4DH0oBLwHM92yG5vw7bPtQMyiQgKlEKOOCId4RyEsffFo7LwfV7R/rcD1w4qDTY6BQ/tJC2JIhH2UOz4SGrQsKgZ5ccxgRtd8SkxSa5IE7A34TCFgx9gBFYA9BshhmBwgYEKChNpRESjaacDny4rGpsfAgSLBVMb5waHiuCilzHhx1MARBIeSId8SEWF0S3jTUreEbtg+bFgEKiy+IjBtMc63iW7WH2soqaiuCAP73kgI/D3eawzRRtLqr5qpqo9ci1TNL2kiVdPt9aZEIIAyFBJm0Q5SqqyKpBK2kHBL7dcWMjx/dqNSbI0xq5RQKVqpRI2OWpJZo4fPKm8RsAhYBCwCFgGLgEVg80TAkszNc1ysVhYBiwAAC4JFwCJgEbAI1FwELMmsuWNnNbcIWAQsAhYBi4BFwCKwsRFY6/YsyVxrqGxGi4BFwCJgEbAIWAQsAhaBtUXAksy1RcrmswhYBCwC64qALW8RsAhYBLYiBCzJ3IoG23bVImARsAhYBCwCFgGLwMZCoKaQzI2Fh23HImARsAhYBCwCFgGLgEVgPSBgSeZ6ANFWYRGwCFgEtk4EbK8tAhYBi8BfI2BJ5l9jY+9YBCwCFgGLgEXAImARsAj8RwQsyfyPwK1rMVveImARsAhYBCwCFgGLwJaMgCWZW/Lo2r5ZBCwCFgGLwL9BwOa1CFgE1iMClmSuRzBtVRYBi4BFwCJgEbAIWAQsAkkELMlM4mA/1xUBW94iYBGwCFgELAIWAYtAJQQsyawEho1aBCwCFgGLgEVgS0LA9sUisCkRsCRzU6Jv27YIWAQsAhYBi4BFwCKwhSJgSeYWOrC2W+uKgC1vEbAIWAQsAhYBi8C6IGBJ5rqgZ8taBCwCFgGLgEXAIrDxELAt1SgELMmsUcNllbUIWAQsAhYBi4BFwCJQMxCwJLNmjJPV0iKwrgjY8hYBi4BFwCJgEdioCFiSuVHhto1teAQCNiHCYNVbAQEFNPdAQ/kK2nOgfQ1l0n0wA+Xv3hXlpQ5InHkV21EsqzzAhOBL7mmGIgz+81vqEZF6KNQbKTHtyz2Ryg2k9BGdKBBhWuUsleNSvLJUvveP8coF2YbBQHAQkXalAkVNNUXiW6qw7wigAkBTHHa9skiaqug6b4Omx9x/WpuUS4lkM3kkQtRcT0HEMYUUyyn4TBcJGCrarhbhfYmbYtV8BEyrLLz8y7diRp0SH6ZPkla5AG9Tl2QfmIU6JeOSR/JWFZNZblqpWQgohYDirxINX2n2QdH6sIag6ksxQYSBff8dAlv2PbGYLbuHtndbJQIBZCms6LqJcrYLUkKzJ2FTvmPIQTKXZKosydTVPqW8IZmpVFliSaogYaqs3GP9ZgqW+H8UacsI6yIZRuBwJRfhtUmXvrBuaZYBb/JTLqpIwOvKYnBhWrUhq1jbt9FBdJECUp9gIFiISJzpJg/1XFcsWNXm/uZyTFsK4BDrlGjGFSUQId6+CkDeCF8gYYckYNLqRI6JApvP+5oRhwLiF1B8iqcVRHwu/JKueJ9FUPkV8GI1YQZmQ0p4e9U7lU8SlFxIhKJ9GL0YXe2dypKqS0IxT18ls2lmEJFLEUlNhRK3UjMQkHHlUCKgzQW0NZ/k0q8IpQfG3pN3JQeTTE7wIVglMgcHsK+tHQGuEls7BLb/WxYCsqSlpGrPZMqrEEUyJMKJ8s9cck+upLyElYX3zCrM1VeSTZxpEjciccqqdMZN+n/8MJ5RqYPtmXiFvhJHKo33V6kqkaoij7dIpfTgz3hglgfF2hRRoMit/6guKtWbjP/Xita+3OaRU3BTkAU44CLsVRJJM9ckhgmKT0lBLKExlYpOrLoOUgkB4o5vxCPj8ylIjT18QuxD0kV8srqgUmWmropqJJBblUXSUlI1byrdp9mIiDqBZKq4IVERNgmpU0KquYqQSl6Riuw2qOEIpMZaNkxJ4dwDsYo/OyZXMuYif6amYnI3Fbfh1ogAp5Ktsdu2z1sVAjJTyoooi7QSspYATChxmQRNBoCkKymo9hVwcpXF3IiJAzKxrhKYHAhYt8SqreRfJVI31vWnrqKvCNNRWVKVsh/00CIlpj+pexUhs1TETCC1mMi//ZB6UiLtkFxBQhETBySKreCVwlBCn5ikJMHZ1aOkruW+4ocQMwllCJl9FUISl3S5z2wkmEDMCZCQBLnBAsmFPiDBEwsL6BlNCm8xDauJKQaYYTB1A8YPL1VVJyk7TukroaSx2Kp35XJSf2WRewFzVhZeimoSWKlBCCjqaoReePHGp7zzEkp65TGuaiMsat6ST8Rc2I+tCYHV+sopcLVre2ER2AIRSE2J3IULadNC1ETkWrorU2FK5PovhKtoIF4kLpsysaZqXRWyiiQBZXnm5ee6vQ0pZu0mFF1TImkirJ5t8rPiLRfySFcWSat0uyKa0r/ikj1Kxf5tyPr5xioqI22DL5OIqu3wxhb1lmEWoiUdDYjBKjFEWzBIiuI9RTAkryICKWF01VsFYK4/xWOCEFUW424GPIoHXJqAy3zkniav3BMyaC4AEyhgVSjtVRZWuepe5XyoeLFqiLAZWrpptuLOn0HlcpXrlhyiT1UxDcpNK5svAqlBTWlIIxByqWkNIiZOwqkDsYwAlcc4VaTakPVUm24TtxoE9FbTU9vRrQoBmTNX7zBnu9QKyxsySfq89hkJ4CApMp1WCCvgLVQWFsMqVxHkxUzGNySPkcQljSKkEGyP0bV7S1mpo1Ju6iZXnM4hJMLoynqTIZjGI1pm8LmCBxSsEtaT8mRKaNKZJnqa62T/UCkeKEkTHbDWr4A5RTcTsq7ACHFMheY+P/4VDpK/Zomgpnmu7NBQKov2FY+Qk+IwLj/gcRlq5tMCGqp5McnUx/upPObaR5JcpkLujxzGJY+IYn6+WRoGbYmLyIXcqypUgfYDIyYfS0o7DMzb3Ne8T0ndNzcqf/CG1CtJqbJMMnVSNWl6lUieVSKZRFYl2MjmgYCM4p+SioHEUpFYymyTEnnuPWYQoUmvGmc7rJvHSG5uWnAa2dxUsvpYBNYPApwHK1XEKzeEuMfjRa3hcSUNlANZEJXjAiRani/Tp5J5FTDkjGWQevEeV9VA0hXTWTYgOQVDn3UpNwyfBAusK+75rDdIFVyLUPKKVM6qWIdCQF0DEsRYgnVSx4ACh/3wA3hMh3ZMHl5WLrxmnCqL6tJKwvcBV/rMRKWod4AEQ4isWbLalECzLEU5bJ96+JSEF7DeMBLsP5SGx3YSHhmRWYaqrabGJyr2U4geQYSmLSjamJfw4FM07UInAjgcu5CvEPIBoobUi7fBZMDRJtQck3g8IVXB54A6IiwrnkswHhBeKSs/JJLQ4bVmuhisUgqB1EOsfWbUjgOpH7QfHQrBl3FgXu0wnWkJEgeqAxFNncG6FEXqFZGo0U0uqojc81g+YJvSloTSjtQFUz914b1AAXHiQHVMDVI/kwwGEjeJ9mPzQEAGVQbMjE5KpQBKc97TvBYRg3OAgHGfBiPZZcwDzgPGHpit8lsFWK022NdWiQDNpcb323bAIlAFAc5uJkVCTpKKix4X1oCzohuOIHDSOEW6JEMKvq+RiHlMCwGhNC66GoqLfQDNPJxQWQ9rWBXnJXzWEy2PM+SMizCUYp0813TcCGLROEJc1ANpWjKvtfir5fSh2CZ1CDTJGuCG0hk6SFDfOIlLKJKBgATToy5KaUD6B8U62DA9niAFBXsD9t0I5F5SHNGPBNBnbiGEDgmyIgkJJIFpa/MWTHzW7SXigHLgOGHqSBzIKTVxEHKhI2Ho9DRQRWypL584RomBxwGPewnEYzE44TBCkYjpslKKzm8F16F9eRyb5Bu+4giJaCDme0ggQJTlA+Z3SBZdpaF9jVDgkCCC+LpQbgieVgDrL2c7gdgo7QMMCTttwwczQoVcU5fEo8wXKy+Hy7JiAolEAuXUF2EXvlZwmbe8tIy3FAXUtUKAZBxIhtQbfAUK5LQBtOPQ/hTkSF88WlE/AY99iLNuwQKsO2CNmn2RMixq3izOVBO1H5sRAlXHRb7248FHWTwOOIr26SGhfNqfD/mhmcfJIkG79TnmEg+FQ6Dpmh6pAEmbgX1ZBABOcRYGi8CWhABnOE58ihMkGCZ7prgwahIAD+VlCXC2hI5kw/NdOCRvPh+DsuIyBHEPiv/KuSj7gZ8sKp8Vs6bWDssoeFxV3bQslJbEUFhYCt93UFwSZbwEgQ6B1bA9KfhvJKiSmZooaU+TDGsoh6RFRaDdDCgVRlFROZQbgdIuYrEEe6qQXMxFb4qiGAykWt7DnyKetrJolOXiKC2l/iRIygkxY1UdmFTNW3LFouUkP8RSUTfW7dHjBhKiOAm7TkuHrxTixDERk3yiSzUVbQFJgeMAGWmIhjSiroIfCaHYi6McPhJawUnPAGhfXjQGrbUZIxknwdBXgEgCPhdvQLkakfQI5J54gFU8gIMQImkZiBHjIpLQEuafLW8AABAASURBVAXkk8j5GekoA18knEJqAxIBkXIvRhIZg+M6kHY0Q00i6dEefFYshKAkWoaSGMefxDDGOkMknEopQwzouDKhYl7F6leFjMubyfBNWxpF5aWIkmgg4kKz3zotxDYVYvEYSsvKEE/EqQfJsRS0svkjwMGVMRdFGQW0QohjqsIO7c9DFAmUeVFuJnze09DcjIt9edxoFRYVwec8ImWtWAQqI6ArX9i4RWDLQECmSJGK3shqGzgIkxiWlXtYvCgPSxYsx3zKksUrSOJ8REgGfK7CUkoWdUWCZ4opQNICfia4IGuSsQQJ1TdffYMbbrgFzw8cgpkz5mDgwEF44fmX4Md9KGgo7WDtXz6zSiupkJfQSNBjCXABJ8GcOXM+5s9fhpkzF2DRkhUQYhstjSMgS3FDEUNgQLICJXV4rIBi4oxWvKUFKmeuYjyWfeSRR/Ha8OFsJ8Fk3lXsrLn79x+SLS0zEw7JiyLh8ImNtFpSVg5wYYqXFEOzCjcrE25aGlwSHV5uke8YF948P4oChvOL8jArfylWeuUo4/CXcDkujpYiIAH1BJCQi4DgCVYcNnCvAgkV8SkqLkYpib94GYX4hekJjUTSEaf3s4C4RkkEy7jYzy8rQh7imJ2fh8LAQ0ngozgWZ0qAUpK73ydPxryFC6lNgBjJrkeWKG34UNAhB/MXLcSwt97Ed2N+hKI+cmyuHLG1OJjVjJumKcjJqPZh0lDlxduIsW0VCSGSk4W84kIsLy5AKYkrWNeX33yNIS+/hJUF+YiREEv+ylWoqgmVb9r4pkEgULQQBXBs+Gl04PDTIx43soy2vSR/OZYU5iGvKB9l3DzGOR8mPA9iqzk5OVBaSXFT1n5YBFIIyNSXittwM0HAqrE+EOBsWXnK46VHL9urw4bjkkuuwFVXXY9bb70Lt9xyO5584mmM//0Pk9v3fBI3ErRqVAg4EXtc9BcuXIwhg4diypTpaNW6LbQOY8rk6ZgyZQa9OAnj7VTaraaGv0uigkYDycNpnm05bhhQLknsPFx77a24/oZbjc433ngr7n/wYYwd9wfIiymkwIGUB18MDbmUPnimRp/LR0ABRUKlNEqLSzB79lxMGD+JHkmft9Z+KpCmvFgMHo9epT75juCE8RNx+2134pefx3KxCUG7LgJ6MmNsB1vwy3M0Zi5biKdfGYJ7nn4Mdz76IB545kl8/uMoxEMK5RyLhJBMknFZlDlSAIfXED+GQjQ///prDHrpRcwjARTiLvcTCQ8eXeKeUvB5FDlnxTK8/tlI3Pf8M7jhoftx51OP4r5nnsC3P/+EMhLNgHqsLCzAi68Ow5fffUtymuAmIAQhkAH40orH6R4Ki4oxfc5sLFy6mEQhikCxfg6o47jSrCGVYglCBE3IohKHqQQIqLNIArQZ9mn85El4ZtALGD91ClySztKyUswnyV24eBGKS0vgaNbCMqzGvmsAAjJUMtQyxnJk7tD2ShPlePWN4biPtv3I04/joccewbPPPYcfRv+AsvIyRLm5MJsJKVi5j1WvK9+z8a0GAc4AW01f2VF5hKqXgHv4VcJFGGbKhX1tNgisxYwlWWR2NGPpcMF0oOnBVIGuGM0Ak7kYLl2xFL379ETfXXdAw4b18OU3X+LOe+7G6DE/IXBCXD5dLsABZs1Zgp9/m4yxf8zAkuU8nNSZPAaMY9KUyZg5Zy5akmC269AW9RrVwzHHnYATTzoZ2bm5KCkpx+Qps7FgWSEmTZ+HMb9NxIy5i1EcDZBQYXqwIoj7Iazkkfcfk2Zg9M9/YPrsJSgu89i2Q1HU10fAo0+5KipYifHjJ6BOnbro138AOnXqitGjf8ITTz6L2XMWYSWP7CdOmYm8/DJMnDoXy/JKkUCER5khEpeV+Intj5swHQuWrEQ0odl+CLXrNcDxJ/2PchzIkeGTDJWU+5g5dxn1nQDRa9nKEkTpgovDRUKFUBpXmLNgGX4eOwG//zEFSxavRHkUKCoL8PvkWXjno28w+pfxmDpjLoqKYxyFMEJSeaA2GytaW0WCVEZGRHsRsEfgyMD0RwG8LigoxEcff4oxY8ei9TZt0LVLF8xcOBevvfU6Fs9fgHTmKfcSWFhWjLEL5uKnqdMwYelSrCCxK+NGZHlJGb75fSw++nk0Rk/+A9PmzoHHY3P5+5gxHUfU9bCgaAWGsL633n0HGdx09O3WA33ad0TB8uV4buiL+OCbrxAtjUJx3iqhVkWOxtLyGH6dOh1jJk3BnPyVKKLHCXDQuklzHHjggdhpl75IS8tGVIWwJBrH7wsWYDTzTiBBXMTj9Ci9ntxvwfMUimIBJi1ejLEzZuKPObOxNFqOKDEIfAd/TJyKkT/8gB8mTsLUWfOQ0A567d4X/3foIahTvxFmsb4pBcvpcQXcIMQNjcYCkpbfF83DitJSemAV8umJnbh4Ib6dPgW/LZyH5dEYPaUKcemPBuaXlOC32fPx87SZmLciH+Vs2yOuAUMl40NhtzfGe5O3IV0VqayI4oVIAEXT1HyWHXCLAVnPeOs/vQOW9imgaNrT9OnTUFZWhu223w6du3TGirxlePmVlzBh8nhwYBFni0XRIsxYMAtjp/yBqQtmIC9WyPQ4ArrEY4wtpR1PnD0F46aNx8Lli+E7bIEiYTSIYXHeUoyfMgkTpk3G0sIVKDP2n2AYwySWW8E0H57pT5Re+znLFmD+isW04ThWFK3EHNpUAT39M+bPQl5JPuLKQylPGeYvX4QJMyZi4syJWFa0DHEnDi/kURK07QLMWTyL89dYTJ87BSuLV7AcW3EAX4OtEVVu0LgXI7pYQ2Bf/4gAYfzHPFtMBkUTUWZiYowhOFGBE29KAsZFfAnFqraYntf8jgTsQsAJj8Hq7+QNrLol1yRFPkXGVXGmUL7ifZaWc0A3QIPGDXHMMQfj9FOOwzXXXoGLL78EJfS6vf7WOyRoBSgoTeC9D7/AbXc9SvL5JG6+/THcfvfT+O6H8YbIffbV51jEI+vfxk3AJ198jEXLFjH8EiM/+4r1lGL2/MW48db7cP9jA3HnA0/hlrsfwY23P4gRn44i0XQQQxomTp+Pex56Crfd/RBuuvNh3HzPExj6+ggsWVEEWTzBSVsHcWgVh2IYIvHYcacdcfwJJ+L0M8/CAQcejOkzZpHQzcao0b/i5jsewsCXXjdt/TZpLvLLw3h7xLe45a6HcetdD+HWOx/E3Q88ju9+/BVl8QD5XOA/+pTk6LefUJYoQWFpId7+4HPcdMfDuOXOR3HzXQ/jvkeexm8Tp6Pcd1FIjv3uyC9xK/tyG/W9686H8NDDT+PHn8ZjBsn4Z9/+iOVFJXhrxGd48tnBWLBwOcBy8Dhbm2dt9WGraVcKnCpNPxhyHgE3LmBaSVEZ5syci1bbtMXhBx2Kk444Bied8D/07NEd8mvycByYtWgRnn/vTTww5AXKS7j/lWEY/vU3WMSyE2bPw48zp2NmvAzDv/wUQ996A2W+x4XVQywUR4kTxajxv+LH38ei/y674epTz8QZe+yLiw89Cteccx5atm2DVz/6APPnLIBPglfCI/A/li7BC+++j8defAUPD34Z97/4Ir6bNAHlQYDSvGJ88fUoTJo8A37CwexlKzHoo5G4++WhuP+ll3HPi4PxzAfvYNrKZWKBWFpQhje+/Ap3vDgIj/AI/L7Bg/DUG69h1rLlWLo8Hx9/MwrzeZz/2S+/Yfg7H2J5QTFG0bv50Q+jUVQeZ9oHePyDt7GU9qYSLuR3JO+N+wkPvPYipi9ZhAU8Un/1k49xz8sv4vahQ3DXS0PwBL2xs5YsQ2kATFm6CE8Sk7uGvIR7Br+IR19+BaN/Z1+EAZs5mpn48CuKxMBXKmR0i3pLv3zTT4lVdE2B1hgYAV8SSygHniKhN/gw8T+9FetUAG0GxFrzqi03UfvsuTcOPeQgHHL4gdyAlnIem4ASzh9C3t4c+TaeePEpPP7S03jipWfx8nuvYcaS2fA5h02bNw0vvf0K7z2Hp4cOxLNDn+Pc8isSvFeaKMV3v47Ccy8PwrO0s6dfeh5PvvQcvhn3AwqdUm5qVuCBpx/Cdz+PQsyLsjc+VhTk4bURb+Ptzz9AXqwYP47/BYNeHYJBw4bg+aGDMGHmZBT5pfjqp+/Y1vN4hvo8xzaHvP4ifp30K2J8rgrj+Xj74zfxxAuP4rmhT+HpIY/jpTeHYOrc6YjCM1OXr3xASCZx0JVE7E2Eytj3PyCg/+H+FnabBkOjkWOAQPH54QMrRpQUD8GqewGCLaznm7Q7G7JxjuNq1a92LRciqRwS1xxbhsYAHLg8ku7Vuw9269cfEyZOpqdzGonTTxj84ovIyMyih/I4HHjQwZg1ew4eeOAh8z2zbj27oxY9lp3oteq9446IpKeZ+3PmzjNH13n5+fjp57GYMmkS+vffDYceegiPlGJ4+tlnMXX6DKxYWYAnn34GX3z1HQbstQ9OOuU0NGjUBC+98io+HDESMR6VAhoqFEIsGoVyXfgky8VcqJctW4plyxZjZf5yODyuFMlbmYef6Q396quv0aZNOzRr1hJjfvoZjz32GMuV4thjD8E+++6O2bOn47lnn8GM6TPhxzVmTFuAubOWIqRz8cXnozFw4GDk1q6DE08+mXj0w6/jxuFFEo/FXPB/H/8HHn74KZTT63Ts8cdjvwP+D0vpSXjzrVfhkzZ37daReEXQp3d3HHzwvqhfLweBikHTExcEXmoAakyoKmtaaTJQjMs9CWXPkp6Wjtr0ME+ZP8ccU8+aOAU9m7XDcYceiVrNm2BBuo9H3xqKsb+MxR49d8LB+x+Aurm18e5b7+A3jlFDlm3TohVqRdKxy/a9sedu/RHmpijC8Q8rB+WFJZg8bjzq1aqNPXbbHbWzcxHwGD1I+GjauBn22H0Ayjgm38+YgEWhBPLCPr76/WezCO/ety8G7DkAk5fMx0Ovv4yx+QuxmHmmLpiHpSvyUFhSio8//xxf8Xh9m3btSBwOQ/ttO+MbeibfePsdlNED+8kfYzD40/eQ3bQR9tlnX2zfsyd+/WMcPvv1B5TlpKFJj85w6+agXaeO2G2XXZFLPefTXmbQgwml0bBuA/z0409YtGIFF22FQnpJxU790hiy0jPx8fff4V2S66atWuGoAw9F7y498QPzD6bndkW0FN9+9S1+HfMLOnfrij32/j/kFRbgG5bJLyqk3XEwOE6KQmPjZkwiIB3CFv0yvZZOi5ieSkpg+i126QQQN8kqPEyWf/mhmF8rhRDnx4Bzpe8FrE8h8APEeDxeyHGIJziGWRlQWmHkJyPxwcgP0K59Oxxw0AHo0nVbfPPd1/ho5Ags4Xz1zTdf45dff0bP7btjn/33wbIVy1jmYxQUFWD8pPF4dfhrJK1RDNhrAHbebWcsXrIQw4e/yo30DPiBj8nTJmHp8qUc5gCa8155rAxz5s3hZn8R4jzxKSjKxy+//cJ8k6lDW9SvXxdTp02KFzJTAAAQAElEQVTFm2++joQXxx577IGdd9oZM2fMwNdff4WVnDM//+ILfPDRR6jfuBH2PfAAdNtuO+oyER9+NAIraK+B7xtMNbEQHRiYN+Ewof1YOwQEv7XLuQXkCtgHzt80VFACI4yBMQR8OgOSTF95CLiLkXRmt+/NCAGZ+KpVR26kRDJwHDkjMiYjLiI3xdQrRGaJIMwhdiETqBCFJk2acLKKYymPMj///AuU0rO5Awlk/QYN0LFzJ+y8y86YQNI4beYMTmIdUKdefRK6tujYqRNckkGfrXH+5abfh+d5CIXC+L+9B+CIww7DYYceSuJ1EOvO58Q3DWN//wM//zYO3bfbHi1JCps2b4levXrD56T2w49jSELzIX/LMpFIQDkuRaOUR5RvkpjccuvNuOPOW/DlF5+hX79d0bVrJ2jabiQcwZFHHoFLLrkE9anbl59/DY9k9cKLz6bXcy8cc+zhOOnk/2EeifCvJDyxqA9HRRCPOuBJLr78bDSPvuPYaedd0LBRY3Ts2AldubCPIuGYzon521GjUFich/MvOB/7cxE54ujDcNHF52H/A/ZGo0a10aFDK2RkhLm4tEff3XZA3XrZ8HkEpjQJJvUjPDXmrampWAyDat4B7QZQnCVE6mXm4NAB+6Jxs2Z49eMPcN/ggXj6pcH4g8SQfA4LeMw7dvx41N+mJRpQGjVsiG1JyCKug7FjfkIm7aR5g4bICkXQs3MX9OnWA5HAgaa3Wf54u4p6WLl4OerXqoOMcDq9jwEclknQ2LTjICOSgcy0DCxatBjgsSaNAW2aNceJ+x2Co3bdA4ftOgAnHH4kFiyaj1/G/87tgAfxeGra7IqVK2mHv6J+gwboTHJZq1YtdNm2C8ezCX78+VfMmT8fY8b9Rluvi/8dehgO7LMrTthjf1x0/Cno1qY9stPT0ZP5s3mEv13zdtil63bIzshCoDWPzRUcN4Qdem4Ph8fqv02ciCLHxyQSg8X09PdhXpC4fM/6QaLSrkMnNK/bCF3adEST5s3xC49NZ9MjG+exv08SzSrRqXNHHHHk4ditf1+E0yOQuVyEI8LxQFLkAlvyS7FzIgwq3nKlg4D9pwSAFtsgMVMV9/8u+Mt7rCdgPXJEHnJCkPjE8RPxwvP0Nj77HN7/8D00aNgAbdu1xfLlS/DjmNHIzspC+w7tUa9+PWzTpjUaNWmE8RPGY+78eeCsaOZXaKB1m224eT8GA/YYQBPwMGHiBETj5Zyn9sfue/THvvvugwMPOgglJUWY8McfJLUxejw9KJLZuJ9Ixl0F7cij6HOe8eBxQ5SWFsYRhx+GQ+hpbdCoPn74YRTkLx0csP9+2HuPvbDP3vvg5JNOxo477oSS0jJ8P3o0QNR69e6N+o0aocU2rdG8dWtMpK0u4umDUgo+MQBD8GWWjQpQCQ9nACba9z8iwCH/xzxbRAZjFDQQE9I8AooQkUAxRhFzTcZ9SCjXW0THt5BOKCj2RITBX745umYsfeZgHBRzLZcsG9DcV4nLIXYQ8DrB46B4PAGf2dO5cC6hJ2bRomUYxmO7J598Ag88eD+++34UF9v6zB9AyJ/8cet4Ig6HJNChpzFBYunRY+eGQ5Dr9LQItmndCiHuujMYz8pIh5JJksRxHhfvfB4tjyP5eIoT9n0PPoRXhr0CmcTEK1oeiwEkEODK6oTD8KiYouo+dQ2HXbRs0RjnnH0qzj7zVNTJqYVAJthICN1IFLIzMhDlBDqfZLIhJ/smjRuQ/EUg5bp22RbpGTkku3nwPYVoeYL6RVBSHKN3tJCSh+FvvM5j8IfwzHPPYjwnW6VDXCACzJ03D9nZtdCyVStox4HraPTo2Q177rk76tapxXoCPk4B0qifR8+C78eIAyFmaRjhGNSQtxI9A374lFVvSaCYm8lEhQBhYtG1Y2ecefJpOPfcC9CLxH/8/NkYOPRlHqPPwuLpc1BeVI7xM6Zj0JuvYsiLQ/DJxyOhuKFQQYAQ7Tqdi7hw8YhyESJr0iRfIaXB/S4cjnl2WibiZVE4mvZK3BNs06OU02bDkTREi0tRy4kgwjHV3Dz03KYD2uXURx3PRWMnHZ2bt0LdrNqYQw92mPWxF4hyAyJ2ll+wErPmzKHX6DUMG/Yq3njjTXqZliMrKxvLl61AAT1W9XNz0apOA2THgEYqDXt17YXdOnVDjq+RQ9aQXhZHLbab4WnI/lyTQIstywLdrH4TdGvfkV7eb7AkVoLRk/5AOknyjj17Q/701tK8FVjIjd3777+PoTwSf33Ya/Qy5cNNTyMh9tG/X39sR+/pL7/8hMeeeJTE4AeESSackAtpY5UARFJRAEgHGWwt72R35dNn/304fN6EaIp9rTUGZp4MTHZlPgFFGxSb8+k1Z5WIxxJYMG8BRtGT7PseTj7pRGyzTWsU0qtcRFm+fDnefvstvPrqK3iTYX5+HueedGja7K677cqNawfIj4UefvhBE+bWzmEjgfFa1uI81qhxQziugutqdOnSGVpp5OfTFhwH8uPCQPlwww5iMr8wLtpKephzrszFderURuvWrVgn4HNOX5FHO87ORL169fi8KT6rYfTsvh2254mB1g5PgwogfxHjjXfewUtDX8Hwt97iszAbEW7YY+U8QYKCUgpsnHUyxOovsb3VU+xVdQjo6hK33DQxlKQENB5jpDIj8QELjPigNVI82NfmjUDAcQs48/mrxOP6JlccO05AYHpSqvYjOf6AmL5jFu7CgkIeN/+C3Jw6aMVJqhYnpubNGuOYY47CWWedQfJwNi688Dzcddet6NOnD9yQA03C6HDy0xqcg3xo2pOIT7IJts15Eg5tilmoQAKOozhhwUhGZgbS6Inp2q07zjz7bJx19lk4//xzccP11+P0005Hvfr14bM+aE6o8TjLKJLEEI484iDcdOP1uPTiC3Agj5yaNq4PR7PtgPUrID0SBqdjCMGtRa9Cfl4+eFIEL6Hhx4Gli5ciVl6C3FpZCJEIuNTJI0FNTwshjWUbNWqIk048kf09F2eecQauuuIK3H33bWhDz0NmZpY5QgJxV0rBoZdqxfKVmDNrLspKysGuQmAPu24FFg7IowBqBGiGNeutKqvLC5/9hnSychgAy0oK8P4PPH6btxi7tOyIkwYcSI/MQVjsleC3BbMQykw3XspunTrj8MMPxxFHH4GjjzmSY346jjjiUOTm5sAcxZFwOg7Hidhql9hJ+zSurOxstGrVGrPoAZw0ZQqi3MhECXS5DhClPr+NGwc5Pt+xU3ekxQJEoLBiyRJuIEogg57ggixEskjIYq1chBIKdAaxF4rm5dB+HHRo1wZHHHYojqaXUOT0U07BGaeeys1MS7jUIRGP0pNeBo+eSBlOqb9g4RJkktRmBgouN0EuNxc+9aFJQXtEi2lKKeRkZKB3954kkovx3difMWnuDLRu1gKtWraEEMUcEuj2LVvjwP32x6FHHokjjz7KtH3RWeegVZPmiPBZOfDQg2iPp6N/310xe/YMDH/9NciP93yOCyq9FHUB+58UbIGvqh0GpMtmHlQ0RiSFI8wnjmvZf0BAapBipiXapGIDAccyLZKObp274uwzzsZOvXfiM18KGi7njQjnnTSEHBcN6zfA0UcfzZObw3A4Pd+nnnwqTjjhBLTmWOfk5uKoo47GqaecigG774EZ02fghRde4OlJFA43WeIxLSsrhVKBmU+Xihebc196OM08dlmRTJRy8+xxUnEjLuKc2BLcjHuJBNUIoLWiaM51CWRzrmIlSEtLQ3lZGWLRGBylWY9CAefEJYuWUN8wwqEw6tWth0MOOQyHHXEUjqR+J550Kk4/9TR07NABmiBoAB7ndKV4wbjgI3YnInEm2fc/ICAY/kOWmnfbpyFqx4GE4mFyGFdKwaEx8xPgg+NqFzxRoAQQYuAyDwuYeMBJkhaJDfHy5cHVmt4pH0pCMWCGEt8Q7W0xdVbzRMufhFm4aAFmzpmB/OJ8eCRbZYkyBBzYGCcgTVx9kiifqyrnGE5gigJEo2VYsmQx5s6dg0k8An/6qacw9rex2G+fPTkhtsDOO+2AktJ8FHAn3qRJQ7Ru1RxvvjEcQ3kMGi0thqtYDwJOXAEUqa0DHw4XfaciTexIMU2REGiGQjbl2ucRaEAPQLeu27LOFpxopyKDXs4227TCsiWL8NyzT2Esjw9dkgxpQVFpJ+TCZz1ynVMrE7k5WcjJyebk7kLqBPusSTo4N0NsVibfDHp6+u22M/JWrMTwV98lEVzMtubh1WFvUc8Q2rdvByABRZ1d16N3Ezwm35aTcRFmz5iGls2aoFZWJt5+8w18OnIEQg6wY5/t6MlQeHHQYCycNxfTps3G/fc/hvvufQgrVxTARRgRV2HOzDlYtngFouUeIF9JoK8OfN7YYI15+5w/PHqpC+llmz51KvIKVyIWxCFHdT7HO87xiCdicDk28XgMY0b/iOGvvIJZk6agLL8AS3jUxrUPdevWRddtt0VTHocvnjsf4mVu1LQRlixfimHDX8UMYu2QlaWFwwhY57IVeViel4fAcUAuiDjt2CFp33mXndCCR+CvvfUGRo/9BTOWLMDc5Yvx7sgP8fa77xhPX5vW28BlOfIB/DJtAkb89h0mlSzCL0tnYiiP8TXJbi/atSYZpOFAOw7q1q4N8X4v4zMUUgHatGhOs0jg7eGvYxyfhxx6rjt16oCJc6bhnTFfYGLJUnw+YyxuePIBvPfZRyguLaKeAUpCHqaVLMGS8nxEY+WIUIkQ5znNZ8/hSt2THva6JNMvDnsZ8xbOwwB6tRz2uwE9Vz22aYeyhUuhYzE0bNYQQQh4+/Xh+OmTL5BJE/ro05F45vmBKKZHa5cddkAjHtHm0WMm3wtUfLaCKlalqlxvWZcBAmIbENsEvYse4ws5b0yfMxPLOVfJsx8oD4rY+rQn9S9Xd3G0yBySxJRI8rkNuBa6yuVGxkdaOB1NGzbFHv33QEg7GPXtKBTlF6FJwybo3KETCugVL6NXvUXTFjyyBz549338MuYXxMoTGDniEwwZ9CL3PT7tdXvUq1Mfy5Yul+kLPbv1RGlxOb74/EvMo1d97uzZ+JBlHTK5Tu07IT2cgW6du2HMj2MwZdpULF22jE6BnzBn9izOwRqKnv8IN72ucuDQuDU7kJWegR3osSwsKMBPfD6XcFM0lxvi5we+gFdfHoaQG0ZX1llQUISVefnUpy7n4kx8SR1Gf/8D57oY5y/QqxlGgmSXaIDVGnNaFUqiSbEff4eA/rubNfYeBz9Ow9AkGWY3E42SPPrgcweuyTQeDS/uQ/Ofq0MQKS8rZ54AsiNTNFSfD/CG6r9MFC4Xjyj1UtRRrgMubBuqvS2m3mD1npSWluDue+/GIUccgnc/eIdEcyVCxDXgwqYpshAFJPGapI1DikQiigi9dpNIBi66+DJ6lE7gzvo0TBw/gTv0U3HYwQcizLx77tEX+++zNwY9/xzOOO1U7Pd/mE8HRQAAEABJREFUB2DShEnYgUSrWeOGtBefhAqIhGgpNKqA3iLF42Ehe168DBJXVFVz4RaDk8WQBkcVAt6Lk8g2Y70ng1aI8+jF/N+xx+CBe+5C8yaNsPOOvRFJj5Aw+1xCKbQLzueQyT4eLeUik+AxYzlDj/X5cEnsHD7FVBsOCZAbkgsN6cPhhx+Bl196FcccdQKOP/YETBg/CSedeAL70RvhCPNRd6gYHDeOQw/bH3vsvhteHPwCTvzfiTj37HMwZdJE7LbLjmjYoB52YXji8Ufh1VeG4cjDj8UJx5/Gif4PeiX2RL269dGubTt07rQtXuKR59lnXohpU2fAofcjoFb4t6sdsdukbw0eJ8fw7vvv4pjjj8WDjz2ChcsWQxZx2aAojo+bnoay8lLUTc8031UsKy7G1bfeiPOvvhRff/op9qXHu1ertmiSW4dYHctx93DXrbfiuquvJEaD0KheXXTv0kXQwbadO5mNw+NPP4N7HrgPicAHOKiKZCEcCZkNyfG0kXoN6lKXh3H5jdfjomuuwpvvvoO+O++Ek44+FvVyaiMU85HBhblJgwb4eNRXOPv6y3H+zddi8tRJOP6IQ9GqcTMumAnajAOQANbhZuUgesQb1M7FEzzCvP76a/DAnbcjzOV0V+qfQ2/4/+3aFz1IlAe/8hLOue5yXP3APcj3oujaoysy6Slq1rAhmrdsgTdGvIvr7rwFy5cuQqYPZDsO+8YIbbJpowbo1LYNFi5ciNzMDHRq3Zq2T10zIti/X3/0aLUNXhr4HK68+grcdfcd8LgJPKD/ANRNS0cPthMjcX32scdw5aWXYPyvv2L7nj1Qj0ejKRsJUpEtPFR84h2tuU4RVxLNGNe4V159lR7gw3Hn/Xdj1sK5SBDvKOcjjyccPje0aw+JoBhw5JOhlNN8biP0JCZicQjRZNWchwJ0bNcRPbtuR/L2E6ZOnGpI4OEHHY5O23TGwGcG4rprr8PTTzyDsqJybMd89etwfmjdDkWFxbj3nvtx+y23Y8LvE9C/b3/Ur13fkMw9+g7AD9/+gOtZ9sYbbsD0qdNxxMFHoOe2PWkztXH0YUcjPZKBW2+9FVdddRU+GfmJWasjDq014YEdR8BQ0f7jZTHzNZPuJJF79d0DX332Ja668ipce811mD9nPnbssyNqZ9fGPnvti949e+GVF1/Gnbfdgbtvv4sb6Pno3q0bN2B1IHOueDFlrVbEQjARdCRkM8RKYlb+CQH9Txlq4n3XcREKhZAgwSgpKYF8zw5QiJZGOfG5SHfTufvhI+s78GI0UL5d5SKNBsuVHXQdMTc2yMvh5OtzERHjjUQiJAs+vH81GWwQtWpOpamnnBrH6S7ylY/l9Gw8yEXyvRHvIU6PU4JeKME5zCNgh3YgC2oiVkau4+OMM07B4MFP45Zbr8NDj92Pp556FPffcweO4iLcsGF9uNwG166VjYvOO5sk80mcc+bJeOj+2zH4+UdxygnHcjev0b5NK9x843U46sjDEGL+nOwM3MjrC88/G1lZ6ei6bUc8+fi9kO9AKkM0PezQezsMfPo+DOi/M9LDGvvuMwDPPf0o7rn9Blx24dl48rEHcc1Vl6Jd29a0yXL4ftyQyRBJY/s2rTF40GPYiyRQ0ysbxBPQSkG7Lnxi0K/fbnj8sTsgR/w+j8NDjo/cerVxwXmn4rlnnsDNN1+PO+64FU8/9Th1PhzhMEmGowCuGhJ3HCCXHtKrr7yU3tQncNkl5+HuO27GM089gt377crJNoZ6tbNx9ZVn4/nnHmF4MW644Vo88sh92G+/fZHN4/faOdm44dpL8fSTj+LG669Gy+bNUFpUZOy7xs3GtDGPBNyn4iUkPENffQXPDB6I5fRouiRG5dzceHxm3bCLXBKhPbv34iJ2OW645xacd9kFuJsL5TmHH4N62oVDMrd99264/cprcNulV+CUY4/DDVdcgfN4JNe6cWM4sQS6tu+AW667niT0Fpxy0smIkzz49CAp7og5Q8HhRqN7x4645LzzcM2VV+CSC8/H1SRct1x5Jc48/n9oUbsu6ExEi4zauPmUM3HP+Zfi2gsuwiUXnI8LTj8Nd150KU7a40A0cDJoryEOuwfN/rnsX0fa1tWXXIRrL70IJ/O4/Jarr8Y1l1yMjq1aIYML67YNm+Oy40/B7ZdcgVOPOBrXX3wxbr7qCvTq3AVpiQBtGjXFTedfhIeuuxmnn3IyatfJxTF77YMLj/sf0sXEIg69QS5O5jHqY7fegqsvuAAt6tfn3iYKRMtJTFrjknPOxtUXXojTjjsOV198Ea4//0J0IynN4OrUu0c33MC+XnPRRbiAR/jXXXopTjjqKORkZgGcR2Fe0pBmbxTFJGyRHwGJpc/n3eG4KKWgHQcxzgcriwsx/J23cMvdt2HGwtngQoYo50Fwo4K1fNHk18SOiTESzKzMbJx/3gU46ICDaT9hZKdl4/ADj6ANXoMO23SAx1OLtq3a4eLzLsF1l12HU2gvF55zIa646Apsz2cj4qah7679cN2V13GuuwwnHHMCbrr2Zhy676GolZHDDVJ9HEkSef3V1+G8M8/BuaefjdtvvB377rkv1+o0hAIXvXr0xtWXXYPrrroOp/IY/sZrb8DtN9yB/x11POrn1MeAXXfH+WdegCYNmpg1PqzDqFOrDv53zP9wOW33pJNONn24/NLL0XeXvvRapqNNy9Y446TTcOv1t+A4Pq8XnX0edb6Mc/UOCLshaIiJBXC1Q1Mjsee1EAM6eLFKJM3K3yIgOP5thpp40+OkHC0vh+u6nODC5o/Iyvc9ykky85cXYvHCZSgrjhrXvQOXE66L2dNmYs6sOQg4cYZ0CPIgb4i+y0SRqnfhgoV4lju/Ud99ByFMqXQb/jMCATgDKqCc46xoxfIdrfvuvw8vv/Iy08pMBR4nZA4u6EaiLWgo7u5btGiCPjt0R8/tOnBH2xFdO7dF86aNDHkMEuVQ9AJE6B2slZWGjm23wXHHHIa99tiJpKkBQk4Axcm7Fkllz+5d0JSeJSGMYRfo2K412rdtDYfEoE5uFvr06YWGTRtDaw2tFHfGuejTuxvEW6ni5SgvyEPzRnWx/74DcOj+e6HXdt3QsH4dBGw/7GqkRcLIoMcsiEWRzaPO7l3bo0GDOpzwfKRlZgI8IvKjcbBXaNq0Cbbfvhtt3U0SSPZDqwRqN8hB5y6tsP8BfbHPvv3QoWNLHo07CKhjeVExYvR8lZd5xCYDIR1hO5notm0HHH74gRiw+85o2qgesjIiSE8PI0KdtAJ6bN8dhx6yD/bepz86dmzH+lxy+FJwv4R2HbfBDjv0QK9enZFbNxuRsILjBlAk4qhBr4C6eiQwpSSYJfRWFlOG8nj76YHPYvGyJQiluUhwcfcJSJx9c+tkoR29eb1atMEe7btiu+atkZOVAadWBvKjRSRE6dgmMwe7t90WB3Kx3Xnb7qjLo8d0T9HjF0HdSCZaN2yMjs1boXvX7gjB4awEKG4mFO07kytbGk9W6pFY7dS9O3bq1gXbdWyP7m3boK4TQhbdKtqhzTDcrkErbJ/bBF0bNMNuXXvgyH57YI923ZBdGIMb9VDITUhAgulwA+6wDy4Jbb3sTOzUvRv+b9dd0KNzBzSuUxsRbo780lJkJICWkVrYo21XnND3/7D3ttuhGfsSIkgOdQpxk942qy76Nu+AXp06IRJx0aZOfXRr0Rp1cnL4LBbRPsrRsl599OvWE+2bNoO0WYubv2zXAeiCSs+MoA/7dSAX/349eqFl06YmPUbPfYgkp2WdeujdqQv23Gk3bLdtV5KcNKS5IbhKM1/yTXWSEWJVEdniAqUUXMflHARuQiEzIGLcUJfGoySVCYz8/FM88OjDmLFgDmLag3y9Y11B0DLDkFE1oxe8ZfOWyEzPQliH0bBuQ3Rs0xEN6zREZigDHm2rbq262LZjF/TbsR96d+uFxvUbc14JQdOZkyhNQO736bkDdumzC3rQNjPTsjjfKvhcc9NIRLdpsQ127r0z+u3UD80aNEW6k44MN4MbNQ0hsi2atEDPbtthV9pB69Zt0L51OzSnXprPUW5WDglvO2RHskz+GNf3MJ+kjFA6ulKnAbvviV132Q3N2QePG7hoSTkC2m5uZi10btMBe/cdgL477GK+LxzSDhKxGJSmfZHYBwbpJJJiZyJylQolvuGk5tdMFGt+J6r2QIicdhwupgEfRh8hks1vvx2Fu2+/l278p/HMk89i8MDB+HjEJyhaWYSi/EK8MHAIXn/1dZQXlUEHGlxjqla7Xq5Ft5QsXbYUf/DYYN68eUhwsl8vDWw1lQRQClBc6DkHQvGf/L3Ip555Cm++9Rby81cm74EvyUMXtUevkk8Pocej7XBE836AUFiDtwHxTGkgFKLdMA/ZHomew4XMRySkuez7bMGDZj2Ki7OIifNavJ8BJ3v5ZXUswckp5CLg0bziQu6RKHhMk/lK0aiUaSfgQulyh56AKi8z9bMJBHKf4rP+BL08QTzGNI8dAPUANPUHN1B+eRyOGwJvghH4JNNKAZodUSQ9RtiHIFYMJ1QOpUuhnDLE48VmwZ8/fy5eefkVzOPRUaP6zeDHqK8n9flwWN4lCQmRtIRdDcgX7EmyEiQnEWIFeoRNHteHH5TB88oQcj0oHUeiLB++XwYt/6MG24JO8DShjGr6pg815YM9Q4IY+CRakYw0KA5OUWkxXn5tGF56ZSgWLlkCJ+yyzwoxjlGspBgREv5sGmKEJCBBnOTHCX5xCeogDaHlRcgiqQqIZ6ZyEKb3MjNwEEoA4MY34IKXzussNwIUlyLihBDmHBRSCiFanS6PmjIZAYeDdaZx0avNo+oQ7SBUwnvccOSzaEnEAYsACZ/2oiAXHm3D4XU4HMbkxfMw8ON3UETyLEflLm0pwnFW7IOmzaVTvzAXVYd2FmZFrqKF0wTYLMD+yXF8mMTSDYcQTVMoTgsQDYPj77D/HgLW4YQVhz2BcNyDz3acMHXSQETqLS1DmKQxjXWHGKryGGIkmZ4TwKXd59JMsoiN5sbKcwEnzUUmgAyPQlwV+yLklkYFz8yXARSxYBbzXv3KJG1hH1zPOKcEHDdCCGgF5TqIcBMa4/Me48nEZ19/gSGvvGT+9xwQd6zDi0MGpRSfcQ8h2q+jHXg8ko7R7sANTUiHoH02QpIXcficMAzRYkOK6XARIXFM0MvJPS2yM2rBZX5HuUgj8RNS6tDmHc6sIR2GKUObTwuHqbaGYv2a932S1yAeQAhpRJ4PtmH0IEF0mD/Msi7rkHsRJ4IgLrbvwqRrl1o40HwuA9qtUsQLirk10uWrPHxuIm4YYT6TIbbFKY0EFdC0e+04AAEIKHKqwGJIvVhdJatLpdrwrxDQf3WjZqQrqpkUM/CMysKgHAWlFe8FcLgYc/7C4nlLIX8QuVXLVujQth0KSSxfG/oaRo4YaXZTYXlIEi5CCNODoOH4LpYvXoGZ07XxwMgAABAASURBVOZg4dzFKOfOaNmi5VixdCWQUCgviZn0sqIoli1agakTppnQj4ITZgSIO8hfWmSkKK8EM6bMxLyZ81FcUIIQFxHO7dimVVscxyOifrv1Q0ZaBlYuK8TiucsN0Z07fT5mTZmH4rxyIO5CUx/FB0Ee2AIS4xmTZ2HBrMWIFnpYubAIi+ctgzwMSrHflMD0nh+M83Od3rLzmz9/Pj7hTvmjER/h448+xkcfjcSHH36ID0dUyIcjMOKDj/DhBx/igw8+WK8idY74YESyfrbzAdv9gO2O/PQTzFs4H9p1zK5dc+FftHwJnnn+Obz1/vsoKCtFAj44FwEqQJigRzh5yOIaQsAJKQoNmUs8yAJpJhIxFoohhFoznSscJ3aH5TQnHEczLQFoHcB1WVgmL5kQ2Y7i4ISVC4eLoaYN+mydxeCENdfFGALe9xIxJIckgE9iqpUPx9hqnHYYoz4eHLYfZp80MzqOgwSJqOYk78kiTiLguAoByarSivl9+EKISAyU8sBKSCbL4VA3n+0rlpE2NNsOuQF1DripWoH8lUuxP72Rhx96ACddH4r6h6izJk5JHZmmNNNZhnq4oTDkO0rgAqeJnWK9DvO61F/yS5yqMr9PQH1oR4PqwbyIGbOaqHwofsTpKfjt118wknb00UcfYcRHHN8RIyA2tT7sZ13q+Ii29cVnn2DqjMkojhbzlCFm+lRMMvnRF5/hjU8+xJyVfE45Tg6NgLAhzAUrDEGG40G8EiRRYSLrctHLZOgTL48kwCFCYS7MIU5YWrAkSGHiQb7GeSOAQ9x8jrdDm/NYv2ZdEaWRTsxDxDoU0gDLKZLTEOuKhB2OchTQcSiS/YArpbTjs06XusVZR5S2GlVxFBTl0Taj9Kbuip169oTniIX4fC5CcDzN8WXV7IOiDh7tIU4KCOqsGHe4cfIiGpyKYPTy2AD10NRT5twytq1pl4okJE5bc7RCiFmYBE0dEiRB7AoytAN5/qTvIUeTBAAuPUsR4hEhhiGKZr8UQH2IJcmEpq07bCvEdJfpIeWwHHOxk4rlmASogMIEPqMrV67E1998Y+aoEbSvz0Z+jI/EtjiuH4z4gPPIh7SzkfjgQ8oGmK/Wxfb+rqzMgx9x7h3BNWsk+/TJx59gxvRpnFviICDwHQ/liGL0uDEY/sGbmLtwHpRSkFdAXEQkvjZSUQoS+hxjE3JeE9sLcZMR0B5djqWS8eIcyEMiOLz2mNdRDsfegct10klOvpDNtgsHYvcO50tXudDM57O84rA50Jz3kjZo7vFa0qWNTK6NsbIo50sfYZczNz2fmuMeZh0Oy7qsV8hlnM+cT1sKKI7jmPxgW4p1hTQth3kdlouQjMa5wQmR9AYksIrPo0MAVcKBw3jAfiram9SjtcOegi/qZtBQ0KxT2heBff0jAvofc2z2GRSNgKIAmexEPLFOXiutOfcoGnyEBh9Cbq1aOPywQ3DUEYfj7DPPRIumzTFx7CSUFJQiTYXpPQhzsg3DKwVGffEDnnzoWTzxwJN45mGSllfexfNPDsFn739BYpfAjAmz8fQjz+HtYe9i0NOD8dj9T+C5Rwfi+89/hF+iULYygQ/f+ATDXhiOoQOH4dmHB+LxB57Ayy+8ajxIipNuUV4pvvp4FMnnXIRIIr/48Fs89eDzGDboZbz4zEt4/O5nMeTJYZg1fj69HulAVGHsz2Px/FMv4IkHn8Lzjw3Buy99iBceehkvP/MqiotKOAf4UEpVCKCw7i+fi8RXX36N0089A0cedaT5UxRHHXkkjqQcdeRRJjziiOS1pK1vOeLII3A42xU5gm0ecdQR1OEonH766fhhzI9IyALDRbCUHhC4DuYtXoTX338Pv0wYz0VRI64Dk0fMQnPRD3EiURUTFVcyCLHSWkFxMQNFEzIRWTA1J0nFiUlzMtRiaQHg6AwoYgIupioIEWMR39TjBGFo5pd7jhPAl4Wa3kCtAwQkg+QLACcwBbYgF8qBT+IJHsNrHnEryYOAXNGj+PQKeYiEw4x7nAYBTbKilMccMSidgGIZl/OnYppHm/LolQqHXfhsUyZoRX0CbnjAIysNxbYT6Maj99tuvQ7XXXsxWrWoT01K4apy3otCsU+OBtvzoWTxgAsz6fuAy/IOddZcsEIMyVk5vWumO9DcALl8hnTgsr4QtLRHnEPKNfVAXgE/KqSUHrlHHnwIxx5zHI456igce/QxOIZyNOPr237+bX3HHHk0TjvhZLw4dAh8FSfOAecHsPcBVpQX4YPR32LE6O/4OCpDwRBSxIHjiwA+xz4tBnruXAS0yVga4PG+jL3g6hE3zZq0YllXIaA4xMSl50+pAOXiZU8LQdO+yjiOMfgmrmkjXhAFnc6g6cINXCguplEnThuPIoee1iwem4L24KS7AG1M0+ujaF9lHChOL9ipYyc8ce6luGD/g9C8Do+y2Tf5m5uaNhIO0uH5EfbHhc8yce0jGvEhdixH9QHtoihToZT6RlhvdkmA7HKN9HIfIdpDcWYA0Lso8bJsF/J1AnlmHPFM+r7RuxwJaJ/5SERYBfhIIZLQyIprpHmA1oDSCo5SCNN2XNqQovcqUBpa+eD+CorFjV0GClqeTSj+A18B5NfRPnxMnDQRl15yGf53zNE4/qijaWPH4miZp444CkcdeYyZr47iPHK0pDE8ssbIUTjmmGNx7LHH42j26xj2T/4uZTxeTixj0BFFmyxD1C3DD7//gDG/jkEZNyxCLh2SLoK09m/irJmbFgpHM0Z75NAwrpDgXBU4Pjf2UWKfQIi3xU58Wg8YN395gXe0jD1tQ/M5UKwrzDELyzhzDg5oA4r1xmgz4HhD8nGcAVYg18wvbQecj6PRUoRDDsSmla/gsB6XYx9iKM+AXCsA2tG0AYVQhHZMfZVcI0BA+9MsF2IZh/OUNiHnKbEv2pniw+EgzHwOHBVhzIHk1azf5W5dKQ0x20A5AMsrPnuOlJHysK9/QkCvnmELuFJV+kBDSaV4XHjLy0ogfzi2oCAfCU7cITFeGmQ0GkWC3iCPMm3aFAx89gXkryjAzjvugh7de+D3sX/guy9GYeG8RfC5+1m5YiUm/D7R/NmFbVq2xv/tvRfyVxbgzTffxPRp0+HzIZo7d7a5X8IFdcDuu6N9u/b46vOv8fH7n/CZVIiWxjF9wgxIXXwWIMfmv4weg8UkSdtttx169eqFn3/8GW+8/gaKC4swc/osvMYj/enTZmDHHfqgR4/umDFzBr756msTyv9i4POBUkpBKT6inChkgkn1/z+FClD8V79+fezadxf069cf/fv3x+7sT1WRPkragAEDsN6F7Zn6B+zOtgegP6932nknNG3ajNqJhuBERILHiSDshtCJWDdp3Bjy4vwFzYmCkMjlugtxXVWJxEVMAiN8S9SnVglOYCDx8pUL5UQ4xBKGuAxybJhJKYZm5nYA5gF1h5a4BrjLTl17HpdOHnlKHh+8Z8QF4IC3GLrwfQXHCUMph5OlAq9MmpTxeC9gGZ/PglYaSikIEQ3R9pUOQC2McAbF2r5UgOSCXylkB5NVMG21ONZ8OY6Dbbftgr59d0W/fv3QnzbVv38/ju3u6992/qU97r57f/Ttvyu2adOaGPoIUVcNh4ubNsSmXt26aNa4Kcm1hqt1BXZIvhR4jeSLcUIOkWSCfPr8EIAIFe/TgQjfUfA5JlwOwQoR50YjoRUc5cLR4WRGxXHlggeGjhthwHQytRAXvBDTfOoRcDylXBnnHo9pBTyeLuMirqi/2JCmZqEwy0bC0Fzoc8od1C7VyEhogGo5ZH3ZCRe1inxkkUCyEZRy80IHD9K5uNaKArWEQNOuAzI+j6Qm7vjEhem+izDzxFlHgroHJBYQ77d2UB73sLK4GE4kjXMse8n0BNMD14Wmh94nDnGSCV8RB6qCilfKxpKXAYOUMFrtW+4DObVy0KtPL+xGe9qNttW3b1/0p33JuCaFcwhtov/uA7A755P1Plex7g1Rp+jab/d+GLDH7uxPX/Rj/1q1agnNcXUCDXCOcDg2KqHQonFztGjWAiE3BKUIMJSxZaUkXi14f5MouP4pgQ4QVwkoV0Hi4thJ0IDKE1E43CDlFxegqLwIvvYQOAG3FnHSTw9xP44ENyvg1BUon+UBX/sUj6U9c89jTtmgBCqAT9tiCchXAfjgIWBeE5rnJYD8CTufakkZj2v41BkzIF9rSTAuz5zPHikSTZ9dDqizQOSJNtzISbtSV4LtyT2Pdg4HfFZ9ivQLUFrBk2eJjWitOd8FRFEE9vUvEND/Im+Nz1pYWILHn3wCjz3+KJ4b+CyWL1+GHXbqg6zsLATsnaIhyQ9wRo36AXl5eTjj9NNw1OFH4pBDDqUH9DDUqVMXcgymaWqO0nA4ke+1x544nJ7RAw44AAcctD/kDx9PmDQePhcKn8Zev1E9HH3s0dif945gvi6dOmP0dz8iVhrj5MynjU9AIBMzJ2JRIjc3F4cdcRj22X8fHEHvXfdu3TGDpHXGjJkkur9jAUnuoYcegkMPPwwHH3oQjjr2KNRuVAdRejG0VpCHISCrkt2bEE6JY11eBMZxNPr262v+J5hBL7yA5wY+RxmIQYMG4YVBzzN8AYNekDhDpg3aYML62Y7U/zzDxx97AtvLf1unHWj+i/EIJCOSjv323henn3wK2rbaBtr3OdESZ8FEcOCEw+GDEQ2YEBvi5dCL4OP38VPwKTcWn3/5DWbNnY8oFwKQLHDIwcFCoBQnV0CSfUU9SSo8Lta+0pDrQIWYJ2TiPu0t4D0gBM64ULzHmRjcFyFg/wEH2gnT9ljW5HNJQhUcJwStQyAUADSUdhgqllHJUALGNuY7OzsbZ/E04ZlnnsHA55838uyzz2HgQLGnQZAx3nTyPJ7gPHE0PatpJEY+j4A1B0hRWpJcnnDksejdrQd4Qgwlz+2/BE7xmZIifPSRIPZxR6GMHuoyeqF910EspFHGIQq4KgaSiUQhJnkSAeLUIUrjidOeoRyOeAiBx/xKoYRpJTzq8zney4qK8Nq77+CTr79BKY/WI6E0OA7zsmHtOwjpCO0mwMwlC/HJ5N/w+sQfMXL2eMwvLTS26MQCZJA4ahJBj8+/6BzyFOQUgEYF+VWzR09rgvc8tqtiPvxAAUIgoRHTGtGAabyeMGUqBg19BQVlZQjYlyjnqRhJajkrLYePBOMe0wQL6a4I1TRv1ggRc7EWH5rtduzYAXfcfhsGPvcCnqJ9PfX003j+hefxwmDKoBcYvsDrgQyf4/w1aBPb2tq3L3+8/NnnnsEzA3mK9cJAPPfsMzj4gAMhP4KKqBDt0YGb0GjTuDUO3vsg9OjaHS7HT2CTdUCwSV1L2n8VOYb/cexPGPXzD/j+59GYMmsayr1yjj1QSPv5chQdKV98gqJYKTwSQyGaQuKE2Pkkngl6QuP0oscR5/TlQ+4lSFod2r1yNISMxoMY0xNgt6DDGgmW8xTtSYRp8+fGAAAQAElEQVQ2o/g8eJoPEsuI7UydPQPPDnoOP/z0I0rYboJ5EvBYVwJ8jOArDx7r8El6RZ/UNY8EYP62shsg6kWpUQKyyfMJjkPstKPBR4tXbIszJiN8V47z0r7/FgH9t3e3sJs+d+/yvapyHqvK/596+llncFc4AOG0NEoYDie70vJSyH/715CeuzbbbINIOIwM3u/WtSsa129ID2UA13HoLQqgOJl27twZmZmZ0Fwc6tarAzH+BFd9N+zSuAM0a9EUtXKzoWmsWbWyUSenDsoKyxFSEbjyBNGaFSdnx3GgtUZObi00a9kCaZnpiKRFkJWVBaUUykrLsWD+AqTRC7FN69amzVCai/Yd26FO3dqAC5NPsQ4hl1CA1CnXWIcXm4ajHbabhvp160H+i64GDeqjYcMGEO9m/frJsEHD+hXXGyZswPEwwrbr12P7bLd27TqIcBHzYh44iyArIwu77rIrLr3oInSkJ9OPxaH5DyQJMj8owYEfhBsispiJSPL6lhKO1yuvvoXrb7yDG5uBuP/Bx3DlNTfik8++QMzzkWCDntYAx90NRaDT0uHrECc4zQUc7E4IPhwThxuBE07eD5wwAqarUDoU8ysnAs001+V9kgfPY51M9+jRCECjYDygnXmcabUbNgTCZzwQA6EE1GNTvbNp67k5OWjcqCHq16uHRgzFtpJ2tWHsaG3qrkfbqkd7y6Q9OcqFS3FoMF07dMLZJ52K7h07o05GNiJMM0d2/xJEVQG42F7MAcq4GIoX0o2kcbwDlHAIo5EQbYQ5tcsjUIVYWhhIj0Azj+c4KNUKvtIIEgE09UvQfrz0DAShNAQc53za/ldjxmDc5EkccyroAx7tjvwUcT9AXnk53vjiU9zywlO4Y9gLePj913D9kKdxwwuP4/sZk5GIRMCV3dTvQ4GHN4jR8mJUKXBDcMMRXqlk3VyMEQnDZxhl3TE2EuX8V8Y5sYw7m8nTZ2LkV6NQTjUSrCvGfOWORjn7EGOYYL4E4wH75TH0K/BhU/QeVVz8i8BhPXXpEKjXoB4aik01boj6nK8acv5uwHFtwPFtKPOIiddHfYY1QeTZaNhY9K2L2pzzGzVowPkvBEUbcGlMDll6u2Ztcfyhx2HXnjsjwnlDyKXjuFAE0w8CxGKxf4Hkmlmlvp9/+xVPPv80XnvnNbz69mt49KlH8fDjD2P+4gU0GQ/jJv2O0SShUZVAwgloNwl4jkf78BkGUBEauMu6Q6CtBtARBypMG6PFB8pHKOLC5dqWUB6EjEZBF3qY+UkE4ySoPp8XTm/wWEeU1wnHR1p2BnK5/kay0hnPBFyNBB09jnmOpG1ASGaMXswY4gjYdpzteWxPU5+AdXvUUa6dsAOf1i1/WcJ4VYlbgps3alDxDipCG6wNAnptMtXgPH+qzocsIzcNV151OS697BKcdPIJ2GmXHY0xaxpYgkfpgabB03CzsjJRWFgIc4RO45JJKy9vJYpLSxDmZBqjx0Eq1pwQWS3kweBaAI9GrRwFMUzP9yAi+R1OuJLmhDSEAGqShCDhg5ZsHn7NxUImAXkofAcQI0/waEExruVIgo35rE/qipV5KCkuZRselNYo5a6tPFoOeQh8eg60UszNtzwHfDggwsv/+pbiPj8cLgSaCilVUT8rVJB/qPgEGIFSCuv7paBWVakQQJqQFAcKmv9C2kXYCeGwgw8zf4etWaOmnHh9aOqtuLByIODopKkHAGsAOCcbkWsmrdc3m8W06bPw+pvvoXXbjrjwkitxzPEnYXl+CV4c+iYWLlnOMU5DcVkUP/78C4a+NhyDBw/FL7+OQ2lZDNqJcHw1p1IXf0yYipeHvobnB72E774fg7JoAj5JYklxGX74YQx++vlXTJ02k229jSEvDcX3TDN1EBMxsZinMHPOAgx/4116bl7GJ59/iZX5hey7NjhIxwN+BARUhNGN8pY2lXKgOC5iXz7JiCxgEm4UBf6mEdHHI1ECn1NFrMHNacc27XHh2eei/y59kaZDcH3eZR71N/VUvSV9FpEyImKD8h3LuXnLMPLLL/DW2+9g/KQpmMsTlk9Gf4+5S5ahsDyK78eNxaipE/Hr5MkY/va7ePfTTzFj5XIkMtKRUApxpbGcc8CXo3/E2x+MwFejvseSwnxEOXcgHOY7Al+MgTqDG+a8iMbLoz7HM5+9jwySlhP3PwxXH3YSjuu3DxatWIF7hw3B9/NnIEpS67PuJctX4OMxozDo4/cwcuyPmFuYh2jCAxIBXBKYlWz7i/G/Yej77+K70WNo54X4hkTkl6mTUU7SGTBPlB13SYLj7LTklz69/sH7GMF+z12ymATEMX0RFQP2yYQEUHBSLMvoWr0lfwBl/ok9adoXgipFVfJaAsWcyaua8RmA9IeAKIaQZ4bjmkYySccgOrRsjysvvBI79dyJHk2XJ2WO6VRAAOS5EueIwcOk/vePotIijpfCgYcdghNPOwm7DdgNE6dNwpvvvQnxVpbTI5jQHuL855MAFpUV4edxv9A236FtfkX7WIZvvv8Gv/0xlsTPx9xFc/H9Tz9wnpqJ70ePxhtvv4nRP9MjGS2mTSTgqQR+/GU0xk0Yhxn0WH786Sf4cOQIzF4wD7JeckZEJh05Hbp0Qqu2rc2p3oSpE+jVZJ1zZ/Ik6RO89+G7mDpzKmL0kPokvkJWEzqB32i3H34yAu9/9D4WLl3IfkzEjz+Pgfz5srBs7AiTG3IQcl1aSkDxiSYQcAxEeNu+/wGB5Mr7D5lq2m2lFLST7JpHkgi+lFbQJHk5dXKRXScb6dzxaO52xJA8PrCB9jlnxhEiiezRpxsKioswaMgQrCjIM79gHvnJSMyeOwe0MhoYA07gYnLyJ05iiRjLJuArzxh4nAQxoBEqhwsA4z58KOaXI22EAI+7L5NGUhsA8JXPOn14zMti0JwbHBq2B4+PaQIx7r7SMtLQpUtXxElwPxoxEgvp1czPzze/7p47bw6kLcdxyCkDyPdIoBRksWT16+EdIOCEhiBgtQrgG/IyoXyISAKFUaUUlFp/ApWs14T80BRJMqEPs2M//ODDcflFl6Fl0xZwSLAcpTnJKnqhTC6I7qxl1TtgLJBKGG6Id0lpGYp5TLktj6x699kR+x94CB586EFcceWVyM6pTbIYM+Txkkuvx0OPDMFTT72ESy+/Fs8NHITS8pg5Fh3y4lBcd/2NePSJQXiS96+/4Sbce9+DKCgsRhE3Gm+89Q5uu+1OXHn1NXjgwWfxzLMv4rIrrsejjzwJH5r2pPHTT+Nw8WVX44GHnsJTz7yMm2+9HzfcdCvmL1gEXzvGRlSEJIRkYEPg8Fd1pqAPhyMcTcDh86pkzGjDSikotelEUw+PBEorh/bjYNuO2+KKSy7D3nv8HzlaBtIdPsScV+SrGFyv/qqL1aQH4LDAE4LGaIIP+5jx43DvY49i4NCheOfD9/HYU4/j9gcfwGNDXiCpnIgCep6Gf/wR7nj6CTz85FN465338MKwYbj1sUcwfs4slFHXRfn5eHzQ83joqSfwGhf6518cjAceewyzFy8xR9acXEiK+SxoB1EvxiPyRRjx1Vdo1rQ5Tj/0WBy5fT8c0HY7nLnXwbj85DNx4D77QbGPxfSG/jxhIm5/5EE8yrnwxXffw0MDn8cdjz6MiXNnowQBCrj5fXTwC7j/6Sfxyrvv4Nkhg3H3PffjviefwKejRnETnEDA55GfnFPLkCAxHzJ8OO574gkMZV8GvjwUD1HXKTNmoJyY8nFmrYROUUyMQEl0LUVyaylLUUrBxM0HEyAvCUUkDtqZiGK4+QuVROrl0pvscDxzsmohEY2jIzezN193E/rv1Be5kWw4CfZHwISCmbtZMOD8LcLoOr19BWTkZKFl21bo0KkD9t7n/1Cvfl1MnTGFc14xZD1zwiFuMBLILyngJnooHn/6cQx7axgGvTwIDzz8AJ549kmM+PRDCAGds2AOBr04CPc+cB83wi/g9XffwKOPP4qhrw5FQWmBIZoffPQBnnr2Kdz34P0Y9vprGDzsRdz30H2GvIpHsrCsEG+//xaW5i1BMUntb+N+w5N8Zu697x7mfwVDh79s2v2Rx/vldMzIGj2YbT746IMY9torePX1YXjk8Yfx8BMP8zl8D3mFK7n6+pA1wqNdBrRzFVTAxghXRIhUpNjgbxDQf3Ovxt6SI4GE5/Hx4tPACcZxHS7acdAxgXKvHEIuDbHkClFSVoIEDYjmBKU13IiL7ftsj93674ovvv4KZ5x9Bs6/6Hx8/+MPCHFnI4RPk6wmkIAKgUefMUQyuFCSRIrhRjLTEBDVKCdzaU/IoXIUy7p0iMS58FMv5g2lu+YBUxFAu6AOCdM20hVKyoqRCBIkl1F43G1FMkKQOrp374Z9/m9v/DpmHC6/9EqcdvIZ+OqLryB/dww+64gngGSvYSYTTipQCuvjteqB+ovqTDN/cW99tF+1DgWFDHpGem3XC+eceQ4uOu8i1MrMQYiD4nLydbSG5gIMvhTFvFOTBC8kTYTR9f9mxbVz6yAruxaJ5KuU1zBt2gw0aNgYHTp2RA5J5tix4/HoowMhP+56880hePmVF7DjTjvgx59+xu+/j8c333yHwUNewjZt2uG1117CiI/egvxQ4d333sPbXOxjJCor8gowccoc1tkZQ4cNwvMvPIsePbvixZffwXvvcwLnkf1Tzw4ioVW4j8Tlfe7mzzzrNHw/+ne8Omw4orxP5zcSZWWcUFeNMDbGSykFpShaAZzJFfhPAUrxA5v2JXw7HElHJ5LLIw47CldddiV279vfEEzQhhwoegYT/KSe8owxWKs3+8quwg25Ug3y8gvw1siRmMNTknPOPgdP3v84Tj7+ZCwmaVweLUOUlRZHoyhnbrnee+998egDD+PMM87EOBLMd774DOWcw77+dQy+/+0XbN+rDx649V5cedHlaNC4EYq5ISXXgKKODkWxnijnlRmLFyK/oBB79t4Z7Ws3hOamZvHSxZg7Zw4a5OSiZ7tOqJNZC8sLC/ASbWZhaTHOveB8PPnwIzj+6KMxY+48vPXNF1jMg9D3f/wOn/0wGl227Ya7b78bN15zIxo3aowFK/NRKvMq2+UBDxQ3EWFuZubNmYtPv/0O7bt0xuOPPoJTTzuN86WDWfPmmjzgcysYQV6rTIGgy/VaiLHiVeWqFlDJMatIVhVhTQoCYXjshYJGPJZAW84Pxxx9LG696Rb06tkLWRm1UFpYioxQBm2UiwLH3KwFWH8vh+tplJufgoICzJ03D7/+/DPyli9HbnYu0iNp4OIDOdWL0BP+zahv8emXn6BL9y645667ccMN15t1blnBUhSVFFE738hyevPr1q+DK6+4Gg/c+yA6bdsZX333NSbRG15UXoIEPaMLlizEPvvsi4cffBjnnnkuNy0F+IJ2uLJICKGHAhLa8njUfD0tvzSPBDcPfXbohXvuuYunl5cCDvDpF59yfS2B/G7iyyGmRgAAEABJREFUky8+MV83u/zKy/DYE4+hNb2gC5cuQGG0FAnlc070AUXbC6gj7VhRUwV5MY1xcSTJlZW/R4B06O8z1MS7StEcaBTiydN8IBNckHftvzPOOfdMhCNh8wAE9CLKcbZPdpaWEcaRxxyB/9tvbwgpzM7JxoWXnY+rb7gcRx1zJE4+/STGr8KNd1yLfQ/eB266g3Yd2+L8S89B89bNjNH6NMRt2m6DM848Dbv23RU5tXNw0KEHYa999kJGZjpbCRBJD2PvA/fG+Veeh7iOo3XH1jjzvDPRZbuu0GFgv4P2w2mnn0Zykk09Qwinufg/5j/h9BPQuEUj5NbNxeFHHo5rrrsCxx/zP5x+ymm4gZ6upk2bmvyai5joobXmcx7wMeDoEQd+bnFvxXFN44R20gkn4cLzLkBjErgcTrCcGdh3lexvRcCsyWt+ypwhwuEHndeVb/Hu+nlLs+3at8H111+D7bfvicGDh+Ccc87BpZdchW++/gZFxSX44vOvEAln4rhjj0bTJs3RpEkTXHjBhbjxxpvQtl07jObRZyymcNKJJ0HGNze3Nk4/7XTk5tbHt/QQFZWUQIdC2IYT4/9OPhmNWL5N+/Y4+7zzkFkrhK+5kE+cOBk//fo7GjZugllzF+LLr79DSWmM9hXBd9//yngZtOtyXdcIk/io9dP9Gl+LVg4c7aLX9n3M89V3NxLMEHeDlaxFiJCIL8a0lj2WxT4hMwHnCq2BhcsWY/z0GRiw5+7o3r07crhI9+rRCyfSpuV7l3E/gQjnK/k6TNfuXbHHzrugMfP07NwVHbt1wu+TJ2Ahj81/mjAedRo0wLEkgM0aNEKXDp1w/PHHoQ4XbVkIXbbnkPBptp3gA7I0UYIyXtdy0xBhJ2YunYc7nn8U1z1xD265/y7ccvcdePDxRzF27nRMzFuIPnvvjj7b90aTjFzs0Wc37LjDjvjkx+8xK1qI0TwmzcqthZOOOBatGzdFh7ZtcegBB6Bpq2bc0HNjH0DWdnrMgRDtNTc7Bw0aNcCU6bPwxZdfo1GjJjjx5FPQlR5/zc1hCkoWM/OX6F8J9tTtrTJUBEIJmr5GrDwBkGjuvff/4Zabb0OP7j1RKysLsVgU6RnpiHFzIngz03p/+9yFzZs7H4889Cjuu/s+DHxmIOrWqo3jDj8KaW4YAU8BvJiHlSvyMX3qdNSrVx/70TverFkzNG/eHKeccgpqZ9cxz5go59IusrKzsdMOO6Nd67ZoUK8h+vTeAdJO3sqV5hnw6QFv3boN9txjL/OcdOzQEe06tsdCbpgIC23FR8ANl8fTwFisXFBCEz4L/fv3Q7269SCb+zZt2mDFijysyMvDTyTG8iPfo446Gt2692AbaTjkkEPRrVtPiM2RXjIEAv6T+pVaZZGiMiQtlQL7+lsE9N/eraE3w+Z7SGFaSMDjGU50NJT27duZH/lozu4JLw7PS0DTo5iRlQ6HO7Mu3bqgDUliemY6SYqP9Kw07LTrDjjwsP2x9757osO27dGzdzf02L4bwukhNGrWEP322A05dWvBVx50SKEujwx22HEHtGjZHJG0MHr06IFtu2wLIbRl5aWIcGfXuXtH7NhvByRCcYSzXfTp1wvNWjdFlEfi7Tq2YxvbGaIrx+Ly0DRr2wS9dt4OdRrWxozZ0/HOu+9wBxvHXnvuweO7vcA1AyVFJcjMyER2rVrUXUwf0CTaSin2HFvGS0m/RNgdCShaaQSeD81/ISfET42wE+bk5P/Zb8X8ld8BZH4wG1S5JYIN8CL06NqlEz3OF+KVVwbhsssvweLF8/D4489x15+HRQsXITs7nTv/DPicQMVm69ari5YtWpDwhVBIL5LrOMyTxf6QmpAU1KlbB3Xq5kImXpkoxQPfpGlDZHFxCdhgKBxGa06kgXKxfGURltC7EKW3Y+LkqRj26usYPGQoPhw5Ehm0lfr1a8Nh/SwGpTXi8fgq29kAcNSsKrkxc+gRD4XCtKcQQgYnx/Qh4GdAoxGHks+dilwzaa3ePuuVRUvIpsSLS0p5upFArTq1kUvvdry4DNlZOQjT4+ekRYyd+iQLEdp5TkYGchBCTlwhg4u4Yl3F9DDKV3XKOZ/JHFYrLQNhKhfQM5mdlYk0U4fPzZRPe6dwsvBdQNfLRnk6sLhwBWRRrpNTC0cdcShOPOVE7MGNdszxMbckD3lhHyX0fKazXk5xrNtBLcabN2qGaDSGgqJCLFuxAhE3Qs9ZGkLaYTsB6teuyzkyHeRC4BMKl+jIt218nrQ04GbpfyTAbTnXfk2Sef+DD0L+Q4zysnJ4dAYEzFv5bfBC1dTKOTab+EZRRGwnoPEJgZT5wdEuRMLhCOKcCyXdJ9ja1RAb2xBKKdpYDo/p++3aFwfvfwBPkc7HDddcjx5duiOI+XB4lBfWIXjRBIoKixFywsjluEd5rK+Ug4YNG8F1XHieR1LMuY16h0Nh1K1TD/LchWlPipYja3WUpFnIoMQb1mtI+1IUTY9tFkIhh89PDF4Qp4UEUPIZ+NBawXEduK5Gowb12ZZmvQ7SefIlUs7no5SnOJkZ2cjmpgcsKSefcvKURbIrP/7x6YEwq4gCa4V5Mcq2A+YOeJ0SRu37bxHQf3u3ht5McMGUH+042qEhBzQ21yygboiGTe8AlIKmEcrDWFpaBjEmJsFhmphUoALokOZxdRwheh/5zKA0Rs9RmPUhQcOOc7r2eKQdZzwG5Sgu0gkkEgmEwq4xcvGS8jmBywdB0+hBC02Q2MaDGI/BypGWE0FCxaFcgCURJin1qYmIKatYJ3dlCZ2Am0G9OdlrR/PYdRqef+55DH91OD78YASefepZlJDAHrDfgeb4WCk2RJFHQCnGsQW9qnaHO2rXIYDsrPywQSYtIWyOcsB5EJyL/+w880BEUipCDjMnDUlY/zKHx5mvDH2R4zUZjRvWx4H774t+u+6C/JV5KOBRYquWrVFKj+by5XmGZCa4AM/lceXo0d9zYi6A/NpaJmX5m6miJw0Ys2bMxKJFy9CkaWPUq88JmfYwd958zJMvwJOElnMHP4rHU4lEFE2b1kfL1i2RSwLTt/8A3HX3vXiIx50333wLLrjwQpx+xqnIzM4yZEGHQrR9d/2DUGNrVDCPDsm/6QIJnU8CJGMg12JXPiMeReyMwVq9lVYARUKZe7JqZSFCMjiHR8V5PDKX73qW5xVgPr1EUZI4h+1G2JDDeSWdNp0NLpYlUeQ4IWj5wUc4BIdzT+3cWijk0eXi+Qug4h7Eczl/7lwU09utAsCBD83FV1HCfAi6ZzVE56wG+P3nnzB7/hzUrp2Lnl27ogs3RU52GgpIXvfssxPaehloEqSjcOEyxGNxlPLcezmJ5eTJk9G6XiM0Tc9Fy1r1UF5UjDkLFyAqx/PRcsyn7ecXFlA3jYB2yYmRmlMPBdp8ITXwcehhh+KiCy/G7rv2w4/02n8/6gdiyAz/BlCW2NrempRdc9EQWAMaok+8/ACAMVjwFXC0AyjODbzYIG+fJLZB3QbYa/c9sd//7YfePXujDj2ZHje0aeE0pJEwBnx20tPSIfnEdpYvWw6txB4CTBw/ieQyjoDPQtgVZ5AG2BdHOYiSACZYT5hzEnzA0RohNwStHYrieu5DMW+Cdi7rrdTpk6SKTgFDBUDE4zMT8PkRLiDtK8XylDKSSwVFb2l9lBQXY/as2YiVR+HymVq8YBGWLFlC+1TSdLIiXmE1AV8BhW9Fse9/RED/Y47NPkNAk6EEgKoQMVwlqYEPl7sZjwSNsywckkgxRk3D1UrRYD2EOVFDjEgBrusiLv/Vn8OHgWlK09g4sUrFZofI+vikQOpSjoLHh02zLsdxIKKZX8p7QmRZHjTVWDzKfB4crWnIDpTScByNch5bmulA+VBMi8Vi0A4QCjtQ0CQeHq8Vwq4LztQktAk0bdEEJ512Irr16oax43/DJ19+jHK/FOdccCYG7NUfLAhHa2j2LeAspAAoJZ/YfF//VjPpzipR7Guyvw7HWbrqcFzYaaReNIlkNFVGriTOkPMzRBhdr29ps7S0BO+99w4efvABfPrJSHzy8UcYN+5XNGlchwSxLv5v772Qzo3F888PwsiPP+aG4UPcd+/9GDbsNR5jl2K33XZFgwbZ5u9GfjTyI3z62SeGJCpub/amFzsjPY32myDBXIRhrw3HiI8/wbvvf4Bnnn2OnsoI9t1nT7Ru0Qx9d94J43/9GaO//RpzZ07H52xr8PMDUZC/EkoraD4TcflfQcReeI0N/UphL+1IvEIEMxFJ3tQSIDAmFCY2OgC4ViEQuyI+msq5PuitYUQBHhPW1oYUNOvSkD8HBC6cjXm83KtLF47N93jr7bfwwx+/4a2PP8CHIz6AS68Pl19o1q+5Oc2i99InidOcHyTMCjTC1C0nMwPb87QkXlyKYW+8ji/HfI9PuNF44/XXUbwsDyHq6rEDPuechFJwqXCPzAY4bpcBKFi0BI8//wzeGvk+Pv/uK7zNU5JXaX+dWrfGfjy67FW/GXq1bIdxY37CO++/i+/H/oxh77yB8RMnoF/vHdGCBHPvnXZFwEV62GvD8M3oUaznG7zxwbtYwbo9ElPwuZS5MwQg4NxazI3Qm68Mw/CXX8aiJQuRQf0zMtIg8xUnPZlaOd0q5pa3hASAuMmVlSQCNEOYeY6XBh3lwNEuQiR34r3UPKHzzRrEwWee9f12SPJCtD+XhNdRLqA0fDLdkBuGF41DewqKJFP+ZrH86T8hn2+98RZGjxqNb778Bq+/9jpkfnRYLmA5ecbCfB40rx3aqaM1ywOO/PMcBFEfERVGwAdH8pnnkzYddkKgwxGaD6DLvHxs6TV1SVSjCBML13GhtQNAMY+Gomvdoc5p4XT03H57ZPPk7+WhL+NrPi+jfuQz+P47PC2cCXlp9k+xnC+25zjwWTm7DTYlt1kf4BBeZa7sx98hoP/u5uZ/L6CKSVEMxNgcGgdo4CHlQHYy8sAlxJ1Oi0h4MTiOMqbj8yGUeEASqcDCQiDFlLjYasVqSSBdGrtmblYERaNOiaN00siUgqYEfFAU82mmS11aB1DKA0gIHA22yQ9eyYPo0kqduINIkAWzWLE9xw/B5UOkqUPAY/NA/i6DCuBSrxAfWM0FJkRd/p+9Mw2y47ru+//c2/3eLFgGAAEMMFgGK1eREhlqIcRdkrVH3ERSdkhJXACJFBlbpdjarSVOleyKklS8KS6XbCqJE5eqUk5VXM7iVFxZHFfF+ZZKKt+SVOI4n1wlkRjMe33zP/e9HgyGWGbwZub1e/Nv9Hl3337n9O3T3QCZeEXN33gUn3rpWfz0117BK1/5LL7wjb+KM+9/O8IULZ7zr6qK000I+eICd/bEn3E4jYtwYdA/LRiivykuQmZcFDGn0a/mK68F9cEyqgDcb5A3jTp/HUMOgRPzx3Du+Rcww7eF3/vVX8H3fu1X+XZyN86dfR437JnByZNH8fkvvMJ5d/wCHQMAABAASURBVPGLv/RdfPfv/DoWaQuPPPoojrLtHXfeiZde+Szaky1892//Mv7Gd/4WfvTGX+Cll17A+x58AJH2WJZtnLrxNBZTxC9/7zfxnb/5dwHaySufO4u777wde6ZLvPzJp/Hut96M3//hP8QvfPVr+E//7t/gnrffiTv41iqgQklmIXpsHQEs68r556Tx14WB88/CuJ9ex6WOezhUIcMQI3gJ5us7kFG3KOD3MW4j/FwNTHRAekAnrH6mgYuO3QKLvDGft4Cd23bhqQc/hIdvvwv//k/+GN/67V/Bf/gf/wV3vvUteNuhI9g12UbVSjh0cBbzU9vRnQD+YnIRacJw88wu3HRgFi1e7/fe8TZ8/COP4s9+/CP80j9+Db/7b/8l5vbO4r4bb8WJmf3w/z7lj9olzsc2SpvAdsYfPPMOPP304yhnJvFP/uhf4LXf+yH+9D//KR648214+ad+CvMH92F63zQ++thHccutN+MP/+hf49d+49fxX//7f8N73/ee/Nd1WrSb22++Bc889TSMDuX3/8EP8Dt0krfPzeLuUzdhft8BLETD1LZteMuBQ2jHFsobZvDRMw/DfvwG/t5v/Qb+6R/8Hk6ePoZ73nk3WuQeuZ5AY4jcx42SCD3lC9pWD3qMa4aYEAoSKYBI4RaIGAJXHJD/0K78jZ7nA4n563/u274Hx3bP8QGGdyjuPVXgRPgG01/2B+rrwL5ZHJo9iDYdxztuux2PfewRvM7P5n//tR/gD/7Z7+PGk6dw4/HTOLB7P/cxw45t2+H/B61J7nWh5Pp44W2f3IaTcyewp70bk91J7N++lzZ9kM5nxQV1ESMwu3Mvjuw7hElrY4q2ffLQSUwWU2gVE5iZ3s1P5XMIdETNItsF3DBzAw7sP4B2q8399xSe/MTTmNm3C9//ne/jtR++hoXWIg6dOIJWKjmviBhaoCsBbpLohoLXOvdJM+4L1rv/+1Sg41oEwrUqjFy5X1cul0zcM/j8wxuzmV1SsnGJ3pje/5tGZJElomeIJfFanlhuuUzz9DpmvXJjs0k++e8/uB+H+KZq1+4ZuMVXdFB9LAkJGGXI59TUJG/ED+KrX/lilm/+/Nfw9a9+Gfe9+x60yoB2u8CH+Qn9K1/+WXz7m1/CX//Wl/DVL38ZD95/HwrevCfKiPc+9DC++HM/i29940uUn8PPf+2rePSRv4wpvgENfDhq8QY+f/gQzr74Ar7Gvr/9za+z3te5qX8U0+0S3BJx46ljePnls2z7RXzjG1/At779dTz/3Cf5RnWWmyUfSOjYVvzMFFgbMGzE0TfhK3bt5VcsbESB+SXYmwkny3vgEikme/mr+PV2LT6Q+sOlS+Qnv1uOHsOLP/kMPn/us3j1hRfxmU9+Cq986vksd9x8K3bybctjH/sY7r/nDFqtVh5l+/bt+NgHP4ynHn8Cu1i+c2IKj//EB/EzZz+DV8+ew7lnn8Vnnv0k+3gBH7z/AXh5Ho/7X/7/iXPSM9u24aEz9+LlT7+AV1/8DF55/hxefe4cnn3sKdwyfwIl9yd/qD5x+DCeeeJJ/LWXX8nze/XFs/jEo4/h8N79iPysuWdyGh9+8GG8+vyL+OkXz+Fzzz2PTz/1k/iZF87hA/fej92c2zvecgc+9+nnsY1OxyTlfffdj8+/9DI+xweuz7/yMl789HM4feJEtkA+IWe2nGJea+9nY+yy1/e6/G5SJ06llt6QTsall6p/vU4dX9/QzPCOu9+OJx9/Ert2ziDRnn3/AMNAzZV8GPvIhz6MD77/A/nvTW6f3oaHH3wP/L+ecO6FszhLeerjT+Klcy/hQ+//ELax/Oiho3j8sccxf2Qe3o+/HLrx9Gk8+1eewVtvvwOTdGA/8BMfwPsefg+mp6dhZpianGL6vXjikcexc3oH/H9y8sKnnuPD/XHwsx/uO3Mfnv7403yz2YLRlkt65Pfe82488dgTdD73o8PP8sc43iee+gTO0W4/y+vvcdq1/w9HvG6rYDsYzAwVPU3LjvwKlrYireRlCYTL5iqzsQR8+6h4szD3Nhl2+eTvk43+aOcRSSMIGBK2TU3g2PxhvP3uu3DmzDsxd2AfDB2482d0EtuFsfwI7r/3Htx7zzsxf/ggWnQwjW/ZC76KKPjW4jgfJM686x24n87pTaeOY6IsAH4+9T4CHcTI92n7du/EuzjGA+9+F246dYJ9GBL7iOy/wgL27NmOO++6DQ8/fB9uu+0mbN82zS4u0JktuIFWjFcwM4D21Ah44zoJPgiGbpefrLsoGbZ47RZ8A7h/ahvuvvkWPHDX3Ti2Zy/2t6dw+zzf4uycQStEHD10GHOzB2C8kVeLHX7hoN0w7/DBOcAfEDoVdnA/uOXgITx451244/hJzO2YwR103I7u24+wcIHjVWjBKFQzXzkZ27UtYp5vPO8+fSvuOnET3nLkOGandtB55JsitwXOr+SYczt34W0nT+MM35jedozzak/w7VKFSZYV7HsH3xad5pvXd912O/s4xj624ea5wzh9YI5vfCvMbt+Bv3TrbSg4bslxJ2nbh/m2651vvQtvu/k27N+1G4llBW/kgetwZ3xcTWAc1nXDDbtx7OgRuK5iCDSoBP/3BpH3oIp2PXfwIOZom1Qz/OG1Hds4dvgY/L9QcPLYSTqNU7jtxltxaHYOLWsxPYlTx05hG99eBvZX0UZ28kHqphtvhD9QudN5+NAhzM7OItEmjXtryYeVObY/efQkpvj5uxVKnD5+I6YntqEVW9i7ex/mjxxDfiPeBQra1YH9szh57Hh2Sv/fn/85fvs3fwt/+M//FU5zTqcof/Y//w/+7//63/C3qjv48NbpdODjuM46nUWu02OStRIIa22g+sMlQFcAZgbjNMwMflG69fs/esGoHWM8X0MFVIvoLl4Af5AuLKCg09dut7jxVrypXoDR0YzcMD10KXg1lqzTimD5AtLieaSKDkJIKFmW++leQLAKXrfldVnW8nRa5IbdRYEuAiVGt5AOirJCUSwihi46ndeRWM+dz0Db8Q2bw/PNagsVn9Z9Mx9jlQx9ac7bnf8WdRmp+5IPCZOc1QQlnl9A8cZ57OAn9Z28uqeoD7cUoyNnvLEmOmElb8BsStvoZp21YoGSElk+zXo7EhBffx0TfEPa5s2+4E3SHdmSzm3LAHdwu4sLYPcw3qRjBZSLic5iwI4qYmoRiAsdfi40tPhJsYgFCt7wIx3JFvsrOYfo/9qdeS06oW2OGZiOFy5ggoY0nYBdZRstOs6TrOsO6DTnPBUj2sEA3qjbrYJvSRNyPi21XRmKTspjgvM29ov+we7Yaz+hoDEEaE6g6rlJJZgFRNqJ26Hfgwq3K+q7KPgA65XcjkOLn7EnELsRBe2sRJk/X0+WkwwNoA1OFZMoLPb6hKFi2y7tLNtgEdH7xzsBZdmC3/MCbWe6Nc2PeIaF1y/w0/wEWhwHtOHAT/ger/sP/nej2FfJNiXH8H/os3dmDx3bE/iT//jH+MVf+A6++ZVv4Hd/8I+wnU7qfffeiwn/auBzWOQezuvI12fQcT0EwvU0UpvhEjAzGDdvM4PfuPyCNLPhTkqjX0rAb5Z8m9gueVONvMzocCbe4KuFN2DMj/66hmFIHUQ6pIWnOxeQLpzvlXMnL3hjLtk2t6PDWbCbwLrG/KnJNj7w3vfgvQ/enz+Nl3Q0ozuXlMA6ic5tbteho2odIHKcwmCsV3UXkdi/205RlvA347AAQ4COjSNgdPxdOtR5iIBR55XbAPVVAGjRpSrozBmdNpeKN7jS9VKBNpFoJ4bSG/LGXfGNpou/yWwxL9KpK+m4TnJfaNNmzN92U8c0FQT+8LEG5vl0APyee552yAnwpg5Ury+goHMb3dljX4GysHAeC5wbp8ybN1heoeR8W8xI7DvRVt3OItNFGWFcQ6IT6fNuA9mpLLie/GDE/C4fsiZYr7vwOkIZ0HljAa1FoOSYE1YgVkCk/Rnb1ienBHYMHZtP4GojRtqHUTkFncvEt+hUPY0I2UkMFnDhPBWb9RnRKtrUawSfbUHzZJ2Stgxwm0J1IaFEkd9kLuY2Bm/vAvaPxGp0DoNFRI4VLaLieN4PeA0sLiwipgJTfPOPrqFapI0G9mglEu2qwwemIrQQaV+tWLJtF4EPNW3Gd0xtx5OPPIGzz7zIN5mncPTAETx05gG8fPYl3HbzreyrC7/WjAYYjfMKAfXRn1qdVHgNAhfJXaOiihtEwB0YTsfM6CwkvqmKCMsuAhbpHDIBaoabG2DcXc2dCksI3DWL6NtWl2UVt6+Kekvg7gfLN3RDDIDROTDu3MY3XS4xGAqK8Y2Vp8FwemoKDz30AN73noewfarNzbPD7bpC8B2Y7QLtIXCsIgKBjiWYBzoHxvLAuUT2F2g/vll7cbQAM4OOjSRg4D0RnZD4wqUCX+qAhkCr8DET+QMGUF9GOwhwBxN8m9LmDbYMVCRvuJF3uMjrv2DNFvPdOTOmXaeuX9DWEt92J3SROE5lCS4d2tSiVegY0KVdWLtENwAcjPtHQRvk+MFoDokvlrroFoaqCOiyvTEfrGtmvbky7mn4lGhPFfutvF4M8LpmYD8VOEXWT0iBaVS5r9Aq0GGbMkaUrFJ0wTesjHCd3g79I/VDBc0jkKhVc+W6UGk5ztBfdlDNcOczcP8B61W02UQJrOtvA0FbNTp60QJcOnxY6l7oIjDtbWmm3iwv2vOiRSQ6lB73zIp7Xy9u8LrGdl2+AU8+Bq8RT1d84PI6BZ1Jzzcak/G6MYY+D9BR9Tns2LYDD9x7P5575tP4zHPn8MhHHsX83DwiDJHr8Wsvt+EYFR/+sOxgd1zdsgxFr0ggXLFEBY0mkHix1RP0i3x5us5XuNkElo/HHY07lO9V3KNAz7En3El7eQb041jarnizZTyXs9jDvJMyr1enggUWcBP0TbyIASUdAW7DdC5Zxpt3rz76h9flPGgr3szFcy6KsScg+ubMzR8u/ZYK1p9ART26k5edNyrD43wBk50v3ndRmYE+FyofmnEzg2/Qfm176Dc/DwPzjbryOG+1WYeJrSo6le4UusPHuyT7Ssj9B6Nji+xUdqLlsMu5eN0ObdSdXnc4O+zQw8qAxDb+xjPfTBnvcDzPz8L0orcPAV3aYIfpvBbm1eV5XPbTZZnnddn3oqXs5HZYDzwCHcvIkNkIXBOjSyeb5nX1qy7lK9IAAtxS8iw8pCTaRq2nHGdhom7hGvQyxhP3oNppc9163PebGILX6m2PoN15fYbeX2I7j2bhOMaaLj5GdjBZkNivmTHGk23rdK9OvpK8AJ4fjI/5rAP2E2jYlgL3zZA/tbeLCUxQAj+1e1lk3QDAOAe3T3B8rDjYxYocJS9HwDleLl95IiACAxBI3Ph8X1qNcM9bw0jWr+uXbh33UeoNtV+cO2U5N1LUAm9DSZ5f1/PQ23so2UgCjt215GEWDuYOmMc9dHFV5bCvItelhqQQAAAQAElEQVTMqoRqrdtV2fYMyUMX2oLHK+o/MY7KYAkeYx3AHcBO7IUsynleHjhZA2/8tTCRlok7obV4H0uOJet4P162VL/ug+Hyk9OAC4dCLbmNV2IBu/KYpEkEXC9Ukq1GspWtfvKr6pPjeo8erEa8LvjDafPXT7cq4zVAoZEaL7osjIcsQLZ9GqSxkbFJLYzqXCMBbk1rbKHqIiACqyKQuMGuVlbVYV2JT9mg85Al5yX+9iXvhvzxcjoV4JP5ReHlzg0VYHkuAz0ItuPJmM4NJmDk7G9J/FOd8e5o1IOn0Y97Xh1PLPPpJP6sRlit38I8SmHo/WaJMH6b97c0kWGLN0//VB28Y9b0wJ1CD5mE5/t/8ijXYUFgHy4+v1ryPJlfpz1EngHHrUOW1/W8/SWS69D8QGETr8r7O1zqebAIxoSLxyUjSsAVuBpZ4/L8jf3qhDbmfbudMUy0PRf4HtgXY9gTYykulYTLHlfIvmzdrZzJu85WXr7WLgIbRcDYMcWdvWtI4paWvA5DXENyXW6IvZD9oz7quKEuS6wHRFYouMsydIfT+3dHMzF76fSEy1JGHVG4jgSM7As6bSXFw8hwueNlyejgsRZDjye3CQPY7NqSjA6ZsT0oHroExgN8nILeW8HXjR62+Mqxxe/yJSVW6HXfV39g6Hkl871OPc/IudYSONblxOfssrwssm7drmQfJccuKF6PQ+XBWQVZQDN1Mf70T4+69JMKGkHANbJacZ0mrOaP10TPGoFrhMlW02O/DuvS9DgH8PB5M8j990aEG19Oe1lYinnKxWsjG2uO6WeNBMIa66u6CIjAqglwi/IN7Fri29qqNzH2mXc8b1BLPaGegwnvz8XH9RA8vJmLp7np0iPBJbLUJ3RsEIGMnX27GlaK4/c8Fl9y1hq+Voj8QGG8axrVauzDGKIngGudkuh0pl5eQm7hN4A8L0+7gPkeUszjFA9rYTK3DyyvZak9C1f2l8uY7+3rNeY4E7WjwEmzRsrzcwvOaW/IOjmeQ1bROXIEEmfcd/WoxWvFWHnVpy3Zi9vM1aTusjeXiymfTS/FEv+7mrUwkzmcb8/6mORY/F2ZyazhnaMzsu8JozNbzVQERoSA3yNXK4Gbm2+SvS1t+U725rihyw3voiBvhRehXDJmLqtYuFLe3O/KfthI5zoTcKfqip/36LFdUsa068Q4h9WIv6mp+OazCoaKDXJfoWK8li7jlNDFYkwU5H+E43VZPTucHrplVLwrLPbF/3FQ7ouG5aGvYaVkr5PlPt8sHqfU9bzdSvEyo31eSep+vJ5LTpOFziYQcCtZi7hlrUZ8bavr1//hm/EhenXi/dZysf+e7VXcTy8VTyXmrhQwb0n6Y0PHNQlwK7lmHVUQARG4DgKr2Va9ztq7TmziwkDnmgg0uTLvW6jleubpFpFluVEZc6wC+pIYJuZdbRy2WJqH18N6HZyX9+eyXl2qHxEQgWYTkJPZbP1odiIgAiIgAiIgAiIwkgRW6WSO5No0aREQAREQAREQAREQgSERkJM5JPAaVgREQAQGJqAOREAERKDBBORkNlg5mpoIiIAIiIAIiIAIjCqBrepkjqq+NG8REAEREAEREAERGAkCcjJHQk2apAiIgAhsBQJaowiIwDgRkJM5TtrUWkRABERABERABESgIQTkZDZEEYNOQ+1FQAREQAREQAREoEkE5GQ2SRuaiwiIgAiIwDgR0FpEYEsTkJO5pdWvxYuACIiACIiACIjAxhCQk7kxXNXroATUXgREQAREQAREYKQJyMkcafVp8iIgAiIgAiKweQQ0kgishYCczLXQUl0REAEREAEREAEREIFVEZCTuSpMqiQCgxJQexEQAREQARHYWgTkZG4tfWu1IiACIiACIiACNQGFG0pATuaG4lXnIiACIiACIiACIrA1CcjJ3Jp616pFYFACai8CIiACIiACVyUgJ/OqeFQoAiIgAiIgAiIgAqNCoFnzlJPZLH1oNiIgAiIgAiIgAiIwFgQa4WSaGcATSPAo8uEZEmC4DHx0pPybp5KQkA9mGefWk5zTqJ/UnyYQkJKbuYv155hgCX2p86BjAwhYtpGEsKQQWxrFUDGeqKGKtRIFWTCkox724gzrnMQ5Mp4oLEz9TSrSrgLz/JqQNIWAW1WgvQGRujGqLBtVjtQJD0dRfBG1cP6MJgpjeYkegrGUBTy8UALyaILUmggeQe+w+n7aSyJPFTyW1WFqpE+/8274AnrbT8VxEjLEZQCT33wi4LtCN3RRRdbjlWNVgKQJDCJVE9z/R8U/ndBB6t1ZgS7VRj2BSvWyrnV5yVDHGObh43dRdRc5P6MNtZGqnsBdBdqbVRWsmxA6keWRa5MgbRSDgFgtwtIFcq5oGLEnWU3Mry6gYFnsLiDSvliJ5cM93bxd6EOiMtC6E0o39qpL+67QbQV0uUe1uwUmOoF7Fk2Ny+pKMGwGC2XAj4sW4mJAu1PRpjroltyd8p09UpeROjVKEywNaz7MjZK2x4WgClyXcT9GB8ZLy3wvplQ02gvGri0g8rqWxGZw6BqKKiFkqWiACehWVGWFhIp/AKqutxW7/qjCcTjD4ItYfQ9EeknlVFVMM9dPB08noCL0isi7vGokFYbNoAJ15JtavhQYp24YRRb0DmM5VchE75eR4Z6pC991UwhIkZJDg+/PCJwjN2eaGrKYpyU9LhvEwQDwhgeLSJTKihyCw4G2g/rwOp5Xp4cZLs3DI4nmnnqzobNygTbzBh3OirmRaykvJJQXKkkDGFhl3DMDKt5PjA+UoCTqq689YCnSU+fI/fbn70HiYlx8UXmtHa6mSwkRFe20w727Mu7gEjSBQ5f3Hhff8vLLNerPqCfembiTgOJaZciAJotxOTbVyXwTNMt3H6AC3C8orETkpm3MlgBNYOCOmPEn0jkIFmD8g3yV4OJhF6ONiPFiRhGQ+L3MN1q/sKsAVJZQscydzbwEztvz+YDJGxMk5LHeLHjPp7lESkkpyD+Sc8E40yhoLhyU9gXa1pIwtwmnzwy090TxEDw6SFjgQ8tiu4C/NVtknlURsSqaJ1twTqDB8QSoI1BvCaDGwNhFwdgdBpih50xzxYFrti46LoGhBJ0GMKh4P1pEhcV8H0LvcNXB+AcUy8/6oAoxRgfNcXir4XUB490+8K5f8INU4KenMrUIOhJ4kPDma0OWwBuo6ycicucCddK7IOCH8YeSeFUwYKIZZyKzKkZezIYFvnFyR2CRxtbhE36HznKHDzPdUHDjcYnoer6EPOIGCBlbi45lSX2UvPG1KCWZF0ixBKiPxD0gMayot94TPppxpHoa1rNwOi5dM5zng8r5MuINOpo/bhV4o9XC66WkCQwWYkFb424UKCmhSlVWIlO81+QoqMx+ZNQDX1XIizCu1yLtNCYk/1LD57eq7KJTLkoawaCDRerjQuhw76NNFtQdzyp/zTXufC7o2ebSvsP0GJw9C93ghZDlpc6Jj8dMI9pgETPbd2HuhkPYPzOLg7vmMLf7MOZ2DU009nL2ew7j4J6DmJnaBddVt79pU6FYedjlMldW2vA0N1q+IQvlNFqTM2hN7c5STMygYDr6Ojyc3M00ZWI3ItNeJukxWk8ONdteuBPFxA6UkztQtLfBijatIfLZnpICfL9t2v7qG2TPrgNv3hETMzPYc/QIdhw9hG2U6VPzaN98Au1bJE1gsP30Mezcvw+h1aa+qDk+PNLXRLYrQz48cMmJUfvxibv05+1R475reYFAwYeevbM3YG7+IGbnZ7H3qKQZDPZjH3Vx4PhB7Dsyi/b0JDWYYBZgjMF/E3pOJoOewXpk9CVszhIcYy2XjliEAru27cbB3QcxR4fm0M7DODpzHEd3nZA0gMGRXfOY232ITuYMSr4BDHQG/Hq4VIue6unXfz01TLEwwc12BhNTezGxbR+dzL10bG6gM7mXsg9xah+sL4F14qTnSzaGww2w6V2UGQSGcZp2NLWD+tgOiy0k4ysXbrTZprLx5J9hmk9vo/cNvz+LekapSpjauRO7jx3DzEk6lcfnUZ6YR+vUUcmmMLg256nj85ianYW1SoBfM2DW0yeoUJ4e9NUKltTR0Qk5aV+GT9j6KzAmPI/vMOlcB+w+sIvO5V7M0qE5cGoOkmYw2H9iFgdOHsT++QOY2D6JFA1mRu3xdAWiH2dynM5NcjJXIFvG0gi24JunSJnAJFqYQNulaqMtGT4D6qKgVlw/kZ/MY4igyoAA5NCQD2PCBQwx1IOzCC0YHU1YmzOh2ARgU5JhMQh8aqdOEHjjXwoL6qigTgJCoJghGMAAQz84D7j4RLj5GwXgHPl530raVsF1tFvABIXOTGK6kqAJDFBGoKR+uE8lF+otMgxLCkWOGUb/MK4kcH1GCcYV+gUUAGvzpwBADLytQkIWzmPY4vqghJaBt1JYCJyYUfqh7zOeZA5V679jIb66oS3ESLK+SCKvhIJXhYt1DVZJ1ovBoP1EXhEhS6DG7KK99KOWc3u/FwuHF8ufx/zv+S0XzjEtCT99oidgKAlU1kZLvcNHjuXSG8+YqsVzPM6sxp29efkvhTd00HHpvSkLMNpZqAIkw2eA/KWFOqLD5dc7eM2jPlId6YWs1YuM0O+KJXDmxhUaw/4ZGHrSQwkaub1bX0cMQO0tieeDRx0yOg6nm+GmrcNf5/e+XVx6qRhBc3uCf4p1h4hJSIBGMADyTdR1xBhG4jDO8gpCfwArhbV1bhQB1wMfUJB3e+MoLgyycXvYF98SaulnNSKo5+RhnpD/nV9DxfVUvgbjFsoHYiQWSi5u78NiQTVQNZeow7Nyhkd8XkwYpTdZzxyarHlgn75L3bC+mup0Do01WJD3OWYwtbRaxXtaHwoH6oTq4OmjM1h+1mUe1rK8fITj3CE3Z/bmGzJN3R3NWpZGrhirhVGv6g+kEl4Q1NAwOfiGTbWBd1Xk0PXTF9fjmzL7ZU0M/NK+nLi9Sagx2wBhl71Lu/fmOBG0C7N7Z++1M+OpLwyGfdYcls+jP708Xeb7mrpcS5dxBpAAjWCA3uH6cemllv9Ska7ElZvZ8ioNjnP2S7NzM11KeEF2LhmxCsm68P3ZGUiQb1/D5pA4i4SeXkDtLOmuH/GHAn9edaEW+7mjH9CFGdYiEjEvQ7ksWvFi8f97jKSLYTOoqKUlC3EduTDDtecXSi/Z+2X25pzXGMV4MRu6vOd1WXO5+DxrActdPL28juIgu/UVXP5w9LnEI5Sm3/w5xTzdZT9+4+pwF5UATWBQURf5Zk0duRNWC5P9k0r0zH5q1IIrTn2pgOvLi/LQJSf0M2QCPfW4PlZKb2KXz+2VjfovL8nNW4Lxtdil0kPPbCx9UeOMAm//kZmSQCzDlUBdUBVYEkM+jPnGTA/BOBp1BM6mJ5bnGDjDmGMxx4xcwTSYMiDHgsIN4RCXejUSroVRED6FOf7J2cX/IrwxjQYcPg2XwLksE5+e/Fn7VQAACGJJREFUJyOzV/4tU8+TIF9bw+LgurFlunEdeV62NY9E/tDWjFYZciZG6gicrYuvkdEVp+d6aeDKYl7hZutB4+Gy9h+oqUCNGEuNIbIY6sNjXicyw0NPMzoWp6+nOQtZRtZ4mUiGT6A5xrHWmRgbLBcmr3gur6c4eO2tn2AsD1kJ1tVK1osn+sfy/vpZWyioV7+FljwSS6314uGVJ3z10iu3a2pJs5zMplLSvERgQwmocxEQAREQAREYPwJyMsdPp1qRCIiACIiACIjAoATUfmACcjIHRqgOREAEREAEREAEREAEVhKQk7mSiNIiIAKDElB7ERABERABEcj/xEkYREAEREAEREAEREAExprA5i9ObzI3n7lGFAEREAEREAEREIGxJyAnc+xVrAWKgAgMSkDtRUAEREAE1k5ATubamamFCIiACIiACIiACIjANQhssJN5jdFVLAIiIAIiIAIiIAIiMJYE5GSOpVq1KBEQARG4CgEViYAIiMAmEJCTuQmQNYQIiIAIiIAIiIAIbDUCcjLXpnHVFgEREAEREAEREAERWAUBOZmrgKQqIiACIiACTSaguYmACDSRgJzMJmpFcxIBERABERABERCBEScgJ3PEFTjo9NVeBERABERABERABDaCgJzMjaCqPkVABERABETg+gmopQiMBQE5mWOhRi1CBERABERABERABJpFQE5ms/Sh2QxKQO1FQAREQAREQAQaQUBOZiPUoEmIgAiIgAiIwPgS0Mq2JgE5mVtT71q1CIiACIiACIiACGwoATmZG4pXnYvAoATUXgREQAREQARGk4CczNHUm2YtAiIgAiIgAiIwLAIad1UE5GSuCpMqiYAIiIAIiIAIiIAIrIWAnMy10FJdERCBQQmovQiIgAiIwBYhICdziyhayxQBERABERABERCByxPYmFw5mRvDVb2KgAiIgAiIgAiIwJYmICdzS6tfixcBERiUgNqLgAiIgAhcnoCczMtzUa4IiIAIiIAIiIAIiMAABIboZA4wazUVAREQAREQAREQARFoNAE5mY1WjyYnAiIgAptMQMOJgAiIwDoRkJO5TiDVjQiIgAiIgAiIgAiIwEUCcjIvshg0pvYiIAIiIAIiIAIiIAJ9AnIy+yAUiIAIiIAIjCMBrUkERGBYBORkDou8xhUBERABERABERCBMSYgJ3OMlTvo0tReBERABERABERABK6XgJzM6yWndiIgAiIgAiKw+QQ0ogiMDAE5mSOjKk1UBERABERABERABEaHgJzM0dGVZjooAbUXAREQAREQARHYNAJyMjcNtQYSAREQAREQARFYSUDp8SUgJ3N8dauViYAIiIAIiIAIiMDQCMjJHBp6DSwCgxJQexEQAREQARFoLgE5mc3VjWYmAiIgAiIgAiIwagQ03yUCcjKXUCgiAiIgAiIgAiIgAiKwXgTkZK4XSfUjAiIwKAG1FwEREAERGCMCcjLHSJlaigiIgAiIgAiIgAisL4Hr701O5vWzU0sREAEREAEREAEREIErEJCTeQUwyhYBERCBQQmovQiIgAhsZQJyMrey9rV2ERABERABERABEdggAg11MjdotepWBERABERABERABERgUwjIydwUzBpEBERABMaAgJYgAiIgAmsgICdzDbBUVQREQAREQAREQAREYHUE5GSujtOgtdReBERABERABERABLYUATmZW0rdWqwIiIAIiMBFAoqJgAhsJAE5mRtJV32LgAiIgAiIgAiIwBYlICdziyp+0GWrvQiIgAiIgAiIgAhcjYCczKvRUZkIiIAIiIAIjA4BzVQEGkVATmaj1KHJiIAIiIAIiIAIiMB4EJCTOR561CoGJaD2IiACIiACIiAC60pATua64lRnIiACIiACIiAC60VA/Yw2ATmZo60/zV4EREAEREAEREAEGklATmYj1aJJicCgBNReBERABERABIZLQE7mcPlrdBEQAREQAREQga1CYIutU07mFlO4lisCIiACIiACIiACm0FATuZmUNYYIiACgxJQexEQAREQgREjICdzxBSm6YqACIiACIiACIhAMwhcfRZyMq/OR6UiIAIiIAIiIAIiIALXQUBO5nVAUxMREAERGJSA2ouACIjAuBOQkznuGtb6REAEREAEREAERGAIBEbQyRwCJQ0pAiIgAiIgAiIgAiKwJgJyMteES5VFQAREQAQuS0CZIiACIrCCgJzMFUCUFAEREAEREAEREAERGJyAnMzBGQ7ag9qLgAiIgAiIgAiIwNgRkJM5dirVgkRABERABAYnoB5EQAQGJSAnc1CCai8CIiACIiACIiACIvAmAnIy34REGYMSUHsREAEREAEREAERkJMpGxABERABERCB8SegFYrAphOQk7npyDWgCIiACIiACIiACIw/ATmZ469jrXBQAmovAiIgAiIgAiKwZgJyMteMTA1EQAREQAREQASGTUDjN5+AnMzm60gzFAEREAEREAEREIGRIyAnc+RUpgmLwKAE1F4EREAEREAENp6AnMyNZ6wRREAEREAEREAERODqBMawVE7mGCpVSxIBERABERABERCBYROQkzlsDWh8ERCBQQmovQiIgAiIQAMJyMlsoFI0JREQAREQAREQAREYbQKAnMxR16DmLwIiIAIiIAIiIAINJCAns4FK0ZREQAS2NgGtXgREQATGgUBA4jIkEAfZgWxANiAbkA3IBmQDsoH1s4Exe5NJMDpFQAREQAREQAREQASGTkBO5tBVoAmIgAiIwJgT0PJEQAS2JAE5mVtS7Vq0CIiACIiACIiACGwsATmZG8t30N7VXgREQAREQAREQARGkkBIqYJEDGQDsgHZgGxANrBaG1A92YpsYDU28P8BAAD//3Ct0XUAAAAGSURBVAMAz+SVKA8kO+cAAAAASUVORK5CYII=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0956" y="2355259"/>
            <a:ext cx="6086720" cy="2805184"/>
          </a:xfrm>
          <a:prstGeom prst="rect">
            <a:avLst/>
          </a:prstGeom>
        </p:spPr>
      </p:pic>
      <p:pic>
        <p:nvPicPr>
          <p:cNvPr id="10" name="Image 3" descr="data:image/png;base64,iVBORw0KGgoAAAANSUhEUgAAAokAAAEwCAYAAADb+usBAAAQAElEQVR4AexdB4AVNdc9ycwr25eldxAUULAiFhTs2Hv/7L33rp+9VxCxKypFBcWGYgcrAoqA9N47bC/vvZnJf+7sLtJU/D8su2SY+5LJpNyc3EnO3Ly3aGMPi4BFwCJgEbAIWAQsAhYBi8B6CGhshsOwjr9CWK09/2UI/Jlx/pepbtWxCGxBCNiuWgQsAhaB/x2BjZJEA4NUKgXf+AgoEvrGgx/4vA7WEd8EYOoG4jHFY9n1xcfG828sPaAe2IgYtlkt1fcDtpXyU6gWj3HP96izh0D0rhLj+zCMmyBg+iZI2JaBMRtKsKl1/IX5TKhfQEsQWZvCMWm907APG9fZJxZ/LDL+GxOiyFHdyCd1CzYQw7zrCfUS3TZZaBPBerJ2z9eJs+6N9zlgn9eTDXTlfSm/XlvBn71mHT5tQCRgPBTWsY6eHKvqa0btaRGwCFgELAIWgX8cgY2SRAUF7WrIYuZz4fRJwHxZ3Li8k0qQ/gVrJJC0MA/T1gp/Lbtuur9Wnj+KG+YNNiKV5XyEIQmfhLLAQiusEaXAE+FB3cnyyCdNuDQbXovehrr/oUjejeggepnK2jbrp/Rjo6LY2kaksh8mHCvRqVKqr9cNpd4QFAGmWqh9iFEYSg4DxXgo7LtaSwggzEZ0EDw3Kqx4rdpQGWctZl1hNt5jGiO89YfxgJmoVvWQhmHAhIAl1xbDa1YJpcQWNk2YGesLS2J9YaawXTb7xyF4UAexTaVYkwhrDHVlBaHua4XMvcG5UXxZZoOMNsEiYBGwCFgELAKbCYGNkkRZtErKSlFQVIDVhflYXcCQkl9YgI1JQVEh8ovXE5bdIG39PFXXBQwLi4uwvkj5MK2I96pE2iqgHgWFhShYK6zMW8w6fpWC4qp4STGKGF8jvC6mFK0nxaUl2LiUMn3TpKSsDP+LlBL30vIybCCst3R9Yb6y8nKUVpSjrErKExVr4tVpfxhW1SN1iZSyzvJEAhWpdSWRTCBJkXBtSaaS2JgkkkmsnU/iG81XVT7BcG3ZWF5JSzHfBuKl4NH7vbakeJ1iehhKvEo8z8PGJJXaWHqK3mmm0ystnulq8Xn958RHQC+2Jy81VSLebJ9pa4ukbbLnk97JjZHH3yq/meYMW41FwCLw5xGwJSwCNRKBjZJE6UkFF+JiISUkDJXEoTQkIyGJESKztgjJYN6ytYXlyjciZcy7fno1iSkn0VlHhPCIJEl8qkWu15aq9PIwjWQpUSVJhrxXnqoIyU65l8AaIfkpIwlaX8pJgDaUCpQz76aK4LY20fmz8QqSmsRvSgIJ9mONsB8VJGIVod5JVMYZcuwkbc11mIfpG4QJVJA4Jdle0iPRqxZu1SdESKYSa0mS8RRlfYIlxG19EWK2fr7wmu2F4Xr1SDtS/zpCIpbciGxMB3+9+jbWxu+msR2fsn4eX0jcRuqW9IAuzU0SevzEqymETtyOYciHTMqu7z8N6LWmo5R3N/9Z3e7mr9nWaBGwCFgELAK1EYGNkkRZpIwCAopxmIVbzxIG3M7dmHDnDJJ/bZGttY2J0qyP9WBt4fabYXKwtrDtgOlBGFbqInEj5USnamF9inFJrxapW+KVeikELCPXhvVVCuBz2zTYqPzaVtgey4T5YBBuD1aFlduugKF+a4T6mzC/QvD/DM3a9a0dh7TPetmpoEoMQ+mX9DeUKhzAtkFcwjT2fU3osMJ1RCPEznVgXHeNwHEgdWxMF/zGobDuv8pshgAxxoDqV8Z5uSZelR4Girc3ECasrT/jSikotekCKJ7rirQnmCipr1pYJyhKKQa/CoB1rpWqvMdUaJbdJJEykEPxg8JrRlivfK4rCoo80mwg6+b69UqI3/ry690NY38m74albYpFwCJgEbAIbEkI6N/qrM+VvPq7fgEzycIqpEHSPXo7uEKSCAESF+GyxhIGigsnl/s135ELr5UC174wrTqfgeQykPuSFnDrLFjjmQmYt1KkvZR4eIwftiU6SRqqCJGHAJ60zCYCiugooYhRCj69OAFF4uKBMtIu04UcSR0By0qoSJSk3uprSRORNNFRSIX0QeJSVjskUuyrZrnwHuNgvYb1BdxOBHUB43LNZEg5Q9zkWrxQEmrpA/NIXrkWCYiDob5QCmE+xuVa+iF1yA9HJATLGbYRlmEeVMUlPWA7ci19kbiIX1Wv1CVtBCwjWKTEUyb5xRJYh9Tv81qIdcA0wUXGN2D/pC2lNbdNWTPHiioQTUAzTe5J3ZIgcQkVlWA3eF+R9ASQuPRJqcpr0ZVRZmUJaZMifRJ8oVBpA3KXmQKGrAiG8bA96q+UglKVAijIITqIVOdhzRCR29Jfw2yKfQHLVV4rKO0g5flMYt+kX1CsSiEI4wjHAUxTqvK+Uirsj7QTEFcR6ZeEkpbitrWEvh+wjlBzhgYB+xfmCcsY6sVaWZdSCkpVChR+91BKQSkF6Z9SCptyKKXCMpuS1+axCFgELAJbAgK2j5uGAGnA72TkYhpwKRPSIItrwIVZFlbtOPBI3LjywHFccAniokXSxKqYhSUUr1k1L+SefE+MidBcrJgUkgzZHoxEouECrJTmogtoLeUU5HDp2QqqFlXegONGmMeEpA9hPYaLroF22A4LeCQ7DKSZUMI4PYVhyJRwEWd9sl0u27ApbiGGfWE7ck/IkdIaQlAkXbZP5ftsEg9IFhT4T+mwTSoi1TIwkhqG0WgUhos/2MFIJBL2C0pBti8Li4qwcsUKlJWVo4Jb8GXcqpe8hvVStRAPzbyu48ChhH1hPbJlW1xSAtme11pBaw3Jo5kXUHC0ZnMGcih+JCoSkPKir/TJUB+5G7AuKeJSL7CcEBjw0EpDOxoB84kqMs4BFarEwDAGJLk9LHVUjocJ+yNllBKiZFibCvWXOkVYbZgmdSuloJQO69fUFbwW/aRfEhc85Hui7AQvFSSP2Eqot+jMMvI9PkPlDHUULAMScGnHI6kDpH5FrAMg1BaVdcjYsnxlHkDG1QAMFUsASW67ByRw4OExr7SrFKinEEVA4oa2AtYZsG2lFFU0KC0tCesHjxBfhlKewZpTrpVSrCugXh7r0mF7TAKbgISSWUK5lvj68lvpG+STStZP5LVh36uFl/a0CFgELAIWAYvA/wsB/XulhGOJQBZKZjRcqIWkSCjeknlz5uKnH8dg6pQpKFi9Gor/5F5xYSEWzJuPZCIJw8VYygixUUpB6vLoaYmSsHhcrA3rhtSrHUhbmnW4jIPp8WgcKebhHdZFAkTS4GgNw/yGi7jLuGJ+ESExVJFXWCNc4yFNgovm0iVL8Pbbb+Oee+7Byy+9hNGjRsMnARIdHMeB5BXiIPoq5ne1i1UrV2H61KmYMW0apkyaxD7NQ0lhEcK+gK0ynxHSwj5KPZIu9YjO0heRZUuW4uk+fXDnHXdgzpzZuO+ee3H33Xdj+dJlCEhQXEezPsAn6UklU0gRs4h22O8URv8wCpdcdDHee/c9CC4+87PV8J6jFURXR2kEJMgOyzha6hJRcHktogBEwv4Z9pc+V+aNuBFI2zJukydODPs3nX3MX7U6bEf0rqw3CMtqrVBOYutoDZcvBSLgEcg4sMMBx8IQCyHHQgCVUpB7QqRCYJlXThk3SdesR7B+8MEHcNONN2IJMZLyYhdyT4giq6UuYHsONOuT6xj1VsRd8kajEbbhs1qm8L6kJRIJCMHW7DtvwHUdgPfEiyq6CFFM8eVGXniEECvioh3NMh6EDEvegP3wOZ5KKcghgeM4kPKxWBxLly7B5MmTEY3GoNkPlzoFtFUpw6KsQkN0CYiNlJP+O8RM6rKyORCwdVgELAIWAYvA34WA/q2GhCjIMrlGuMJqcPEnmUmUV+D1/v1xww034L///S9uuP56PNnrSSxbvAQeic7wL7/EMyRGCxcsCBfyiHjrSHDAxdTRmgu/hpAEWfgjXEDF6yR5pH4RISEB2+Fqi3g8znXWIB6LISQ9rEPyBF5A8qDhk3AK+QjrMQiJZqi7xJlX6igsKETPJ3pi0JtvIicrG+N//hkPPnA/xjFMY/3SluIKrwEIERM9wUX+s08+wTVXXY1LL7kUV15xJS6+8CLcQ4I3/PMvSeYScIiHtBVRLOkbaLIPh6xCdImRPJTRCzjyu+/w+SefYrsO26JFk2Zo1KAhsjMykcb+RF0XqfIENP+5rEPKOAwd7UDiudk5qJOTi4b16jGHQsC+ip5pLEuXKsD+uWwv6kTCuNyjJhAdpN9gHxzi4FURT7kv+mqmzZ01G7ffdhsuv/Qy9u8SXHTBhbjt1lsx8vvvQwwMiZKIkCPRKSMtA56MCQfN81JQSkE71FxrOI4DGTP5UZIQxYCk0XGdMF3IkpAm8JB8DvusWS4guW7cuDHq1KmDCLFy2MMobUHGOJ1kDGwf7J+IAwWX7Ri2H44V22Z1UEqhoqKcXTVhW5FIFIZlIhEXJaWlob7aceCTGGrHgejisn2lNJRSEL006/U59vG0NMg9GX+tFfMaaC1l5QsHYP2a1wr9+vXHTTffHJY1xFc7mqoGvA5YJmBo4LgOlNaiYpjm8jq8sB8WAYuARcAiYBGoQQhUrmQbUVgxTQiFiGSSayEfEn77zTcYNGgQuu6xBx66/wEce8yx+O7bb/HFZ59j+bJlmDBuPCb+8gu+/eZbTJk8hYTQh3jI5syaheFffIFxY38OvXLjfx6HyfTQlXFBFyksKMDo0aPx4dChmDt3LmbOmIEfvh+J0hIu+CQ64ilatGgRvmP7P4wcSS/fNMhCLaRMiKvotkZIhLRS9IRFmG8q5s6ejUMPPgSXXnxxSPyiJCbvv/s+ikggZ8+chQXzF8CQ6MW4bew6DrTSWL50OZYsWowTjz0OvR5/nOWuQkVpGR5+8MGQ+AlBFXJXRM/pj9T7e2Iw8tvvUUiPXILbyiUFRfjhu+/DMnE3yrYKsH3Hjthr9z1JEuNYvHARRo8ahZn04o0d8yO++fprLGb/ykkuA5Lqurl1cMC++6JF02YISL6nT5lKgjsOY8f8hK9HjMDYn35inUXw6W0lU0GUJGv6lGkYRcy+//pbTJ00BXNmzqYXdDJKi0shukbYLxlTVzuYzvpaNGseEui777wz3Ap/+cWXsGjBQmIRQMjkHJLJzz/9HB+8/z7TF6CUYwUoUkUDGZefqMOwj4Zh/PjxyF+djy+HD8fyZcsh+X788UdMpSdWOw7AMivpmf2JaXPnzCFxC9CBxHnPPfdEeno6VtBuvh7xFebPmoORxKwwPz9sXzD8+aex+OiDofh57Fj2twBsHLIFL21PmPALZs6cgU8//RQ//fQjCosKUUbs5QXlhx9+wCjiW8Dx0SRtDvUor6jAylUr8d333+Hzzz9nmbGsqwzyq/oVK1Zg5A8jMZbtTJgwAV9++QWmT58Osc1yvhiJ7Y0d+xNtejLLfoaf+ZJRVlbGfq8Kywxn32fQZkuKS+BoDXJPkkRDIpuAPSwCFgGLgEXAvPPZygAAEABJREFUIlDTENAbU3gN0eJNicuiLMQC9NIIuVg4bwEJRQXab9MOO3TaHqedeipu5rbhLjvvjNkkXEIE5s2eg8FvDsJHJHyF+QX46MMPceEFF+C+e++jx+o2XH/d9QxvxbtD3gm9fyuXr8Bdd92Fa6++Gk/17o2L6LX776234e4778LPXLQN2/74o49w1RVX4n7Wcd/d9+Cyyy4Ny6dIkpSsyCLMpyiyQksZubdV69a44vLLcezRRyOTXry6dfJCj2KS25PlXOTvuutOPPLwwyQ3yxDQQxluk9NLFHBrNj2ehu222w6dSO72329/XHP1Ncild+9jEqNwO3ra9FDH6669DnfecWeIwx2334FFJICzZs7ENBIx6ZsQ36XcVn3huefR+8knSXYKQ1J45ulnhH2Sbdebrr8BZ/H6q+EjoEmqhKA89MCD+J7evQJieOstt+Kcs8+mDlfRo3kPPZsX4r/0Bq5auRKiq7R1I727l15yCcTDe9mll+ISxh975FEsXDA/zMNq6e1NksQ44XXDBg2wy047oyvJ2p6774FlS5dCtsgNvYHvvvNOOGb30nv6IF8G/nPqf/DBBx9AiNESeo0feOABnHfueZDw8isux4UXXkjdrsYvfEHIJ8l76qmn+DIxGMXFxTSdINyqfeihhzCUtiDetX79+qFnz55YsXw5xvGF4bxzz8W555yDW26+BdOJ60IS97tIXqXPjz7yCM4/73xce821mDVrJqT+xx9/HGeddSbOZbk7me+MM87AzTfdRHx74zzmvfW2W3HmmWfiFnpIFy1eRB4dYCJfSq688kpcex3H6+67cMFFF6JXr16Q76jOmTsnrP8C2ulVV10F8ZQfe+xxeOyxx0LSK8TxR5L5FStW4t5778XXJPWTJk7CdbTlS+htvuWWW3DSSSfinXeGIMGXGo9EPxaPQTyLsIdFoHYiYHtlEbAI1GIE9Kb2TTGjeGNkm7jLbl2Qk52N559/HrJQT54wEd277o1t23dA5x13woH7HYAOjF9x2WU4nyRiEUllnyd7Y5s2W+PJ3k/i4UcfwW577I7FSxahIpUM/3D0m4MHYdSY0Tj3gvPx0CMP44Ybb+CWYQmKi4pAhgHxQvZ79TW03WorCNGQhVtIzZM9e0FIq3i/nur5JO4gsXzgnvtw/z334BmSlCX0zNWvWw/7dOuORg0bwZD8zSR5m01vVufOnZGZmRkSr5NPPAl53PoEGTEdkAi9ifQGyY9X5HtsPtO146BFq5bYZ599MHHKZMydNw/9Bw7A+F8m4Iabb8Kzzz0XEhLxnr3x+utoTXIqbTRt2jQkUEI0fRJP8YgKgRBvpVzvTHL9xBNP4EF6KFu0aIFXX30V4tUSgitbpBX0fgXEX/7mYk5uLi4nyXn62Wdw1jnn4vtRP2D4V1+hqLQEd993L+aRDN5519147oXncdElF6OA+OUXFcKwU5qeRsU+ONEIfJJAQ1It27XiwZ1LUj9rxkwIKc7NycFEeuj69OmDLp13xYsvvAAhfPuTJPd8vBemTZ1GgvsNPvv0Mxx/3PF49uln8dADD4XEsyC/MHyBiHALXNFrGerOrWPB02Pfpd/yw5EkPaOel0KKW+ghiaJ+RcVFaN6yBW6//Xa03botBgwciNFjxuD666/Hyy/3JT4PYOHCBRC9XHqCy8rKIeF555+P50i+byUZFOI2hCTtuuuuxSuvvBK+SMh3O0XXRQsWQDyl8nLw+KOPQWzywvMvwPMctw9JfsXORN8GJM633/5fvPjiizjhhOPxEV8IxGa6dOmC7vt0R6PGjdC3b1+ccsqpmDFjOsZPGI8b+ZLUp89TOPTQw7CAntjy8jLItrfYm4KCPSwCFgGLgEXAIlDTEPhdkmjYmzXCdc4jwaKLC+3atcNt9GC1bNUKY7h9KB6bm2++mVtz06AdjTp1chGLx9GM5Kh+vfr4cviXAEnAWeecjXbt26PTDjvgqKOPRisSPgODJcuWYhJJV5fddsNBPQ7GjjvtjAN79MCRRx4J+c6gEDfxLK1atQrNm7dAAb1UZdyCFi+YkMhfSNJke3cRPU/zSNymT59GIjMdM0gG5UcQrutCDiF7EydPRp+n+2CbbbbGfvvthzg9hRLutvvuyMzKopoaWjsMFQmIAzcSgRA1SZO+O6wrMyebnqcUVuWvwgS2Xb9RQ6Slp2Hp8mWIxqJo2KhRSBwCkjAhoXFi0bR5MwjBY8UQjCLRKEMHcr9b927YfvvtsQtJ6w477oAFCxdy25TkmJiJh0valnqdiItt2rfDXt32DnHsundXYl0Hc+bNxS8Tf8F8EijB7YCDDkRrYnvAQQdhv/33QyQaBRTgBT6EqIH1GgBCPD/55FNI/4855hjIdzSPOuooCFGdRI+bbKO3bduWxGwhPZ8F2HrrrUOSPfGXSRj1wyhs1boNzjn7nNDT2mXX3XDWmWchOysbQn4DenMTiYqQKDlOpZkJ6RVyGCGGbB7RaAyOQ48m8wbULScnN7SLPffqimJu2Y7jFnZe3brELYeYLCDG6WhOEi0evfzVq1l3BB227QAhr506dcQBBx6IJrS5LrvuigMOOAAtmbfHQT1C4jt/7lzM4NbxL9xGli32FD19sl1eJycHebl5+OyTzwiLDvXp0KED9tprr3BMDqIdiidUbC83tw6yaCNiT82aNUNd6taoUWNkZGTgk08+wWJ6V0888QSceuopyOZLlPRNSLHWBF86bMUiYBGwCFgELAI1CIHK1Xs9hauJoSQbWd8okqa52AvxSXFBb0Py8MBDD+JBbh/+h9t8k6ZNxVvcnvRIjDTJjJQzmtVzgVS8jpIoZdBrJ94r8Sq5TMvIzAgXemnH9/yQYKSlpXE7sxS+7yEvLw+adfhVHqgiesWGk3C+8foboZfnp59+gnjqpPx2nTrhvocewGvcwnxtQH+81r8fnujVCy3ozQtIispSCfz481g8+MhD4X8teAm3YbO54EvdUj5KIhWQBGvRl/mlvz49YD71EB0S3JpWSkO8XQvokRKyIARA0mbPmo0B/QfgBXpWpX3laLQj0UjINrjrAKzPZx+EpIa4AKhIJiDfnQPzppFk+CTLaenpqEPiIWQ8wbJkW9BSXiMkpYJdNBKF1ppkz0NWZlZIEpPMKyK/LG7SuHH4Hb9IJAIhMzkkQZFoBBwWtgqGhtj6oSj2tSO30Y8++mjImOy999445uhjENafSkG24j/68CP0e60fXnn1FQwfPhzbbrstHEczj4OwbrbjV+FWh9v44nk10hJtJkpMRSe5FqzkWilFHcA6nFAH8SZCAUpppunw6wCSQXQXzOaRAA8YMAAvvfRS6EGUfnbiWBvixargaAdil9I/IZ/iBc0kLjJ2kWg0tKn69euFbYW6UNefubUtXsKnn3ka7777Htq02QrNmjXly4AvihC/SrtUSqERCb/LMUhyvCQEjwi9mE5IdA122GH78EdNaWlxPEvv7n//eztxGoGysrKwTRkzrTVL2dMiYBGwCPz1CNgWLAKbE4HfXL2EzASqsilZ5OXa50occHEeNXo0Hn3iMYzhVqBsDx5Iz1WTpk1QUFgAsIyQHFnEJW85yVVrerWKS4rpdRyDkGSS1MjW5oI58xCQHGakpaMeydGUKVOwcP58GC7kpcUl+O6bb5Gkx0cIQ/0G9SGeHCEyt9x6C+Q7aCeddBJ26bwLdt9td/gkrpFoFKJnioRMiFqlLn5IsEaNGo3773+ApDSK62+4AS1btGS6B1nEFy1ajJVV3+sTMiNk0XEccjQFiQtZicWiKOMW4k8//gT5QURnbsO2bbs1SVouGjZsiGuuuRoPP/IIrrvheuxJL1Rnbsk3bNII8t/K+RrwiQsZDVgpBEch0tG0GONB6OETvYUoCmaSx4m6kP9NRcbAIx4uyRg4EKIfqo6AW8aKRE90rVevHvJI0r7+5uvQ8yfka/ny5RAvq3hTpZ+kiBDC4pLgSCjl2pLsX3zRxdh//wMgPzSZz+1qud+AfRLSeuRRR+K+++/DvffehxNPOAF77LFHSMwbcDzmc6ymTZsG+T6k/FBl+IjhkLYcrSG/ds7kS8GSJUuwmh7ggLYzd+48FNJGDPUWTDV1l7Y0yRhPgB9yT9LkxyxNmjSB9Ouyyy7Do48+CtlO3nfffdG1617hC4SQU+lTlNjIOCklRNMBq4HULVj5JPlK6XAc69evH3pJxWsrdfXkFv/FF18c9mn//fenbZBM06tpCLR2NJRSkMNQ94DpSqkwTbBN0YYlXX7MkkolceGFF4XfXWzVqiXefPNNSL8FXxHRQ+qxYhGwCFgELAIWgZqEgP4tZclHuFQi3JIUoiLXHhdc7bioW68uZs+di2eee5aeu9fw/Isv0jtXiF267ArZEs2pkwv5I9Bvvf02hn81AjvvsjO6cDv3zcGD8fDDD+Ppp5/GK6+8gtLycjiOExKBA7lVKFvG4o15/rnn8cTjT2DcuHEISCiUUpDvOHbjNqv88vStwW/RA/Ru6F2aM2cOItEIF29NwmUoAZRWCJSit80P6589dw5693kK07gNbdjjzz77LPyxwsCBAzF79iw899xzYV35BQXkZzokjkJ2tGZmdvxT5n/iiZ547NHH8MILz0O+Y3jcccdx+7UtjjjiSAQkqFLXBx8Oxcuv9MUHH30IxbLicRU8ZKuY1YRkULG/OuJA0zsFR4ehxIU4+gjgkOjKfbk2HBzpi9TlC/FVCmFfoXgH0FqHZEzCVtz6P+roozCX43Lfffexf09SemEqSZxHIg4eSmkoYiMkSAiOlFNK0SOYjeOPPz7s97BhwyDfyxMitT+344d+MDQkPYMHDQrHTf5GoHh4u3Xrxi3VLPTu3ZsE7jEIQR4xYgQ8z2NLQBq33+U7fPLjm549e3I8H8cbb7wO+dGH68p4qbA9QEGpSnEdJ0wTvfLy6uCQQw5GnB7o1+k5fu+999C37yuQH7s4jibmASJVZJccjtc+IhESa8MaWZ/juBDvNHho9jkSiYZb8EIy58+fh0GD3sSAAQPpnXwKonddvqQIJtFoBI6W+mlL9CQbEvQISajL8ZIxaNKkadjHnj174bPPP8eyZcsxcODreOaZZ/Dxxx+H5LBxE3pz6R321uCuqMUfnfa+RcAiYBGwCFgE/l0I6N9Vh2sb11toLppce+FysZSFcpt220A8MB249TiFJEQ8bMefcDwOOuggRGMxdNm1Cw49/DDInxVZsnQJcnJzcdnll+Hggw/GnNmzw++Gde/eHScefwI6brcdoqxX/hSKeIzkO21CDmVRFu+OkASXZCCXdZxx+hnoumdXzJ03F/LjkJ132hmXXnopMjIyQ3LhkGSQcYTk1gi55LVydHi9NwnmGWedCdkuzeU2tmx9CyFIpxezefPmaMxtWs3OCiFzWEZpBemnkIqK8orwF7XiLTv88CNw1VVXYbvttoVDItKDfbqI3ighBPI3BgWn884/D1336lh4B6cAABAASURBVAqH7cv32/bs2hV1SHoc9mOPrntin333C3Fq0rQpDj70UDTglqYQN02cW7ZqiX332x9ZOdlo2KghehxyCNpss3VIDuW7g7vssgsED8krnrrddt+NuhBDksuT6FkVPKQuIdPyAwwZC8FQdFFKhV4/+dM98p25gw7qgc67dqYJKHTs1BEn0FMYZT3yHTwhwvIr3z2pr3h4x/78M7qyH7JNLyRRfmwjbbVs2QoTJoynxzeBQ6mreABT3KqW75L26HFw+MtjwW3GjBnYieN1yiknQ74PKuO7O18c9t9/v5AIijf2YGLZsGEjEr6Aw6ggRFRsIhJx8d1330G2mi+++BLsR3ykHdFHPJsyjkppiH3uu+8+tKmOAEdd0uX7gt26dYeMg3y94Nhjj2U/T8SqVashf25Jxv6mm27i/W3pqc4NbbhTp+0h5FAwE5zkBUbyORxv+e6m/Ip6Nl8uVixfAdmuv/jii+A4GuPGjcdW9JpffNFFqE/PrqYNyfNCZdY5leKDtU7Krxe/fefXPJsaU2pz1raprdp8FgGLgEXAIrAGgRoe+U2SGC4v9KJoLjTyZ29Ad42iyHXUjUJ+WSy/Xr7h2uvCP6Z91FFHh4usQ2LUqHEjnH766eH2oCzKEZLAli1b4pxzz8HDDz2IO++4A/Jnc2RxPbhHD8Rj8fBP58gPCS664ELIn7e54rLLUZdkTrYtIy69O/TkSB1nn3025NevIhdfcjFatWoFl/c8etp8ejqVCjWHoa4SlVB+ZXzWWWeFxFZIzkUXXhiSyxNPPAlChk477TQShxOQlZ0dEhTZWgzY9+4ksrfceivuvOtOyl24gVvJQoa3arMVhEwKGYuQ+AmJuPGmGyH/m4vkP4heUSFwaWlp3MbdHxeRNEg7QjzOOvNMbk1egJzsHOy0447h/zjSithoTTJLnTvvsguuvurKcAtbCO2111yDPbnFm0Yye+5550HwlG1gZg09sEJYehBDIY5CDOXP89xM0iO/Oj/77LPo7csmXaKmLCB9AoiPUmFZIUeHH3Y4HOKXxa1hIYmin2z9g4f8UEX+FNH999+PRx5+BELYJE10jfFlQH7ccfPNN+Gxxx/HzTffDCF92nFImBwopSDeuVNOOZXb/PdTHghxuPLKq7DXXnvD5ZjKPSGaderkheRd/oSMkG+lFKQN6af8AEXGWn7Rfvfdd+G4445FTk5O+IMfGdPT+eIg3w/VWtGOYjjjjDNxxJFHhMQTPGQczidpP+ywQ9mmG/Zbflxyzz134/HHH4O0KXo71Ft+jCJ/9kbyyjXVQIMGDTnuN6Bjp06szWCrrVrj8ssvZ3/upy7H8X59CLm9++678dhjj4Y/6OrcuTOEbCulwn4opUI8lKoMwUOpyrhS64bMyHPdNKV+vWbR8BS7Fgkv1vsQ7ESUqixXfVvyb0yq79vQImARsAhYBCwCayOg175YO+4qJ/zjyyoANAmGCwUu/ZBQJEavSp2sHNSrkwf5X0Hi9ECRjUAzn/y6NSM9HXnya9CMTDhKh5KZnoH6deujbl5dpMXTwh8ViCfP0RrLly7FwP798fLLL+OXCRPw5RdfQLbvhJS0aNlCHENwI264+Ev5evXrhURBKQWtHWiGSmmGv4oC71EiJCRZmVnhDz3EUynEQYiFeJnEuyfXYdxhWc0yFKUUPZQZEKITCnXOZX+E0Dphe8zL9pRS9IRGId8HlB851GWeWDQW6iH5MtjnOkwTHQQfaV8IoqM1SU08LBeNRMP8gpvgEeYnvlKP1CtpjtbIJTmSfrgkNJrtSn7ph9QtdcjW7uNPPI4hQ97ByJHfY+jQofh53M/Yaced0LxFc2jWoXVl/1wSw7p18yAeValHs08ZGZmQPkar9Wc7WVmZaFC/Pklrg5BwOkwTUUpxezeCOnXqoHmzZiFxE1IsfVRKScD2FNLS4lUYsq2MdGRlZXEMY5ABzai61lqHdYmHMip2hKqDdicvGLm5uWy/YdhW5X3DunVYVxb1E32khFKKaZkQL6NS1IHlpe4stilp1XnEsyp6N2jQINRb8og+Uo+0lUZyX02mNPESUhqNRMIXCKVUaBeiq+gvZUUnuZb6pLzUI22JKKUkCF9aJEKVJAivq9v4u8KwYfuxqQjYfBYBi4BFYItHQG8MAVnW5IarNAkiEBJFki0JTUCv1Hoi+TcQ+SUG1j02yMPbkgbWt2vnXXHUUUdB/seWF194EfI/unTq2AnnnncuZPFlq/DpLWQRUBWeCkpVS5gE8XRuIMAG6VyhSWKCDQQbO1RVooQbCBOoAxWBiAL/kQUo7jmvK0xgH6Wfa0ulrizK27/mN9R33TT5n0+ESASse21RSkGOalJy6CGH4mh6dH/4YSReIIZffPkl9uq6F2QbWsitH/gIqMfaAl5XjinxoPfUiHCr3lACxn8Vg1/jwZq4oU7yAxIR8S7Kr30zScg1dZN7/4tI3zZWfuPpkvq/iVKVeG6sFnZzY8mbnrambvO7ZX5bg98ttkk3lVJQakPZpMI2k0XAImARsAhscQgIF9xop6NuBBlpGcigx69aMtPSkZ2RsYGE99PSKvMyzzrXa5WXP9QsXpoNJD0NjZs0Cbeo5UcXjzz6CHr17IXb77gd8l1F8dYIyRHPWjq9T+IVitNDJR6hakmLxxHKOmHaRtIq88Wj8dCTJ/VWS4zb3tX1rQm5rVp9f8Mwxjp+FSFJcXrh0ugNW1vikRjWvq6Ob2reGOuLsd5oNMJtzLUkFoW0GYvHwsVf/r7hFVdcAflRhWw3P/TgQ+Efom7ZqmXoqZO8Edaxobjhdx7XpNNrJh68dYV5NpLuui5kfAR7+d6fjJ+MWZS4iYdtfYnFopU6835sjUSp38Yk8hvpG8vrQsiydhxo589LWFaz3EbEYX0i2nGgtIbWzFcVl+tNESHNkk+zvIS/K2pDIqfUpqeBh1Ib5mdyaCdK/XpP0qxYBCwCFgGLgEVgYwjojSZyEUkn6cvNzkad3FzI99xkq1MkL6cO1hfZbq6TXSfcdq6TnYM62bkUhjkM1xOpK4dpa4tswebm5qBB/QZot0077LjjjuF31Jo0bhIuavXq1oO0Ldt+aSSdWRlZ4Va1bNtK2Rxue4vkZmZjXclCbkb2BpLDtCx6uzJZz7qSiYz0dSUzI5Pb2hkUCX+VjAymyb21JGuteFiu6jorMxNZbG8DycgM/y7g2nkzMzKow7qSya37SmF+6pdZJTE3BvnOJl2iIfESnYTcyvcfd9xhR3SiJ7Zu3bphfYKbkPSMtHSsLWm83pjEifOmSjQSJUFzIeOz7bbbIZ2246W8UKfYGiIYC6+jIdmNkeyuK5GIS0K4rrh8UdlYesRlvvVEcHDXS9tYvt9KW1N2o3q4cLk9L21I+eq4bPtvijgklEIOHa1JMCl8vhylw69grB/K1r9Sv5I4pf58XNpSauPlNva82zSLQE1AwOpoEbAI/P0IbJQkihoamouYE4qrHESUG8Y109cXl/ckD3OAJSia4kCu1xe5v36alNdSLxfOqBtFejQdMTeGiI4gI54BqVvxvlxLuizWDnWSukQ07zmhOGG7a3/KvY2J5HGZe13RcFnP2uLwurK8YuxXcSBxMO1XUQBT/wpRbEdvIBEhUcRLvKKOdmB8g7RYGj29WXAc+SFMAFdrxCIRuLxWwG/op5i+KbLx8hHXRUSIEMcP3KKOsD0higpgvRuKBtiX9YSkRm9EFGvYUMDUdUXKOmz/fxEt7bNmvZ44a+pV1LtasFa8Om3joSP1sY6161UAU39DqIdSCkr9/wT2sAhYBCwCFgGLwGZAQP9WHaFHA1ykKJV51o5Xpvx/PhULbUwcLrlCBjXbW/t+xCFl4wIrC3V1uuQRqb6WkNVu8in5NXNvKIpabEzA9HVFAdR0Q8FfeGysTSEggk1Eu5Dta02tJF9EO4iRRMo9Sfs9UWGZTf0Ec28o4KEo4pFztLQG5lNQWF+w0WP9XJXXYB0bCmrgoWqgzlZli4BFwCJgEdiyEdBbdvdt7y0CFgGLgEXAImAR+NMI2AJbBAKWJG4Rw2w7aRGwCFgELAIWAYuAReDPIWBJ4p/Dy+a2CNR0BKz+FgGLgEXAImAR2CQELEncJJhsJouARcAiYBGwCFgELAL/VgT+Gr0sSfxrcLW1WgQsAhYBi4BFwCJgEajRCFiSWKOHzypvEbAI1HQErP4WAYuAReDfioAlif/WkbF6WQQsAhYBi4BFwCJgEfgHEbAk8f8Nvi1oEbAIWAQsAhYBi4BFoPYiYEli7R1b2zOLgEXAImAR+LMI2PwWAYvAGgQsSVwDhY1YBCwCFgGLgEXAImARsAhUI2BJYjUSNqzpCFj9LQIWAYuARcAiYBHYjAhYkrgZwbRVWQQsAhYBi4BFwCKwORGwdf2TCFiS+E+ib9u2CFgELAIWAYuARcAi8C9FwJLEf+nAWLUsAjUdAau/RcAiYBGwCNRsBCxJrNnjZ7W3CFgELAIWAYuARcAi8JcgsBGS+Je0Yyu1CFgELAIWAYuARcAiYBGoQQhYkliDBsuqahGwCFgE/t8I2IIWAYuAReBPImBJ4p8EzGa3CFgELAIWAYuARcAisCUgYEniv3+UrYYWAYuARcAiYBGwCFgE/nYELEn82yG3DVoELAIWAYuARcAiYBH49yNgSeK/f4yshhYBi4BFwCJgEbAIWAT+dgQsSfzbIbcN1nQErP4WAYuARcAiYBHYEhCwJHFLGGXbR4uARcAiYBGwCFgEfg8Be28jCFiSuBFQbJJFwCJgEbAIWAQsAhaBLR0BSxK3dAuw/bcI1HQErP4WAYuARcAi8JcgYEniXwKrrdQiYBGwCFgELAIWAYtAzUbgnySJNRs5q71FwCJgEbAIWAQsAhaBWoyAJYm1eHBt1ywCFgGLwN+PgG3RImARqC0IWJJYW0bS9sMiYBGwCFgELAIWAYvAZkTAksTNCGZNr8rqbxGwCFgELAIWAYuARaAaAUsSq5GwoUXAImARsAhYBGofArZHFoH/NwKWJP6/obMFLQIWAYuARcAiYBGwCNReBCxJrL1ja3tW0xGw+lsELAIWAYuAReAfRMCSxH8QfNu0RcAiYBGwCFgELAJbFgI1qbeWJNak0bK6WgQsAhYBi4BFwCJgEfibELAk8W8C2jZjEbAI1HQErP4WAYuARWDLQsCSxC1rvG1vLQIWAYuARcAiYBGwCGwSAlsESdwkJGwmi4BFwCJgEbAIWAQsAhaBNQhYkrgGChuxCFgELAIWgRqEgFXVImAR+IsRsCTxLwbYVm8RsAhYBCwCFgGLgEWgJiJgSWJNHLWarrPV3yJgEbAIWAQsAhaBfz0CliT+64fIKmgRsAhYBCwCFoF/PwJWw9qHgCWJtW9MbY8sAhYBi4BFwCJgEbAI/M8IWJL4P0NoK7AI1HQErP4WAYuARcAiYBHYEAFLEjfExKZYBCwCFgGLgEXAImARqNkIbAaiKBO+AAAQAElEQVTtLUncDCDaKiwCFgGLgEXAImARsAjUNgQsSaxtI2r7YxGwCNR0BKz+FgGLgEXgX4GAJYn/imGwSlgELAIWAYuARcAiYBH4dyFgSeLmHA9bl0XAImARsAhYBCwCFoFagoAlibVkIG03LAIWAYuAReCvQcDWahHYUhGwJHFLHXnbb4uARcAiYBGwCFgELAK/g4Alib8Djr1V0xGw+lsELAIWAYuARcAi8P9FwJLE/y9ytpxFwCJgEbAIWAQsAn8/ArbFvw0BSxL/NqhtQxYBi4BFwCJgEbAIWARqDgKWJNacsbKaWgRqOgJWf4uARcAiYBGoQQhYkliDBsuqahGwCFgELAIWAYuAReDvQmDTSOLfpY1txyJgEbAIWAQsAhYBi4BF4F+BgCWJ/4phsEpYBCwCFoG/HwHbokXAImAR+D0ELEn8PXTsPYuARcAiYBGwCFgELAJbKAKWJNbIgbdKWwQsAhYBi4BFwCJgEfhrEbAk8a/F19ZuEbAIWAQsAhaBTUPA5rII/MsQsCTxXzYgVh2LgEXAImARsAhYBCwC/wYELEn8N4yC1aGmI2D1twhYBCwCFgGLQK1DwJLEWjektkMWAYuARcAiYBGwCPzvCNgaLEm0NmARsAhYBCwCFgGLgEXAIrABApYkbgCJTbAIWARqOgJWf4uARcAiYBH43xGwJPF/x9DWYBGwCFgELAIWAYuARaDWIfAvI4m1Dl/bIYuARcAiYBGwCFgELAI1EgFLEmvksFmlLQIWAYtADULAqmoRsAjUSAQsSayRw2aVtghYBCwCFgGLgEXAIvDXImBJ4l+Lb02v3epvEbAIWAQsAhYBi8AWioAliVvowNtuWwQsAhYBi8CWioDtt0Vg0xCwJHHTcLK5LAIWAYuARcAiYBGwCGxRCFiSuEUNt+1sTUfA6m8RsAhYBCwCFoG/CwFLEv8upG07FgGLgEXAImARsAhYBDZE4F+bYkniv3ZorGIWAYtATUPAUGErQG3DIOC4iki/KnvHBHtaBP5nBCot6n+u5i+sYLOQRMMpwSDgZ7Ws1XGJVgs7IlGfoRWgNmMgEyqH+R8/xd6sVC5rtRkHsbfq50ni0tdK45PYuimV6f+PT6nKsK5QeMETFJ6c/Wr381yNbW0OPa5gCY5kiqbhUaSvEq9gvDyUAEne9zhzG0rlU8Ubm/ukibEZhCLGtUYY4Uk1K+9V56tOsyFCbGoKDqGyYmWUNXMKlZdxZRDepm2tFeXV339uFpL4q9qKUQXFzzXn2hfSW96QJCsIcaqtOMAeFoF/AAF5njZsduOpG+bblBSpS6Qqb1VUpjYRmVBdRqwANQ0DxyjqLAJEZAy5WEtYLVFJC0VB8R7CGRyb/1CssloYDZtZ+1rSqqU63YZYB6eagAfkEEUlrBZe86y+knC9S0n6W0Vv7tbUmpH67ZoVb/3DskZLqwf+MixgD4vA34SAPMcymUlYLZVNV19JWJnyv31KPdWybk2SqkkiQg+AkAgrCL1hNQQHGTuXRFHTsRM6Chkqikv9hSBGjIbDa3gc6YDWJmO9rglsnitWv86kvKZWuVF1IVGRqksb1FQEaEcy2EoGU2Stfqx1uVZ0rQx/T1Q0/J9bUuykgg4/sbFDMbFKqgLmhRWgVmMAe1gE/iYEKucVw+dJZDM3alifCAM2gGohnwj5IHg4jImE93SYADg2/Psx+B8wVywrp4QiMo5yLWNPohgSXq5zULyhJIPc3PwiTQkXlVCa/t0W/jo1frdZe/N/R8BwsqgUzdlDIZxPZDyrRZow/KgWRv+Jk9a+mZqt7oiE61RpsPY/8Gqd2/bCIvAXIlD5vJk1jyMfRRvnM1jbcICs4IZLq3y3R+Lso5iV4YcIA54SqxZebvJZXUZmsrClsAUpHuIobYbiM12+t2aQZPtWahYOnjLwuSL6DkMnQEC3oXFpUwzBayG8xgV8iicvADK5iBFsRqm0tIDWE9CW5KqqcomKVF2uCSTNCghYjROa25phlEj1MAbsTOVMI6n/vPCR2AxKSO/Wrmata4kGNHcR6biEATymWKndOPgwRka/0jAkLlJ5teHnX5Zi5CvoVbJ2vHo/yYaEngthTcdBCGJ1H0LCFoRTLTu33ik2KbJe8u9dhnbMMmvN6ryqtO+A7fi0L5FUEirw6GvyrXAsdA0T0IYMbSfg6hRQd59iKJIOP0USEiDp+0jQVpIU8fQx2MynYeumynZpZQHFZxMiHkMRiYuIAlZAwGqsqOrx5DBXvnNUjj0vq2yAYy6nJEj4D8j/ThJF+bWlqhOGE2vABw5hVwP4XKDLk2Wo8MuRMFZqOwbJIAGPE6vYQbUEXFCrzONvCmiYPqdzrwJIUbwywCunSFxCK5V41BIckuxHiks4F/vKeUc+Ea4htIRfbS68CD9+Tfu9WEgO180vSYEXIEj58EvKYMorKGw7mYKTSFqpkRhw7Dh+boqhJ5KEStIfnEjBlHB8yxIISsv4AmBoU+vaw++Zz5+9Z2Se5NoZJDz4CR8mYWCSVZKqCj2GEhepvvfvDH/V3eq3IRYVHMdyg1SpBz/po3rs15m1/jpT2yTT/N9JYnUz1R1ZK2T3Q4qouMGXImFYsXoFps6diomzJlJ+sTKr9mIwY950JGSC5ctCtYn87SHbNiSFfmk+kiUrkChaRVmJVPFKJAt5bQWJWoJBkmObKi1EUMEXgUDcLIrmJsJg7ZM2Ac5KlbL2jd+Ky4QmUnlfYiJy5WqHHLsCS6ZOw6Ifx2LRyFFY8dX3WD18pJWaiMGIHzhuP2AZw8Vf/YDFX4/Esq9GYtWIb7H629HI/2EsymYuQJxkJ90okkVs9kNxrXS1hqaHafXSVZg6biom/DAek777BVNHTsaU7ydhyshfMOn78fhl5M+UCZjIayu/1Dwcvv8Fk36YiEk//oLpE6agcGU+5MdT+i/8vuv/x2A3D0msnjXXDhUgfQ04IQfhe5dBaUUJSlPFKA2KUWKlVmNQ5peSJCYgXkT8UwfdPQr0AnglCBLFMKkiIFkMpEpgPIZW6FX9DRxqGDZBqhQeCWLgJQEhifTEgB4ZmZKqpdIM172qTNuUTykHzmZVeXlpuBVo6ElMFRRB05uYmfKQUZpAenGplRqIQWZRKbIKy5BZVBaOXxr7kFFcgsyyJDLKk3Dzi6AKi/nMBFD0InNyqzKGzRvoQEH5Cn55CqmiBLhg0jPtAGUGiiJhKPRAoSyAsVIjMQDHUnMMVZmPZFE51yiuVX4AmbdUONMYQAGh4J87Ng9JFP3ZHwnWF8PJWradtfwiTCsEEQ9+LIUg5lmpxRj4rkczD6CU4lxqwlApsfj1LeSvvDbgbAsHFYioBKI6BYehS5F4hNdWUqgNGETpenHClwKOOS3P0GMYxuQDlcda0cqEP/NJ0127PC+h5B+dlhEShggJYjTpIWI8uPCt1EQMjI8IF+lY4CHKF42IXLMfsYDPiJfgVJKixXDAxc7I2fBXzGeGTQQaSv7cjqfAKQpOyoFOKkQ891fxHcYdRBlG/QhDKzUNh0hKk/wbOEkgwpcC+VNL4klUALhq4q86/my9+s8W2KT87KVM0mBXFQU8AvEmKh8ePTspJPlppTbjIN9BlfcCpWjusmBTlFK0hL/5NCl6DRMAJ3qtPKiAT2SVqCDBa5EkQyuCTU0VcEwdzrDVJqaUAs9KqTI5FYbyWS1hwh98SF7JIqEIUPkJgIRCeR7SlIM0LuoRJhnqkOBsbyVATcPA47gZJ0CgKLpSPO0jcA0Cx8DEFOSXzQFXrwTHmSkc8b/gpAccvuHWo0JMRRHTEbgkjk7goFI0dHit4fg6vCf3rdQsLKJ8lYwpjq1RcGWx5JiDcYQzTPUsI28N+EcPvdlaZ59kggx0wH4G7KaCpgE7xoXDfwYBPL7ta2i4RoCxUptxcLhwyiJtOO4SKlVp7JUvD/ibDhqljiHQcRgdpSYutBMBDRSKi7qCA1SJgcu4S7t1rBATVdOERqb4CgoVcEgVAq1glIYcDgw0dzQY8FLSHIaKsokn6zG0ChEnAJQBaD4IooyTLEQ9n54An/7qFDy24wSai/nmFlvfX42r4RinHJ+2ohCn1y7qRWkyEVTQq+jRthx6GF0hcLQHxedD8mNzHzTLwNUwEdovbVjRkwm2a+ihDhS10D48HXB3RkHRzqggAubxrdQ4BDxqLH92yaMNeYYfJIxQLiMiMk/RBjjARvGmpvDOP3GKJpuvXYXQYA07xigYQJEZaxJDSePTF7alAwUrtRsDRZsOTZyLJude/HOHg4APXii0O0VbxDoKiZYinJglnfYKK3x2+QTXJBxAlWlrBsLiFD9FmBieNEZUC/vFM0z+Ex9GbEPyG35QfAZ8Bwa04lxmSBkUuPPHVnjNvNoKahoGHDL4XIw17d7lYDr03IEjG3CMlSPjynGmjSnJiL/moGnxBYd1KwrbhTZQFO0YGBUg9HLylpyKehhGeCf8BCqvbFgzcBAtEY6xRsCx5EBzHKtPzYiiyCk5RST+94tostlarTRWMdF/rkObrTObqSJbjSDwb7GH6odOdFpbfit97Tw2bhH4fQTILX4/g71boxH4u2aJDWfLypTKzxoNoVW+BiKwWUliDey/VdkiYBGwCFgELAJ/FgGb3yKwRSBgSeIWMcy2kxYBi4BFwCJgEbAIWAT+HAKWJP45vGzumo6A1d8iYBGwCFgELAIWgU1CwJLETYLJZrIIWAQsAhYBi4BF4N+KgNXrr0HAksS/Bldbq0XAImARsAhYBCwCFoEajYAliTV6+KzyFoGajoDV3yJgEbAIWAT+rQhYkvhvHRmrl0XAImARsAhYBCwCFoF/EIH/N0n8B3W2TVsELAIWAYuARcAiYBGwCPzFCFiS+BcDbKu3CFgELAI1CAGrqkXAImARWIOAJYlroLARi4BFwCJgEbAIWAQsAhaBagQsSaxGoqaHVn+LgEXAImARsAhYBCwCmxEBSxI3I5i2KouARcAiYBGwCGxOBGxdFoF/EgFLEv9J9G3bFgGLgEXAImARsAhYBP6lCFiS+C8dGKtWTUfA6m8RsAhYBCwCFoGajYAliTV7/Kz2FgGLgEXAImARsAj8XQhsYe1YkriFDbjtrkXAImARsAhYBCwCFoFNQcCSxE1ByeaxCFgEajoCVn+LgEXAImAR+JMIWJL4JwGz2S0CFgGLgEXAImARsAhsCQj8+0niljAKto8WAYuARcAiYBGwCFgE/mUIWJL4LxsQq45FwCJgEdgSELB9/N8QMCxuFLC2gNdQ4QfvSihLfLXINZM35WTW6nrBeChrl2Na9X3Dm6pKwFCuDXX4bQGY7a8R/EWHYr0iaxT/FdPqfga8byjMWatO6Wmt6pDtjEXAImARsAhYBLYUBISciBh2uFqwhswIa6kWSTW888diQPLJnKAYSshEJaySMI3xyhCSGcowlJPNSXRtWVs/VJUzfxiG1cJs4j9mY41qE+XPKksMugAAEABJREFUaFGph5RYX6QPkmbAPIrCsLadliTWthH9y/tjG7AIWAQsAhaBfzMC4tEKRZhTlZDDbCKBUiR8FOYGRUlFDCVeLdVp1bn0mjYMy1J4rSghbVIGYchrxZhifZsuYH1q04Q6bnq9rFPyb5KIDqjsAvvAGM/qPjFadaqqsLYFliTWthG1/bEIWAQsAhaBLQYBRb4Syjo9ZqIQGt4w1SL3SdDwW7JWuhLyxGtFAeMbE7knoqvyKGBNTs3m11xLnII1x5o7TPm9uIZm3ZsqogvWaPB79VbdY92bgoXUKSWqWCIqQ+mQYWuVIkRKG1Bf3q5lp/StlnXJdsciYBGwCFgELAJbBgKK3RRhAPIUCjdolUiAQP0qch+kNZsiigRKc49YQhEpY1hWROLgfUnXDMHDIIDhPxjmWEu0xJkuXsWQrDJv5Ska/7FUtyHt/J5IPlC/v0KkbhXWDdClCUNMqwWMK/ZR+il4iY6oZYclibVsQG13tjgEbIctAhaBLRYBxZ6vLfRz8VIIW6D4uUZI4jSvueILr1tfKvOybHjfsE5DWmTC0LAO3iE5YnnGAyGEQo4YF/LHTLzHHGyXheRcI+E9fgQwKCsvR1lFGQKSKuZmamX9vxeXHMy45qQGYVwpaSyMhh/VV3JfJBAd2abEq2XdNLbKQuvjsLFrsC0DZuYZ1sW+myoBMWBNYeCwMLOE+tSmD5pEbeqO7YtFwCJgEbAIWARqPwJCSEKOIgQmFPa5KlE5wMpVKzF/0XwsWroQCykFxQWkTj4CVSlwSHlIdpTLckIgGQfL+fABHUAzHhgPYT6JM13qNWxUOQrK1cyjquoD7wYwQqiU0CbDSgGlFTzfQ35hAV565WW8OuA1lJQVI2Buw89UkALCtg18xhXjcq1ZP6hDoDwE1NeHB+MEkPw+r3VEIWWS8HlfRdg20yrjKswfsC9BWD6AhIb1Spr0r/KafZT+h3l8GIbVIu1JXELPpKDZTyjWC/YFPorLSlCSKIXoI/WlfPaB9xzHEUcqNt/x76jJksR/xzhYLSwCFgGLgEXAIvCnEVCVfKyqnIH88wIf/Qf2x90P3Y27H7gH9z54Dx585AG83K8vVhSsAEisDEmSr/2Q8EhYliqDEEJfCBfTAxIiN+7y00ciSMCwTJKkLKVIilhWCJQhcfPBnNrAiUbgGR++CWColIFh3IcTcVGWKMeK1SStixcg4VWEdTpRjUoiyDJIIZIWhWG9PolpJUkLELgG5dJ2jCSN93RMI0lyWFRRDMV4ijWlmF/0k7iUV1IviW95qhy+45NeesyrIH2s8CuQDJJszSPJTEHqMmxDyiWYLgSygvpJmCRBDNhmguSVlJJkEyihJ/TVga/hhb4voEjIrg4gfY2npyGRTEIpVTUOtSfgKNWeztieWAQsAhaBfxoB275F4G9HoIooVgWIRiKYu2wO8vPzscP226Nr1z2RkZOBj7/4GG+99zZWF+ejguTLU6Q/JEmFZYVYUbiC6avDdNB7liKVEopV7pWjJFWKBcsWhiIkbGXRKuQXr0YiVQEhloXlxVhVVMA4YMgqjAJka7m4rBRJkqxGzRrj9HPOwnkXX4jM3EyAbS5avigkavnUpZjlhaQm/CSSJIHL85dj4bJFWLZ6OXw3QJK6lPjlqGCsKFkCj2mrSvKxujQfSwuWo5R9EeJbUFqAxSuWYNGKxWE90jaiCuL580gXA5LakkQxlqxcgtUsLwQxRaJZxj4KAZV+lZIs57Oe1eyf6FhczvaUgXId6rMSk2dMxdiJP6OgtIhexVIYR6E8QRyURiQSRW07dG3rkO2PRcAiYBGwCFgEtgwEyMag+O/X3hpjwi1eBmjUsBGOOe4Y/Of003Deheeh404d8eO4H7Fg6QKSGwMhY2+/PwT3PHAv7nnwXjz8xCP4fMTn4Ra1kL8KksBxE8fhmeefwf2P3I8nn+6FF197CYOHDMKLfV/EoiULsTJ/Jd54+y189NnHKKkoR6AMAhh89sUX9Li9iLnz52PpyhX4/OsR+PKbEShNlmLarKl4nt64t957C+KZ+2zEZ6RqHpavXop3P3wPT/R+Avc+dC+efK4P3vv4AyxZvQyG/GtZ4Uo80vtxvPHuYDz/you4/b47cffD92LQu4MwcfpE6vARHnj0AfbnHjza+zFMnDqR9JKeT3oWS9juR58PQ8+nn2RfHsCDjz7Itvth7sI5EI/pslXL8EivR/DeR+/h2RefxV333oWefXrirXffxjLqX5aswFfff4Pp82dheeEqYvEk2xtGvX1In7WjUVFBsvjrUNSKmCWJa4bRRiwCFgGLgEXAIlCzEVBakaIZ+D59gckEFEmbL9vA9BomuaVq6E0LVIDC0gIMeHMABr0zCPUa1cOhRxyCrDpZGDTkTbxPolTG7dSfx/+IviSFM2ZPR5c9u6Djjh3xy+QJ+OTzTzBh4jisKliJskQZJk+fihmzZ4XbzcpxAK2xYPFCEtKfUErilAx8TJk+DdNnzUB5spxbzytI4Cbg3fffYbnp0CRxCW4FD/v8Y7z9zuDQ29ht370Ry4yStL2PDz75EIVl9Nxxm/lnevHeoI7iYey6316o16RBSCx7PtUTP/z0A3bcZQfsQJk+azqeeelpzF80DxX0FH751ZckfG9BuQrd9uuGZq2a4fPhn6Hf6/1ITpdDPJmjfhqFd4e+E3o4u3bfE1m5mfjo04/Z389Qyi3zeg0bIDs3B240ip27dEbrtm3YVwcp32eooUkUa7b1bKi9JYkbYmJTLAJ/jAAnXSDgP8DTESR1jFshUcblezUuvCAIJ2qjNfNQFMXxEGgfAeM+92QM30GNfL+HkziMw/zSLCcbxbjcNwrgCRUAkpdtGsM4yxveB/MFATOoyjd3o9IRmAxuqjjwlLQFTl4KvnyZSDEfWLZK5Hs0geY91myoIxwHIsYg/PJ1wIhPjaQZpgBheYRRNgLjM6PizM7Z3VA/0QA6jkA5kO/z+DpgGKNEqYuBz34GrC8wipXY888iwN01RDwgAPENItBeDE4QI7YReLIwGSDK+5riMA/NjMNkYDjGSdpNghUkIkAFiYLHm+E2G7f2AvhIkjQ4HO8oTc8PDMoiDsq4tZaiXfAyVFVxEYzwQjFf4NAaVcAdQ4OI2IEvI2vAXTe4EmdezwXK2G4y4D3aToJlypnmM5PrAy7rMhpI0k5SFMN0BdbJdChD74+PBPUqigYopqRYF9VHgnkrIgZJ1ueHpqTgQEsRWhfxYZo8EoQjTGNVAGrvodlRwhT2VQAw/JD+e8QnyfhKEquPvvoCb330Pga99w7mzJuL7bbvhLoN65OwzcTosWOw48474aRTT8aue+yOo487Fs1bt8K4ib/g5ymT8f2YMSgqKsXJJ56Eow49AicfdwLOP+tsZGTFEYu44bQgc5JD4hXAC79v6HG7mMYJ0M4C5QF89hXtLB5zOFYGcRKs9LQ0yESz666dce0116DHIYdg2YoVGDrsQ7Tt0A7HnHgcidy+OOmUU9ChQwf8SD2WL1sOQ/tQSqHjttvijNPOwOGHHIZTTzoFbdu0QXl5GY485HCccOxxOOWkE3HAfvtBysyZOxfFpaUkep8ip24ejjz2aHTbvzuOPv5odN6jM3GYjhkkr+DhcG5tt3UHnHPWOTjmiGNxyvH/QavWzTF51niS2yLsvHMn1M/LQ93sXBzYfX9s36Ej+6TgasW5NsE+s5Jadupa1h/bHYvA34MAVx9jUpyGgYRxkHTTKWkI3BhSAecKTqAMAMeBR2JknAg8leAyyElTphUVBVzD8hWc+LhqIsIJV/OacZnluYIq7QAKlffZHmO8D/gpn8ku0x0okjSfE7C05flREoNMlolDyKhsFY0aPQ4/jh4Pj2UQHlxVWIu07HPBF22M48Lj5AvoMJ9yojBKAUISJF2KcLEHWw2FbRrqRz7A9hQMe6WUQkBm4DPdUwESQYpbVquwdEUhPEMNVRJwNBTLwh5/HgHiHxDpMpKpBMcnZWLwTRrKSeZKNGgBILZRKOVyNDSFg+ZyPBkLeD9FEUJGfglfB/AdA0OR72ilHNpTYCDreSLpYX5RPlYKgXQjNAEHWilovpwoz2P9BkISU4oWR/tBVVpScYypowKt1PewlNtx344fiwXLl9OjxTLUM6UVxLQdtiXkxlcGFdQFLGSkByyvWWdAUcxrKMkIoNKjCOgVU4kUllYUYcaqpShjewH7J3kNy7EqyCH1i0hc2gjTjVzVTiF0At8aAWM+x0ow0G4UKziW73/2CZ55tS/eH/YR2pFcHXLYYaiTVxdLli5DQUkxli5fgcFvvY3X+vXHIG4br1i1CmXJFLd487Fw6Qo0aNgYHbbZFtlpmYhyrtumVRt0bN2Os5hmawBoCwE9lIpsVcmc5gaQ+Ud+fQw++yl6CCMRBd9LcM7yYFIiQVi2Q/sOaNy4CbTjYFVBPpYXrMay1avw5ttv45X+/fH22+9g0cLF8JI+iguKkRbhHMuJZ4eOOyAnPRsxPgt1c+qgWaOmyMvKwVbNWiLGOUbSGzdojBRtpqi4GIlEErPmzUFBURGJ6DC8NqAf+tOLOmf+XJK7JAlmOfUzMEajQ7ttUSezHutJQ6O8xsjLy0FR+QooJ8lnwYNDfCN8qOKIEg+XXNgg4uhKHIyP2nawZ7WtS7Y/tQSBf3k3KqdnLzAY89NP4QQ74PXX0X/gQLzarx/eensIVqxczYmHk6FyQDYlcykckkVjFAwnGcOZPOCkZOiJDOAyr6xmDoxyOSFxsWfdYNzwnucrBODjqlgXxSjGec35EszMN+VyjPrxJ4z5eRyKysoBEr/5ixbj4Ud64cGHn0Qx0wzbgorAsFzAKR6cTI3UJde85weKxWIICSXb9eglMswn+oE6UAHO+dQjAHQ8hlQqRY7gQ3ExSpEZky9Asy/St9WrC/HMM8/h9Tfe4AScgFYaoifs8f9CoJguwpGLZ+C1bz/BS18OxWtfD8Orn7+Pfp9+gLdHfIolFYUop8emNAIUkfRV0BvoKUWb04h5Gtkk8NkpB+kpTe8fbYg26LsORFzjcqFjGm1y6oRJePXFl7Fk3gKYhMf3GA0/4cPV0bAu0E48Q3OmfSWNgYrFAHqGipJJ+Hwx8lmvoU39MmkKnu7bFyOGf420pEJ2uUZWQtHbqWD4DHgkBZI3nS9H6eUGDu8p5QKs36UeaUmNrKIADQs18vINMitcVFT4eP/b4XiRi/uiRUvgBwEfqwApGp4BD/Y3DBndkk9N+qUCcLwMmjVsiisuvhRH9DgUGWnp2KpVazRq0JA5EB4RjlVOdjZyc3NRv25d1K2Th9127YL999sfjRs1gqs5/l4KAb3Dvs9Kee1oF0ZpJLmFzKGCRzsIQ2XgOwoBRV5IipMVkJeHwNVIqYCvARSSKCM2YgIYTiiuS9tjnbyAxxcU0T0rMxN1cusgjzrlZuegC/Xp0aMHGlJv0UNRc5f2E6GowCv0khgAABAASURBVEDKSJrD67T0NPZNIcoXHBi2QB2TFQnIPUXbSicGmekZ7Gdd1MnJpUdyOxx+2JFo2aIVHPbJsL4I7VPioJ5gbQ77q9mKo+VTcw4EJeAdFQqbgWDj8plgAmrboWtbh2x/LAJ/CwJckMDJo6QsgQ+HfY577uuJXr1eRu/e/fDcc2/jlVeGYuXqAiR9A8XJS3GSkckn8AJOKExTnGiNCzeWAXCb1nCxhJPOiddBOd96pRx5FxdCDUUSpt04EInDCxQnXo0E38Z9zkiO/JpOOcgvLELfV/vh2Rde4r0ASS9AXr0G2HPvrui2z16IxtIgZC9g3kBH4XHCTHg+fKNg4AAO03jPsI1kyjBvVKZweJz9uQYjILkMqC/cCNghJOlp0NEIUpz0y0vL4Yh+7JOQRS1EkbpNmjId06fNhtbsKzi5egZc12GPP49AmfHw/ZTx6PfB++j73mA8/tpz6DPoFfR/5x0MGPwOlq5aDXA8PK3gE+8kF7sgaUgINcVFpMJBtEwhVqFJGl1okkVwbMtSPhIGLKNg6A1ZmL8a46dPx5L8fG5NA2UcsFTURamrkEqLwLCMoTepHIDPLcOSIEBBih6WrAyUacCjDkY7aNK4GTp32wutO24LeU4MiWZEReHR3gropVwFD+VRB1QRinbl0vaUjiBB/YtZT7liA7R7w5cjU8r641mQPs1euQLjp01HSWkJLQxwtKZ9KciWp5HVmsW2pJNDx+f31x6L95SjS9Jv6Bk2SOdzvVWTFthvz73RJK8+xo8dh+VLl0Pwbta4Kepk1UF6NA0HH9gDxxx1DA458GBkxNORk5mF5vTOtWjaHKtXrMbEXybyZa8cpaVlkK3oKTOnw1Nsg+Mt80A8PR3LV67CMnqOy/nCIC+oC5csQVK0oz14fgAwdDimMIBLG1VU21EOxx+QebF1y1ZoVLchcjNzcOB+B+CoI47ilvEByErPgsydebl5kPxx7tY4cEjUDMg1w1BzXlS0LcVQmlRKs1Jw1mHIdtJicXTYpj3SojHs220fHHHoYTjikCPQqH5jCBZCHmO857CcZinRJ6DOWilIfayCOgKBb5AW51zqA8XFJUhWJKGU4rwWhKEG80vmWiS6FvXFdsUi8LchYGQiUS65VRzl9Li0adsS9953K5574Qk88+wDeOSJO9CUb6e/kCiN+Po7rKJXEZwQpVz+qkJ8/sUIzJo9H77nYPyEKfj0i2/wy5SZGPbpcAx48018+vkXWL6qIFxUWT0CTqrLl6/Gl199i5dfegWDhrxDr+HP9BBWoJQT1YRJkzFt+ixMnzkbH3z0MSZOngaXk3/bbdqhLSdHN5YOjxNrflE5fho3EW8OHoIBr7+Jr7/5DouXLge5ArGLYM7chRj+7Q+YNGkqvqLer/V/HR9/9iV1nUcdZJF3ABLTUhLZr7/7nrq+gSHvf4Cfx0/E9Blz8O13o1BYVEovo0yoGj4nVcOJWxkNxf5rLhRsyJ5/EoG0eJwL576446brccUlF/MFIA+77Lgjbr3qcjx4y41o1aQJFyqSutIKTCCJemvEF3jjow8xYtxYLE2UIcH2ksS+wnUxM38lPhwxHK/z/kc/fI/JSxZBtqxLObSFEYXSuIslFSX4duI4vPbBuxg25gf8vGQB8kkUDRfRZStWYdSECRgzdTK+Hfcz3h42DJ9++y1mLF1Cb6aBcSPIzMxFw7ZbIdaoPhJRF0mSifncSvxszCi8M+JzvP/dV/hx9nQUmQCe49DT5GA5id+P06fizS8/xqBvvsCoudPwy9J5+GLCWBQUF8J3NCpISqEVXPZDOKHn06odPocUdnHLO5WBEanqeUhRCEyEz1saCWKEJDtKad+8DbrtsTfmz5mP0SNHo6KkHNtstTW67r4npnDueLXvK3j3rXcwsN8AfDbsM5QWFqNOdi7v74H6dethCHdGBvQfgDfeeAP9Xx+IwpISvjgqGI5dTt08yBbtssVL0e+1/hg4YCBeeullzJu/AAo6/Ofw2RfhWylJoYLPl1jNlwMhY4q6urzfkC+1hx50KKZMnoLX+w/Epx99igGs72POZ4myCkj5CG3L+Ai/coMASOMcRxclExC24/PFV7MuTpyQ+9K6ohaZ8UwcfEAPFKzIx+v9BuKDdz7AGwPewLtvv4sVS1YgKy0TqYoUHP6T/Jp27rJvCIivZ5gqd1ykcx5txhegouIivD7gdXzPOVC2tCMRvkAR90DsE7Xr0LWrO7Y3FoG/CwEFzpDwAoacntK5hdF6qzbYtkMHbLddJ7TZqi3iGZl4/4OP8OCDj2LenHmQbVzHiWD23Pm4+55HMPKHH1FcnsAnn4/ADTf/Fzfc9F888PBjeOW1Abjj7vvw2BO9ONEuhnbjWLBoGe5/8BHcdvu9GPDGYDz/4qu45rpb8fIrr2J1QRG++W4kFi1ZhvkLFrF8f3zz/UgsX7ESfV/pj+dfegmBclBMr+fgd97DNdf/F4/16oOX+/bDLbfdgVspC7l9J57FWfMW4Yqrb8G119+Ce+99EP36vR7qcuc9D2Li1BnscgRLSXh7cyv5+pvvwtPPvkBS/DL+e8e9uPX2u/Egt7dnzJwDmVYhkz8XqoAYae0SL064QfB3DVCtaifuKbSO5WK3Rlthh0YtkUM7appTBzs3b4tOjVshz0lHWXEpPnh3KO574nE8OeRN9P38I9z0ch/c8/4AjPdWY2mug88WTcVNrz6N+wa+ite//gyP9n8F9/bpjU9J3vI5RGUZLlaYcvQb+jZ6vfwC3vx4KO5+9mk8/NpLGDNvDj3UBpNnzkQfbiU/yHLPvtI3fEl4/JkX0PP55+iFnAFDj+DC+QvxJonFyAnjURABxi1fiPv6PosHX3oWAz94Dy8PHIgHez2Jod8Mxyr6mxYnSjFg6Ae4u9cTeOHtwXjuw3dw24AXcN2A53Ddq89g/OrF8NLjcHwHmi8eQeBDa3n2FCkA6OHxa9V4b2pnDDPy8YJRjFSdKgBJjUanbbbFnrvshgwnDVmRdOyzRzfsu/c+SHHOKeOLXEY8A8cedSxOP+V0GLp0x/80PiRbxx99LA7a7yBkcveh/dbtcP4552HnnXbGtKnTOL8sQNeuXdFphx3YiIMKz0Oc+XrscwBOP+EURGinc6bNQrvWW+PYI45Bl467ICctC7mU7dq0Q8etOyAWiXG7tx4677ArmjVqBp/bzA690zrQIZE769Qz4PL65zE/IkJbEg+neBZjbjT8TuLOnXZG62at4XB+kS3qOOvbps022G6bjnw5yYaAwXcPCJnrsjPbqN8UUc5/++3dHeeecQ7q5dTF5PGTULA8H4fufwiOPuxoZHBHJzsjG7vtsjtaNG4OrRRtKkCM3sWt22yN7dvvEOqSk5GDww8+HAcfeDBJZTL0rrp8QfH9oJL48kWsahhqTaBrTU/+5o6EDyffHDzfB8SgGNeOg3DLQ0mSYrKSCH7rCL90LTdZXmkF+Y6NhJJk5d+NgOGsHEBxvBW046CIb96zZszE1CnTMOmXSagor4BSGglOgCXcjk3JGynk2ufLqUZBSRnK6I1L8S21mPGly1eiVas2eKrPs3jq6adxUI+D8NkX32HMj2Mhed544y0MH/E9zjzrLJK7vnj8iUfRpu3W+PTTz+nlm41jjjkWrbfaClu1bYsHHngAJ554EiKc4MrKylDC+gO2/zMnxmdf6IumzZqi95O98fxzz+PEE05kG7/gyd69wZdwlJYluXVdgng8jkceehAvvfgSTjzpFIyfNBOfffkVSrjAfP39KBLRwdiuY0c89zxJ4nPPYf8DDsKMGbORTCTgExuf7RmITRtoTpyG14oTtaatwx5/GoEI7SQ7qZBb5iOL8UgAKM49Drf902lXQph+njYFgz/+ENu22xZ97ngQT95yDw7aez98M/IHjKDHY/nqfAzi9vSieQtww1kXovcNd+OOS67hguzSa/wtCouK4JPEJ8pTyMvMxXWXX4nHH3gYp5xwAiZNnYXvR4+mLXokBimsLqeN5Gbh/Isuwr333IPTTzsFP02aiG/H/oiC8lL4dE2r4gScVIBVxcV496vPMW72DJx82mm45+bb8fAtd6JBeg4+GfYplhYW4JspEzDk6y/QiF6a/15zE+677S7su98BmLpsCRZ45SiKK6SgkIYIXI/+IcWli7bkui6fQVqa1rzL+RZbzmHYVSGIgMREEGKg+fxxksEpx52Ekyl1MnPg0JvYpF4jjuXJJG/HIi87T5BE/Tr1cMA+++Pyiy7DrTfegkvPvyS8rsv7QjZjfMnbtv22OPM/p+PWm2/BNVddg0MPOQyZGVmQZ1rImENy1ySzLg7f92DccPm1uPGK63Dykcfj1KNOwKVnX4TWDZsjN5KBkw49GscefCS9dllo2bwVzj3rfLTfpgOiTowW7ECxMw3yGmC/vfbDZRdcgluvvxWXMNy/+/6oV6c+SVoU2SRpl1HXnXbYCREpR6KYRpK6P0nqKSeeggx6BFVIkd2w7isuvRKdd+zMLeUI0tx07NllD1xw9nm46dqbcfXl14Rbzi2atEBEucjNzMVVtPnOO+/CuiPQtDEhtD3ogTzpuJORk5ELHTjYivP0qSeeiosvvAT77bMfxIsIPo8yt5nKYUANO35XXf27d+3N30TA4xuU42i4JAiGE6uQQ0lTSoXPrKl6cHkFSBo2PMSoApb1UimIccmEB4QlYI9/OQKcQHxOCNFYFCmSvSmTJ+MSThpHHHYMjj3mP5gxnR4VycDxlB+3eJwAFSczw3LyfUHFdPImxGJxKKVQJ7cO9uq2Nzp16ogOHTrggAMPgOvGMW/BQm7jzsSYMT+jceOWOPzwI9CseXN0ZL5bbr0O1153LVq1aolclk9PT0ca62vWrBnq1KlDAA1EBbGtVMoLt7DBCfSU/5yKzrt2Qds2bXHuOeegy647YOzYX0g25yAjKwvKjeCQQ3pgpx23R8uWzdGjRw80b9kYU2fMQBm3ZIZ9/Dnz5eKyyy9B+223Q5utt8Epp52O/Q48ECnas3ZcuJEooMJHAUpVRWCP/y8CMlE7fB91SRBlsqDDBvLjADgKycBDfqoCI2dPxWKTxNadOqFs2SqULVmNNi1bw8lIx7S5szF70Xz8PGkSdumyG/bbrSta5TRA1w474voLL8MJPQ5HbiQNcRpMDhwc0bU79mzbAe3rNsZRXLSbZGZj1aKlSPAlgJMePBfYZbfdsHvnXbF1i9boutvuyK1XF/OWL0UZdZEfPGQlgcwUkCgoxs/jxqEdX2D27rwbtm+2FXZs1Ap3XnQlLjr5NMSgMXbGFHhRF8ccdiS6tt4OO2Y3xQm77499dtwVIAkB88hCrJIBPUimEkYxbMbCq6o4L7ew06Byu1lQoPAEFBSJYhaJXGZ6Jlzl8lrDYZgVzyTZyUZUR0h4FITgxXQUdbJy0SCvPnKzchBzYhCiKXVI6JKIST0NuB2cmZaBLNbpcDxki9hifs5vAAAQAElEQVTVjNFmor5GFss1ILlslFsPmdwGFqmblYs0tiX368SzkMP2lZR1IshhWxGSUM36VcBUjrPDeJT5hbA1qEt9SHCjkof3JJ+0mZddB3HOjZX6aerqID2ejmzmVSwvdcm9mBtDHeojv4jWLK/4/ETgQryB0td6OfUg9xw4YR0OX2Kl7lgkRrwEQxBJQDyuWWnZzOVC6nYYy2A/cnNyId9llLbAQynFz3AAGNaeU9eervy9PYlEIlBc8H15mydRjEajcF0XDuNK0VhoK+G8xTivNqqcEEsp47IuySDXQjQlbuXfjUDgewj4olBBjyHXaWy/bXs8/eTj3O57A28N6ov27dtxKmQfaASGE7bRLnyyQofePU07AY3Co+suMD6SyQTcqItmzZrA95N0AqSQnZ0JrR14bKO4qATF9MY0alyP6dmIx2NMT6L11m3QbZ/uaNqkCbxUAsoY2p9CJOIgwjYcraEVIC8xFRXlWLp0GZo0bYpmzZqHbUZcB1kZ6WhQvx5K6fUpKS5BYUERohGNBvXyEHUMy3u8drhF5EI7DtgAFixcjEaNmqJevfrhVpNhZ3Lq5KFFq9YwAJJ86ZHvBjHK0/BuwLBaDOP2/LMICHrcaQUdQkhyXMpEIgYphj5ncZURx89zZ2Kll8Crbw3CM/RGP/fsk3h94AAUFhfCpS0VrFqNZDJJ2+yANOWE5CwzGsd2LdtwW7ILsrgYu3wJyHNdNCMRSCtLIaMiQONYJrLYSIyLLGhjjELHIsjKyoChZzkoKUcuyYO8pBSVlULRljntQdEO3IQHJ5FCwK3w1o2aIIcLcFQW7LIEtmnSDHttvzPqxTNQRNtLy8pEm+YtkENvTZ2EQstINjrmNUGmD8QDmh7bVqGFwR7rI6CYIMIAfOIATaTWFSEzmiRq00SROLEWQ2F9miTO4TyWzvkr4JjybRAxxTmB26wR2pIj9XJcq0Mt19XCdCFpDkOH9YgerF1qXSOa+q5TRsoyv6SFdcp1lUjZtdOlXs28ivfl3tqy0XqZT9PGNhCm/1oW1A3hIfU63P4W0QxFFPWVdBHU8kPX8v79Zd2ThdfQ164dh4t/ANnW87xUGOdzBYSzpOIKbRBeY+OHkEzNvEIGlFJwWB/s8a9HwHFdxNPT4QIhgcrOTEfHDtug07bt0KXzjoi5GikStzRu24otlHFxLqc3r4LbcMtWrUSCtqKZJ7QhrTjlAI4K4GgDx1HwSUJBy9G0iYzMDC7IWVjFRX7lyhUQwheNRrB0wXxM+Hkst7rzSQoduCwndpngQu0lyljch0/Pk6MVyVwMeXl1sWTJUixdupT6RUKSW1pchNUrVpAIamSkpSHCFxb5BZ9LPZTygCBJmxZJQepOJX0IySwoWImVK1ZDrj32K78gH0uXL+N2pE+SGyDsG+Qw/AgA9o2VAewTP+z5JxEQYpbibB2GDpDk+KQorgLkj1zLDw1at94KWfT4nXfOebjh+utx66XX4eZLrsRtl1+FMw48HB2yG6JuEMHy2XPhF5SwEg+ltJWFSxdj2oypJKABfNaZ9JJQfHmJR9yQ6CX5IpRG2/CCyrENlAnHFyRtUXqRMrhwxkkWNO9r6uaxbLn8+ZOoRsI1MBz7jHgUy2l3iSCFkqAcqJOOefnLMHXWNIiF5PFlJVFWgvmLF0L+iLYfVSgoXI1Vy1cgjd5ph3bnyzPDFyA+KH8SvS0vu2BqoIjtr6I4y2gSvU0SlpV8YMjhZkmEpBEcb3gB9t5jDxxz+JFoUrchNImf5KtuL+Cc5VdJwPLV6dWhYm2Keqwt0pZm3vVFMa1aJM/aZVBdB/NIuTXX1elVodzbJKnKrwxo/7+K5rXmPRHFcI2wXfAeeChKbT11be3YX90vwwlSvCXFXGRTfGOWt2jxKsmbekDvohiNUnxAmU/yrqXPmqjWGmWlpVxUDZRSUGvu2Mi/HgEZV4674h5YgouoePHIukDeB8PFzI3HEXEc1Ktbl56cEnz82ReYO38hfp7wCz77cjgKSmTcAQ47eZMPxdnGcNvQUVxUJSThAw/DF5HGDRuh43bbQX4M8NVXX2HJ4kWYOnUyevfug56PPYbZs2YhTtKYTU9MWUkx5s2bg6KiQoCLq6KeNDNEYy66d+9G0ujj3SHvYvKkiZgzaybeHjwIslW+047boQW9OErRClkmIDmEScHloh8SV1Yidh4hcejerRvyV69G35dexZSJk7F48RK88+67+OyzT2FISJWj2bQPIQfhbAvDngQUCRnY8/+FAEcG5FzQHB+ZuF1CGvf5ApAwqO+kYbdtOqGeTsf0GTNQkOMiVS8Tk5bMxcffDEc+SXyrli3Rni8xw77+HKNmTsL08pX4dv4U9BzwMgZ8/B7ml61GWbpGItNBiesjGQNFoVglUUqvZSLmwIk6UBrw+BLDoUaUQxqlR9xJelAMlSQqAx13sTrdoDBbI71JPbTvuB2mzJmBz8Z+h3GFC/D98pl44PXn0eeNV1DAF44dtm4H0Cv5wZcf4+v5kzGqcD4Gj/8Gn0/+CXzdgWK7Dm1P/t6ex2cC9uCcgfDxItxhyKEAOUyVKAQ0mEBJqBnnBUtoZtoUkTrBQ/KGJVmxkEGvIsXtaBd7dt4dPfY7AI24myDEkWbIFwzAE9ugyMtMddxzEN6TPKIPVWDNoDYUXkhbItLW2iJpawt4iC5hHsbZTNhvyQPWw6Q1p+STdMlbHUp8jQQKmt7HX0WtqUuxr7wLhBqCh6JIa5p5RBRDVArzSH5eobYeurZ0jOPKBwEwfCjAgRMxykD+i7BAyYLFuAcEFXxgyhxuk7hA0oWfUgiYX96g5f+C9LUHX3PRdhTEcyKWINeBciBiWKcxHsq5FfPdiDEY1H8IZk6ahpkTZ+Ktge9i9sw5CDiJi80GXKQhkyYApdSv6TBgFoz6fjQ+/vBTrFy2ktkcpil4nGiZGUq7kOKGb+kA7ynFZ5G1Kg4ZxRgFBcaNRsBkMM1nRDkaPutHrT6kwyIIe1oZq+ywMYJtAEOPBThOoFdDMZcIVADxcgQMw3GUsaQAYgEBKzAgrOsI5L4IpJVfRSkFj54TxfGNRjTSuIi5nIEMFzAt3riKcvAWjjriYOy95y74/NNPcfklV+P+e+/F1MkTkBZTiNEr4joOHJpiWpoDl6u+of6Kmoi+cdYZp0clPa5xysnHYPfdtsdLL/bFTTffjKuuvg7fjxyJTjt0DL+g3bRxU+y4fXuUFC/HLTf+F6/17Y8kF93M9BiiEQeKxrTbLjvi1JOOw6QJ43HtNdfiyiuvwauvvo727bbBpRdfgLp5WVB+BbIzInCoF6iYT5sKSHrTSDJFF03yeMShPXDMEYdh3NgxuOKya3H1FVfh048+RL28TKSx71Fi47APaTHNPgLyHBjjgpXCJ2aG940CRJhtrVN6XS0ahhaOUPAPHgYBxzSgHRmOTbUiHGo4prIPSbrzxMvneoCkV+f541D6WC0KXLewxi7DwipsQPEZV3CIBPOyTfHe5SkHdZjm0FMMKMSg0Xmrtjhyzz0xfvT3uLvn/bi9z0MYMuxdZJLgN2hYDw7t9OQTj0X9vFw8OeBF3PL4vej1fB+sXLoEHbZrh7r1crkNrZHFOSfC+ioQQP6It3j1IiyrlY9SlaIt+aivo0ijd4/oQKVxHuWLcR1uOacpTZ35LFH19GgEUVcjnhbFAd33RusmjcOXkod6PYb7ez6CmXNmo3OXzqjfuCF2bb8dDuq6N2bMnY37n+qJ/z7xIIZ8MQw53NLOiEXgpZKQ/1IwSqKYwS3rCBd4hwak2Xd5PJXEiY1LEIXMCCZBlZ0pGOaqFKx/GEBVCbPhfzt+uzSbCKuXcO1chs+XXPu0MZ8RIscpy0BMTdKkDyk+M4qTydr9CGho4klmt1mq8iTklZHw06zps+I4KrZumB4w069iIHOhBw8p/ksECXhc/1JIwtcBDNsUfUAcWYwWwRcSNwpHOQBvKKbwsYCmfYndMgLRR9rhQ8Pnw4TPg+HcU5Isx5gpv2D+qqXsmyHmvMdKtWLIFQucqxX7FLBCtlxZj7TLChVFU2AAFoajucbxRVppXod6BgBDsU+wLqlH9AkYl/ya5VQoBpLuc/5POR6SThIVSKCcnu2U8uBTByqGUGCgAIqigAfbCDvNsLIySF2VQrWYw1Bq4ykw1/h+yeBw6CDGz5HjGGuKYr8MAj4AQvI8PmjjxkxA396voW+v/ni5Vz+82XcIvvh4BObOnYeyZClSKgmfM31Ag6EdhsbIisIHpoKvQQEXOrFVTasb/d1PeJ51jRv5C6Kei6k/TcXQQZ/ix9Fj4XArEjRwrfkwQUEWSdFNOw58PjCKD5ds6X0z4nt8OPgTrFiyCrR55jPQLBvQ+lPcvlEqChOwDhPhNl6AQIyTZQ0nSFfHqJrLKxeQPIwFMOxtALBt1NpjzWiztxKv7KhMqqEEAYyfIm4UPwG6zogT83ESZgTh5MrJw+OkIpOFUT7hCqAgYlgn1khlTOpneRUw8qsEzJ9kO/F4BIce3B2nnHQU6tbNBYcBMrk7QsxYplG9LNxxy7W49ooLcVD3/fCfE07C3bffiNtuuRg77bQdXNrEQT32wcWXnoxmLRpCJknFcW7YoC4uvuh47NV1Z3oJU9imXXPccvNVuOKqc7Bdp/Y46OADcdMtN+K8c89BZkYWIm4EJ510BO68/Uqc9Z8jsfsueyI3Kxdnnnkszj33ZKpFb1OdLJx/1n9wx6034vBDeqD73nuxjfNx5x13oEP7rQHi1b5tM9x03SVsrz11cdhLhYYN6+PE44/EcUcejBx6mupmRXHN5RfixmuuxJGH7kuPwr644eorcPd/r8Il552KFo2aQL6wfvopR+OwQ/dHnF7VwEQhz0CKEzHRDDEmoBs5FdM072uGDkMG/+Apunq0F58PqMdt2BTtS5TSKUB7ilGFBD1sKb5UptF9EjWi96YpbMJRccM6BJuA9iI2KaHYqrTNVmiGLi9dQDmcnxTqpmfg9AN74IAdd4UTjSJFApeijg0z4jjnhMNxyWnH48Auu6LjztvitKOPxI2nnI6tSdAyqOfObbbGHRdfgR6HHkRi2B7H7LMfbj3jbBzSZTfU5TyyZ6OtcNmBx6Fjw5ZwtIbhlnF2Whyn9uiBQ0lAdU4c7Zu1xAUHHoXdWmwN8H65Y+DGXJx62OE4Yq9uyIuno1XTpjj3wMOwd+ttkB0Ae2yzLa4/81yccfAR2K1DRxyw82649szzcUz3g+iZiqBxVi7OOPI4nH/WWdiPW5nddu2CC0/+D2445Sxce9zJaNWoMbhTjn277I7/HH4smuTWC3+xy8cXJjBwiKUQRBGHYCqj4CuOjzK8E4TPN4j0r4LwUOEneL9S8BcdAeutHM+qiFxQPL6ABdTLo6RIkBIUjzsUnhBwKifpoG1JHnaFdsAeMCIkznMC+FyLWGPlyfp4i3lMlaAqrLzmRfgMEp6wnK8DJEn6vy+eiQAAEABJREFUp86dihE/fIUvvv8cX48agR8n/4iFKxeRPCXhaZ+amUpboO0brktByqcSgEPCyBiCED0DmbsM51nFPjjMG+MYuJ4HB8DkGVPx8LO98OkP3yCVTJLTGYhHXMl8wBd6TV0URf47P7hAirWGf6xb6ub4Uokwv+E6buQ54S4HmN9DEqF73Q2gSfwcJ0XFPBhey1wfibrQhkmsg9YAo3ykHJ8vO+WYtXw2PvnuU7zzyTsYM2E0SpNltBkfhv8qcVSETLRnB5gmnZZ7lSJX1VKZwmbCXJK7NomuTZ3ZWF9k+FwSL7G1SZMn463Bb2P6zGlYsHQepkyfiKEfvIenevbG98N/QKrIQyRIgybp85OGRRwU5pegorgCES5yDkkirYiTjsYv439BPBbHmWecifYd2qMLJ+Xzzjsfe3OS1Jxsg2TAfA4NVMP4CiWFpfCZFnPjUHxKI04ERx9xFE49/WS04KTrKC6IAXvAe5qSLE8imUgioiNh/qgTZV2sT7E+z0D+8GexfK+IC5Wr3Mp78jj6YLuKFdX+U3pZLSFBlA8mCBEHF7jK7/UBipMVk+GnPLiaGFYhJGkAYPjBLBt5wJlDbtASwDJQGmsEQIwLtOMqdO++Fw4/7GDk5GYxZ0DhIBgf8mbrOhpNGjWgJ/B4XHrJRTj+uKNJ/HbDGaedih132B5CCHfvsgv+c+pJaNKkISCTILfyGpOYnXzSidi9Sxe24yJIVKBF82Y4/thjce3VV+OiCy/AwT0ORHZ2JtgEFHw0blyfpKwHzj//XHTr1pWkNQ8nnnhcmCZbxoo65WRn4KAD9sWVl1+CKy6/FCefdAKaNmkE0dNPVaBNm1Y4+6zTsXXbreCTBDtcoPLq5OCIIw/HgfvvG3qGAi+Bxo3q44gjDsEVl12CSy66ELuxD3vs3hmnnsL66BnKyoyzzGHocdABkDocTQ2TCfYlQl0N7RUcF6x3mPCe4kjQyhkPKOtl+QcuDfUJKKBopeDRaxYQS3BBJHBhPwIunupPEETphqK9atahw9BUYiI3KNImUIUH78u1LJoBCVkayeABB+4f/hLeiTrgOyMUx8kjkc3OyUK3zl1w6REn4rKjT8ZJex+Atpl1kcW5J73CRy7npl2at8WZBx+Jq044HWcddCR232Y75DlxxDnndWzaCsfvexDaNWiKtHIPuR6QmwKO7rovDtxhV9RBBNs0bIKjuu2H7Vu2QbTCQ4zPVf1oGg7ZY28cuOvuyOJ817ZeQ5ywfw/s2LwNsohLGklP+/pNceIBB+PC40/G+ceciH233wUNo+mI8V5GmYcW6bk4ZOfdcdlxp+Lcw47FQZ06Y99td8JZBx+F5m4GGtFfulfr9jhy3/2RWzcXnhAMPpKsHiG5JhsIFEeKEugAIgaK46OhCJLMA8wCZRAK/umDemjOU+D4KuqSImGUOKizdjTk8DgXOJEofJIuuVacj0QgnWY+SfttYQO0IVRLVTvV+Y3iOsL6v/r6a7zU9yW8O/QDvPXBu+j3xkD0ee5p/PDjKCQ4B3iKWDqAjwCa9hY2zXnPYwpcDRXRAK9l+RExtEWp22NZx3U4Tj6ycrPRcfuOaNq8KeSFwkQU606A5gifg2JYPkmyCA1IvQF1MzKGTgCQNHqKhhhhT6hHkrsZhqFx+VQw9JWPFEmjlDOOBs0PHstzGQ1/+R8o6s825Jq1wWc/5sybi379+2Mo+/z9yO/xwosv4vsfRpLoGgishBmVR8CAadUYbjRkllp86lrcNyilEOH2l3yXytEuNB/IWFoMZ55zOq677Spced1lOOusM/ki4uK9N97H7Anz4JS7UAkXMybP5pYdH5ZeT+OZns/i4/c+RtGqYhJIjTEjx2AiSWLhqgJ88+23mLdgHorLSjB7ziyUkLhVlFVg5Lc/4LWX++Gj9z/Gc32ew5OPPYkBrw3EvNnzEHGifBIUVixdiaULl6K8tBylRaUY+t6H+OCdD/A+5ZneT6PXY70whKS2qKCIz54DWjfKisrw7Yhv0efJPiS3fTCg30BMGj8Zz7KNCT//gjROurJ+1eZx3VjfONRMNnyEDWSCLSsv4wQRcFYBeVfAtChtIQ7FWchVmouEWiP4nUMmC8NShnnWFl4y1WcdPgwn2vA9hIuW4iApTkKQOAeCcyTHG3A4keXmpCHKyRCcPMFJzZF8LGu4uCvm1/AQ4X1XK4CLQsTRDH3q78FxNWTbF8wv3z/MTE9jT6gRy4HtKAozQOJSh1dRFuqXTEgYQNN8FOsHJ+KUVw4hjencJnRIOhR1lrZdTu6acbBOhxOrw4lW6nWY7vDamCTLBew6/VZeGfueQjSiEKEoTuJy3/cqYGQSZx8VQ6lf6g3b4KSvOEKKixUYsqKNnIZp0oaIxEWY9A+dYlEeSaFSoeZIsV++EHliQ4ABxn16S7gGhSTvN7u1Ef3DGolFGIYFf+1rdVplKFhUirxUgHnDdJqHYXlDounSPhRtxuO2bJxZ8zyNOvRsZqQAVZ6A8nyu57SrRAouPTlZXHnzdBTZfFkNv+cXAcrpv6nQPryYgscFuIJjmqA9qKgDQxuQhZ/JfGE2cMUzQ0wcAIoE2eG1ZhhTGnHH5TwZwPUr80leue9Qv3Tlog7nqLgBdDLFfD4c4uuyD1HimMYymXzocrWLDB9Ip9cqwnzilUrn6p9GshthO4E8M+y/R1slBaCWfE74PImOIiBGlSKfCuBgKdYbhhIHoKgDqg6JilRd/j0B1XIch486e8A+gWMZEEcGojS11NCOgxTHFMS6UilFvZnOvmgSX82wMv2PP5VkYSerQ0ZDlErKSiGk6uAjDsOpZ56OA7jLUFheiiEfvIOlq5bBo00UJ0sxf9lCfPrV53jj3cH4dvT3WFGwKiRnK/KX47sfvsPMuTPD64BzHTgnSNnvRn2HpcuXoGGTBmjXYZswTIid+UnklxVh1M+j8c6w9/DhF8Mwfd5MmKhCOXc0Jk6fhIlTJ9GbWQEvEmBl8Wp8/+NITJk1FYFDA6cHe+nK5Rj10xisKlwNjxYwc85sfPjpMLz74fsYP/EXVKSSSHG+FHIoMMmzHHDQfc6VixYtxMxZM7Fz551xwsknoj5f5GfPnU0LCoiJ5AQM8wpkW7rwMau9EASclFKcYCqfLw4+H0BFi8msk4GchpnIqpeB3XbvghOOOh4VqyswevgYJPMDTPpxKp7u+Rw++3A4vYgpLJu7AkMGvoPXXuiPVUvyIV7BsmI+WJxsly9fhsKiAsycPR2ffDwMixYshMe3659G/YTXX3s9/K9/Zk2fHZLB94cMRZ+efVBKr6JjHEyeMBlffj4cJSSWxflFGP7xCLzywmsYNnQYCvOLMZtE9ZUXX8Hg1wejojQBpBSGvv8Rnnv6OYwdPQ6Fqwsx6rtRePLxJzG431tYPG8JkmUpaFWrh/U3DTbg+BpKwFn2m+++ww+jfkB+URHARStRkeRkbBDQC0uzgOI/rBFs9KieRA3zGWisLQEXNSZBq4Blffj0AihOMYpECJywlMQZgtMXlAfNdE1iqLiogeKSCGrW4SiQQBpKAIf5NQVM1zTagHX6XCAcLhRcKbg4GBIyh9oE7EcK4ik1rMuwXsNFE5ycFdsFJ0EpYkgIpY0ot8QNvX+K9x3qEXE19fYRkPCARE5z0g04aSvtsekkEolSGPZL6vLDcgF8ehmVpLG8Zj0Sd7kQKJ1iPeVwyB4cbVivB67vYX9FDykHmqNH8qgVoZL+SfC7EvCuXyUM/tFTQWmNJLcAS8vKMPrHMfhh9KjwmTeCNRcSCR0CLvlgNl1ZTTt1WIfmeCvG1y4p1aiwMhOONzimihkCIVTy8sAyNAC4SkHK09UElwBHqKtLwiEkLI12b0i8nFgEvgOkxEYYhgsm61H0APKhQEBPUIUOIL9E9uMOimkLJVyonfQokkxPcsxStDNaB5QYLNshP4FP25AFV0ik1B9w/OU6yXTFMTeiP/GRNJ+hcakDF22fEnUjcImZz/4HrkbARZ8PADT1c1hOUz8aFgK2ayJMpA5BogyxSARRpeBQQMwEIzfisvs+SxnIIThJSHWIHZguuSRVQbHz1SL3JZ8IkxFmxt93BJyIRGMRabW8vIJOh2/w87ifUVZeDo8vIGJT2nGgOa4GmtnYByqqqbAIGMefOJTkrW6QcVYDQ/w1bWTbTh2xzbYd0KXrnui4UycsWL4QC5cvQgXniB8n/ITeL/TBgCFvYvjIr/BS/7546vmnMHP+rJCkDftsGN7/6D0UlhTCVz6EyH06/FO8+sarEBK5nETxjUEDuYs3FaAdLFyxCH0HvoJn+j4fEsQ33hmEXs/1xgeffoiSZAlGkzz2e7MfFq9eijK+kE6cORHPvPIcXn3zNawgYRQSOmb8j3jtdeZZsRQ/jB2Np154Gu999CGGfjIMvZ99Gu8OfY+6GEgfAxiIfRptINcu7SggvrxCu3btcNGlF+MQkmQaFkgRmEfurAUUsdpST12bO66UgnY0fE6aSoWPB2ToZRJLqXLA8aFoNK2at0aTuk0xd9oClKwswyfvfY7S/Apcf931uPmGW3D7rbej2+7dMerbUZg0YRL23rM7OnXcEY2bNMUFF56P7TpthwgfMsUHNiAJiSgXipbmmhgOO/hQ3Hn7HbjnrnvQfa+9MJOE8ecxYzn/BXzkNRx+qgCAD0S4uuZkZnML+yxuKV6Lu++9Gy2btcLob0Zj1bJVWLJoCb76YgSaNG6Km2+8CbffdjuuveY6NGvanO1pJMtTrCMCzqyssPaehl0TyCRkFBzUX4ULmLw9PvX0U7j19tvxyqsk9gXFcKJxGOXIugKHOCvumchiEZbnuBmKnJoziOY9cFyqxTBeKQ4CjljAWU4pzTHjssmJ3uUixjmcVRkI9goMFS8VQ05EkMU5SCDgZKs4gVZ61sQSWSvzUWWEirGcETIgBIAtKaXgui4MF0zZRpF6U4kENNMjTHdY1mFc08YNjciQVBoSQzDue0k4bF/IXNg+1ZVJUcRQH2lda7YfpnsI87FdxTLxeLSSePDaddln1qsdh3p41NMHo1DUUwgmbyMiCzyJBUiIjSzq7Keh/oblHa2YLQnRFyEWAYHhSZwBzR6vLYo3AISffCB4N4z+gx+ikatd9jGKlfmr8NxLz+O2O2/Dm0MGoZCLVYg7M/lh3zjef0pnA6IDgWJtCVhftRgYBCRqjsNEegMV5zKHL0IR2miEpR3fIEIcHXrc5A9tx5nOYYXUR+tEkBZBmWNQEVMooyTSXV4DFU4AlRYNkY1yuzdeESCTnrpYIkAWX2BzWKtbmkQmPZIZ3IYOhfeTHPeEA3CzBX7cRSrmoFwFkLQkyaZ8P9Ej6UgyT4qKkOqgwg3YJoX5PL5YpGhjKdYjxNJjmQTVqHAN83gooe2kGBdJcH6u4L0EX0TEs2mkPS8BIZlUnxoqeRLhy9dySIgdwSMACBfYJCSPAOHz4RQJ+MwGxArMhynVFskAABAASURBVPBQa2Lh5T/xQaKrqZdSCkuXLcUTTzyOO+66Ex9/+gkq+AwLTh7xStK+DEOjwGcP0IxIP5mE/+9hWFAkoA4BDITIR+IxrC4qxBzujsUzYsjKy8L8JQsw+P23UYEUTj7jZJx9wTk4+MhDMHfhXHz4yYeIcEeibv06mDFrBhbS2xjQ3hYuW4Tv6W10aB/NWzRFGXfaigrzUU4PZUFpAT4d/hnGThyHbgftg/MvuwhnXnA20nLSMfDt17F4+WLUa1gP8xbOY9vzUcEdjKmzp2FZ4XJMnz8Dq0vyUZYqx7hJExDLiAO0txHffo1V1PuYE47FmeeehVZtW2P02B9RlqyAeA8FO5oGRAznpMzsTEQiLr4cMRyjxowOt8ObcCvcaKA6f2gctFkQG0K1xZ6EpPb3XXOSkIfB42JnOKkGspApgM8mUvQGRtwIIk4EsuU7Z+YczJkxB165h7E//hx69b78bDhK6TksKy7HsiXLaDucmLlIa6WQxm0/x9EQIzTy1AIkAyIGuXzAOnXaHvXq1keDBg2xbYft+IC7yM8vZAZwEddcNwPWpxCLxmA4+Xdo1x7bd+yE+nl10aJ5c2zbvgMK84tQWlqG5ctWYPHCZdhn733Qbpv2qJObhzat2+CwQw9DZmYmovLdFSEUfOipxj96KvbKcRwopcI+GurEaHj9vygm4yiypo6qC0OypjTbknbIXFbTgzhnwXwMGDwIr73xJieQEhgdQYIkHlr00qyCWnKyBRTCYyNxE97T8HnPwOHbPXOyniQXZSgNmWANF24wn5IFSNJIKqAUpKxhW5JsaHO8BUkPOM5KOXBYD3kUFJc63oBRGpDMTAmkzgBgd/jBVJZJkSQ4yuFdRbtNoaKiAh49RWF9XCQ9lmE2+Mwnb8qebwDmr76vFHUKk9iOAjTLhG1KI3KPNo1IBBUkoqHeEdqk9JsC5gXziDKsgvWSvFB5A0MMAihOuEbiMg6ST+rkcxewfRWNsqgD5oJPnQz7KHVI6AVAoEiEiZkMjWFZw3JGK0AEm3ZIc2D7mmMfbOZnQEH+AbLtV1JajNnzZ+M5ekDeevctlFeUwncVklTAdxRA/bGJhzwTlfkNMWBZx2U9iksx49EIKkgMAtZpOL+IJzPGeSoqeBJDzYGOGAXyKWgCp6ERcaMwFSlEiSVv09ZTtHnWxZcY8daJfj4xFTLgc5zkf+ExtBnFwXCJuayHRgqCfaVdJTg3OvIMsz2HY6R4z2U7DtvVLGMYBqwnMCQYxDygyH2py4GiVSvEaEMByxkNuLQvVzvcrpZ7GjJdSr8CxZHjuBn2Ncp+i+27bJfVQ9KSCCDeTonLPCt1uLypaTthe8TEIXbysISYUifF9gN6SqkmUuybcSMQoghiCV6D98FDMQOfCirACO2HSRucDnUOOBZKaRjpC/vp0/ZZaIO8fz4hbB1BqDNQXFKMaTMm48lnnsRHn3wU/pjC48D4BDygQAGafdBKcy1hXKk/3+TaJVjc4TO/hAT1/gcewGWXX4577r0bU6ZOwV5774VGTRph8rRJJGsL0HGHTmjYtDEaNmuETjttj63bb41xE8YhkUyg/XYdUFpeQqI4k3aX4M7azHCrWv7P56ycTDgRh3AFVN9g5epVGDdxHOo3bgDxXkqdjVs0w4GHHoxFJIgzZ85EC17XrZOLOfNmo7C0ENNmTUe79u0QiUUxndvEJeVlmPDLBGy9zdaok1cHWVnZKE+UYyW3wOs2rI+TTj0ZF1x8Ybg+64jmvO3DcTWoACZNnoR+/V4Nn2fDMR/09mD8OG4sShJlGPnjaDzRuyemzZyBQMaY+IY2hS33IGqbrfP/zoo4gSmlaBsKkWgMymHoxhCkOClw5nI4ech28erC1WjYpGFo4Jp55GGd8NN4jBo5Ct9/OxKz584NjbROXi6UroRNc8J1WV5xggsJqAdIWoQPXcBJJca3soz0dLZNaKhHNBoFbRJJPlQRToay6Cje8ujZqaCBizfCjbiIRl1IIZ8TdVpanO0ZPgQZyF+dD8UZNTsnm3kq69JKk4TWBTiBhNs6LCPt4x8+DCfTBN/wZfILHzbqU0loAgS8t6FI+h+LPLAyQQfEM+BDLO2ICK6VIR97LiAp4yPg4r24IB/93n4L/d9+G6tKSxBJS2P7AFUgxIpaUWgKCK8YR/Uhk7dcc2GAhkObSXGxhIqQRKXgxtJJ0AyUEwPXIkBzEaI9eXBQXlrBCchwYtLcug0AJwIhPh7Jm68UlzwHQeCA7ywwrC+AyzQZc5d1Um+OsWJ9SjMPFyTWAB8aKhaHciMoLk/gq6++Rd+X+2E1XzhSxKK8rBwu72uKYV6jHIB2aGhziaQHNsSyUehoDH6goJRLHQPqJe1GACeKBPVmcywWBzMjRQ9TwP55rK+MLyke+5cKAN9UiuKiD4e689qjDohE4aZlwGceQ7s0zB9wLBJlCfiG+rCvSkfhs21fR+BRx0D6zuuUUQD7liRGYJRVAlqBilP++JScYhc+t4WlvE8lfNYlhCPgAmzWiCH2IgHDTRBTmUd+9MRSHNMUZLFeumo5Hur1GN4Y/DqK+OxqejSKEhXsg/vHylblUI5mfQE8XgshTFJxz3FQFhgUViRCclNOOy6nl9blXBL2ieDLeCpocIqBJ7g5EQSJFAKOl9IuHI6JwzAtzrknUDAcf5UycNhQDA4iDDN0DDHi7lCCaATJWAQVspjGIyhgex9+MxxvfjQUhYyXc4FP8VkKOM+5PrtY4SPqaTgc0zjHMxZoZLpxOClAyb2UAsp9uAnDaw9R4yLKcTa8rxM+Ykkg6jtAaQppGdnwRG/2y/EM6wgg9cV8DddX0NQ/QruSFyTDvrphPT58vl0o9pPFwCwQsilxRRtyYnHWmYJg4CuNMqpTQUnAkIQHSNHIA8jBRAn+QAzLOY7DZ9NjTCxShWQx4DgFtKtNESN2JML81baolILHrXdjDLTW8HkvlUqhNFmKRSsX4bU3X6W3bSxku1VFNRBRSHGnQL4Xy6Jw5OMPdP/D2+xDBZ/trPRMZOdkwWP7q1eswjFHHo0TjjsOmRkZWLFyJVatXo133n8Xt93+X1x48UWQ/w70u5HfIR6LQVOP9tu0Q916dUNyWECP3mSSTE/5OOjgHlBKI8J1LaCle3zxyGddhcVFJJjj8dBDD+HCSy7CVVdfjcefeAL1cuoiyZfUBnn10LpVa8yaMxvzFsyFz+ege/fuyKA+M0ngZpFIeny+xVlSv249dO/WHW3btsUgEr4bb74RA98YSNJahkQqiYD4UgX4fgolJOFf0Xu4etUqXHrZpbjzrjvQmMT36eeexmdffo4Bg17HoqWL0bBxQ4D9Ejxcx8WWfOja3HmZArTjQB5wpRQMH1LlKDiIcAKKcZKL0A1eDvluw7L8FejYuQPadmgNJ65CL95tt92CO+64Hfc8eBcuvPQCHH/ycei8+66IciJlYU5OBh4fWnnotcNJjycUkOI2gdYKYpgeDTNgu9BM54QLTjOO66CMb0IeyaHkifBaHiKXk7HPSUMeCJ/1BnzIDCXggldeUY76DeohlhHFzz//TKJSQaOXSctg/ITxEK+A/M8XMZLKsD38s0cFF8xvv/0WAwcOxKA3B4XhgAED0b9//yoZgP79RJjWj9Kf8TX3qvP8RjiAeQf0xwDmH8ByA1nPwKq65Rdr/d7oz7fPYighSI5CPkn5K4PeRL9Bg5BfWgrFCUsGx3CwFBceRai04YcIAzAd4cE7MkA6gtfpjbz4kmtwwYVX44qrb8SVV96K9z/4BIuXrIQTTed4+DAuyRUXxDQufDqSBkVSFFAqyriAB4DiZBNw644K0Ao48agYOB+GccOVThZLraMwXLihXQQ0GiVxLoyQkHWE40x7GPbJ53j5lX7cklnMfC6iaZm0O9oYF1zDRdWnlVfQq2SouxONw2ddns9FxgM0iZ/POjXTjdEwbEsco5F4JsBySeYz7IdvIqD50mQdRGOZtHVF0exHDAH1qawvCOuWekR/Cf3qOqQvbD8Sy0DAZ05r6kFCodhXsI2S0goMfud9PN/3NawqLIaOxJFkH6kgwAXTcDEniNikQym4joOFCxfh3SHvoD/tY+Abr2Pg6wNDOxlIW3mdMqB/v0q7o938aov98Vtxsa/XaVsDKUOHDsXSlcshfz6pAkkUJErwzKsvYthXn2Np4SpEstKR4vO7Sfoyk2cCBI5mTQZDP/0ctz78MG555FHc+URP9Hz+BQz/fiRK+SZhYlEkFZBi/4TsBJEIrzUkDLQDAwUdT0OEuwmB0nzRDUg+EIrmWEQRRTpiiAcu/OIkRyIK5cSRKk5AGUVS4qGCWHuch5Kui/n5q/HhV1/hvS+/xNxVK1HmAIWcq3zalfYUIiR4Lu0DJIGG29QBiV9AcphG4hlh7Yr3Y7Qdh3kibhrgAyxOMfQiRuA6adAkiOnxLHj5JUiLZ8AIQWT+OF+e0lg+wrpcDywICBkwtF/jA4r6apf6kwiS93ILFChXCkZINAlLOZlzKYmITktHKQnPMBKCAe8MwYqyYiS1osoBIM8/4wa/HqyBF2un8LLq9ImNw2dXs0wxCdBbtC2xlwEyD9GmJL6pMkDyV5UfyPL9XnsNAwcOwACmDR36IVJ8yY9lxqi7EMXF6D9kAEaNG4NSrxwprgWKRFE5VEwFCAiIoQ3x6s+dtCUpIIGm7cRpT3FiesUFl+LU409EJrEtWLmKLx4+fM4h2ZzP6uXVw0EH9MB1116P/956O2647kbcfN3NuPi8i1A3Jw91ufO14/Y7YfasOZgxfRZ+Hj8eXbvsDdntkjaSfFGM0jZcOEiPpSPGl27xMl544YW45eZbcOstt+LG627AFfRk7tF5N9TJzkWzho1RUlSMn376ibbjQ0hg2zZbY9mipRjxxYiw3e222RY+7a9Nyza48KILcfMtN+OU/5yKWbNm4anevbF8xXI4WkPzuXC0RlFBARYvWIgWLZqjVetWaMbwRHod8xrUxzMvPocF3Fo/7MjDkZmdxbFIIhqPcs4TQxTEtkzRtb3b8mYm4nPyNsbwTcnDjKkzMWPSXIz65ic+oG9i6MfD0Gn3jti1+y5o2LoeOnfdmW7rJfjwgw+wZMkiTJw6Aa8NfAWD3hmE1QUrEWhONA6RU4aGlApF6g64sAVM87gkBtpwbvRhiLDPh1veAI0yiGdFEKgAbsyFdjg1sS6PhDDpVcDnTBpN46PEe3yWoHjf56Qn8YBvYc1aNkOHjh3CX5K98ebrGDthLIa89zbe5iRYUVIBPgPwOXGEZajeP3kW8+F+/oXncf311+OGG27AVVddHcavueYarJFrGa+WtdP/IH7dtddC/hj0NddIWFnHdaznuuuuDdu4mZPO8pUrSDg8LqwaxZxIl5cUYeCQtzHwrbewbNVq4hRwca1ESHGilJiSj6p4GOWCxKJcpDzMmTMfI77+GvPmz+Sb9QrMmjsTjz7RG33aQC2vAAAQAElEQVSeeQHLVxbAiaQjyUUzkTS0kTKmFaKEC6FD4hgl+dKRGCd1Dc3J0SdRKiysCPNo3jdcUD2KzwXS52CnvACl9AwKcZNyhnr4TBNJ+gZZuXk4/awzcd2NN2Krtu3h6lhIUj3W63MizufCq5gWIXmlaYX3VjOtpCwJKV9Bd6DoaVQERcUVSBkHyaRBfmEJimhH5RUeyjjxKupWWu6hmCS3gvfdSBonzUxIuYALennSZz6PZcpRUFgKqVd0NiSHbiwTCTK+cnqUUp5GYVE5VlP8SBzQEWguFCtXF2HIB8PwxtvvYv6SFShNeBBPJ1wSZRLXwJhwGDblw/DZk5ekiRN/wZ133I0bb7gR119N27jm6tBW5Lu7V9NeQpuh/VzzBza25j7ruO7qa3ETsX6YJG7G7Jnw+fyaqBMu3Cu5FTZo6Dv4asxIFCYrYEgkNkVfyaOE9FHv1aVlmD5/PhfWCVi8dBlW5udjkixyr72K1wYPRiFfuEphUOZolLkaBSSOKyrKsDJZjlIEKKWRlrJCIUXFnEPK6PVbnCrDMm6Fr+TLZSlJTpF8NYHkXF4mSuiJLuCuhJvFsSTOWYgiPakRKTMIiiqwVf1mOO2Yk3D+aWdhq0bNkUFyr2nbqdIkSRZQwjmpgm2KwzAVceht9LC8tATLSotRzjFjVfA4d5UyXyFfmIscIB8+VnE7bwWlhJ7XgItvMftVxvILSgqRYL8CpREoF4mkhxR3IVJas0wFlrOv+ayngv1KEYNyYlzG+lczLRWPoZRpc7iFuaCoAIUIkEqLIRF1sbysFF/8OAof0Cu6lJ6rBMvoeBy+UvABGMUPnhJUCy9/95wzZw5uuvkm3HT9dZA/RbXGTn7Pnq69BteKSJ6q8FrGr7rqypAgXUMblXnyscce5UvnIlTIWqBT0GkKKwpWYMBbA+nIGI2kScKJaT6vHl8EEoATQBOL31V4rZuGcemzhFC8qDpd2kAGiWEaXwI677Ajtu+wHcb/OBbTJk5BlM9q+63bITsjC4UFhUhjvqaNmkBI5ddffoUJY8eHeYT0tWnTFomKJL78cjjyVxVgr657h+ROw2H+GORrClGOb4smzdCx3bYoLSjh/QDNmzRHbk4ufhrzI77jDomSOY7zg+RJlpdjzA+jUa9OHvJy8rD7Ll2wbPFS/Ez9tm7VNiSKxauL0feFl9HnqaehiMeOO+6AXXbZGQWF+ZD/gSpFJ4GR9d8PEItE2FY2VpA8zuS29dKlS5DO3b4WLVvA49qpXA2PdpviM6ZpV/QsVaG05QakMLW38+HDwO6lcWJQSiMrKws5WTl4e9AQ9H6kD/o89ix+GDkaXffZA6ecfRIatmqAIJLC4cccgu77dcfXX32DRx5+CL36PIni8mIccPB+aNGGxsSVN4Neg9y6dRBPj0O8gBnpGWjQqAE9LlESBg25l52bDU2jUzRcl8bpcEJMz8hEhBMkX4mRXScbuXVyWCaCWHoMderlID0rzkW9HOBC5LOd7Lxs5NbPgRuNIof5jzn2SGy7XQd8wLfOhx55CO++/y627dQBscw4lBg1DJRSkOOflCgn75122hl77713KN26743u3bujW7duYSjx/69IHd26/1rPPtxq6NZ9H8iWw17d9sZuu++GzKxsIgEuWgE4syHJBWLp6tV4+733MGnKVJJE8ys8jCrKrwmCnzwaCkprisOJI+B2TB7ue/BB9ONbf7/+A7HX3vvik09H4LuRY6DonSsurcDwr7/DM8++jIcf6YknevXBp598iVXcEk6SPRmlMX/hYrxJ+3vwocfx6GNP4o033sYnzPP00y9RrxlIksB9890PGPzW+yguJgUIFMBJfNr0Gej7ymuYOm0GKkrLSUSLsXTZSkBFsHJVIQa8PgRvDn4Hb5Fwvfvuh1xsVqA8EWDc+Il47oVX8dDDPSFtvvPOUCxbkQ9FIrZyVRHLvIu3Br+L1/q/zjyiUx98/OkXWL48H198NgK9+zyH++5/FC++9Ao91pNRWprgIh4QP4Xxv0zC08++hHvvexRPPvUcPvxIPKvLEZCsruIiIfp8MPQTvsR8gMd79sG99z6EV154BXPnzkcZsRo3YTLmzF+IhSSIb741BJ8NH4GSsorQKy64aycSjiE28XAcBw3qN8Duu++KfcTW9t0X3cUuQlvZm2m/2syfsb1utC+xrc67dEbdunmQIUly79TlFnOKL4NFJD3DvvwMcxctgGdob5uorxcYOLEYHM5P5OBo1LwlLr/mGjzcsxduu/seNGnZEh/zxWTRsmWQP9a9mCRoxJjRePWdt9D71b7oO3gwfpo6BSU03nINVHCuWUgvYL8P38fjb76Gxwe9hvfHfIthJLBDqN+iskIsKSvCRyO/xjtff4HVrkGhDrgz7GPijOl4+8OhWLhqBYRoLuNL1cL8VVjFBXZleSleH/oePvh6OAZ++TGGjByBxSaBZTqJjyeMwXND30avt/vj2fcH44Ox32OBV4aCdBezKgrw8qfv4/VvP0f/rz7B428NwJND3sBnE8dievEqfPDzSPSip+zBAS/ixaFD8MvieShyDJIZMeTzpfirSePwwruD8HC/F/H0O29g2M+jMLs0HyUxjYWFqzH0qy8x5ItP8OawD/DKO4Px4uA38DG3QBcWFaAgSOHHaVMwb8UyrCRBHMKt8y+/+QYFpaUcPwUDkaqBMuAVhSE2ciim+STa4gjIy62Drnt0RVexL8qm2lFoQ+vl77Z3N+xLG+3adS/Okd3QuXNnZHB90HwB8UkAU0iFhDG/JD/80y7zF8/ni1gCTlRzSlAQnXwSGqq3yefaXZR+0XzhKAXXcaCEnHHb+cB994PLtO+//g6FnLu2bt0Whxx4CJ0r0/HKS6+g/6v98fzTz2MpPXptW22FtGgcIPvcqlUbtNmqLSZNnISWLVqhCclkJr2Q8nIbi8QQp51raET4XB+434HIyczG4DcH47VXX8NLz7+IsWPGIi+rDjLiGXCZr0n9xsiUHRISz23aboOMWBqaNm4Kh//4oGH3XXfnMqmRxzFpS8KYz5f/vi+/jAH01o4ZPRrbdeiAPJJLzdGNOC4crVC/Xj102bUzBLsBoQd3YLjNPeanH7HHHntCfgT6znvvYsxPY6CYP+Dz7GiNLfmoFb0XY68WcMI0kEdBBHB1BEm6zLVS2IfE7+5H7sQNt16Hq6+7Cvc+fDfuvPt2nPKfU9C8VVOEPzyJAPUa18OZF5yO/953My687AJcdf2VuOn2a7HvgXsjEnOhXRfHnngszrvkbNSrn4cUH9Qdd9mJea5Hlz06I42T3JFHH47LrrwUzVo1Q8D31qRfgV1374zrb7kGXbiIiZ0fcuQhuOqGq9C4ZRPk5OXg7AvPwlHHHYkovYk+y2hXYX8SUynTuFlj+PQ6NGzUGGeddTbd8zfjuquuw930mhzc4xBEqJNhv30aNZ+Jf9ymszKzcN5556IXF7zHH38cT/V+Cj179kRvbgFUypOMi/RiKNKb4abJk08yH+VJ1tXrySfRs/eT6PVkr1Dk3hNP9ESjho34EqgRUQ78ZBJcDzkpZaJ7165o3aoVXKbLBIl1DrEZnykBIfQpAesw0FpRHMY1wIFTcBGJxLFVm22Q8hWKS8pQVpHAkHffxf0PPISRo0aRoKXwy+RpuP+hx0jA3uDYKXql8/H886+hV68+mD5zCsrKCzF48Jt4+KFH0adPX8yaOQspvsF+891oDBj4NkpJmHx6ZrTWkP+Pt2/fvpg7bz49m8A3X/+AF158hXlKUVBQQo/4u3j0kSfxCregx/8yHikuaiN/GIvrrr+bRPZLFNHTM3vuPDz3/Et49tnnsXJlPj2iq/HSywNx7/2P4dPPv0AxPVoTJ03GHXc9gHvuvY/E8GXMmDETq1blo1//N/DIo70xf+ESuG4cw78aidv++xA+/+JbeiPLMYPbTE8/+yLr78t6C1BeHmDIkA9wF+saNOgt9n0xvbCz8cxzz+JF6lhAzIpLSvhsVsD3klxwFqKkYDXi9ABpZSCTcxB4xHvTTqUUx0ihU6eOJKP3oWcv2oMI7UPspCdtRUTiT/YWexPb671JNvdUr97o2fNJ3Hz7f+m5bUO7MHCVhpdKwgVQh4vXrh13QOMG9YmNpDBxE07FPIbPq1idciNIsg++G0WKYR632po1a4EK4iTfsywtr8DQL7/Ai9wmnzhtOorpaf5x3Hj0fPYZfPbttwjoPZtD78iz3E4fNGQIlixaiEJ614aS+D3d9wW8SHK2cOVKVNCj8t7XX+Ktz4bBi7tIuQo0YYyePQ2vDXsX8xcvhsdF+f2vvsAgbqMLeVidLCNJG4w+JJ7vsdwc2mAR7WnYqO/wxOuvYdTkidzGK8Ws2XPxzOv98OqH72IFy8zOX4EX33sHzw5+HT/QG1TBl57R437GPX2fQe93XsfA99+hnkv4QrMUgz/8EK8x7/zifBTxwXz3y8/Rp+/L+HnyFOKhMXk2baffq3jr80/43CSxkjb56ucfole/1zDy+x9Qtiwf06fPRB9u37796TAkOVeWVlSgsLQciZSPlStWI0ksY0LM+Wwo7u4EJMhC8g3xVkYjFI7J+qfi82f4HMr826JVSzzSqyee4vzTmza1qdKHeWX7U/KHNvhUb0go38OTOas3569bbro5/H65oWEYzjm+HyCiXdTNzsMu2++MunXqQfPa84JQRS16h7FN/GC91Tn5iLG/nMlYX5edu+CYQ49CncxcRLib0WmbjjjjpDPQsUMnGL69xPm8H3oA16pLrkRn6pHhpmHfPbvj6kuvwl5d9uLcGoE2OtTz0P164IQjjsNxRxyNpo2a8flO0dMYRVY8CyccdgK222Y7kr10tNtqG1x6/iU47IBDkRfPQftW7XDZeZfg9JNPQ8O8hpyzA2STRB7R4wiccszJ2G37XZHOdps1aIr/nPgfHHvksdiBz5yrHWjOyft13xcXnXshdtlup7C+Yw4+EuedcQ4a1msAh3k4fACB1ZRue3Rj25di9513h8v+brfVtrj83Mtw6TmX4jKG3XnfeEAF53RmhxBKbMGHri1915xp+fJFw2eEXjjZ2lU0XE0j4JIOMjXk1svCVh1boFWnpthqh2Zo2b4JGjWvj8yMeEgmNC3CcBLxkIKb6aJph6bYca8dsfMuO6FJ0zpwox6kXp/56jeug5ZtG0LHAUUvYVp2Gtp2aIXM3HQoB6jbIA+t25CMRDWME0C5QEZ2Otps0xp59XIROD6yG2SjebsW0OkO3PQImrZoioaNG8CNsAJt4GsfufWy0aZ9a7gxB6XlZRg2bBg+/egzPtB52L79Dqif3QAzJ80En5PwC7gpLqxKK/zTh3YU6uTmonHjRmjcpDHDxmjSpEmVSHxjUn3/t8PGjXmvcTPW1wxNGJcvHVfW3wiNGjVkGttq1BRax+CnDNI4nhmej7rRGI7rcTDOPOFENK9Xn5MD7YQnKBxOiEAFCXXFmgAAEABJREFUgMwOHH9FTwZoNIJk4BtwzUGCW2CjR/+Er77+HsM++Qwjvvoa8l/WtWnblgvUNHww9INw/G685SbcctttuPnW21GvYRO88/6HmPDLZEycOBeff/YdunbdG/c9cCvJ2Y24/fbrEaVuAfUM+LIh9uXRZrmusXUaDadAkJaIHmSpvNIkJx7LxHkpqSkwAkVbz8qqi9PP+A8uuvQ8ROMRvP7GEJQUJ3H9jbfhv3f+F3fdfTf27rYP9f4GP40dC6U1HNdBk6YNwy+iP/jQg9TrLrRs2QJff/Mdunffk97He3HvfXfjiCMOw+Qp0odpWLa8CG+++QGKS5K44sobcQ+J8Z1338uXn70w4utR+OmnqUilXKoVCeu/6qor6Fm9l3IPdt1zN3zxzRgspTdzr726ov3WrdGqYR3ccMWFOP7wHsiIBDCpMmh6goQcKxhs0kEoyLcQi8XRQGyuSpo0pj3Q7hqvkcZo0kSkCcNNENpYE45hA4bZDfi8R9gn2lWUEifmjbitftSue+G0/Q5B3VgGQga/SQojJJiaA63FNclntoAkffSECfhq5Ch8MXxE+Af7t27REo3Ts7FowWIM/2EUX2bb4KLzLsXlF1yBSxhGuHB++e33WLSyAONJ6EeSOPbggvnoBZfhId6/5MjjkUNPTznJoKaNxbn1z4GH4zhwvAAZ9PpGktyyTlMojAERMsa8MoUEra/AAXITmuMIFBHfeN0cnH3CyTjvoKMQW1mGz74YDp2dhfNPPxe3nXoxbjrjYrRu2QqfkGDOmTmTNunAh0azZi1x6wnn4eHTr8R1p52HRFYUw0aNxnEHH4b7z7ocD15wDbrtuBvEszxx5mzMXb4cw+nFyiC2F/3nXFxxGl/Uz7kEbZq1wZfDv8biybMQSQFL04FYo1xcePIZuPf863DTxVcghy/tn3w1HCbhYbedOmMrepiySLLOOeE0HLPX/mjkxJBOcg8+40nHQ0XEIEnsOUnT5pyNjpwQRLkRcVxAKTRq2pTzT6VdNaFd/aHQdprQq1YtMoeJPTaiHTZs1BBNWV8jvvw3qFcPMSfKF0o2gwji/NckszGO6n4YDu92CMcxj/blEtcIDOcIJRYUTlzYtIOPkuLzVCmApv1GdAS77NgZB+9/CNIjGWw1hiyStq67dcNB+x6M+nUaIWqiyHTTsXP77XHKUSfg4jPPw0lHnoB2LbZGmopzLnWoSZTaxtB5251xyuHHY8/td0MsiDBddNWom1sPxx52DMngNoiqCOQHTy0bNscR+x6KC089D2cfdzrL7I7sWDZAG4TSiMXTseeOe+CYA49Gm8ZbIeZHkaHTsQ8J6vHHHI8MbhMHwv4UEEuLU7+dccZRp+Gy0y7CcfsfjjYNWiJKnAJO6z7r89lfzR5mRbOoZ2ecdsxpuOa8a3DBSefjgB33RfN4E3Rs0gEn9DgeXXfZE2nRNPicVIzYB7bcQ9f6rvPB4HOBUORDiIAIJ0FDQShEoTofo3KG95ShrSro0EhoaVI+FPAw4NOK6vJG0pkfDE1YZ/V9hkyT9DWyfr7wPqva4Kwqy/yGpFG8mGkZaRj5w/fo80wfvNr/1TCUP5XQucvOaNuuLSJRFx7JxgZV/UMJ0oO/pWlOFNpxIGRLKQ35ZaurXbicROvKG+nBh+CMk09Bi6bN4Mp4EtON6sV6KtOpOfPIAiHkTXEyKqX35O2338Zjjz2Ge++5H/JLubPPPhsd2renh28ePSkLUJFIYPiIEXi1Xz8uaF/SfjRWrSzEtKnTMfGXiRxphYN69OALRGtkZGVix513xr7774/0NI6bT4LEZqEU8/HR1A4C6h8wzUDSFKR/WhYrXouemnld1+GiAWy37XbYb7990L7dNiRwRRg/bhwc3hvLrZQB/fvjgw/ex6pVq6h3CebOnUuioCF177nnHmi7dVukp8fRtGkTbqN3RWZmBvbbdx/UrVMH9erlYfvtt4eQthUrV0H+GoB8mdyl92ssyeZrr/bDkLeHYNXK1Sijt2bhggVUzcDleLRvtzV22LETMjJiJAuNsMcee0B+KZ2/Oh+RSBSO1mG+zLR0ehGjfEQU0yIkmfK8EYOqfmITDsM8Igw270mMpcKgcrXhQh5BRDnIy87FcUcejSMOOQz1c+vAFduhnUjeTRIqKx5JPtqcSgwKODafDfsYL73wAr29zyCH9nHSscehYf2G9MLOw+yFC5BfWoRvR40Mtx/lf5tIca6ZNX9O+L9XTJg6CdGsdBy4/wFoUbchcjOysRO3MDvutguEmBVFFcqjmmuwIhH3EaWXKEqCamgjpbR1+c6exz6IF9pnn332RUS2xFXURYeOnbBL513RiMR7RX4+9ZmPCr5UfcetuaH03n096nskjE8vZxkW05PpOBoudzi23aYdmjduSgKQhnZtt2Z/6tPe09GNXv3czEw0qluXL8ttsNwvx7zS1Zi2cjGmUFYhie8mj8cbnwzFZ2O+D+8vLi/GzEXz4VDPWCRCEtgaLehxzSJhaNmiBeNNwr8uUFxQhBjtKxJxwa7AiTiIp8XBYpBr8CD8fM5oclVxBr9/SuHfz/Gn7mravmwXGxIReY5FmYAv+RFNnUnc6+fUw8Hclu2+597IzcwlqaMCnA8qO8AxlNaYJMH/XxSfPxfyLCoS+moRQhwhvo7StE0F+efQ5mNuDGn0nMcisTBNdAZ1UlUiukueiI6E5YSIKtqYhgNJd1lHdV65F3WiSIumIx5Jg6PYb760VN7X1EbDJRZRN8q4w4ESLRRczn8xji1CDSrT5FPKx/nSlM76ok4MDktV1sW7Vfopo6mXhsN+xdiH9Hga24/z2XWYG1XpUUj/NfPAHiEuFoYagEDAyTc9kwvAwfvjpP+ciLr0vsyaNxNF5UXovn83nHHO6eF3GpVjoLWqAT3ajCpKdznjS8CZBI52+LDziot6Br0ohx14IC4482w0qd8Aimla8V7Y/JpCYCwUcOL5VcBDyI7iG6VPj3MGjqJHbZ/ue6GAi+Qeu++Ogw/ugYz0dHjc0uZOHqSSZUuWYjUX/KUMt2rdGoce2gNNmzVDSWkpZOJNJwFTmos1dTFKc9FtgqQHKE5+PlmbYpphRaKTdl2kmJakN1Q5EZI6SQVkC0R6EfCFwHD7TFJz6NWJx6MI/BQUyUN5WRkdW0ks4RbiksULsWLFMmTRhg44YD9s1bolqAJE4SgXg/R4nNGA2CloVuw6TkgUVRjX4T2PSia4BeNzS7ywoJBtGJSXlbL+RVixbAVyc3JJUln3Vq15L0BAb2BeXg7rC6AdRZ29cFxYG5QyiJCcBNQ9IDkO2EeliAm9W1AOtI7ASxEU/AsO6uZAQVOiHCPx/OWQgJ12ymk46/QzUS83j3cIlAGUYohNO2SMQbAFi4B9bVS/Hg7cdx90oGe6rLAg/GrEriR5MsYecUqSQNAxghX5K7Fs1XKsLi7AVtu0xW4k+TES/NKKMjjRCFySoSTtJ0GS5zkOMurmwXcdEjgDj/oZkhKxM1kIExzTEtqKYTmPunhx4p4W5S6GBtdT0jTDu7QmLrJpGelQrNejHhVeItzSLaetLS3Kx4JC6sSt4jy21b3b3mjYoAFofIixvdyMTDiOBiIuQJ0c2nJcaWRlZMBxNdMCKNqAoQT0APrUKZlKkRRprF6xEmWFJShaXYi6WbnYa7fd0bxJUyhi7TJ/TloGpAppK8K++iRXMWmLesqLXeBx94dzp5K+wafOHgLGZYQUexMS9MoLlpDI3yzshyN6c3ylZa2IR9JHswaNcPQhh2P/vbsjNz0LYh9rdJWMih8iDP6Kk2qFeEgTijgpGoMOdDgmyjhsMkxlKCfjtA/1FwjY9hph/aAo6qKgQ10045Xi0CY2XQ+wg9V4KrlQAVAtocWbsOXqPPiDozbfpkXW5u7Vnr65EQfliRLIHyY9mNtyF15+ES6+4iJcePn5OOX0k9CyTQsk/STJDCdBEofa0/NN7IkCfE60MsnKwhDnW2LDuvVxKj0xF55xFppwKyfKBStCZhRwAZLF6o9qZpVgEWh+KC40aSRSe3XdDSeecAx23WUHfPv1t5g3Zw4crdGAi2LDBlnYqlVrXHzxRbjisstx+WWXYbcuXbDH7ruhVetWaEXyJF8ZkK3esoqKcCoqKC7CN9+NRNIzMKxHkwgy4JqXwGKSO0MlOX1h3sJFKC5NALypqxZBWewVazHUjUs6FBdBR4FhEC7ArVq1QH16ac477xxcd901uOLyS3Hggftjr657oEOH9lAkC2Ry1B+gawlSNiABlOqlz7LoGtqSISmQ+jXrDrjA5+Zkod02bSCk9MQTj8X1116HK664AgfTQyoEoUP7bVingUwulW14ojbTAvIEBalHsV6f45DG7WHFiT8gEQuouUOvgZcK4NJb4WhXpm/84weJjaYNuI6DOMenUb0GOOvUM+iZ/g/q5tbjYqWgqL/01zDcVH2FHCgZTxZw2EY2sdh9px1x3GGHohlfaL764gsUFRQg4L0GDeqhYd06aNWiOU488XicedYZOPLoI+jZ2zmU3LxctG7VEkVFhfhl+mQURR0k02NYQfuaPGkqgrIkMuAiFqjQc5IguZtHopmiB7uU47to8RIkSFTLOS4VtCOwv7L4Gu1A+uSCh28Q4bViR6W9evVy0bBhAxx78nE44axTGZ6Azrvugl233x5tmrfgtqICs0LInFaAXDhMSGckQtszVQQuQgyy6aHKYHosEaBpZh20zMhDm/pNcOoRx+KcE07Ff448Fj326I69tu8c7gawGsRoJxG+aClWreIuxF4jfMlQKR+GduzSoDWfjygbdSMKKfbL46ofUBnD/ikDtqigWL7yZEJl5G/5VErBcV0oAurQtkQyMzLRpkUrXMgt3eMOOwp10nMQgYOIkCEAorMCH1dK9WcY/Qs+DBsy4EdYt2KMqFMPxRsihumM8lNOxY+/UagH1pE/17Zmb5R0IJxhAururyVyLTcDPtsIMccWfOgtuO81puuGmlYkKhDnVrPh207geEjPiqJZq6Zo0LgeVAScCj1EOVGmOPlr7bDE/7F3HgCWFNXe/5+q7r73TtiZ2dmZnc15YYEFdsmgH4jge/L0k2cAEwaUJPkBhqcvfC+gPnw+UQSRILCSo2RxAYmKiEoSWHJ6SA4bZube213f//Sd2R0Ql0V2wp05PX26qqurq0796nTV6eqZ3dG763DwxtZlnCwynaA5ocYccPfbZx989YijsP/ee2Ny+wQUeVPEmwL5gJMSowN2XuSgAR10NFx9JUCEzhsnF88nJfIZnbcezJg2GZ/61J54gascF194AXq6V2KTjRZgu222xm2//jUuu/Rn+P3vfotLLuan6WP+G7fccnPuUG25eBHmcGXxoosuxqmnnAr9/PvNb34bt91+O3R1JnDKKpZK2GijDbB8+as48cQTcc655+LkU0/B1ddcj1XdqlhAxiXLwMncUzf9I4+IugkHO0vARxoAABAASURBVE1XJy9w0m8Z14QP/t3f4LFHH8FPl5yG2351K5b+/Oc48YfH4Sp+dq72dnPyr3L6CZxQy6CHzfMKIk6iOnkLJ3EtzzsWTrbafrAO8PNiM+1w9/+7Gx5++CGcT/1u+/WvsPSaX+D4H/4Ql196CdJqLwRVKluF0F5FUmTlbqhuwnKdlkOLLRYSdHV24DWuFF1+2WW4+aabkYoHuxAZHQChk4g1sxDLG4Y9VyaFKqWf3j+55yfx9aO+hs9/6rOYOnEK28fW0LnyEFS5suU9ea2jmilfanQFOuh9ZBzxvBiATfhJdieuUj/FT7bqKOpK6wyuni3kCuN9v/s9brl2Ke7lZ/6blv4C5y45A088uAwx7WGrhZtgalsbzjzvHJz880tw9tIrcdJpp+Hhu+5HaUWK8T0O7VmCeTNm4cVVK3Dc2afhslt/iQt+dhHuuPU2OK5gRdrfbEODOpQ0i5jnEZ3DhM9WkX3hqaOnczNrxnRsu9nmePKBZbjummtw37L78csbrsPZp56BO2/+FRppy45c9L6IK4PC/g60HWE71ZFLyCt2yqwCIeNypYwKbUOduK7pU7Bwq0W4c9m9+DnLvPOBu/P/CeNU2vGvf3sbdNVUyytVAj+Zp7w/Q8YXZHUMG1hmTIYxy28oFDBj8iR003G+5udXQf93kDJfqMqsh1mYQ3gvcgH4HAiGfmPbUzJlgDb23d6f3xv/eORXsceHPoLOtgngkEOhjdH51RVsPvKqKnWnvtRW28FgkHatQ6WvePY/WLNKrV498jqV0hjW86bVBS1b5Q1lCy++UdiFb8i1llMqLLxBba8GVNuRIXC8ggrttXZtLWWMkUtujLSz7pvpnePjqZYdII7N8QHwHCBjQOj9ZEhp6wEiwpWHDKN9k/4G9kVEBDE/mUU+QkRH48Mf3B17/v1HMLlrImIhF06iwgnCMb+jIwSmgfE1xfCEO/JEBZyf5Kcp740jjwZ+hiskDs6l2GHbLbHV4oW49eYbcPttt6K9bRz2+cJn8YHddsVFF1yCb3zt33DGT36CrTnZ7bP3Z9HWMg7z5s7GYYcejLmzZ+KUU87Fv/zL9/DEk0/wE+1OKBQSBM4UGet6z4474JN7fhR/vOcufPM/v4tLL70ckyd3YuLE5lw77wXqCJYKMduqKmZoKHg0lQqgmszDc8b33HNPHHrwl3DrLbfi6/94DL5/7A9RSDz2+eLnMXVKF7JqmSuOEbzLoH9VXC33ImKZCGU08LNj4OTlaHee0JLYM28MJ1WW4fDRj34QXz7yIFx91dX413/+N3z3v7+H8a0t+Mxen6ITPYkrhkAjV6ka+OKS0THnNMeXmCKqXD0ssp+oBpk0YZf37oxp0ybhJz85C5f+7DL08PN1XCwB2go6TxjujXYFH1EbgX7u/Lu/2Q0f4ApPV+dk2lVMHjFiXgd1LRB+xnBdVXZkq/0esY4C4038HBuVy2hkfM/dd8eU8e246YYb8CRtZHpXF/ba/cPYYv6GWEpOPz7+BNz482vw3m23w/t33AnN4rCxrkB9/BNoax6HH51xNn6y5Ey+bCzHFptsirZCIzw/5TYnRXxktw9g1513xh13/h7f/9Hx+M2vfoX5XVPQVWqCq1bZLkETV7ZbqUfExhTYpo64gGa+UjSynoiOXmupAXuQxQfftSPuuOFGHHf8D2n3F2LBlGn4+Ps/iK6mcUgyoDmK0KTOPgIRVckLaCKvFu/5IlCGsA615aII2nwMLb+juRl77P4hvP+9u+BGOsQ/PO44XEDHd5O5c/CxD3wQreMa+fimaJUIzSxHbUsi4apPiib2QQs5OjqCCe12uy0WY+60KbTTK3Dd9UvxEj/jQwTMzfzIhU8TMo4HQQVDu6kNOOopQvtif+/+oQ/hb3d5Pya0diDKPCIyFzpEOqZJrjUguYqBZzXJT9/BQURW363PZ0Sm+jvwVUmRcmxwsUPGPmd3Mp8g4vNb5tjhEo8KXwYzjqchn4942QMaz9TRYlxDPS9nZQQak5YlLK8SKtB/P5g1QGJBxnryc8mgfann2jnaJ3DI84p3tCK2mfqm1CeKY+oVWKHjuJKCppnXrfdXc70yHqvs274yWba2S/VJ+SId0TaTQgyhniopc6u+jz75KB55/BGICKp8HsBa2bIxuxP/mG173TRcH2HHJyXwweDoiIw/+gDpQ5VJShNOoemBA6OH8AejdhO2rF8Yre1M0AFERCAicJRiFNPxSZAPwMqLbJSRuADlhIEbxxlC1MsDU/N4xs9WjgPKoYcdiPPOPw2bb76Q+aqYML4FxxxzNH52yYXYfpst0duzAnNmz8CXjzocl116Ds477yRcctG5+M7/HIN582aBMyIKnMje9a7tcMy3j8Y5Z/8IV16xBCf9+ARssXgL6hSQUcc4cmhtbsRhhxyASy6+gHnOx5IzTsVJJ52ASy45D7t9YDfEXnDUlw/FdddegQkdbZhCh++nS07FEUcehqamEq87pJUeNDcUsd++X2BdS3D22d/HxReeiVO5KrnlFovQMK4Zs+fMwpKfnowDD9wPCQd8rbvIsg85eD/mP43lToGw7fpGvQ1XSS++5ALsu89nUWhqgP4xy2c+vSeuu+5ynHnmSTj//J/ie2zrdtsszlcSJ3aOx3HHf4/O6VfRwhUSB+FIn9G5/BAuu+wsbLPdlghZL3Z+305YQt1vuvFqOs3fQDPzrly+HOw4eE4CGAmbE4gI7cojoV3FPoFw+hZ4BE7gDvxxDhkdfAZY1y2EgFWrVuW/J7rf3p/Hf3zj61xFnAtPR3EGncLvHP2f+BZlLp2jysqVWMQVxsO/+EWc8F/H4NRjvoPTvv8DfG6PPTBzwgT47h40VFPssvW2OPqor+DM7x+L4779Xzjq8CMwd/48ZLS9MifBMld5p02dgsP23Rc/+M+jceK3v4XjjjkG3/zK1/ATOvrv1n8LsrkJ3/rq1/Hjf/0PFKnj1JY2nPejH+NTu/89Ep5nfJkIPT3YoGMyDv/k5/Cjbx6DY//9P3Asy/vGoYdj0Zx5XNnMsHD+fJzIlfSP7LYbXyw8CA+NDSX88xFfxrFH/zsai0VEsaAYxdh9p51x+ne+hz13fh+auiuY29KO/ffYE0v++1ic8S229ehj8LW998V2c+YjI7N5c2bju//v33Dg5/ZGJz/D504In9VD998/b8/sGdP4/EdYtPFGOPqfvoEzTz4Jhx50EKZMmsQ+A4TPvGPfqW8DbjxFpomMD/XuxMGpfdF4IrJIfEz78tRR4NTOqCeYgr5NOFhJX3x9BGmaQkRySZIEFb7IPf/i8/jpeUu4Kn0mnvzfp6AfWcQJeukcVvglIypEXPmtwBUdUn7ZUgerJ+1FL0UdwF4+2xW6kBmXQitcQVbHrDftwYryCqzgWCns98xlCDGg/waxOnYq4HmZL6k6t/VqWVJFlRJYTpWOpZZZziocGzy6aYNxktCGIhRKRVSRQv/TCv1vDaNiBKKDlqc6aJokAo2X6bDGdA71fzHr5hc6Lb+XZWc0hjLKOO3M03DsccdC/3u+Eu1V2C/rg3O9luHqVfExpzdHMcn4IOuAwXit/RoJHDJ4xnTpFwgTRu+ureuXN7ZS09Wo+wVKR8hIOCBxUCJCZLyJqPQKY0JaFE2A3iVMq+3qHEUcGJ0Xvj17TKDjEyrdOtdBpIKEA12x4DlICUqlmE5CLxIORBPax2H+/FmYMq0LBQ5dodqDYhwQOOiF8ipMnNiOTTbeANOmdOYOQuAgqk5aEjkEDoCFKKAx9pjcOQHTWcaE9lbotfa2FjQw3TFPifc0s07H1dGI97W0NKGFK3kRr1fpICZRBF0x1fjESR3YbNONMHVqF5KCpgtSrtgFTqrt7a1oaiyx3ir007XW30gnsKurE86DaUK9K2hta8WE9vEoFjiJrHiFaWWuFkrulC7YcA42XDAHpcYYKSeCpCBgDRjXOg4dEycg6+mF58THMRyFYkI9G5DoKrhLAepaLHq0tjajeVwjKiuXo1gsQCfsMgdwFlTrjOE85vZDGxqog9qLzpyUAIfASVZz6BM5MNta47QtnZTBl79i5NHW0AjhxFegI1Z5bTk6WlowrrkZjpNUY6GIiJP3OHKc2dmJqe3taG9qQkucwPOzbpOPoJ9xY8ZnNI/Hxs0TsWDCFHQ0NkMn6ZWe02tThNAYoUwbbmQdG0/owsbtk9BCx2RiUkQnpYE6SVpBCzt/xrg2eNqXp9M6nqu7zXEMtTVPG0oS1tddRnNvwNTGVsydOg1zpk5Fa1KgzQsdnICEerez/kbqnMQRKuVu2oxDV3ML2kuNKNMGU5YPOh6NGTC9dTzaCKyJzm6JdbaKx8RSCbPaxmN+50S0uwjFnjIauNIlyNBZbEKB91VoJ47PgAfQkhRzbr10JPVcf2dxPBm1lWhzbFuVNq88HfvNcTBQkQD2H3tPWMAI2NWWkNuTIECVUnGq5KBo53Oe4LPL55E1pLTH3931O5zzs3Nw7iXn4q777wb4kqHOX8IvDOpk9XBMU0ewu9qN13peg4YhypDqMx1T3xhQp3EVbU3TNd7NZz3lOByVaAt0IGmRtM0KIo5jer/Kyt6VCD5AVx3VgezRf5h95cvQuspSBt/LkDuQdPT0d/CrfInVX7HKaA/qJGYcO6uSMn85r1/zqoNY4TjczbEpdTSYCKw3RVIq5u3qTcu5/j2hF+D4vQrdKHN89bTxXtpLlU40sYzZ3Y3ZltdZw10QLh46TkcqWD10CMC0PtGBjyKBiWN9VwYqHGbV4VgjGTLHQUgISIUBs+ixbxDWR0KllsREqPMUcZVIOJkVSoXcoRJwkEkAzpuIOKiBb86eb7wZByLhW6lwEHMcCCUOvD9F2rsK+vt+ET+1gKs5QnFcOaz2dtOB9FBHgQcU8utlBA7CPi+nyn7PEFi3cOBSRzPmIBg4oDnJ4OjACssRhuCAFipl1qcNSxFz4ixwoOPsrDMAIu9YVoqMTkDEQb8Qe6ZXaUshF87pDAFHIMLmCwfHjPV6nURYtuNArHUWC5wBOOhW2QZtk1eenAw8VwAKdBAdOTjq6FmPcMKJ6DgEfr70EsPx06Vjvt7uFaxL605BtSBsC+gwCCuOEpbP+3xeT6Amw71TB+rF4xsUYSKEtJALfY48fEOmv3iqn/D0Bs9GJyzHc4WmRBgx215i32V0CiNx0BXHwL4AHUBhHvYanbAMETtMtE/Y/xGdvoLey9o8HalxVaBUTvmJuRdFL/AcFPSFwTF/TM6Oq4FFllmi41SkyKoeqIMp7OfAiTdhmWHFSuZOoX3uaf+aXmVKmS8p2uICgZTSgEY4lKIIqldK5070XqKJWG5CvXwlRbmXLwpqbyzHsR1FtjehXYGbjxx6XQVl6UGZha6KK+gpBnRHGmZYybA3SbGK4Qr0oIcvaHHkUeKY2OAjsgioUOeI7XdkB+rQSAcgkJWyLPCTYcJ05kRgmNEJFdWL+tNNg0BLAAAQAElEQVR0qQGgfaeSnwzzISMbVSEjV40H2keeRKaarjajInrIE97ZQYvNyMWxnipZ9XR346577qSjVEbGl7l7l92Dl157kYOd5CuFf3r+GVx46QW4/c7bcf2t1+OHJx2H408+AUtvvBavrHoVVT7/VTqLS29Yip9d+TP84d47ceFlF+F/fvA/OOOsM3DvsntZbsjLe/iJh3HW+Wfhtt/9BlcuvQq/uP4Xeb0v0zG85Te34LSzTsf3f/QDnHvxubj3gXuhDl+KKq64+nJcc/01eIa6uNhBOJ69+NpLuPiyi3Hr7bdC/9WPFb0rcPOvb8HJp5+C7xz7HZx9/tn444N/zMvX+aBMW3/osYdxAb8GfZe6nXbm6fj9PX+A/iPaKcf3VRyzK+QBclk74dF91Y3u5o2e1glqPwgC8Pn6s5YxXTQPQzDEGNkUhcrrmvuGhEwyqGOYClZPBhkhBhVOnvm9b7gnT2P+fILWCYUTkE466oQFvnmqY5QxBB25TB1EzpDq6Di+qapkTE/pRIEDmmdaPh/yXOh0ZeUeTmxVxImHTsAzp0/FLju/G5MmdiBTJ49Op+OgJ3S0mMCJrQrH2cxRX3FAwvu8xnWy5kAnqhsnxpRlR1HEMgN9zhSBToC2I+NkGTg5p+q0OUHMVR0d94RxZuJeocUQACcKAclwwk2po4tjsDpAGZFFrhtDvdfz3kIhIdAqlEOmq6R0YsHBVc8h/eWUQVWR0UkU+Lwe5aR+YBwLHNsa2A5h+8C6PR2aKlecynSe0ac/hnNje6n0ag1IqRbPI/0XhZoD+aNXu7qOR0GgQ5XSGfQKlWGgMxUjIHEeVa4qQq9zotLL6pznfNiPYJ+IB/mxhxhnj1NNKqX5tR/IkyaEBmaaNaETO226GDPGjUdcriJieYWYN9O+ermynfKFpkBHzdNGEqZHBc+yMtAHhWchwioylhlox9UYyLiSmLLOjM4efQg+ApX8n0IK1DtOYugnPF3ByeiMVtiGBqap/lXaoadzh94KMor3PrfTjP2sTqyj7QR9pmh/Rdq48NyzHfqMBNq25mlg3Z76BNpqurIH6C2DpgihsmrvXEiCpAFgmRWyLFB5ZeDpGFJ1xKwziSK+LEkuAm488A4Etolnw7qrHhk1SEWQUYJK3huAXlPhZaYEmgAlT9WUv17083LgGFcoFPJCnnzqKTzw0DJsvd1W2GjTBbj73rvw7AvPsqYMjg6Z/r7eBZdcgONOPA4XX34xXl35GvT3+E5bchrOOf8cPPfyc3CJwy9++QucdcFZOPGUE3E7nUBdcbz+luvx3e9/F9fdcB16OR7qfZddfRlOOv0knH/x+Xjs6UexsrIKl191eV7+XffdiVWVlbj2l9fiBDqit//+dgSOGY899TjOv+h83LfsPpRpvyu6V+L+B+/DJVdcgudffh6raNcX0TE94ZQTsOzRZRyFq7jh1htquvz+t2Sb4YFly3DiyT/G5VdegRdffQkPPvoQfnD8D3D/ww/Q8lLoy6pPIojQQHIyY/PAx21sNrxeW63mKhCOGJT+RgRhitTO+oLaydg5hrU1NWciZISaMLNAN0Y49NUSeS5955rGU91FmJPJOin5OOGkliHytYHD5U9PgOdElHJSAgdaLUJEEHEi8p4ZODGGjAVkwmoChM5TlHiGDoETdhJFWLz5xvinfzwKWy3aDOBErQ4dPTcWx7pYiWO5Kt5pGRmzpLwfFEfxACd9x8lcnc6M9SFlvsDrYD4Oj3Hk4Z2jeKSV3nxyyfOxnd45OEqWsVxOzpnWJQ6ebUS1AmGdQcvkhO+dQ563r61B87PuiOVrHZEXBJYjANWvQkPPSTlonjgGlAP1Cno/L+Yh8zvWAYY6UYE6sZT8s7YwD4satH2dC6Ye6gAxoGPRd5erhZrWL3wMqX0tfV2OQtbeOd4T6NOkcGSudqOMdeUt4XnsPPsLcKSZchVW+weMO++JLEOV9pKSnYs8tP4KWQuvVelcVdk/NAvsuHgrHLTHpzCzvQOOzlKSsQRKVQBXSiBeS2dcgF46dWXaSJX9rf9UjH6KA/u1QictYrlUGak6ojR0V+Squt7LxGKc9OmYIirEyJjuRJDwHnXW9F4RQab1J8zLOG8D2JaM7SqIR1wFCvwSUkKEbEUPCnxmkkrgSmWEmI5frH/hq3/1ngIp2xlHEbzns8gyRATeuZxV7GPaYcif04y2JrzXM48joMAyUuoAbjxF0JAiKnrCcFD3vKI3r0EvuQGXVD+AHUUt9RryUJXUM81JIa8Bt6w9SkYgB7BgyQUsMsA50STo5+Bevtze9/D96OZL4qLFi7HNdttCPwHfc9896Kl2c0RJoS/dPfzSoba6x0c/hoMPOhgHHHAANt98M/zyputx9z13ocKX3YAMK1Ytx7QZ07Dvvvsy30HYa6+9oCpftfRqPPvis+jhy+DKlSswsbMTB+y/H96/22546OGHcPW112CjjTbCoQcchIP2OwD77v2FXM8rrroCL9Ch23GXHXPn8P6H7kMPHcIydbv73ruR8EvPrHmzoSuE11y3FAs23RiH/MNh2OdL++HTn/0MynzZWUqH89GnnsB1N16PPz3/LD704d1xyCGH4sADD8Suu74PgVj0OUoZq/I5oGEzZezutLKx2/h6anmgwa6RPs35oEOFp2uuqYmrMHEM7Dpc9svq5vYnaMhB0WUOnhOOSsQwygAuiqx+9nUFQVcaNeSoyWL6+GlAcSxDyLk22cSciDgx0RHzHO1cHnr4NGKZCae3ApzGU8dzYTywngRACTrZgp/KwIFH0gQ+JIg4gZU4O3a1l9BE5zFmCY6OAXiXsF6wfs/QMXR0slRvEQeoMA9CASJCtXspZbgQU78iy2aICs9XwdNRdJlnHIicY74UEe8RnUADi8rAkoRpMfM4CBkJB3gVaCgBwhldz4UOY+6wgvdwco+pq+MqoeM9Lufs8jI8a2UM6LsPSCGOFSGwLuoWIgh1EuYTctQ6fQbqLYiYQ9srdH5YNYZ9c4DwR3tRqCOjqDKtSuWUSyEFdAWLpgBiwDpvUsuZ9zf7JRNByn5NWUHGUOgAZXRoYsZrPIR8PPkKXCbkR2GlkVOnSJAFgb7IiHdwnPiJEbwBjYUEk0tNIFjQ7CDiILzPZRFASXlfVRhl/bGLEPMnOA+aMHyUAAFIhKlMSKoecfAAC69QqYpLgUgQZQEJHTjPU+j1vE+ZjWUGOpkZHUvHuGPdKW3C0ZGD2g3LcXGBlupRFTqHlAAPJwmc2gglBI8MEQLbWYWDsAxPNlUv5MU6IFDbEV4LIlDJsgDnPONarqY5gO3IdXAO+rznq6FMFoB1qQhjg7Rr0SpvUrwmDxSqRH2ov3Ki0oKUd6VsZcaQjWAagt7hEJjKxHXaNW9GliAndh3rAHwIcBLg44AV1RV4JVuO25bdgaaOVmwwdwEWzN8Y49vb+Wn5N1heWY40qpJditgl2HqzrbHD4nehs6kT86fPx3u2fw97KcITDz+Osq7wUrfx48fj73bdDRvMmo+JrV3YYasdsGirrfHk03/C8396AULDa44asCPTt1m0NaZ2TcFdd92LCm1j2+13wMLJczGneTLevdk22GTuRnjiySfx2JOPY9b8OZRZuOeBe/DiK8/hxZeexbKHl2HGnNmY0NWFh594Ai8sfw1ZHOE3d/0B199yMx596kkE9v2zzz/P64/ggccfxIzZs7A965naNRXTu6bhfe95H2ZOnpHbDmjXZaftDevEd7RmUnuss7aZukbgryMgHFiFz7vwdhUG+c4kDrbIJU940wPvYEYRhn3XhYNgLcoY03lkIUIBr0guWqjGNAX5xkI4MOdp1EczC6fAXPJ0ZmIWHrkLpbYLS8tjmod15fE8TfKoaMO0stVpwpgWRNF7eFZz2Jid5zy+btfcmtAfalxvqemnZyxHA4qo6ClF4zxlVsZ4vjrOFI2riPBarhszcIdey9sujIlWgdVbn25MrV1bfWH4I6qTaqFN6Jf+ZmmYN0kzvA2prZ7yBjLSMtEXigijwi4LEF7W8jXIJfBIkdoViAgT+nbGFWFeLpNFeODN6syqflnfiK+pAlnNnsWxAGGKCiDCugX5puWJCNTEaiK1dJ7kL1Z6jSmaKqJHnqAW5qf5AX0pq6tEbWM+Xs/rZ4g8l0CE9dcSyYD3MB7ANIrmYQ62iukARAS6aZuDRngqwoPGKQEap/Sl1V6oeS+TAq/rzmieS+MjQdbooxoG6hbeRC3N9SbJ65AUWKLeLQw1uzrxniuzTz39NB594jGu5JfwwjMv4tmnn0WpUMJTTz+FJ+l4VfmSmCQxbwnoojOm96sz7sWjedw4NDeO44eNDNVKlXkEhWIBnRM7kfKFMokSlEqNaGtrh3aqpjlxdFIF+gdaEeO93b1Y8dpy6H9c0NjQxBcV9nnkAO/R2NQEvmtg5apVSPmivdOuO+OZF/+Ex595Cg889jCWr1iBzTZZiLaWVqxauRKBL8GPPPwIbrrxJtx8w4343W9/S6cYmDtnDttXQA9Xzcc1NSPhC4tn3RyG0VRqQGNjAxydSTUXtSk2ZEzvpD+m22+NNwJGwAgYgZFAwHQYFgIijk4cVxOdx0PLHsSzf3oOTz32FM467SycffrZeOaJZ/ACV/0ee+Qxrj4KPyVXuepbxb38BN1d6Qa9PPSWy3jwoYfx8muvor2jHaWGRjiu9r768mu4594/At6pD4bnnnsBy+6/H4WkgOamcYijmLd7On8B+jJSKpYwbeo0dK9chccefxzdfBXo9YLnl7+Cp575X96XoLO9AxFXvOfMnov2zon4xS034Q8P/BENDQ3YaP4ClLgyPaF1PMbRIf0/XCU88pDD8OUjj8L+X9wXu+68C7bYdBGmTZmGjgkT8MTjT+DlF1/MnVrJBE8/+TRefuFlcFkemTq2cYLAVelh6ZgRUqk5iSOkI0wNI2AEjIARMAKDRoBeGNfl/qx4dYYKdKxefekV/PbXt2PujNn44me/iC98+gv4wmf2xr6f3Qdzp83F7+/4A157dTmyLKPDl0F/T/GMJafjpptvwOVXXImrr/45JnZ0YpOFCyF0CoXO3cruVbjw4otw1VVX4eabb8YF55+Ph+57EFtvsTW66OA5UQcRdNJS6EqjcLl70aabY/LEyVh6zbW45Oor8ctf3Yqzzj0PDz7wILbafEvMmjI9/5WHlnEteV2/ueMO3HH33diQDmJHy3g4fqrWfFMnTsWvb7wVd/72D3j52Rdw6w03Y+mV1+DFZ55HO53ILRZtiZeefxFn/fQc3HLTLfjlddfj9NNOx3PPPgeB40pkAJcs6SymGMubOYljuffXT9utFCNgBIyAERjhBIT65ULfh1Gu0QH0yeDjmI5Qxs+8K/Hyi69gp3e/Bztu/3/wrq12wLu23AE7bb8TZUe8/NxLeOWll+nMxShFJSxYsACPPPoozliyBJdeeima+Dn4Ix/5GGbNmgPvam1F6AAAEABJREFUPMq9VYxvacesmbNw7dJrcdLJp+CuO+/Glou2wAf/9u/Q1tyKmCuCHRM60Nw8Dr29FUQSYfrk6fjEx/bMVwyvvPKq3HG75w/3YLstt8XHd/8ousa1o4QIjZJg4fyN0UZnsZgUsXjh5mhp4Opk8Jg8oQt77/U5dLV14OrLrsTx3zsOv7vtDixcsAm2Xrwl8zXj3du/C7u+d1c8T6fwrCVn4uILL0ZrUwvmz5uPKXRSYxejEOlKotIau2JO4tjte2u5ETACRsAIjCkCgatkIW9xyGOOK4Mh/z3CjgmdOPzQf8AuO74XMZ0wqQBO/8ApBd733vfhkAMPyVf4KuVqvsq2+WaLcOQRR2K//Q7AoYccikMOOgTbb7td7iAigKULig0lfOyjH+P1w3DQgQey/MPpvH0es6fOQkInbIvNt8BBXzoY+kcysUv4OdvlsnjhYhx56BE47MDDsN/e++ErjH/+45/B7InTkC7vRdwLNCLB1pssxtcOOQpfPugfsNmChYiCg+dPwcfYZMONcfjBh+Ogfb+EA/bZH0cedgT2+vinMWvyDKTlFO10YPf48B74yhFfwb5f2BcH7X8QDqQc/MWD8elPfDq/Xu3lCic/OWMMb24Mt92abgSMgBEwAkZgjBAIdNwC+v8CSVcReQZ16Jz3aGxoxIZzN8ido0g8XS2BpCFf7Rvf0pZfa25ozp07/f09daA6J0yEOnqL6DBO7pqEyEeQTKsQOnuA8BN3kZ+yZ0ydjsWbLcbGG24EXUGUTBCqQEtzC+bNno+WllbwGzb1c7zPsc4YE9smYNGGC7H9oq0xf+ZctBQbIbynQAc2yhySLEIzVzQ3njkfG06bjeZCY36vqGOr1+mEtvHz82abbIatWMY8lqH6Cx3JiGWoDo0sc9b0Wdhmi22o28ZoamjC7JmzMWfGHK4iFvLyVC+M4c2N4bZb043AqCRgjTICRsAIvJGAvDGB5+okBrpmoMcodJ7oosFrSCdO8+cSwDShwyRQx8rTwSolDWguNjMWQ52y/B7e5+mceZbleb+GDa5Ehy9CiZ+Di/x0mzufzOOYR3//UOsU0VodRH/60p3ez3wJy1TRFULNG5gHcABDvT+iQ5ikDirqOGramrKlpjPzu746VCe9rqJ5VWq19x1ZX18Mek0FY3xT2mMcgTXfCBgBI2AEjMDoJyCh1kYNVEBnK9CBAh0poTg6ZioC3bgkiFouPVPnSZ289tZ2bL7JInSMn8jP0Z6feCN4ZvWZwDO70zhDXTXcdMHGdCR5Zwo6ix56zWk+1uPpkEmfgKGKnjvGPa87iqcDqCGoW+ocKpReXwszxgN11/xxJgDbomWAeQeK8FzLzdOCg4Z6ruWuk9Bx5U0jYR8WHZTYsFRslRoBI2AEjIARMAIjgACdOlGho+VU6BgF1H64pFZTkNcrvRXMnzMf+jt8m2+yOZ3CiI6fwPGaipbheK/j+V6f+CQ+/YlPoaOtHWm5kv9XjEhTFhdYA8DiayGj/bswomXkocYpLA5cMETFA2WVCOhlWHFY/SVYmEkCMw/c33g+8BrjA+tYW5xZx/ROzGO6/dZ4I2AEjMDgErDSjcAIJ6BO0moV+50r9bpU1JvLBfCOHhodsokdExFJhKwa4POVOuQOn+NRHURhnlJSQnNDE51CgROB/r5i5DwYhQC5aLEaB7c8ZN0a9gtPoYuE/cKFRVR5UUN1HLnYCFYFzachi1nrnudbaw67+EYC7o0Jdm4EjIARMAJGwAiMLgLqIOXOFpulcQbcA524jGG/pAiS0jHLkNGN6xfmYh5AHTyEDNVymQ6j0EEM0P+tRZ22DEDQz7mBjmAWIVQdkqgEYS6IQyVLUQkpUgSkkiGjBBXonRlTKTzXdL2ei2MarzvWGaUZCgMkyrJcd81X9RnytglYDpiOfHWTyWAR+bleUEeyli8wv97z1hL0RozdzZzEv9z3dsUIGAEjYASMgBEYQEBEoP+gtgxIe31Ur6yREOi4qWgm3kuvUWNvW/ISWU5tpRKvK4bJY9yVw6Bt5iQOGlor2AgYASNgBEYeAdPICBiBdSVgTuK6krJ8RsAIGAEjYASMgBEYQwTMSRxDnV3vTTX9jYARMAJGwAgYgaEjYE7i0LG2moyAETACRsAIGIHXE7CzEUzAnMQR3DmmmhEwAkbACBgBI2AEhouAOYnDRd7qNQL1TsD0NwJGwAgYgVFNwJzEUd291jgjYASMgBEwAkbACKw7gYE5zUkcSMPiRsAIGAEjYASMgBEwAjkBcxJzDHYwAkbACNQ7AdPfCBgBI7B+CZiTuH55WmlGwAgYASNgBIyAERgVBMxJHAHdaCoYASNgBIyAETACRmCkETAncaT1iOljBIyAETACo4GAtcEI1D0BcxLrvgutAUbACBgBI2AEjIARWP8EzElc/0ytxHonYPobASNgBIyAETACMCfRjMAIGAEjYASMgBEY9QSsgW+fgDmJb5+Z3WEEjIARMAJGwAgYgVFPwJzEUd/F1kAjUO8ETH8jYASMgBEYDgLmJA4HdavTCBgBI2AEjIARMAIjnMCgOokjvO2mnhEwAkbACBgBI2AEjMBfILD+nEQBZMCPnmHAJgPiFjUCw0Eg0AhzYeWB0r8LAi23dhYYmIBE6kvYbezDQNGYCjtbgz+T8Gcpb53w+rL0rF/03tymmCAaGaCBXhulMgaapXYSIEFFmztwlMCg9jJNCbUt1II3Oaqp5VfXZH6TXJY0sgnkPbhGxRHal+/cSWTDggsIUmuwg4dK3nLHiUay/Jqm+TSCU+tGxssmGMUcdHBlJw//TrtU28zyMEPKMHMht0m12HzoZ8TpZIC+dObRe0zqhwfYdxIyTuqZRjmJc2Ci9bFredQ4Y5ICUmVO5uER67zp/WopQKZjGsXz3ojFBRF0Rx49UQSfJhzf9AozcBSECSnVDwsJgojjQOaqSH2ZulcQZxmilG0ICSouRooIQvOJs5D3LjMN4h5YNkXWPIepAFWqU6GUPZDxnDvtHSZAnTEI1LdKO6oCtKyghsXOpBmCXhNHKL0OsPvBEwzXRlN7Z1XTfKGNU9GSRFsYGFPRgDXkUR5ccIRCChxYYYIhZzCEzIPWhRGwBUFQoSoBjPdLv368RgPmQyh8GIW5TEBGdSehpjF003jer3rCrtVAu5UhLyEfsxj/a3adpDO9MS+IJYWAWppDzIhjvYH8TAY8a3XDQ22F/elSZBSRFJ7OoGefgm1Ixed9Db6M1CRgMLeaydaOWo/WpgLqEjh+adxE+6w+RZ8Qx9FIe1jjjGrX5kF/v6J/04T++BCHbojro4fsKN6EK67ZKJbA9yNwMMOwb8LVHUfxkODz0HE5SEX40gKmDRTHNBNHTvUl7GUEcMtHXMaE0ncKtUP2K3Kb9KiFwnAddxbl+rIyyrGLk1JefsaSAzydhihLoeK48oQ8R8Y7TOqJRWCf6qKhrs4F9p5aSC484SXaV4bU80TFMdSLzLe+99XFsgpWynFLcnG0Nk87dkHgaVoRrwsAnsKkDjlwPBLOP6J9Sl9A2L/o61Mwnp9j+Dc3tCqov+zIwSTQQEazgEZOe8ewb1TCUTxHfg1V9OFTgY6sAxVkvjxN003qa9TVfmTnBnXQdEYHO1M0EZxgwU1P+scdjTNpXXcWlRfbl19PQ16+xlI+ySk/S1YRhRSe4ug0mmR80agvEa4Kc5hgz6qdSG43/f5gX9dDhwXO58gvYv1vokUGHijCMfR1EzTTVDNHPVUvnyFXg8kw4XCF+hKwf0EnEUF/hcHDcfGif5xxgF7F6hZJfw8zaYh31WXIqtRmrm60mTW5K5HRKfkkyhYO665oaWf6agI+fToJCCdwYVzP8xGW1yEcbTVNwyEV1mv1Ief/TjmwH/MJ3gl067e/fGzVBB1y8xk+P3l7h9yOeAtD7rQULZ0xLVyFKcL6wdVEYVxXFh3tzCRDPTEQ9mGgyx9oK6Ki9kKjcgHwGZiCPAfopDEJg7+pRgNr0VozakhZbV8h10uYzQR1xSLXlk6iUMBeBVcUoVufrWk0FwnIG4bh2YbASeSA2vdQ1Uw+g/Bt2yQd3RxAw6ZNi4ge8zNaAuNDuOdVUw9JARWXIaMzEnJJETStX1xfHjA0AeqMQcY+TTmSZrQ39jgC4zywHe9wD7y/T9SceJbvasuanLsNvKB/DAXPCK8GrduEJJRHHQmdwsDJOsAjcOLWENqPTBd9+QjgFWGXB47dGPQt5byZsRZdYErVvjl+aRh0zFr9fGaQjPqYjCwO69AfNDKkNKeUTmBgP6uprR6z8gRNVGEmDfIMeWRID4PmJPK5yhuSEVZGpzDQ4DXBMZRcaNx8GxITjFYGYN+Cfa2S9//rDF+tYQiE9Wd8xgIfRHASryJFyqUBTcuYNjDen6bpJoEOdf1IlQNohRN8Bg/9tUDhudC8VDirMxYoa2K1szxp7QctoF+YU6Ng2YEC3dIUldij2zv0JjHKzqHqvEmdMsj46S9FlPdfhW2ouFo8RAmqGeBdDPRWkRtZUAMYHNGhM+W8WZEqqBKqXMrUeMVVUeELbYVhlZIJr3NMCyb0r9K6Ev3jqDL7sMz+rPIFIH/RVHPqsyvReD7OaGzQXLW8lrUdBq1mvtCzw9ha7k48PB84lQQxipJQCiYyehloP4MGrs5hoCWAm4jwOLR74NtKykE/5eBelQipxHQSE1R8jIpjSCkzXmZY0TwMqyaoNwYZ+9D5EuAKCOznQNtbY26BRscZnkfd9UzDN5E3TxImq/QFnqGnQyqsJ+O4Vk4KWFFMsLwYY2WhgO44MalDBr3UuUpnsMJQ4910+lcVI/ZpjO7IocpzRBF73wEcR7DGwLC+NrXNoB4ijcwXeIiF41QV1ShDVgBSSjUJjOt5hsB4KASY1B+DjH1XSVJU4xRgv2aeoacl0by4csSIWgMDcPAJFI0Og6g6g1atiMA5B9cXtrW0YnLHNExrn2kyyhlMGj8FhaQIYf8LjVygW4BILaZngy8OEjUiaZiAuKGDMgFJU2ce5ueNTFfRa40diBiP8lDjJvXEQvu40NCKuNAIoZMfaFxBDwwBdRAp/GSXn77dg2NBarYUx3s9xeWDtoNvGofWmbPQMm8eGjeYhyZK8/x5MKk/BuPYh21z50Bl3Py57M+5aNhgDpoWzGF8NtrmzUZT1yQgLgKgMWAwNjo7aqdcWWpqa8TkmVPQNYsyezImzZ1Sk3lT0KUydyomzjOpVwZd86dg8vxJlMns4y4UxxWhq4tB6CyCY05uXrSzfKzJT4bl4Aat1r42irCRrMSJw7jGVnS1TsaklmnrV6y8Ecezo3USilxh0X5XRxG0AzWJsGbmplUM9k7bcw1whXb4QifDCfDFDviSygQ4hjXR+IQ83fG6SQfqjkFpPHVuhouKNDU/wLByq+M5ncTcWdRznr6Nnes1vLN2nw6YjlFaFsDBO2poQsvUqWicMQMFlZkzEc2cYZLbRjoAAAmqSURBVFKPDKZPh582HdGMaUhmTkUyexoiiqc4OmvFmdNQmNgJJAmyvvHsbZjROmdl0YAPaBzXgPapnWifPgkdM7rQOWNiLh0MJ1DaKK0zJ6J1VqdJPTKY2YHxM9rZpx3omN6BUksRgS8HAbURJzcYjjG1MD8Oy0HHvEGrWB2CoEvnfTU4fp5xIYHPiiajnkECEY9Mf0GszzEU8CcfAfsMYgiCNHXQ3zOqCQd3FHneQGmkaFjiI6lpBZ5raJKF+mOArESnLULIaHMcWOnHoWZqMsDK1FHUKwOS1iGqd6nonaKHPlGzTllJNYrRE3msjATdiUfZZL0xGEqWKfsNEccLSi/7cxVlZeywip98e73wE2+ELPao0AiygWa1Djb0drME1gHWCc87ubKU+QxVOo7VKDDMkPI8RPxUGWXoZZpJqDsOZfZb/num/MycsR9rv2OaIfCHgxk7vn+gYXQY93fsJAr0x/GoImAE+caohsIEB4cIMSVCRMfBcWA1EYxmBsKVY8ChJgJhXEQw1JvzgKMaGooIRNbI6/g7plOcCXlJ3QkVBlD7fTG3Ogb2N7jRCESvRWqF+byreXhhnXYHye8R9G0a6ROdyx2TE+YocoxLOL5FzsGk/hg4OocoOAgdwdhFSGhPBR4LkiDyMYR9K5zAHfveAWCA9b0JS3W0Us+6xUdgxUDi4aiTZ8URr+sc6qmfXlc7SzimmQjqkUEcRYg5OeV9yj73EsHRzsDxBHA0LwG7vCYYnk21eMc1C1uhsrogYYwiNGoRB2FjHcWz4cIz3U2A0cuATRPAse+dcxCGIoLh2Fg14FizAKoCA6xN1npxbTfaNQIGhpWfTpy0Nw47/V2OfMuNwDPqqJ7k1/A2ttpdwnt5k6wRLZbVcVQDh3cgZo5aLcjrcMxqUj8shP3FLtQ97z/tTxXPMxW9LiLwFIfB2xzrEwpUE61UK2PIPU/V0/waz4R5PACT+mOg/ejYf5KLg1cHEZ5nKo69KuDJGsHwbKrJ8NRstRoBI2AEjIARMAL1Q8A0HXMEzEkcc11uDTYCRsAIGAEjYASMwFsTMCfxrRlZDiNQ7wRMfyNgBIyAETACb5uAOYlvG5ndYASMgBEwAkbACBiB4SYw+PWbkzj4jK0GI2AEjIARMAJGwAjUHQFzEuuuy0xhI2AE6p2A6W8EjIARqAcC5iTWQy+ZjkbACBgBI2AEjIARGGIC5iS+LeCW2QgYASNgBIyAETACY4OAOYljo5+tlUbACBgBI/CXCFi6ETACb0rAnMQ3xWKJRsAIGAEjYASMgBEY2wTMSRzb/V/vrTf9jYARMAJGwAgYgUEiYE7iIIG1Yo2AETACRsAIGIG/hoDdM1IImJM4UnrC9DACRsAIGAEjYASMwAgiYE7iCOoMU8UI1DsB098IGAEjYARGDwFzEkdPX1pLjIARMAJGwAgYASOw3gj0OYnrrTwryAgYASNgBIyAETACRmAUEDAncRR0ojXBCBgBI/CmBCzRCBgBI/AOCJiT+A7g2a1GwAgYASNgBIyAERitBMxJHJk9a1oZASNgBIyAETACRmBYCZiTOKz4rXIjYASMgBEYOwSspUagvgiYk1hf/WXaGgEjYASMgBEwAkZgSAiYkzgkmK2Seidg+hsBI2AEjIARGGsEzEkcaz1u7TUCRsAIGAEjYASUgMlbEDAn8S0A2WUjYASMgBEwAkbACIxFAuYkjsVetzYbgXonYPobASNgBIzAoBMwJ3HQEVsFRsAIGAEjYASMgBGoPwJD7STWHyHT2AgYASNgBIyAETACY5CAOYljsNOtyUbACBiB9UvASjMCRmA0EjAncTT2qrXJCBgBI2AEjIARMALvkIA5ie8QYL3fbvobASNgBIyAETACRuDNCJiT+GZULM0IGAEjYASMQP0SMM2NwHohYE7iesFohRgBI2AEjIARMAJGYHQRMCdxdPWntabeCZj+RsAIGAEjYARGCAFzEkdIR5gaRsAIGAEjYASMwOgkUK+tMiexXnvO9DYCRsAIGAEjYASMwCASMCdxEOFa0UbACNQ7AdPfCBgBIzB2CZiTOHb73lpuBIyAETACRsAIGIG/SGDUOol/scV2wQgYASNgBIyAETACRuAtCZiT+JaILIMRMAJGwAiMEAKmhhEwAkNIwJzEIYRtVRkBI2AEjIARMAJGoF4ImJNYLz1V73qa/kbACBgBI2AEjEBdETAnsa66y5Q1AkbACBgBIzByCJgmo5uAOYmju3+tdUbACBgBI2AEjIAR+KsImJP4V2Gzm4xAvRMw/Y2AETACRsAIrJ2AOYlr52NXjYARMAJGwAgYASNQHwTWs5bmJK5noFacETACRsAIGAEjYARGAwFzEkdDL1objIARqHcCpr8RMAJGYMQRMCdxxHWJKWQEjIARMAJGwAgYgeEnYE7iO+0Du98IGAEjYASMgBEwAqOQgDmJo7BTrUlGwAgYASPwzgjY3UbACADmJJoVGAEjYASMgBEwAkbACPwZAXMS/wyJJdQ3AdPeCBgBI2AEjIARWB8EzElcHxStDCNgBIyAETACRmDwCFjJw0LAnMRhwW6VGgEjYASMgBEwAkZgZBMwJ3Fk949pZwTqnYDpbwSMgBEwAnVKwJzEOu04U9sIGAEjYASMgBEwAoNJ4C87iYNZq5VtBIyAETACRsAIGAEjMKIJmJM4orvHlDMCRsAIrF8CVpoRMAJGYF0JmJO4rqQsnxEwAkbACBgBI2AExhABcxLrprNNUSNgBIyAETACRsAIDB0BcxKHjrXVZASMgBEwAkbg9QTszAiMYALmJI7gzjHVjIARMAJGwAgYASMwXATMSRwu8lZvvRMw/Y2AETACRsAIjGoC5iSO6u61xhkBI2AEjIARMALrTsByDiRgTuJAGhY3AkbACBgBI2AEjIARyAmYk5hjsIMRMAL1TsD0NwJGwAgYgfVLwJzE9cvTSjMCRsAIGAEjYASMwKggMAKcxFHB0RphBIyAETACRsAIGIFRRcCcxFHVndYYI2AEjMAIIWBqGAEjUPcEzEms+y60BhgBI2AEjIARMAJGYP0TMCdx/TOt9xJNfyNgBIyAETACRsAIwJxEMwIjYASMgBEwAqOegDXQCLx9AuYkvn1mdocRMAJGwAgYASNgBEY9AXMSR30XWwPrnYDpbwSMgBEwAkZgOAiYkzgc1K1OI2AEjIARMAJGYCwTqIu2m5NYF91kShoBI2AEjIARMAJGYGgJmJM4tLytNiNgBOqdgOlvBIyAERgjBBwCW2oC42B2YDZgNmA2YDZgNmA2YDawxgb+PwAAAP//gVvHNAAAAAZJREFUAwCE8SBfDg87IgAAAABJRU5ErkJggg==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7068" y="2355259"/>
            <a:ext cx="5937156" cy="27878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mist/columns-4.webp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QAElEQVR4AezdCXskyXkY6EiM/CMsreW1LUvyypJP+b7v25YvHavLu/az+yf9yPJjHiIpiZTIITkznBlOX9PHdKNx15Xp+BJIdDUajUahrsyot4mvIysrMzK+N2rQxfoQib0f+9E/0Vwbf/RPNT+W44/+6J9qzuNP53Y+uv1va7tj3/a8/eeuHDh4DXgNeA14DXgNeA14DXgNeA14DXgNeA2s/TWQ/z+9a9z0OvvRH/uJ5jx+Mrdz8aM/3fxojh/7P36qWST+2B/76ebu8ZPNH/vxiJ/I7Xn8+B//qWap+PE/0/z4DfHH//jPNDfF//kn/myzSPyJP/mzzSLxJ//UzzU3xU/8xJ9rXsXP5u0cf/pnmp/o4ify4wXiT//kzzWLxE/+1J9vVhk/9dN/oTmPv5Tbufipn5973B3zF5qf/jN/8cb4M//XX2oWiZ/5mb/crDL+7M/+fLNI/OzP/dVmkfi5P/fXmpviz/35v96sM/78X/gbzU3xF//i32zWGX/pL/+t5qb4yz//d5pF4uf/yt9tFom/8lf/XnNT/NW/9vebReKv//V/0Gwy/sbf/IfNIvE3/9Y/bhaJv/W3/0lzU/ztv/NPm0Xi7/zdf9YsEn/v7/3zZpXx9//Bv2gWiX/wD/9Vs8r4h//oXzeLxD/6x/+muSn+8T/5t80i8U//6b9rVhn/7J//QrNI/PN/8R+aVca/+Jf/sbkp/uW/+k/NIvGv/vV/bhaJf/NvfrFZZfzbf/dLzSLx737hV5rz+OXc/lKOX8zxny/jF/79LzW/8O9/+dbx7//DrzR3i1/N583Hr+fHv978h//4awvFf/pPv96sMv7zL/5G8yp+LW9H/N+57SIev4pf/KXfaBaJX/rl32xuil/+lf/SLBK/8qv/T7PK+NVf+3+bReLXfv2/NvPx67/2X5tl4jd+/b81Xfz6b/y3JuJXf/O/NV38xm/+f80i8Zv/5f9v5mMv+bPDAlInQIAAAQIECBAgQIAAAQIE+i9QLTnEZc9f8vJrO73Lq2vXdiEdEyBAgAABAgR2TMD7q6FP+JsF4CbvirjMLD9OEZc7bBAgUIKAHAgQIECAAAECBAgQIECg5wLxwVt8JhPtHYcan/E0S5x/x8tu5LTIq+T8WsSY/4j2wd3+chYBAgQIECBwRSDeG3Vx5amdfxgu8d4j2p3HuBagalKKSGv6s5f7j1i2+5jF1/qo85zOx2tPLvSgzkdH5MYXAQIECPRKwGAIECBAgAABAgQIELilQJU/24i45eH9Oix/yNOvAa1oNKXmFTz5E79oBIEVCeiGAAECuy0Q/65GXKewzfcT+f1lirhuXPYRWI3AqwJws5dfbucP2x+gzK/9aFPee33EsVejG5QXbiehJUCAAAECPRMwHAIECBAgQIAAgdcErny2kT8fefX0Jj7fiA8l4zpzkT+TOR/D5cb5w9v8HeO/jDucf5trbP2YyCvmbesDWcEA5uY9PoN7bTlJKTmugEkXBAjcRcA5BHZYoHt/FW0XwRHvIbqIx+uK+Dd8PuKa3bXi3/5ue0tt/HBjRLz3uIxuLPNj7fbtdhtvz+ZjWY2ovV6Nrs9VrPy97Kvb6Nq4aLz84j+J2BePI2J7sYheIhY7y9EECBAgQIAAAQLrEtAvAQIECBAgsLhAfLYRsfiZtzsjfwITn7PNx/yJ+ekUMb/P9oVAoF1saggQIECAAIE5gV3fvOnN0zbeP1y9Zry3jNj1eZL/OgX2UvdTod1V8uPqItrnuv1aAgQIECBAgAABAgSGK2DkBAgQIDA8gfazy271yPCGv/4Rx4epu+KzK3mu/1XjCgQIECBAIKV4DxGRyvyzdFbedyxNuEQHVf7/ABFLdNGeGrPYbsz/5WU/r2GbAAECBAgQIECAAAECwxYwegIEBiiQP/hJ7YeTyR8CBAgQIECAAIGlBOKNVcRSnSxx8javveiwVQgXFevb8d149uo8l+cRteC9y/9rkXe321FljuhOeNXG8vSr0T27lze6yJu+CBAgQIAAAQIECBAgQIAAgW0IuOY7BbrPNi4ObH8f2sV26j7biLbbt+42PiCMiGvGpzMLXi/GfxnRz4Ln9+7wbn6ua0vIrwOP+Y7oHl9tu/yv7veYAAECBAgQuFkg3i90Ee+turj5rOWevfrvdly/6zH+ve+i27fhtsnXj3jtvW7e1z4Onw2Pp+eXi1+TOx+rHu55jTZd1mTTiv7EjK6oK90MR8BICRAgQIAAAQIECBAgQIAAgX4KxAeEEasY3ar6WcVY1tFH6fmtw0yfBAgQIEBg1wUUOHf9FbAr+ecCcP5qq/qvUvbyf2Vhi0BxAhIiQIAAAQIECBAgQIAAgd0RaFcDK5TuzoTPZWqTAAECBAgQIEBg5QLdauCVd7ziDqP6e02X3fL0aK952i4CBAgQGKSAQRMgQIAAAQIECBAgsIsCJReA47OriF2cVzkTeLuAZwgQIECAwN0E4n1jvLeKuFsPzuqHwJUCcExoRD8GZxQECBAgQIDAygR0RIAAAQIECBAgQGCAAvHR1dW4SKPKH1C6jd0FhoYAAQKXAjYIECBwB4H8vipFfTDaO5zulN4JxDvoawYVk9zFNU/bRYAAAQIECBAgMCABQyVAgAABAgQIlCgQH1Dmz6+iEFxienIiQIAAAQILCziBwF0F4n1VnBttF/FYbEwg2Fd4sbcUgFd4BV0RIECAAAECBAgQILA9AVcmQIAAAQLFC6z407LivSRIgAABAgQIFCmwsqTiFisRK+tQRzcI7OW3shE3HHKnpxSA78TmJAIECBAgQIAAAQIECPRfwAgJECBAgAABAgQIECBAgACB8gWuZpgLwHXe10XebL/y7tRFu8NfBAgQIECAAAECBAgQIECAwHAEjHRBgaaZpZujyc83C/bqcAIECBAgQIAAAQI9E6hyTTCi/Z2/ebttuzFa+dtJrKuN314yH+u6TlR519W3fnsnYEAECBAgQIAAAQIECBAgQIBA+QK7lqEPKndtxuVLgAABAgQIECBws4AC8M0+niVQjoBMCBAgQIAAAQIECBAgQIBAUQJR+M0fbTXRFpXYcsk4mwABAgQIECCwlEB+f9XeJXipToo9uVu9u6oEV91fN66YxW5bS4AAAQKFCkiLAAECBAgQIECAAAECRQq4K3eR0yqpuws4kwABAgQILC9w9bbQy/eoh80LKABv3twVCRAgQIDAJgVciwABAgQIECBAYAUCTXP+O4C7dgVd6uJWAt0HkPPtxYlW/l5AaAgQINAK+IsAAQK3E2hyaTCiXeWbt9u2O9VP13USXdut0O3abv9d23gLe1Pctd+r58XMXt3nMQECBAgQIECAQBECkiBAgAABAgTWJpALwilibRfQMQECBAgQIEDgtgKOu71AFDgjbn/Gbh0ZNvGDd9HuVualZasAXNqMyocAAQIECBAgQIBACAgCBAgQWItAtwK4zsXfiO7xWi6mUwIECBAgQIAAgSUFqnx+RG7aryhsdtHuGP5fa8kgjNbSsU43JKAAvCFolyFAgAABAgQIECBAgMCmBFyHAIHNC3SF4K7d/AhckQABAgQIECBA4FxgvuB7vsffBEoVeFteCsBvk7GfAAECBAgQIECAAAECBAgMT8CI1yYQt8J7M5pmliJSevO5V/usoLj7tMRHV1fjorf4RWwXmxoCBAgQIECAwCuBKADH+4do58N7sldGtm4rcPX39d72vG0fF/8FbHsMrr92ARcgQIAAAQIECBAgQIAAAQIE1inQrfzt2jT/WWPa1IeN68xQ3wQIECBAgACBoQnEG7JuzN2292WdyM1t53XzUZ7tr4ACcH/nxsgIrEZALwQIECBAgAABAgQIECBAoESBWI5RYl53zcl5BAgQIECAwDUCUciMiKei+NtFPBZvCoRVlA6jffNZe1KKt6ARfbeIWez7GI2PAAECBO4o4DQCBAgQIECAAAECBPohECuD+zGSEkbhA8kSZlEOqxXQGwECBAhcJ6DYe52Kff0WiOJyxLKjVABeVtD5BAgQIECgnwJGRYAAAQIECBAgsEWB6XSWupjVdYoCcN3Eh5BbHFQxl44CsI+0iplOiRAgsKyA8wkQeEMg3nPVeW+0XeSHr/+Ojtixm1Flm4iU28voKOJ9VretXYdAlV+SV6O7Tr1Cfu+WO1UtAQIECBAgQKAYAYkQIECAAAECfRPIn/P0bUgFjGeFn5AVoCEFAgQIENhFATlfL3DTOy/vH643s7cvAlEEjlh2PArAywo6nwABAgQIECBAgECfBIyFAAECBHonEKt/Y1DRxirgiHgslhWID3Djo62IZftyPgECBAgQILA7AvEeImLgGRt+kQJ7TUoRyybnHfKygs4nQIAAAQIECBAgQIBATwQMgwCB/gtEETgiisCXUedPeS6HXuWtiNz4IkCAAAECBAgQWIFAvNeKWEFXuiDQE4F3DUMB+F1CnidAgAABAgQIECBAgAABAv0XMMKeCzTNLEWki9+zFtvn0eT9TapzETgiXf5uuvnfyRbbaUf/RO5vCx/k7uiLQtoECBAgQGABgXi/0EX8kF0XC3RR2qFNLg1GpNxeRpdkWHXb2nUINPkleDW666xi5e9lX92GtkQBOREgQIAAAQIECBAgQIAAAQJ9EojVv1cjxhf7or2M/MHQZS04ti+fuG7jXfuW7uBdF9jS8z6g3BK8yxIgQIAAgQELlPq+aMBTYuhrEYjy/lo61ikBAlsWcHkCBAgQIECAAAECBAgQGIRAV/yNNlYBR6xs4LG6I5YYrKxDHfVOwIAIECBAgAABAisTiB+wi7uvRLuyTovqqMo0EetKKvqOWLZ/BeBlBZ1PgACBHgoYEgECBAgQIECAAAECAxVo8idKeehRDM7Nkl+7sMIlPqCMWJLK6QQGKmDYBAgQIEBgPQLn70nX07debxKIn92MuOmY2zynAHwbJccQIECAAIHhCBgpAQIECBAgQIDAAAWi4BtR5wJwtM3l7wReMJl2xW/+uKdtSygA51wufzddt31hEksjSkjxIh0NAQIEFhRwOAECBAhsQKB9y5nr4V277CW7fubbrs96he9t451z16+WAAECBAgQIEBg0AIGT4AAAQIECJQikD9jSikXg+fzufJw/qkd3Q6lOqX49Cz5Q4AAAQIEdklArgTWLbDCSuS6h1pY/1EEjlg2LQXgZQWdT4AAAQIECBAgQKAPAsZAgAABAsUItCuAc7U3VgNPp7M0m9VpltumqXNNuGmjmGRXkkgUglfSkU4IECBAgAABAv0XWOsIo/AbpcNo13ohnb9FYC+/tY14y9O33h2zeOuDHUiAAAECBAgQIECAAAEC/RMwIgIEyhfInwPlwm9KdR1bKW+ft+VnLkMCBAgQIECAAAECBDqB27YKwLeVchwBAgQIECBAgAABAgQIEOifgBHtgEDTnBd7u3a+CBz7Ii4Zqrglchfn510+Z4MAAQIECBAgQIBAY1tQgAAAEABJREFU934x5feMl9GxWPnbSXRtk0nmo9t/13a+r26762sVK38v++o2tCUJyIUAAQIECBAgQIAAAQIECBAoSSCKvBF1nT+oywXheha3g351O+i865p0d6UAnD+VuyZ7uwgQIECAAAECBAjsqoAVwLs68/IuV0BmBAgQIECAAAECBAgQIFCcQBR/u4jfDRzR1LkAnKPO0Vz8fuA3Em9XeJRaCI7Cb/5oK5ZOvJH4DuyQIgECBAgQIEBgLQL5/VWKWEvng+803npGrCuRKr91j1i2fzO4rKDzCRAg0CMBQyFAgAABAgQIECBAYHcE8mdDKSIyjmJwtNdHd9T1zw56b8GpDXpeDH7tAi5AgAABAgTWJ1DnriNy42vjAlFcjlj2wgrAywo6nwABAgQI9EPAKAgQIECAAAECBAoWqKoqVdV5dGk2TZMi6rpOsSJ4Op2l2WzW7ov9Ed2xw23jw8ercZHNKj4Zu+hKQ4AAgQEJGCoBAgSWE2hyaTCiXeWbt9u269JP13US62pjde/V6K5VV93W8m3M7PK96IEAAQIECBAgQGCLAi5NgAABAgQIEDgXqOsmRSH4/JG/CRAgQIAAgbIEZLO8QBQ4I5bvqcwewiZ++C7aMjPse1ZRBI5YdpwKwMsKOp8AAQIECBAgQIDANgVcmwABAgQIXCMQReCI8xXB1xxgFwECBAgQIEBgJwRiSWVEl2wUNrvo9g2k3egww2ijF3SxC4G9TB9x8fDOjQLwnemcSIAAAQIECBAgQIAAge0KuDoBAgTeJRArgqMIHLeIjltCd/Gu8zxPgAABAgQIEBiuwHzBd7hZGDmBeYFFtxWAFxVzPAECBAgQIECAAAECBAgQ2L6AERC4tUAUfWezSarrWaqbWT6vTk1uI1JVpxS/hCw1qZ9/4qOrq3Ex0nbcF9saAgQIECBAgMClQBSA4/1DtPPR1/c7lwO3sQMCTX5JXo0u7VWs/L3sq9vQliAgBwIECBAgQIAAAQIECBAgQKB8gbtl2OQib9M0uQicP/zMHzyliLari8fttr8IECBAgAABAqUIXL7ZyQl12/l9T37k610Cnde7jvN8XwXiRyD6OjbjIkBgEQHHEiBAgAABAgQIECBAgACBGwSi+BtPRxu3ho6I7aZuUhtNHU+LvgsYHwECBAgQILCAQBQyI+KUKP52EY/FmwJhFaXDaN981p7U3jxnnTeiib4j0pJ/YhaX7MLpBAgQILBtAdcnQIAAAQIECBAgQIDAQgJN/vAz4spJuRR8ZY+HBAj0ScBYCBAgQGARgfx+J0Usco5jCWxXoLs99LKjUABeVtD5BAgQIEBguwKuToAAAQIECBAgQGBhgToXfyOm01ma1XWazmbpcjVwr1YCx6rkq3GRbnw6drGpIUCAwA4ISJEAgVsLRNE33j9E20WcHKtau4jHOxpVtolIub2MziJ8um1tCMRq3PmIfcvEfF/ddtdfvUJ+BeBOVUuAAAECBAgQGJyAARMgQIAAAQIEVi0QH5Je02cuGF+z1y4CBAgQIEBgIwIuspjAW97PtJ2ssMLW9ucvAqsViCJwxLK9KgAvK+h8AgQIECBAgAABAtsQcE0CBAgQILCEQFVVqarOI7qJ1b+xCjhiMp2myXSSprNpG3VTp/7Wf+OjrYjIQhAgQIAAAQIEbiNQ5YMicjOEL2PcKYG9JqWIZZP2DnlZQecTIECAAAECBAgQIEBgwwIuR4AAgU0IRFG4jTpuD5g/idrERV2DAAECBAgQILBygXgfE7HyjnVIYO0Cd72AAvBd5ZxHgAABAgQIECBAgAABAgQ2L+CKBJYSaAu6TZOutuny979FsTdW/M7ydV5tT2eTVNeTlJpX+9Nr5+TDfREgQIAAAQIEeicQhd8uqjy6LvLmrn41uTQYkXJ7GR1GWHXb2hBo8ktmPmLfMjHfV7fd9beKlb+XfXUb2iELGDsBAgQIECBAgAABAgQIECBQvsBmM+yKxHUuGNd1nSaTaYrbQ89mUQTe7FhcjQABAgQIECCwGoFczVtNR3oh0GuBKO/3eoAGR4DAOwQ8TYAAAQIECBAgQIAAAQIENiQQheBp/I7gyTjVdS4E5+Lwhi7tMgQIECBAgAABAmsXiBXAcReYaNd+sUFe4Oqq3VUnUWX6iGX7VQBeVtD5BAgQ2KKASxMgQIAAAQIECBAgQGAbAnXdXK4IrmNF8NYKwfEBZcQ2FFyTwOYEXIkAAQIECGxWIFchN3tBV7sQWFWBWQH4AlRDgAABAgQGJmC4BAgQIECAAAECBLYuUMetoafTNBqP02g0SvE4BtXdPjq2l4v46OpqXPQYSyPcxfECQ0OAQMECUiNAgACBggTat7C5vj7fdunVK3xvG++gu361BAgQIECAAAECgxAwSAIECBAgQIBAPwWmk8llEXj9I8yfnKU6pfj0LPlDgAABAgRKFJATgW0JrLASua0UBnrdKAJHLDt8BeBlBZ1PgAABAgQIECBAYJMCrkWAAAECBHosECXZSS4CRzR1nZq6SbEaeL1Djquu9wp6J0CAAAECBAhsXGArF4zCb5QOo93KAHb+onv5rW3EshAxi8v24XwCBAgQIECAAAECBAgQ2ICASxAgQGAoAnEr6HEuBE+n0w2uCB6KjnESIECAAAECBAgQuFlg2WcVgJcVdD4BAgQIECBAgAABAgQIEFi/gCsQ6LlAncf3ZszqSZpMRmk6HbeR4pbNTZ2aZtZG+zj25bN9ESBAgAABAgQIbECgyu/ZItr3YHm7bbvrWvnbSayrbTLx1eiutYqVv5d9dRvaIQoYMwECBAgQIECAAAECBAgQIFC+wLAzjFtAxy2hJ+NxGkdMxtcn1DTX73/n3vwp2juPcQABAgQIECBAgACB3RGwAnh35lqmpQnIhwABAgQIECBAgAABAgQIDECgqi4KtLmNW0NHtIXgXAyO4UeBOPbVuQAc2xGx/90R/eaPtmIJxbsPHu4RRk6AAAECBAgQ2KhAfn+VIjZ60cFcrGpSikhr+hN9RyzbvRlcVtD5BAgQ2IKASxIgQIAAAQIECBAgQGDoAlG+HY1GaTabpVkdt4SuU1PnyIXg1MW7kswfwL3rEM8TGLKAsRMgQIAAgc0LXL0t9OZHsMtXjJ9tjFjWQAF4WUHnEyBAgACBzQq4GgECBAgQIECAAIHBCVRVlaqqem3cXe02CsD1NBeBI2b5A8dc/H21IniWz6lT3Zy3578zOO+Kr1V8Mhb9CAIECPRTwKgIECCwHoEmlwYj2lW+ebttu0t179C6x9pYjTsfy4rM99Vtd33Wr79d7nbfqY2ZvdOJTiJAgAABAgQIENi0gOsRIECAAAECBMoUiI8a22jqNMtF4IiUt7tsr9SOu91aAgQIECBQqIC01ifQvuNYX/eD7zl86pxFtLnxtXGBKAJHLHthBeBlBZ1PgAABAgQIECBAYBMCrkGAAAECBAoXaJomzeo61fWsjel0lmvA+QPIvD9/pSb/702C+Ggr4s1n7CFAgAABAgQIpBRLKiPSxZ8obHZxsatvTS/GE0a9GMjODWIv00csm7h3yMsKOp8AAQIECBAgQIAAAQJrFtA9AQIEdkmgztXeiCgGj8bjdHZ2lgvCURiOEnD+RGyXMORKgAABAgQI3EFgvuB7h9OdQmCLAqu6tALwqiT1Q4AAAQIECBAgQIAAAQIEVi+gRwJFCsRq39djlppmlnOtr0R+WFVpNpvlIvAsTSbTVOcC8asycHd8Ps4XAQIECBAgQKAViAJwlL+inY9X7yDaw/xF4BYCTX4JzcctTrnxkPm+uu3uhFWs/L3sq9vQDknAWAkQIECAAAECBAgQIECAAIHyBWTYCdS5ABxF4IjxeJym00ma5n1RRE65QNwdpyVAgAABAgQIvBLIlbvLB922IvAlyY0bndeNB3myxwLxIxA9Hp6hESDwhoAdBAgQIECAAAECBAgQIEBghwSiyBsf1dZ1k2K7rut2JfB0Ok3jySTNcpufKU9ERgQIECBAgMAKBKKQGRFdxTuKLuKxeFMgrKJ0GO2bz9qT0tVVu6s2qfJLNGLZfmMWl+3D+QQIECCwIQGXIUCAAAECBAgQIECAAIFzgSgEtyuCJ+NcEJ60K4Ljcew/v010lIXzJ2jnh/ubwKAEDJYAAQIEViEQ7wMiVtGXPghsRmBVBWYF4M3Ml6sQIECAAIFlBZxPgAABAgQIECBAgMA1Ak3+XDd+N/BkMkmT6TRN61mKW0Y3sWI4RxSDrznNLgIECPRVwLgIEFhaIL85SHXuJdou8sMUq1q7iMc7GlW2iWiN8nbbdhbh021r1yEQq3uvRnedeoX8CsCdqpYAAQIECBAg0FsBAyNAgAABAgQIEHiXQHd76Nl0lma5CBwRxd92f64Sx8e/7+rD8wQIECBAYLsCrr4agZv+1V9hhW01g9ULgdcEoggc8drOOzxQAL4DmlMIECBAgAABAgQIbEzAhQgQIECAAIF3ClRVlaLQGxG3gZ7N6jTNheDpdNLeHjo6iOdSPq6N2CEIECBAgACBHRWIInBEz9I3HAJZYK9JKSJvLvWlALwUn5MJECBAgAABAgQIECCwPgE9EyBAgMBiAm2RN58SbV3Xqa6b1OR2NBql8Xici8LTvK9OKX+wlg9LTW6bfExsCwIECBAgQKBUgfwPfvePf6kpymvwAqtOQAF41aL6I0CAAAECBAgQIECAAAECywvogQCBOYEo6L4r4vCqqlJVVbHZRpxzeRvoXAg+Xx08S5PpeSE4no8DowgcEduCAAECBAgQKEmgK/5GG+8RuigpxwVzaXJpMCLl9jK6PsKp29auQ6DJL8Gr0V1nFSt/L/vqNrRDEDBGAgQIECBAgAABAgQIECBAoHwBGa5LYJoLv5PJpF0NPB5PLlcEt0XifNF2RXD+3DPa/NAXAQIECBAgUJxArr4Vl5OECLwpEOX9N/faQ4BA/wSMiAABAgQIECBAgAABAgQIEFhKoKqu/q7gWZrWsxQrg+uLFcJNU6c2tnVr6KUydDIBAgQIECBAYBmBJp9c54g2N77eEKgyTcQbT6xoR/QdsWx3CsDLCjqfAAECGxBwCQIECBAgQIAAAQIECBBYjUBVVZe3iW5y0Xc6mabxeNRGrBCuc+G3yfHqaq+Kxq/22SKwHgG9EiBAgACBfgjkKmc/BrJzo+huD71s4grAywo6nwABAgQIrFdA7wQIECBAgAABAgQIrEGgaZoUt36ucxE4b6bZrM4xS3GL6PgdwbEqOPadP9+kOL65WB28huHokgABAgQIECBAoIcCsRp3PpYd4nxf3XbXZ111W8u3CsDLG+qBAAECBAgQILAmAd0SIECAAAECBAisU6CJyu/cBeJxFH4n43E6G52l0WjUFoSnk0mq69nFkfHJ3HlB+GKHhgABAgQILCngdAJ9E4j3O30b026MJ4rAEctmqwC8rKDzCRAgQIAAAQIECKxDQJ8ECBAgQIDAWgWqqqQVq+IAABAASURBVGpvBV1Vr9rugnHTw7puctG3TnFb6OlsmttZu0K4ruvc1u1zjRXBHZmWAAECBAgQuKtAr86r8miidBht3vS1cYG9/EY0YtkLxywu24fzCRAgQIAAAQIECBAgQGCFAroiQIAAge0KVFXVFoe7UdS5GBwrg0ejcZpMckwnuQg8u7gtdHeUlgABAgQIECBAgMBiAus6WgF4XbL6JUCAAAECBAgQIECAAAECiws4gwCBNQg0TXNRrH29fdulqupVAbg7t67PV/1OJtNUz2ZpVs/S2dkojcfjNJtO39aV/QQIECBAgACBfglUdUoRKbeXkS7+VBetphNoMsl8dPvv2s731W13fa1i5e9lX92Gts8CxkaAAAECBAgQIECAAAECBAiULyDDoQjMZnWajiftauCzs7N0NhqluFV0rjIPJQXjJECAAAECBAgQKFjACuCCJ1dqhQhIgwABAgQIECBAgAABAgQIEOidQJNHVFV7aa+qUtwe+uz0NJ3mYnAUguNxRKwezofd7stRBAgQIECAAIFeCETpMKIXg+ndIK6u2l31AKv8JjNi2X7N4LKCzidAgMAaBXRNgAABAgQIECBAgAABAv0UqKoqVVWOvb22zZ/VtauAoxAcq4JHo7M0nUxSrApWCO7nHPZpVMZCgAABAgT6I9DdGro/I9qlkayqwLy3S2hyJUCAAAECAxIwVAIECBAgQIAAAQIEBigQheD4fcFxm+jReNyuCh6PRykiVgVHSlEQjohtQYDAzgsAIECAwGYFmlwajEi5vYxuCPFOptvWrkMgVvdeje46ddVtLd/G7C7fix4IECBAgAABAgRWKKArAgQIECBAgACBEgSiyBu3hB6PJ2k0Gre/M3g2m+bUfLiaEXwRIECAQEKweYH4Nzhi81cexhXDJlYARzuMEZc2yigCRyyblwLwsoLOJ0CAAAECBAgQILBKAX0RIECAAAECxQpMJtMUt4c+PT1LUQiOlcJN3aSuLTZxiREgQIAAga0JxJLKiG4AUdjsotu3pbbXlw2jXg+w2MHtZfqIZRNUAF5W0PkECBAgQIAAAQIECBBYkYBuCBAgQKB8gToXfGNV8OnpaYo4OT3JxeBZjmlKTf7Er3wCGRIgQIAAgTULzBd813wp3RO4o8C6T1MAXrew/gkQIECAAAECBAgQIECAwLsFHEGAwI4JRK13NovC7yxNJqM0znF6FsXgSa4Dz7JG3H6xi/zQFwECBAgQIHBLgSgAR/kr2vnwg1a3BHTYGgWa/JK8Gt3lVrHy97KvbkPbRwFjIkCAAAECBAgQIECAAAECBMoXkOGuC5wXgqe5EDxJJyfHaTQ6S7FKeDad5mLw+YfV+bPCXWeSPwECBAgQWFBg/l/Pbvv839UFO9rBwzuvHUy9kJTjRyAKSUUaBAoTkA4BAgQIECBAgAABAgQIECBQvkDOsGmaXOjNG/krb6bxeJJOT0/SWS4En5yc5MfjVOcnzo/zwXVm8kWAAAECBG4pEIXMiDg8/g3tIh6LNwXCKkqH0b75rD0pVfklFJHW9Cf6jli2+5jFZftwPgECBAisWEB3BAgQIECAAAECBAgQILDbArnem2azOtV1nUajUS4In+bHszaiENzptB/PxsER3U7tYAQMlAABAgTWKZArdSlindfQN4HVCnS3h162VwXgZQWdT4AAAQIEViugNwIECBAgQIAAAQIECFwKRLE3bhE9nU5Stxo4CsKTySQXh2epbnKROBd/6xxxbMTlyTYIEOizgLERILA2gSj61rn3aLvID1P82FQX8XhHo8o2ESm3l9FZhE+3rQ2BWI07H7FvmZjvq9vu+qtXyK8A3KlqCRAgQIAAAQJbFzAAAgQIECBAgAABAtcL1HWTorgbhd/R6CydnZ1HPG5/X/Bs1j7/xtm5MPzGPjsIECBAYMsCLr9egSj6vu0KK6ywve0S9hNYQiCKwBFLdNGeqgDcMviLAAECBAgQIECAwJYFXJ4AAQIECBAg8BaBqqpSVVWXz0ZNt67rFL8r+OTktL099Hg8am8VHQXhWDEcz9f1rF0hnCvDl+faIECAAAECBOLf1IgtSbgsgRsE9pqUIm445FZPKQDfislBBAgQIECAAAECBAgQWJ+AngkQIECAwCICVVW9dvj5yuBpLgCfrwo+OzvNxeFxG7E6OG4P/doJHhAgQIAAgZ0SyBU1vwt4p2a8z8luamwKwJuSdh0CBAgQIECAAAECBAgQIPCmgD0ECBC4s0BVVdeuDJ5Mpu0tomfTWapndYoi8Gw2TU1dp9Q0+SPw+CD8zpd1IgECBAgQGJBA/JvXRZXH3UXe3NWvJpcGI1JuL6PDCKtuWxsCTX7JzEfsWybm++q2u/5WsfL3sq9uQ9snAWMhQIAAAQIECBAgQIAAAQIEyheQIYHVClRV/oRyrsvJdJrGk0kajUa5IBxx1j6eRmG4qXMhOB/8+il5hy8CBAgQIFCygH/4Sp5dub0SiPL+q0e2CBDYvoARECBAgAABAgQIECBAgAABAuULbCjDuq7TbDZLkygEj8fp7PQ0HR8fp8PDo3Sat6MYbK3PhibDZQgQIECAQO8F4l1BnUcZbW58vSFwddXuGwcsuaPK9BFLdtOu7V62D+cTIECAwIoEdEOAAAECBAgQIECAAAECBNYpEL8PuCsKn52dpaOjozQej9I0F4nz540pXVlFnPxZi4BOCRAgQIBAvwXadwX9HmKho1tVgdkK4EJfINIiQIAAgcEJGDABAgQIECBAgAABAgQ2LhDF4JOTk3ZV8MnxcZpOJm0xOFYNz+pYAZRSWzRufBC88clxwVIF5EWAAAECOywQq3uvRsdRr/AO5QrAnaqWAAECBAgQILA1ARcmQIAAAQIECBAgsD2BqO1GwXc0HqfDo6O2GHyUi8GxQjhuHX11ZE169b+rz3lMgAABAjcJeI7AUARWWIkcSso9GWcUgSOWHY4C8LKCzidAgAABAgQIECCwjIBzCRAgQIAAAQI9EmhyNTiKwRGj0SidnJ6ms7PT9vcIx77zqFNd5yJwjhh6c9HGtiBAgAABAgTeIjCI3VH4jdJhtIMYcHGD3GtSilg2sZjFZftwPgECBAgQIECAAAECBAjcQcApBAgQIECg7wJR8G0LwScn58XgXBSeTMapns1S/nwypSqlNlJKUTyOYnBEfuiLAAECBAgQIEDgQmDTjQLwpsVdjwABAgQIECBAgAABAgQIpMSAAAECgxFocqU3CsHT6TRNxuM0mUzT2egsnZ2ettt1XbcrhOu5lcCKwIOZXgMlQIAAgV0TqOqUIlJuLyNd/Imf7LrY1KxFoMnEV6O70CpW/l721W1o+yBgDAQIECBAgAABAgQIECBAgED5AjIkMFyBXAtuV//OprM0nkzSyclJOj4+zsXgsxQrhWPfLBeEm5T/FwcPN1UjJ0CAAAECBAgMVsAK4MFOnYEXJyAhAgQIECBAgAABAgQIECBAoHyBAjKMum5EpBIrg9sVwWdnadyuDh6nUd6ejCdpkgvEEfUsVhjF0YIAAQIECBDov0CUDiP6P9JtjLDKb4Ii1nXt6Dti2f7N4LKCzidAgMAKBHRBgAABAgQIECBAgAABAgSGLJA/C21vAz0ajdMoF4JPcxH49PQ0nZ6e5cejNJ3OUtwiOn5PcEpx9JCzvfvYnUmAAAECBPovED+4FdH/kZY4wu720MvmpgC8rKDzCRAgQIDAcgLOJkCAAAECBAgQIECAwGAFqqpqx15V5208iCLv+crgSbsK+OyiGBy3iz45OU1nZ6O2WBzHxfGCwI4ISJMAAQL9EGhyaTAi5fYyuqH5Ia1OomtjNe58dPvv2s731W13fdWv3k51u+7cxuze+WQnEiBAgAABAgQILCPgXAIECBAgQIAAAQLlCzT5s+TpdJpGo7Nc/D1tf2/wyfFxfhyF4GlbDK7rWGmUDyyfQ4YECOykgKT7IxD/1kT0Z0T9GknY+Dd5m3MSReCIZcegALysoPMJECBAgAABAgQI3EXAOQQIECBAgACBQgSqqkpVdX10KcZq3ygER0SxdzyZtIXgg4PDdHR4mA5zxOrg2Wya4tj2vHxwHNtu+4sAAQIECNxJoMpnReSm/YoCZxftjvX/NcgrhNEgBz74Qe9l+ohlE1EAXlbQ+QQIECBAgAABAgQIEFhQwOEECBAgQGAXBaqquiwUR/5R6I0C73Q2S7FC+Oz0NBeCj9Jpbie5QNzGeBKHCgIECBAgsIBAtcCxDiWwXoFt9a4AvC151yVAgAABAgQIECBAgACBXRSQMwECBAYrEAXbRaJLtDvn6uNuf9fWTdMWgk9OTtLhwUE6zu14PEqxOniaC8JxXPQRbURsCwIECBAg8KZAFICj/BXtfDRvHmoPgXcINPklNB/vOPydT8/31W13J61i5e9lX92GdpsCrk2AAAECBAgQIECAAAECBAiULyBDAgRuKxDF4Nl0mkbjcTo7O0v7L1+mo6OjNM6PZ7NZipXDbV/5Q9m29RcBAgQIEHhDYP4fiW5bEfgNpmt3dF7XPmnnAATiRyAGMExDJFCwgNQIECBAgAABAgQIECBAgACB8gVkuLDA/Ef0seI3CsGxMvggF4MPDg7agvB0PGlXDcftoruicBwbsfAFnUCAAAECBQpEITMiUot/WbqIx+JNgbCK0mG0bz5rT0pXV+2u2qTKL9GIZfuNWVy2D+cTIECAwB0FnEaAAAECBAgQIECAAAECBAjcXqBdGVzXbdE3flfwweFBOjw6TEfHR+n4+DiNR6N2dXCTj4le+/LxdYxFECBAgMCmBXIlLUVs+rquR+DuAqsqMCsA330OnEmAAAECBJYRcC4BAgQIECBAgAABAgQILCkwm9VpMp60cXZ2movBR+mwLQofpdOTkzSdzfIVfPifEXxtT8CVCRDYuEB836/zVaPtIj9M8WNBXcTjHY0q20Sk3F5GZxE+3bZ2HQKxuvdqdNepV8ivANypagkQIECAAAECGxNwIQIECBAgQIAAAQIEVi3Q5M/44zbQ08k0TaeTdHKaC8KHh+n09Cy1t4jOxeB4Pq67ws9XoztBgACBtwjYvR2B/A/CWy/sX4C30niiFwJRBI5YdjAKwMsKOp8AAQIECBAgQIDAIgKOJUCAAAECBAgQWJtA/O7f9jbRs7q9FfR4PE7HR0cpfm/wy/jdwTniVtHT6TTNckE4onF70LXNh44JECDQT4EoAkeseXS6J3AHgb0mpYg7nPraKQrAr3F4QIAAAQIECBAgQIAAgfUJ6JkAAQIECBDYnEAUg+NqbUG4rtMkF33Hk0k6OTlOBwcH6SgXhiNOj09SFIq71cFxjiBAgACBkgRyRc0P+5Q0oYPIZduDVADe9gy4PgECBAgQIECAAAECBAjsgoAcCRAgQKAnAnGr6CgGj0ajFHF8ctIWhA8PD9vHsS8KwrNcMG5ywaAtJMdJPRm/YRAgQIDAIgJd8TfaKp/YRd4YiuJaAAAQAElEQVTc1a8mlwYjUm4vo8MIp25buw6BJr8Er0Z3nVWs/L3sq9vQbkPANQkQIECAAAECBAgQIECAAIHyBWRIgECfBaLAG6t/o/B7eHi+MvgwF4OPT47T6OwsTSaTNKvrFMdV+UPbiD7nY2wECBAgcJNA/kZ+09OeI1CIQJT3C0lFGgQGJmC4BAgQIECAAAECBAgQIECAQPkCMhyUQF03aTabtXF2NkpRCD54+TLt7++no1wUHo8naTqdts83Td3mFreYbpIVUy2GvwgQIEBg4ALx71n8+xbtwFNZ0/CrTBOxpu5T9B2xbP8KwMsKOp8AAQJ3EHAKAQIECBAgQIAAAQIECBAg0H+BuPNzrP6Nou/J6WlbCI5icMTR0fH57w7OBeO6rlMUgl/LqKpSulgurED8mowHBAgQINB7gVzl7P0Yyxxgd3voZbNTAF5W0PkECBAgQGAxAUcTIECAAAECBAgQIECAwEAFotA7nc7aVcAn7e8Ofpn2D16mly8P2tXCo/E4zepZLgbngnC0F8Xhpm7yvvMYaOqGvbiAMwgQIECgAIFYjTsfy6Y031e33fVZr/AO5QrAnaqWAAECBAgQILB2ARcgQIAAAQIECBAgQKAkgToXdmeTaft7gk9PT3Mh+LwYfHBwmE5OTtN4MkmTuGV0LgZH3vOf68aK4Sad/y+eEwQIlCQgFwJDF5j/F2vouQxr/FEEjlh21ArAywo6nwABAgQIECBAgMBtBBxDgAABAgQIECBQnEDTNOcre+s6xXb8/uDRaJTOzs7S8fFRWxA+uFghfHR0dFkMnl6sDJ7N4ryUy8DF0UiIAAECuysw6Myj8Bulw2gHnchgB7/XpBSxbAIxi8v24XwCBAgQIECAAAECBAgQuEHAUwQIECBAgMBuCUQxOFYH17kwHLeMnkwm6eTkuC0Iv9x/maIYPB6P2pXDTZOLwPm4/Hlv6n5ncPKHAAECBAgQGKRAXwatANyXmTAOAgQIECBAgAABAgQIEChRQE4ECBAgQKAVaHKFdzqdptF4nM7OTtPh4WE6OY6i8EF6eXDQFojj+ToXhOt8cESc2NRNyg9jUxAgQIAAgeUFqjqliJTby0gXf6qLVtMJNJlkPrr9d23n++q2u75WsfL3sq9uQ7tJAdciQIAAAQIECBAgQIAAAQIEyheQIQECBK4XiIJunQu7UfCN1cGTyTgdH5+0K4QPDg7TQS4In56epPFkkmZ1nep6lpp8fEr5U+jkDwECBAgQIEDgZgErgG/28SyB1QvokQABAgQIECBAgAABAgQIEChfQIYEbiEQq3zrXOCdzaLIW6fxeJxOT0/bODo6Tvv7+2n/xYv0IkcUhUejUZrNZm3UuSAcReEmqsmpucXVHEKAAAECBG4jEKXDiNscu3vHXF21u2qBKv+THrFsv2ZwWUHnEyBAYAEBhxIgQIAAAQIECBAgQIAAAQLlC9wlw/NC7qsz67YwPEuxCng0Gqej4+O2ELz/Yj8dHBym4/w4CsaTWCV8UUCOPrpIisKvMG0RIECAwAIC3a2hFzjFoSsTWFWBWQF4ZVOiIwIECBAgcKOAJwkQIECAAAECBAgQIECAwJ0Equr81s+x+vdsNGpXCB8fHaUX+y/aonC3QjhWD0dBOIrH08k0xS2m45woCseFq+q8n9gWaxPQMQECBPot0OTSYETK7WV0Q266De2aBGJ179XoLlWv8J/pmN2uXy0BAgQIECBAgMBaBHRKgAABAgQIECBAgACB5QSqqkpVdR7R0/nto5u2yBu3ho7i78HBQXr+/Iv0xRdfpMOjw3R2cTvpeH46naQoDHfF4OhDECCwagH99V8gCpwR/R/pdkYYNrECONrtjGDXrxpF4IhlHRSAlxV0PgECBAgQIECAAIGbBDxHgAABAgQIECBAYAMCUdyN1b7x+4Rn02k6Oxu1ReDDw8P08uXLtL//Mr148TxFkXh0dpba20ePxymOVRTewAS5BAECWxKo8nUjctN+RWGzi3bH6v4qqqcwKiqhwSSzl+kjlh2wAvCygs4nQIAAAQIECBAgQIDAWwTsJkCAAAECBAhsQ+B8dXCd6rrJUacoDMetoaPoe9TeOno/F4T304v9/VwkPkrnK4Sn6bpC8NV9Tf5g+uq+beTomgQIEHi7wHzB9+1HeYbAKgX61pcCcN9mxHgIECBAgAABAgQIECBAoAQBORAgQIAAgd4IRMG2rqMQXLdF3ul02q4A7grCccvoJ0+epMePH6cXL160xeG6nrXHVtV5ISX6aJpXtwVtciV4PnqTrIEQIEAgxfetKH9FOx8NGwJbF2jyS/JqdINaxcrfy766De0mBFyDAAECBAgQIECAAAECBAgQKF9AhgQIEBiWQBRyo0Bcz2bp7Ow0x1l6+uxZepYjCsPPnz9PsXI4VgpPJuN2RXEcH+dFtNnmgnDb+osAAQK9EciVtsuxdNuKwJckN250Xjce5MkeC8SPQPR4eIZGoCABqRAgQIAAAQIECBAgQIAAAQLlC8iQwIAF4tbRs1mdYoXwZDxpbw0dBd/T09N0eHiY9l/sp+fPX7SrhA8ODtLJyUkb49EozS5WDHeF4WDYq6p0NZI/BAgQ2KhAFDIj4qJR/O0iHos3BcIqSofRvvmsPSlV+SUUkdb0J/qOWLb7mMVl+3A+AQIECLxDwNMECBAgQIAAAQIECBAgQIBA+QIlZljXTarb20fP0mQ6TZPJJEXB9/T0JB0dHebC8EF6sb+fnj59lovDz/Pjw7ZwHEXkWT4visr5s/K30+QicXu31rcf4RkCBAjcUSC++0Tc8XSnEdiCQHd76GUvrQC8rKDzCRAgQIDAzQKeJUCAAAECBAgQIECAAAECRQlEUTdWCk8mURCetr9PeDqdpNOLlcLPnz9PXzx7luJ3C8f2/v6LFOfUTX3RNimKw1GWOb+FdNX+vuF62LeRLmqOJUNg2ALx3aXOKUTbRX7Y/rRJrGyNiMc7GlW2iUi5vYzOYsdtOoa5NlbjzsfcU3fanO+r2+46qlfIrwDcqWoJECBAgAABAisX0CEBAgQIECBAgAABAgR2Q6C+WClc13V7C+nReJwLwue3iI7fH3z//v304MHD9PTp0/Ts2dM0Gp2l+H3Do9GoLSAr/u7G66TcLGXWL4Eo+r5tRCussL3tEvYTWEIgisARS3TRnqoA3DL4iwABAgQIECBAgMCKBXRHgAABAgQIECBAYMcFYkFvFIRjtfB5O8tF4dN0cnKanjx52haDoyD85MmTFKuE9/f30/7Ll+ng8CCdnp2lOCcKwxE3lXN2nFn6BAgsLBBF4IiFT7z+BHsJrFBgL/+DF7FslwrAywo6nwABAgQIECBAgAABAlcEPCRAgAABAgQIEHi3QF03aTabtSuGDw8P0+HBQTpo4zC3L9PLvB2rhyNitXAUkvPn4q91HI+bFH/P7c51ndgXheO5vTYJENhZgfgeEbGzABJfo0Bfu1YA7uvMGBcBAgQIECBAgAABAgQIDFHAmAkQIECAAIE7CVRtGbe+uIX06elZevnyZXrx4kXa399Pz559kR59/jA9fPQwt4/a4vDxyUlbPK5zITmKvVHeiTYex+rjGEaTn4uIbUGAwC4KxHeGLqoM0EXe3NWvJpcGI1JuL6PDCKtuWxsCTX7JzEfsWybm++q2u/5WsfL3sq9uQ7tOAX0TIECAAAECBAgQIECAAAEC5QvIkAABAgRWLdDkSm6di8LnK4VnaTKepNFonF7movDTJ0/SgwcP0sOHD9Pnn3+ei8TPUqwkHp2dpclkkuLc6WyWoijcVpfz4HJ3eX9qIz+c+8qf8KeIJj+nADIHY5NAYQLx33lhKUmHwDUCUd6/ZrddBAisTEBHBAgQIECAAAECBAgQIECAQPkCMiRAYKMCbVG3qtpi7XlxOArDo3Tw8mX64vnz9MUXX6SnT5+k53l7f/9FitXEx8fHqSsOT6eTNJvVqY4VwrneW+ci83k0bZ9NU+e23mhOLkaAAIHtC+RviCm+90W7/dH0cQRXV+2ueoxVpo9Ytl8F4GUFnU+AAIEbBDxFgAABAgQIECBAgAABAgQIlC8gw+0JVNX5ar46F3Kn02ma5UJutOPxOMVK4bPT03R8fNLeMvr58xftKuGnT5+mZ0+ftdvPnj1Lz3OxOArD49EoF4Rz4SOWCW8vJVcmQIBADwRyFbIHo9jFIayqwKwAvIuvHjkTIECAwCYEXIMAAQIECBAgQIAAAQIECBDYokCTC7ldQfh8lXAuEM9m7e8NHk8m6ezsLJ2enKSjo6P0JBeFIx49epgePnqUi8NfpBcv9ttjJrmYPJtNz4vDF/eSjr6bdpVwk5p8nS2m6dIECBAgMCCBWN17Nbrh1+c/09Q9XKpVAF6Kz8kECBAgQIAAgesE7CNAgAABAgQIECBAgACBPgrEmrYo2F5GHmS3r25XD8/SNBeHoygct41++PBBunf/frr32b10795nuTD8LMfTi7Ny846v5poicXy+38U7Tvd07wUMkECpAvFdqtTc+p1XFIEjlh2lAvCygs4nQIAAAQIECBAgMC9gmwABAgQIECBAgACB3ghUVZWqqlpoPFEQfnXC+bmxr66bdHh41Mann/4wRXzyySe5/TQ9fvw4PXnyJB0cHKTjo6MUt6COW1HHOdHX3l6VxxFbKTUX/4tHVfwlCBAYpkCRo47vSlE6jLbIBHcmqZjFnUlWogQIECBAgAABAgQIEFingL4JECBAgAABAgR2T6BpmnR8HIXhw/Q0F4E///zzthj85MnjtjAcxeGI58+fp6OjwzQ6G6f4/cSj8ThNptNUz2bt7aWbpm7buq7fflvpfK3mInZPWsYECBDoj0DfR6IA3PcZMj4CBAgQIECAAAECBAgQGIKAMRIgQIAAAQIDEOiKp7dtu5TeffzFkbHaOMdoNEqnp2fp5OQkF4eP21XDL17sp6dPn6VHnz9Mnz/+PD3uCsVPn6Yvnj1L8fzp6Wk6Xzlcp1lbGJ61ReHu+nUu/l5cqS0Sx+OIbp+WAAEC7xSo6pQiUm4vI138sfL3AmLwjQLwWqdQ5wQIECBAgAABAgQIECBAgED5AjIkQIAAAQJvF7gs3tbnRd3pdJYm40mKFcBRID45zgXio6P08uXLXCB+kh48eJDu37+XHty/nx4+fJRiRfHhwUGK6PqK9u1XvOGZqO3kAnV7P+pobzjUUwQIECAwXAEF4OHOnZH3XcD4CBAgQIAAAQIECBAgQIAAgfIFZEiAAIElBWIFb9z2OVb8RnF4Npum8UWBOFYER5H4ydOn6emzp+mTTz5On3z8cfr000/bIvH9XCR+9OhROjk9TadnZ+lsNEqTySRNcx/T2SzNouh8EU1qUlzrteHmgnCT97+2zwMCBHZcIEqHETvOMPD0zeDAJ9DwCRDop4BRESBAgAABAgQIECBAgAABAuULyJDAqgViZe/cXZ7b7s/3NamumxTPRRF3lou7jrVzkAAAEABJREFUZ2ejdHp6ko6PjtK9e/fS/Yj799K9B/dzcfhBevToYXr8+HF6movHsbr45cuDdHR4lI6Pj9vzxuNxioJz9NleyF8ECBBoBbpbQ7cP/LUmgSZ+AOci6txevUz+jp8iru6/7WMF4NtKOY4AAQIECNxOwFEECBAgQIAAAQIECBAgQIBA+QI9ybDKBYLzoURhOAq649E4jUajdHJymo5ycfjg4KAtAkcx+PHnn6fPP3+UHn/+OLefp4cPH7bxKPY9eZy++OKL9OL5i3zecXv+6elZuxq5Kz6fF4urVFV76b2999oLdwXqpomiUbvLXwQI9FmgyaXBiJTby+gG3HQb2jUJdIXfrvuu+Nu1sb/J32ybukn1bJam02mq61mKu/ZXe1V+uklN/n5bp/y/vH8ynVx8zz9Oh0eH7a8T2N/fb2c2H+yLAAECBAgQIEBgeQE9ECBAgAABAgQIECBAgACB/gpEkXg2q9vbRI/Ho1zcHaWzs7N0eBhFg4P0/Pnz9CwXgR89etQWhh8+enjePnyQHj/+PD17+rQ95sWLF+llLiwfHx+1hYemvr74W+f9TS5k9FfkriNzHoGSBaIIHFFyjqvJrUr5f7kyu5cjb8WjW3ccBd+IkI5488SmvY1/fK8+OTlJDx48TPfv3U8fffSD9MEHH6Y//NYfpG9+81vpW9/8Zvrmt3LMb+fHUd5/s097CBAgQIAAAQIECBBYTMDRBAgQIECAAAECBAgQ2LJAVeUSRI6rw6iq8/1VVaUoyHaF4CgGnxdpU7s/HsftpWPFWfwu4cl40haIj46O0/7+y/Q8F37jltKPHz/OxYgH6V4uRsTvI/7gww9zUeKj9vcTx+2oo4D87NmzdJQLy3Gb6rjd9Gw2bVexNU19ca1Zu7ot9kfEOCLykzGY3MQqt/O4mk9+8o1ddhC4XqDKuyNWWA7LPZb7FVZdlJvlIpnFz7C0kU+KNr5PxffKaOuL72dtATez5e9Y+dtT/jsf2NTt3nxWSlV18b037xtPJung4LC948IXz75ov29+8vHH6Xd/9/fa+PKXv5J+67d+K/33//7f0//4rf+R/tf/+lKKfd/+9rfTd77znfRxPvaHP/xhevz4SYrvs8+fv0gv8/fn+EGe4+OTdHZ6lkZnIyuAkz8ECBAgQIAAAQIECBBYUsDpBAgQIECAAAECBIYk0OTixKrHW8/qNBqP08nxcYrfORyFibi19Gef3WsLHLFqLeKTTz5Nn332WWp/Z/GDByluR/3ixX6KwsVxPjciVrudnp62K5WnuXA8m81y8bhuo8kFl2k8zrGKHHLNZhXd6KNXAldn9erjXg22J4MZltEmRzuejFMb+ftb/DDLeDxJ4/GoLbLG96rDw6P0/Pnz9rb68QMwUaD9/vc/SN/93nfTt//w2+lrX/ta+upXv5p++7d/O/3P//nb6Xe+8tV23zd//5vp97/5++nDDz9MH37wYXuHhSgIx/fA+H667LdpP/LQk/+0DIMAAQIECBAgQIAAAQIEBilg0AQIECBAgACB3go0uYJwNWKwVfWqfBLPx775qKqqXbE2vy+249i3RX1xra6N4+r6fCVc7KvrOkUh9/z3E5+0xeJZLu5GYeXly/30qLvddNx+OkesMn7y5HF6+uRJevL4cXqSt1/kIkusnIs+jk9O0uHBQYpVb0dHR+k0Pz47O03R33QyaX9vZqxkjt+hGWOJ8UfkzFLcrnVvby/t7VXt71Cu4oktRFXtpWoutjCEhS4ZjvOx0MkbPThmdC9fMdqIvHmHr6u5xuM7dLOSU/byf5PRUbVXpVVF9PcqqrwZZrnZ2Fdcb4Fo9lKV9lJTVyl/O0n1tGkj9lXpvXZ/U6fcRlS5zTld/MLdetak8WiaRqfjdHY6yt8vzvL3jvhhlcP8veWLy7h3L+5s8DB99tn99MknP0w/+OiT9MnHn6aPPvw4fe97H6T33/9u+v3f+2b6vd/9ZvryV38nRy7ufu3r6Rt53x98+/30vQ8+Sh9/+lm69+BhevDocXr05Gl6eXicDo5O0iSPIWI0nqaU80g5j6reS+/t/ZH03nt/JP1ItNV7aS/yzNEeE8fdMfbyVXytXECHBAgQIECAAAECBAgQIECAQPkCMiRAgAABAgTuKjCbzdJ4PE5RzI3bTcfjiNh3dnaWYmVdFHZjdd1hLvC+fHmQnjx9mu7fv9/Gw4cP08NcKH6U4/Mcsdr40aPP06OHj9r9se/zzx+lR5/nffn5z3Mbq/Re7L9I+/v7ufhzkI6OjttbXL+6Uetds7nbeVFQnI+79eKstwtUb3/KM28R6LfZbFa3dwY4Oxuls9FZOjk9Sc+fv2hvhfzgwYP2e0N8j7h377P0wQcf5KLt9y/j+9//Xvre9189/t73zrdjf8T34vm8L7Y//PCj9IMffJw+/eGn7a3u4/vMk8dP2ts2Hx0f5euetr+f9y2IvditANyLaTCIogQkQ4AAAQIECBAgQIAAAQIECJQvIEMCBAgQWFqgrpsU0VypwFZVLkLlnVHsiVW8EVEcjmJpVVXt6t54HPujeBy3nj49PUtx2+i4fWpEVzR+8eJF2s/x/PnzFKuKo5Bz/8H99Omnn6bPPvth277//vspfr/mH3772ynik08+SVH4+WF+/rN799Kjx5+35z7P/ey/fNkWf85Go5SH364g7sZS7eVx5/FFOm3kv3IaKfKI3we6t/deei9HlaoUuTRNner6PGI7Yh41Ht8U88fafptAlZ+Yj/zQ1w0CYbWXn4/IzeVX95ptcuFzlqazaRt1PTt/DcdrOUeTX/BNblP+L6PJ0bZ5X7zOp9NZLt5O2xW4x8en7Q9h7O/vpydPnrS3T44f6riX/3v79NNPcvH1Byn+u3z//e+k3//930tf+fKX05e+9KX01a98pb198je+8Y309a9/o/2duX/wB3/Q/vf7gx/8IH388SeXEf+tdxH/7T979kUuFj9P7feEfN2Dg4N0dHSUxu0tnSdpktu9vb1UVXtt1lUVFlU631elqqpSSlWqqr1UVdFWaRV/qvx9ImIVfc33sTf/wDYBAgQILCfgbAIECBAgQIAAAQIECBAgQKB8ARkSILA+gaqqzosrbSHmfPvq1aqqurqrfdzkQlNEFJsiYjuemL8FdRRr61y5zYemKEhNp9O2gBXHRUTPsaqwKyLv50LRF8+epadPn6ZYYXjv3mfpBx99lD744PvpD//wD3L8YXr/u99N3//ggxSrBj/JBagf/vCHlysRHz580P5uz2dfPGtXKUYR+eDwIMUKxslkmppcAG7HmYtAcX2xDoGY1Yh19L0bfda50DuZjPPr9iy93H95Gc+fv2j/u7h/736KiNd+rJyN1bXfff/9/N/Ht9vffxu/A/crX/1q+spXvpq++ju/k77+ta+lb3zjd9M3v/nN9H4u8n7ve99L38v/HX2Y/zuK8+O/s/hv7osvnrdF2kn73+msLT43FwXmVj7+Q74u8pNN7M/trn4pAO/qzMubAAECBFYtoD8CBAgQIECAAAECBAgQIECgfAEZFiwQBaMoFs9mdbtqt85tpBsF49gfz0dN6bxWW7WF6ng+9kdhOW5bfXh0mGJlYawyfP78eS76fpE+f/w4PXz4KN1rVzd+2q5QjNvTfjcXvL79ne+0qxejff/977ZFsCiGffjhh+mTTz5Nn312ry2s3csFtogHDx6mzx99np48eZrjSVuYfvbsaXtr2rheXDeK1i9f5iJdjsODg3al5WEuOkccxe1rj49TjPW6ODs9vbwt92QyyUXy6RsRudZRuM4RKzzD4LoIpzejSXf+X+6s9b9lO5tN8zy+Lc6LibM6P/+WSHMXizk+jzrvvk3kLLNPOMUPGYTl6OwshW/EaJS3z86tR6NRiudOT0/eOi9Hec6611a8vmJ+91+8TM9zAfZZ+wMKz/Jr4VU8efKkXbX+ML9e4jX06ac/TBGxQvaDDz48vxVy3A75Ir7//Q/St771rfS13zkvzP7u7/5e+trXvp6+/JWvpP/1pS+lL335y+mrX/2d9PWvf719vX4nv24j3s9F3nbF/Kef5v4/za/Xz/Jr/eHFa/NZHt/zNB5P02QyS/HfUximpsovl73L/36qixW1e++9l/beey/9yI/8SH7+fMXxbJbnKf93GOfVdZO6iP9G2315juK/zasRz+VOdvprb6ezlzwBAgQIECBAYCUCOiFAgAABAgQIECBAgAABAgTKF1hfhnUuFk5iheVFYfAkCn6HhymKuc+++CLFKuSIJ0+imPwwF4Xvpfv3I+7nwnJE3s4F5vN9ebt77n489yru54LyvYvn7ufnrsa9vC8K1a/6uZ+vczWi/9xne2x+Lq57XbTXiWPvtUXBuA3v06evipSLbz/NRc5F4l3Xir5uOCYX1p9eRIw9VnNHEf52cS+FZeubbcI0Hl+N+/m5iNj/0Uc/SB/lwv/bIlaYvxYffdgef77vwxQ/NPAqPsqPP0off/xx+uEPP82vkTyefK2HDx+2heFneR7mI1bbHh0dp1hpGwXps1ycHo/HaTadpSYXXlMuuq/v1a/ndQgoAK9DVZ8ECBAgQIAAAQK7IyBTAgQIECBAgAABAgQIECCwAoEmF9m6aFc05qJwrGSsqipVcUvsHHt776X3fuRH2ojtqsrP5YjL59PbFZKxOnKaC3eTySRFEW8+4ncXx+9LjltcHx0dpcNcZJ6PbnXpixf76Txe5Pb1iFWnX+Si9PnK06fpydPr4/HjJ7nYeB7xu1ijGPrZZ5+1q0SH1t6791l68OBBevjo4e0jF1uj4Pr548cpVuSGV7hFRPH16ZOn6XGs1M0Rz8c8xErft0XMWRexevs0VmuPR+0K7fOVsrFa9jziBwritROviZSq1P2JfbEd7dWIc15Fk+L5OHZ1sZe72kvdazmlvfZx/qv9qqoqVVV1ud1u5L+q6nxf3vS1gEDoLnC4QwkQIECAAAECBAgQIECgE9ASIECAAAECBAgQIEBgVQJVVbUFsKp61a6q7xL6iYLkIvGunN/VV1uEzxX5aNtj39XhFp7Pw2sLte348oNVtFtI41aXnM/tVies+KChdacAPLQZM14CBAgQIECAAAECBAgQ6IOAMRAgQIAAAQIECBDolcB8gexd293Aq+pVsbmqXm13z7+rn00+343ptu27xpaaXCK7IZq6SpeRj7vcnt9/0/Y7CrK3zaM7rqpezU9VrW+7u166XKGbnZba7nqs88ab8bZ5yge3X93z7YOLv67bd/GU5kIgZu1iU7O8gB4IECBAgAABAgQIECBAgACB8gVkSIAAAQIECBAgsGmBruh32/Zd47ttP91x7+rP8+sV6OYh2vVeqYzeFYDLmEdZ9EHAGAgQIECAAAECBAgQIECAAIHyBWRIgAABAgQIECBAoOcCCsA9nyDDI0BgGAJGSYAAAQIECBAgQIAAAQIECJQvIEMCBAgQIECAwBAEFICHMINhDDkAABAASURBVEvGSIAAAQJ9FjA2AgQIECBAgAABAgQIECBAoHwBGRIgQIAAgcEIKAAPZqoMlAABAgQIEOifgBERIECAAAECBAgQIECAAAEC5QvIkAABAsMSUAAe1nwZLQECBAgQIECAQF8EjIMAAQIECBAgQIAAAQIECBAoX0CGBAYooAA8wEkzZAIECBAgQIAAAQIEtivg6gQIECBAgAABAgQIECBAgED5AkPNUAF4qDNn3AQIECBAgAABAgQIECCwDQHXJECAAAECBAgQIECAAAECvRZQAF7J9OiEAAECBAgQIECAAAECBAgQKF9AhgQIECBAgAABAgQIEOi/gAJw/+fICPsuYHwECBAgQIAAAQIECBAgQIBA+QIyJECAAAECBAgQIDAQAQXggUyUYRIg0E8BoyJAgAABAgQIECBAgAABAgTKF5AhAQIECBAgQGBIAgrAQ5otYyVAgACBPgkYCwECBAgQIECAAAECBAgQIFC+gAwJECBAgMDgBBSABzdlBkyAAAECBAhsX8AICBAgQIAAAQIECBAgQIAAgfIFZEiAAIFhCigAD3PejJoAAQIECBAgQGBbAq5LgAABAgQIECBAgAABAgQIlC8gQwIDFlAAHvDkGToBAgQIECBAgAABApsVcDUCBAgQIECAAAECBAgQIECgfIGhZ6gAPPQZNH4CBAgQIECAAAECBAgQ2ISAaxAgQIAAAQIECBAgQIAAgUEIKAAvNU1OJkCAAAECBAgQIECAAAECBMoXkCEBAgQIECBAgAABAgSGI6AAPJy5MtK+CRgPAQIECBAgQIAAAQIECBAgUL6ADAkQIECAAAECBAgMTEABeGATZrgECPRDwCgIECBAgAABAgQIECBAgACB8gVkSIAAAQIECBAYooAC8BBnzZgJECBAYJsCrk2AAAECBAgQIECAAAECBAiULyBDAgQIECAwWAEF4MFOnYETIECAAAECmxdwRQIECBAgQIAAAQIECBAgQKB8ARkSIEBg2AIKwMOeP6MnQIAAAQIECBDYlIDrECBAgAABAgQIECBAgAABAuULyJBAAQIKwAVMohQIECBAgAABAgQIEFivgN4JECBAgAABAgQIECBAgACB8gVKyVABuJSZlAcBAgQIECBAgAABAgQIrENAnwQIECBAgAABAgQIECBAYFACCsB3mi4nESBAgAABAgQIECBAgAABAuULyJAAAQIECBAgQIAAAQLDE1AAHt6cGfG2BVyfAAECBAgQIECAAAECBAgQKF9AhgQIECBAgAABAgQGKqAAPNCJM2wCBLYj4KoECBAgQIAAAQIECBAgQIBA+QIyJECAAAECBAgMWUABeMizZ+wECBAgsEkB1yJAgAABAgQIECBAgAABAgTKF5AhAQIECBAYvIAC8OCnUAIECBAgQIDA+gVcgQABAgQIECBAgAABAgQIEChfQIYECBAoQ0ABuIx5lAUBAgQIECBAgMC6BPRLgAABAgQIECBAgAABAgQIlC8gQwIFCSgAFzSZUiFAgAABAgQIECBAYLUCeiNAgAABAgQIECBAgAABAgTKFygtQwXg0mZUPgQIECBAgAABAgQIECCwCgF9ECBAgAABAgQIECBAgACBQQooAC80bQ4mQIAAAQIECBAgQIAAAQIEyheQIQECBAgQIECAAAECBIYroAA83Lkz8k0LuB4BAgQIECBAgAABAgQIECBQvoAMCRAgQIAAAQIECAxcQAF44BNo+AQIbEbAVQgQIECAAAECBAgQIECAAIHyBWRIgAABAgQIEChBQAG4hFmUAwECBAisU0DfBAgQIECAAAECBAgQIECAQPkCMiRAgAABAsUIKAAXM5USIUCAAAECBFYvoEcCBAgQIECAAAECBAgQIECgfAEZEiBAoCwBBeCy5lM2BAgQIECAAAECqxLQDwECBAgQIECAAAECBAgQIFC+gAwJFCigAFzgpEqJAAECBAgQIECAAIHlBJxNgAABAgQIECBAgAABAgQIlC9QaoYKwKXOrLwIECBAgAABAgQIECBA4C4CziFAgAABAgQIECBAgAABAoMWUAC+1fQ5iAABAgQIECBAgAABAgQIEChfQIYECBAgQIAAAQIECBAYvoAC8PDnUAbrFtA/AQIECBAgQIAAAQIECBAgUL6ADAkQIECAAAECBAgUIqAAXMhESoMAgfUI6JUAAQIECBAgQIAAAQIECBAoX0CGBAgQIECAAIGSBBSAS5pNuRAgQIDAKgX0RYAAAQIECBAgQIAAAQIECJQvIEMCBAgQIFCcgAJwcVMqIQIECBAgQGB5AT0QIECAAAECBAgQIECAAAEC5QvIkAABAmUKKACXOa+yIkCAAAECBAgQuKuA8wgQIECAAAECBAgQIECAAIHyBWRIoGABBeCCJ1dqBAgQIECAAAECBAgsJuBoAgQIECBAgAABAgQIECBAoHyB0jNUAC59huVHgAABAgQIECBAgAABArcRcAwBAgQIECBAgAABAgQIEChCQAH4xmn0JAECBAgQIECAAAECBAgQIFC+gAwJECBAgAABAgQIECBQjoACcDlzKZNVC+iPAAECBAgQIECAAAECBAgQKF9AhgQIECBAgAABAgQKE1AALmxCpUOAwGoE9EKAAAECBAgQIECAAAECBAiULyBDAgQIECBAgECJAgrAJc6qnAgQIEBgGQHnEiBAgAABAgQIECBAgAABAuULyJAAAQIECBQroABc7NRKjAABAgQIEFhcwBkECBAgQIAAAQIECBAgQIBA+QIyJECAQNkCCsBlz6/sCBAgQIAAAQIEbivgOAIECBAgQIAAAQIECBAgQKB8ARkS2AEBBeAdmGQpEiBAgAABAgQIECBws4BnCRAgQIAAAQIECBAgQIAAgfIFdiVDBeBdmWl5EiBAgAABAgQIECBAgMB1AvYRIECAAAECBAgQIECAAIGiBBSAr51OOwkQIECAAAECBAgQIECAAIHyBWRIgAABAgQIECBAgACB8gQUgMubUxktK+B8AgQIECBAgAABAgQIECBAoHwBGRIgQIAAAQIECBAoVEABuNCJlRYBAncTcBYBAgQIECBAgAABAgQIECBQvoAMCRAgQIAAAQIlCygAlzy7ciNAgACBRQQcS4AAAQIECBAgQIAAAQIECJQvIEMCBAgQIFC8gAJw8VMsQQIECBAgQODdAo4gQIAAAQIECBAgQIAAAQIEyheQIQECBHZDQAF4N+ZZlgQIECBAgAABAm8TsJ8AAQIECBAgQIAAAQIECBAoX0CGBHZIQAF4hyZbqgQIECBAgAABAgQIvC7gEQECBAgQIECAAAECBAgQIFC+wK5lqAC8azMuXwIECBAgQIAAAQIECBAIAUGAAAECBAgQIECAAAECBIoUUAB+bVo9IECAAAECBAgQIECAAAECBMoXkCEBAgQIECBAgAABAgTKFVAALnduZbaogOMJECBAgAABAgQIECBAgACB8gVkSIAAAQIECBAgQKBwAQXgwidYegQI3E7AUQQIECBAgAABAgQIECBAgED5AjIkQIAAAQIECOyCgALwLsyyHAkQIEDgJgHPESBAgAABAgQIECBAgAABAuULyJAAAQIECOyMgALwzky1RAkQIECAAIE3BewhQIAAAQIECBAgQIAAAQIEyheQIQECBHZLQAF4t+ZbtgQIECBAgAABAp2AlgABAgQIECBAgAABAgQIEChfQIYEdlBAAXgHJ13KBAgQIECAAAECBHZdQP4ECBAgQIAAAQIECBAgQIBA+QK7mqEC8K7OvLwJECBAgAABAgQIECCwmwKyJkCAAAECBAgQIECAAAECRQsoALfT6y8CBAgQIECAAAECBAgQIECgfAEZEiBAgAABAgQIECBAoHwBBeDy51iG7xLwPAECBAgQIECAAAECBAgQIFC+gAwJECBAgAABAgQI7IiAAvCOTLQ0CRC4XsBeAgQIECBAgAABAgQIECBAoHwBGRIgQIAAAQIEdklAAXiXZluuBAgQIDAvYJsAAQIECBAgQIAAAQIECBAoX0CGBAgQIEBg5wQUgHduyiVMgAABAgQIpMSAAAECBAgQIECAAAECBAgQKF9AhgQIENhNAQXg3Zx3WRMgQIAAAQIEdldA5gQIECBAgAABAgQIECBAgED5AjIksMMCCsA7PPlSJ0CAAAECBAgQILBrAvIlQIAAAQIECBAgQIAAAQIEyhfY9QwVgHf9FSB/AgQIECBAgAABAgQI7IaALAkQIECAAAECBAgQIECAwE4I7HgBeCfmWJIECBAgQIAAAQIECBAgQGDHBaRPgAABAgQIECBAgACB3RFQAN6duZbpVQGPCRAgQIAAAQIECBAgQIAAgfIFZEiAAAECBAgQIEBgxwQUgHdswqVLgMC5gL8JECBAgAABAgQIECBAgACB8gVkSIAAAQIECBDYRQEF4F2cdTkTIEBgtwVkT4AAAQIECBAgQIAAAQIECJQvIEMCBAgQILCzAgrAOzv1EidAgAABArsoIGcCBAgQIECAAAECBAgQIECgfAEZEiBAYLcFFIB3e/5lT4AAAQIECBDYHQGZEiBAgAABAgQIECBAgAABAuULyJAAgaQA7EVAgAABAgQIECBAgEDxAhIkQIAAAQIECBAgQIAAAQIEyheQ4bmAAvC5g78JECBAgAABAgQIECBAoEwBWREgQIAAAQIECBAgQIAAgZ0S2NEC8E7NsWQJECBAgAABAgQIECBAgMCOCkibAAECBAgQIECAAAECuyegALx7cy5jAgQIECBAgAABAgQIECBAgED5AjIkQIAAAQIECBAgsKMCCsA7OvHSJrCrAvImQIAAAQIECBAgQIAAAQIEyheQIQECBAgQIEBglwUUgHd59uVOgACB3RKQLQECBAgQIECAAAECBAgQIFC+gAwJECBAgMDOCygA7/xLAAABAgQIENgFATkSIECAAAECBAgQIECAAAEC5QvIkAABAgRCQAE4FAQBAgQIECBAgEC5AjIjQIAAAQIECBAgQIAAAQIEyheQIQEClwIKwJcUNggQIECAAAECBAgQKE1APgQIECBAgAABAgQIECBAgED5AjJ8XUAB+HUPjwgQIECAAAECBAgQIECgDAFZECBAgAABAgQIECBAgACBnRTYsQLwTs6xpAkQIECAAAECBAgQIECAwI4JSJcAAQIECBAgQIAAAQK7K6AAvLtzv3uZy5gAAQIECBAgQIAAAQIECBAoX0CGBAgQIECAAAECBHZcQAF4x18A0iewKwLyJECAAAECBAgQIECAAAECBMoXkCEBAgQIECBAgEBKCsBeBQQIECBQuoD8CBAgQIAAAQIECBAgQIAAgfIFZEiAAAECBAhcCCgAX0BoCBAgQIAAgRIF5ESAAAECBAgQIECAAAECBAiULyBDAgQIEJgXUACe17BNgAABAgQIECBQjoBMCBAgQIAAAQIECBAgQIAAgfIFZEiAwBsCCsBvkNhBgAABAgQIECCjJzu5AAAQAElEQVRAgMDQBYyfAAECBAgQIECAAAECBAgQKF9AhtcLKABf72IvAQIECBAgQIAAAQIECAxTwKgJECBAgAABAgQIECBAgMBOC+xIAXin51jyBAgQIECAAAECBAgQIEBgRwSkSYAAAQIECBAgQIAAAQIKwF4D5QvIkAABAgQIECBAgAABAgQIEChfQIYECBAgQIAAAQIECLQCCsAtg78IEChVQF4ECBAgQIAAAQIECBAgQIBA+QIyJECAAAECBAgQeCWgAPzKwhYBAgQIlCUgGwIECBAgQIAAAQIECBAgQKB8ARkSIECAAAECVwQUgK+AeEiAAAECBAiUICAHAgQIECBAgAABAgQIECBAoHwBGRIgQIDAdQIKwNep2EeAAAECBAgQIDBcASMnQIAAAQIECBAgQIAAAQIEyheQIQECbxVQAH4rjScIECBAgAABAgQIEBiagPESIECAAAECBAgQIECAAAEC5QvI8GYBBeCbfTxLgAABAgQIECBAgAABAsMQMEoCBAgQIECAAAECBAgQIEAgCxReAM4Z+iJAgAABAgQIECBAgAABAgQKF5AeAQIECBAgQIAAAQIECHQCCsCdhLY8ARkRIECAAAECBAgQIECAAAEC5QvIkAABAgQIECBAgACB1wQUgF/j8IAAgVIE5EGAAAECBAgQIECAAAECBAiULyBDAgQIECBAgACBNwUUgN80sYcAAQIEhi1g9AQIECBAgAABAgQIECBAgED5AjIkQIAAAQIE3iKgAPwWGLsJECBAgACBIQoYMwECBAgQIECAAAECBAgQIFC+gAwJECBA4CYBBeCbdDxHgAABAgQIECAwHAEjJUCAAAECBAgQIECAAAECBMoXkCEBAu8UUAB+J5EDCBAgQIAAAQIECBDou4DxESBAgAABAgQIECBAgAABAuULyPB2AgrAt3NyFAECBAgQIECAAAECBAj0U8CoCBAgQIAAAQIECBAgQIAAgTmBQgvAcxnaJECAAAECBAgQIECAAAECBAoVkBYBAgQIECBAgAABAgQIXBVQAL4q4vHwBWRAgAABAgQIECBAgAABAgQIlC8gQwIECBAgQIAAAQIErhVQAL6WxU4CBIYqYNwECBAgQIAAAQIECBAgQIBA+QIyJECAAAECBAgQeLuAAvDbbTxDgAABAsMSMFoCBAgQIECAAAECBAgQIECgfAEZEiBAgAABAu8QUAB+B5CnCRAgQIAAgSEIGCMBAgQIECBAgAABAgQIECBQvoAMCRAgQOA2AgrAt1FyDAECBAgQIECAQH8FjIwAAQIECBAgQIAAAQIECBAoX0CGBAjcWkAB+NZUDiRAgAABAgQIECBAoG8CxkOAAAECBAgQIECAAAECBAiULyDDxQQUgBfzcjQBAgQIECBAgAABAgQI9EPAKAgQIECAAAECBAgQIECAAIFrBAorAF+ToV0ECBAgQIAAAQIECBAgQIBAYQLSIUCAAAECBAgQIECAAIG3CSgAv03G/uEJGDEBAgQIECBAgAABAgQIECBQvoAMCRAgQIAAAQIECBC4UUAB+EYeTxIgMBQB4yRAgAABAgQIECBAgAABAgTKF5AhAQIECBAgQIDAuwUUgN9t5AgCBAgQ6LeA0REgQIAAAQIECBAgQIAAAQLlC8iQAAECBAgQuKWAAvAtoRxGgAABAgQI9FHAmAgQIECAAAECBAgQIECAAIHyBWRIgAABAosIKAAvouVYAgQIECBAgACB/ggYCQECBAgQIECAAAECBAgQIFC+gAwJEFhYQAF4YTInECBAgAABAgQIECCwbQHXJ0CAAAECBAgQIECAAAECBMoXkOHdBBSA7+bmLAIECBAgQIAAAQIECBDYjoCrEiBAgAABAgQIECBAgAABAjcIFFIAviFDTxEgQIAAAQIECBAgQIAAAQKFCEiDAAECBAgQIECAAAECBN4loAD8LiHP91/ACAkQIECAAAECBAgQIECAAIHyBWRIgAABAgQIECBAgMCtBBSAb8XkIAIE+ipgXAQIECBAgAABAgQIECBAgED5AjIkQIAAAQIECBC4vYAC8O2tHEmAAAEC/RIwGgIECBAgQIAAAQIECBAgQKB8ARkSIECAAAECCwooAC8I5nACBAgQIECgDwLGQIAAAQIECBAgQIAAAQIECJQvIEMCBAgQuIuAAvBd1JxDgAABAgQIECCwPQFXJkCAAAECBAgQIECAAAECBMoXkCEBAncWUAC+M50TCRAgQIAAAQIECBDYtIDrESBAgAABAgQIECBAgAABAuULyHA5AQXg5fycTYAAAQIECBAgQIAAAQKbEXAVAgQIECBAgAABAgQIECBA4BYCAy8A3yJDhxAgQIAAAQIECBAgQIAAAQIDFzB8AgQIECBAgAABAgQIELitgALwbaUc1z8BIyJAgAABAgQIECBAgAABAgTKF5AhAQIECBAgQIAAAQILCSgAL8TlYAIE+iJgHAQIECBAgAABAgQIECBAgED5AjIkQIAAAQIECBBYXEABeHEzZxAgQIDAdgVcnQABAgQIECBAgAABAgQIEChfQIYECBAgQIDAHQUUgO8I5zQCBAgQIEBgGwKuSYAAAQIECBAgQIAAAQIECJQvIEMCBAgQWEZAAXgZPecSIECAAAECBAhsTsCVCBAgQIAAAQIECBAgQIAAgfIFZEiAwNICCsBLE+qAAAECBAgQIECAAIF1C+ifAAECBAgQIECAAAECBAgQKF9AhqsRUABejaNeCBAgQIAAAQIECBAgQGA9AnolQIAAAQIECBAgQIAAAQIEFhAYaAF4gQwdSoAAAQIECBAgQIAAAQIECAxUwLAJECBAgAABAgQIECBAYFEBBeBFxRy/fQEjIECAAAECBAgQIECAAAECBMoXkCEBAgQIECBAgAABAncSUAC+E5uTCBDYloDrEiBAgAABAgQIECBAgAABAuULyJAAAQIECBAgQODuAgrAd7dzJgECBAhsVsDVCBAgQIAAAQIECBAgQIAAgfIFZEiAAAECBAgsKaAAvCSg0wkQIECAAIFNCLgGAQIECBAgQIAAAQIECBAgUL6ADAkQIEBgFQIKwKtQ1AcBAgQIECBAgMD6BPRMgAABAgQIECBAgAABAgQIlC8gQwIEViagALwySh0RIECAAAECBAgQILBqAf0RIECAAAECBAgQIECAAAEC5QvIcLUCCsCr9dQbAQIECBAgQIAAAQIECKxGQC8ECBAgQIAAAQIECBAgQIDAHQQGVgC+Q4ZOIUCAAAECBAgQIECAAAECBAYmYLgECBAgQIAAAQIECBAgcFcBBeC7yjlv8wKuSIAAAQIECBAgQIAAAQIECJQvIEMCBAgQIECAAAECBJYSUABeis/JBAhsSsB1CBAgQIAAAQIECBAgQIAAgfIFZEiAAAECBAgQILC8gALw8oZ6IECAAIH1CuidAAECBAgQIECAAAECBAgQKF9AhgQIECBAgMCKBBSAVwSpGwIECBAgQGAdAvokQIAAAQIECBAgQIAAAQIEyheQIQECBAisUkABeJWa+iJAgAABAgQIEFidgJ4IECBAgAABAgQIECBAgACB8gVkSIDAygUUgFdOqkMCBAgQIECAAAECBJYVcD4BAgQIECBAgAABAgQIECBQvoAM1yOgALweV70SIECAAAECBAgQIECAwN0EnEWAAAECBAgQIECAAAECBAgsITCQAvASGTqVAAECBAgQIECAAAECBAgQGIiAYRIgQIAAAQIECBAgQIDAsgIKwMsKOn/9Aq5AgAABAgQIECBAgAABAgQIlC8gQwIECBAgQIAAAQIEViKgALwSRp0QILAuAf0SIECAAAECBAgQIECAAAEC5QvIkAABAgQIECBAYHUCCsCrs9QTAQIECKxWQG8ECBAgQIAAAQIECBAgQIBA+QIyJECAAAECBFYsoAC8YlDdESBAgAABAqsQ0AcBAgQIECBAgAABAgQIECBQvoAMCRAgQGAdAgrA61DVJwECBAgQIECAwN0FnEmAAAECBAgQIECAAAECBAiULyBDAgTWJqAAvDZaHRMgQIAAAQIECBAgsKiA4wkQIECAAAECBAgQIECAAIHyBWS4XgEF4PX66p0AAQIECBAgQIAAAQIEbifgKAIECBAgQIAAAQIECBAgQGAFAj0vAK8gQ10QIECAAAECBAgQIECAAAECPRcwPAIECBAgQIAAAQIECBBYlYAC8Kok9bN6AT0SIECAAAECBAgQIECAAAEC5QvIkAABAgQIECBAgACBlQooAK+UU2cECKxKQD8ECBAgQIAAAQIECBAgQIBA+QIyJECAAAECBAgQWL2AAvDqTfVIgAABAssJOJsAAQIECBAgQIAAAQIECBAoX0CGBAgQIECAwJoEFIDXBKtbAgQIECBA4C4CziFAgAABAgQIECBAgAABAgTKF5AhAQIECKxTQAF4nbr6JkCAAAECBAgQuL2AIwkQIECAAAECBAgQIECAAIHyBWRIgMDaBRSA107sAgQIECBAgAABAgQIvEvA8wQIECBAgAABAgQIECBAgED5AjLcjIAC8GacXYUAAQIECBAgQIAAAQIErhewlwABAgQIECBAgAABAgQIEFihQE8LwCvMUFcECBAgQIAAAQIECBAgQIBATwUMiwABAgQIECBAgAABAgRWLaAAvGpR/S0voAcCBAgQIECAAAECBAgQIECgfAEZEiBAgAABAgQIECCwFgEF4LWw6pQAgbsKOI8AAQIECBAgQIAAAQIECBAoX0CGBAgQIECAAAEC6xNQAF6frZ4JECBAYDEBRxMgQIAAAQIECBAgQIAAAQLlC8iQAAECBAgQWLOAAvCagXVPgAABAgQI3EbAMQQIECBAgAABAgQIECBAgED5AjIkQIAAgU0IKABvQtk1CBAgQIAAAQIE3i7gGQIECBAgQIAAAQIECBAgQKB8ARkSILAxAQXgjVG7EAECBAgQIECAAAECVwU8JkCAAAECBAgQIECAAAECBMoXkOFmBRSAN+vtagQIECBAgAABAgQIECBwLuBvAgQIECBAgAABAgQIECBAYA0CPSsAryFDXRIgQIAAAQIECBAgQIAAAQI9EzAcAgQIECBAgAABAgQIEFiXgALwumT1u7iAMwgQIECAAAECBAgQIECAAIHyBWRIgAABAgQIECBAgMBaBRSA18qrcwIEbivgOAIECBAgQIAAAQIECBAgQKB8ARkSIECAAAECBAisX0ABeP3GrkCAAAECNwt4lgABAgQIECBAgAABAgQIEChfQIYECBAgQIDAhgQUgDcE7TIECBAgQIDAdQL2ESBAgAABAgQIECBAgAABAuULyJAAAQIENimgALxJbdciQIAAAQIECBB4JWCLAAECBAgQIECAAAECBAgQKF9AhgQIbFxAAXjj5C5IgAABAgQIECBAgAABAgQIECBAgAABAgQIECBAoHwBGW5HQAF4O+6uSoAAAQIECBAgQIAAgV0VkDcB26dpcAAAEABJREFUAgQIECBAgAABAgQIECCwRoGeFIDXmKGuCRAgQIAAAQIECBAgQIAAgZ4IGAYBAgQIECBAgAABAgQIrFtAAXjdwvp/t4AjCBAgQIAAAQIECBAgQIAAgfIFZEiAAAECBAgQIECAwEYEFIA3wuwiBAi8TcB+AgQIECBAgAABAgQIECBAoHwBGRIgQIAAAQIECGxOQAF4c9auRIAAAQKvC3hEgAABAgQIECBAgAABAgQIlC8gQwIECBAgQGDDAgrAGwZ3OQIECBAgQCAEBAECBAgQIECAAAECBAgQIFC+gAwJECBAYBsCCsDbUHdNAgQIECBAgMAuC8idAAECBAgQIECAAAECBAgQKF9AhgQIbE1AAXhr9C5MgAABAgQIECBAYPcEZEyAAAECBAgQIECAAAECBAiULyDD7QooAG/X39UJECBAgAABAgQIECCwKwLyJECAAAECBAgQIECAAAECBDYgsOUC8AYydAkCBAgQIECAAAECBAgQIEBgywIuT4AAAQIECBAgQIAAAQKbElAA3pS067wpYA8BAgQIECBAgAABAgQIECBQvoAMCRAgQIAAAQIECBDYqIAC8Ea5XYwAgU5AS4AAAQIECBAgQIAAAQIECJQvIEMCBAgQIECAAIHNCygAb97cFQkQILDrAvInQIAAAQIECBAgQIAAAQIEyheQIQECBAgQILAlAQXgLcG7LAECBAgQ2E0BWRMgQIAAAQIECBAgQIAAAQLlC8iQAAECBLYpoAC8TX3XJkCAAAECBAjskoBcCRAgQIAAAQIECBAgQIAAgfIFZEiAwNYFFIC3PgUGQIAAAQIECBAgQKB8ARkSIECAAAECBAgQIECAAAEC5QvIsB8CCsD9mAejIECAAAECBAgQIECAQKkC8iJAgAABAgQIECBAgAABAgQ2KLClAvAGM3QpAgQIECBAgAABAgQIECBAYEsCLkuAAAECBAgQIECAAAECmxZQAN60uOulxIAAAQIECBAgQIAAAQIECBAoX0CGBAgQIECAAAECBAhsRUABeCvsLkpgdwVkToAAAQIECBAgQIAAAQIECJQvIEMCBAgQIECAAIHtCSgAb8/elQkQILBrAvIlQIAAAQIECBAgQIAAAQIEyheQIQECBAgQILBlAQXgLU+AyxMgQIAAgd0QkCUBAgQIECBAgAABAgQIECBQvoAMCRAgQKAPAgrAfZgFYyBAgAABAgQIlCwgNwIECBAgQIAAAQIECBAgQKB8ARkSINAbAQXg3kyFgRAgQIAAAQIECBAoT0BGBAgQIECAAAECBAgQIECAQPkCMuyXgAJwv+bDaAgQIECAAAECBAgQIFCKgDwIECBAgAABAgQIECBAgACBLQhsuAC8hQxdkgABAgQIECBAgAABAgQIENiwgMsRIECAAAECBAgQIECAwLYEFIC3Jb+L15UzAQIECBAgQIAAAQIECBAgUL6ADAkQIECAAAECBAgQ2KqAAvBW+V2cwO4IyJQAAQIECBAgQIAAAQIECBAoX0CGBAgQIECAAAEC2xdQAN7+HBgBAQIESheQHwECBAgQIECAAAECBAgQIFC+gAwJECBAgACBnggoAPdkIgyDAAECBAiUKSArAgQIECBAgAABAgQIECBAoHwBGRIgQIBAnwQUgPs0G8ZCgAABAgQIEChJQC4ECBAgQIAAAQIECBAgQIBA+QIyJECgdwIKwL2bEgMiQIAAAQIECBAgMHwBGRAgQIAAAQIECBAgQIAAAQLlC8iwnwIKwP2cF6MiQIAAAQIECBAgQIDAUAWMmwABAgQIECBAgAABAgQIENiiwIYKwFvM0KUJECBAgAABAgQIECBAgACBDQm4DAECBAgQIECAAAECBAhsW0ABeNszsAvXlyMBAgQIECBAgAABAgQIECBQvoAMCRAgQIAAAQIECBDohYACcC+mwSAIlCsgMwIECBAgQIAAAQIECBAgQKB8ARkSIECAAAECBAj0R0ABuD9zYSQECBAoTUA+BAgQIECAAAECBAgQIECAQPkCMiRAgAABAgR6JqAA3LMJMRwCBAgQIFCGgCwIECBAgAABAgQIECBAgACB8gVkSIAAAQJ9FFAA7uOsGBMBAgQIECBAYMgCxk6AAAECBAgQIECAAAECBAiULyBDAgR6K6AA3NupMTACBAgQIECAAAECwxMwYgIECBAgQIAAAQIECBAgQKB8ARn2W0ABuN/zY3QECBAgQIAAAQIECBAYioBxEiBAgAABAgQIECBAgAABAj0QWHMBuAcZGgIBAgQIECBAgAABAgQIECCwZgHdEyBAgAABAgQIECBAgEBfBBSA+zITJY5DTgQIECBAgAABAgQIECBAgED5AjIkQIAAAQIECBAgQKBXAgrAvZoOgyFQjoBMCBAgQIAAAQIECBAgQIAAgfIFZEiAAAECBAgQINA/AQXg/s2JEREgQGDoAsZPgAABAgQIECBAgAABAgQIlC8gQwIECBAgQKCnAgrAPZ0YwyJAgAABAsMUMGoCBAgQIECAAAECBAgQIECgfAEZEiBAgECfBRSA+zw7xkaAAAECBAgQGJKAsRIgQIAAAQIECBAgQIAAAQLlC8iQAIHeCygA936KDJAAAQIECBAgQIBA/wWMkAABAgQIECBAgAABAgQIEChfQIbDEFAAHsY8GSUBAgQIECBAgAABAgT6KmBcBAgQIECAAAECBAgQIECAQI8E1lQA7lGGhkKAAAECBAgQIECAAAECBAisSUC3BAgQIECAAAECBAgQINA3AQXgvs1ICeORAwECBAgQIECAAAECBAgQIFC+gAwJECBAgAABAgQIEOilgAJwL6fFoAgMV8DICRAgQIAAAQIECBAgQIAAgfIFZEiAAAECBAgQINBfAQXg/s6NkREgQGBoAsZLgAABAgQIECBAgAABAgQIlC8gQwIECBAgQKDnAgrAPZ8gwyNAgAABAsMQMEoCBAgQIECAAAECBAgQIECgfAEZEiBAgMAQBBSAhzBLxkiAAAECBAgQ6LOAsREgQIAAAQIECBAgQIAAAQLlC8iQAIHBCCgAD2aqDJQAAQIECBAgQIBA/wSMiAABAgQIECBAgAABAgQIEChfQIbDElAAHtZ8GS0BAgQIECBAgAABAgT6ImAcBAgQIECAAAECBAgQIECAQA8FVlwA7mGGhkSAAAECBAgQIECAAAECBAisWEB3BAgQIECAAAECBAgQINBXAQXgvs7MEMdlzAQIECBAgAABAgQIECBAgED5AjIkQIAAAQIECBAgQKDXAgrAvZ4egyMwHAEjJUCAAAECBAgQIECAAAECBMoXkCEBAgQIECBAgED/BRSA+z9HRkiAAIG+CxgfAQIECBAgQIAAAQIECBAgUL6ADAkQIECAAIGBCCgAD2SiDJMAAQIECPRTwKgIECBAgAABAgQIECBAgACB8gVkSIAAAQJDElAAHtJsGSsBAgQIECBAoE8CxkKAAAECBAgQIECAAAECBAiULyBDAgQGJ6AAPLgpM2ACBAgQIECAAAEC2xcwAgIECBAgQIAAAQIECBAgQKB8ARkOU0ABeJjzZtQECBAgQIAAAQIECBDYloDrEiBAgAABAgQIECBAgAABAj0WWFEBuMcZGhoBAgQIECBAgAABAgQIECCwIgHdECBAgAABAgQIECBAgEDfBRSA+z5DQxifMRIgQIAAAQIECBAgQIAAAQLlC8iQAAECBAgQIECAAIFBCCgAD2KaDJJAfwWMjAABAgQIECBAgAABAgQIEChfQIYECBAgQIAAAQLDEVAAHs5cGSkBAgT6JmA8BAgQIECAAAECBAgQIECAQPkCMiRAgAABAgQGJqAAPLAJM1wCBAgQINAPAaMgQIAAAQIECBAgQIAAAQIEyheQIQECBAgMUUABeIizZswECBAgQIAAgW0KuDYBAgQIECBAgAABAgQIECBQvoAMCRAYrIAC8GCnzsAJECBAgAABAgQIbF7AFQkQIECAAAECBAgQIECAAIHyBWQ4bAEF4GHPn9ETIECAAAECBAgQIEBgUwKuQ4AAAQIECBAgQIAAAQIECAxAYMkC8AAyNEQCBAgQIECAAAECBAgQIEBgSQGnEyBAgAABAgQIECBAgMBQBBSAhzJTfRynMREgQIAAAQIECBAgQIAAAQLlC8iQAAECBAgQIECAAIFBCSgAD2q6DJZAfwSMhAABAgQIECBAgAABAgQIEChfQIYECBAgQIAAAQLDE1AAHt6cGTEBAgS2LeD6BAgQIECAAAECBAgQIECAQPkCMiRAgAABAgQGKqAAPNCJM2wCBAgQILAdAVclQIAAAQIECBAgQIAAAQIEyheQIQECBAgMWUABeMizZ+wECBAgQIAAgU0KuBYBAgQIECBAgAABAgQIECBQvoAMCRAYvIAC8OCnUAIECBAgQIAAAQIE1i/gCgQIECBAgAABAgQIECBAgED5AjIsQ0ABuIx5lAUBAgQIECBAgAABAgTWJaBfAgQIECBAgAABAgQIECBAYEACdywADyhDQyVAgAABAgQIECBAgAABAgTuKOA0AgQIECBAgAABAgQIEBiagALw0GasD+M1BgIECBAgQIAAAQIECBAgQKB8ARkSIECAAAECBAgQIDBIAQXgQU6bQRPYnoArEyBAgAABAgQIECBAgAABAuULyJAAAQIECBAgQGC4AgrAw507IydAgMCmBVyPAAECBAgQIECAAAECBAgQKF9AhgQIECBAgMDABRSABz6Bhk+AAAECBDYj4CoECBAgQIAAAQIECBAgQIBA+QIyJECAAIESBBSAS5hFORAgQIAAAQIE1imgbwIECBAgQIAAAQIECBAgQKB8ARkSIFCMgAJwMVMpEQIECBAgQIAAAQKrF9AjAQIECBAgQIAAAQIECBAgUL6ADMsSUAAuaz5lQ4AAAQIECBAgQIAAgVUJ6IcAAQIECBAgQIAAAQIECBAYoMCCBeABZmjIBAgQIECAAAECBAgQIECAwIICDidAgAABAgQIECBAgACBoQooAA915rYxbtckQIAAAQIECBAgQIAAAQIEyheQIQECBAgQIECAAAECgxZQAB709Bk8gc0JuBIBAgQIECBAgAABAgQIECBQvoAMCRAgQIAAAQIEhi+gADz8OZQBAQIE1i2gfwIECBAgQIAAAQIECBAgQKB8ARkSIECAAAEChQgoABcykdIgQIAAAQLrEdArAQIECBAgQIAAAQIECBAgUL6ADAkQIECgJAEF4JJmUy4ECBAgQIAAgVUK6IsAAQIECBAgQIAAAQIECBAoX0CGBAgUJ6AAXNyUSogAAQIECBAgQIDA8gJ6IECAAAECBAgQIECAAAECBMoXkGGZAgrAZc6rrAgQIECAAAECBAgQIHBXAecRIECAAAECBAgQIECAAAECAxa4ZQF4wBkaOgECBAgQIECAAAECBAgQIHBLAYcRIECAAAECBAgQIECAwNAFFICHPoObGL9rECBAgAABAtTWkGUAABAASURBVAQIECBAgAABAuULyJAAAQIECBAgQIAAgSIEFICLmEZJEFifgJ4JECBAgAABAgQIECBAgACB8gVkSIAAAQIECBAgUI6AAnA5cykTAgQIrFpAfwQIECBAgAABAgQIECBAgED5AjIkQIAAAQIEChNQAC5sQqVDgAABAgRWI6AXAgQIECBAgAABAgQIECBAoHwBGRIgQIBAiQIKwCXOqpwIECBAgAABAssIOJcAAQIECBAgQIAAAQIECBAoX0CGBAgUK6AAXOzUSowAAQIECBAgQIDA4gLOIECAAAECBAgQIECAAAECBMoXkGHZAgrAZc+v7AgQIECAAAECBAgQIHBbAccRIECAAAECBAgQIECAAAECBQi8owBcQIZSIECAAAECBAgQIECAAAECBN4h4GkCBAgQIECAAAECBAgQKEVAAbiUmVxHHvokQIAAAQIECBAgQIAAAQIEyheQIQECBAgQIECAAAECRQkoABc1nZIhsDoBPREgQIAAAQIECBAgQIAAAQLlC8iQAAECBAgQIECgPAEF4PLmVEYECBBYVsD5BAgQIECAAAECBAgQIECAQPkCMiRAgAABAgQKFVAALnRipUWAAAECBO4m4CwCBAgQIECAAAECBAgQIECgfAEZEiBAgEDJAgrAJc+u3AgQIECAAAECiwg4lgABAgQIECBAgAABAgQIEChfQIYECBQvoABc/BRLkAABAgQIECBAgMC7BRxBgAABAgQIECBAgAABAgQIlC8gw90QUADejXmWJQECBAgQIECAAAECBN4mYD8BAgQIECBAgAABAgQIECBQkMBbCsAFZSgVAgQIECBAgAABAgQIECBA4C0CdhMgQIAAAQIECBAgQIBAaQIKwKXN6Cry0QcBAgQIECBAgAABAgQIECBQvoAMCRAgQIAAAQIECBAoUkABuMhplRSBuws4kwABAgQIECBAgAABAgQIEChfQIYECBAgQIAAAQLlCigAlzu3MiNAgMCiAo4nQIAAAQIECBAgQIAAAQIEyheQIQECBAgQIFC4gAJw4RMsPQIECBAgcDsBRxEgQIAAAQIECBAgQIAAAQLlC8iQAAECBHZBQAF4F2ZZjgQIECBAgACBmwQ8R4AAAQIECBAgQIAAAQIECJQvIEMCBHZGQAF4Z6ZaogQIECBAgAABAgTeFLCHAAECBAgQIECAAAECBAgQKF9AhrsloAC8W/MtWwL/m707b24bydNF/UtQoqhdthYvomSX97Wq2tU9c6bnzI25Efd8/89zo8fkQVKWLduSTElcgMTDFkQSBBL5Pumuf94ARYAAAQIECBAgQIAAAQIECBAoX0BCAgQIECBAgACBDgsogDu8+KITINA1AXkJECBAgAABAgQIECBAgACB8gUkJECAAAECBLouoADu+r8A+QkQIECgGwJSEiBAgAABAgQIECBAgAABAuULSEiAAAECBGoBBXCN4IcAAQIECBAgULKAbAQIECBAgAABAgQIECBAgED5AhISIEDgXEABfC7hmQABAgQIECBAgEB5AhIRIECAAAECBAgQIECAAAEC5QtISOA7AQXwdxzeECBAgAABAgQIECBAoBQBOQgQIECAAAECBAgQIECAAIHyBX5OqAD+2cQeAgQIECBAgAABAgQIECDQbgGzJ0CAAAECBAgQIECAAIHOCiiAO7T0ohIgQIAAAQIECBAgQIAAAQLlC0hIgAABAgQIECBAgEC3BRTA3V5/6bsjICkBAgQIECBAgAABAgQIECBQvoCEBAgQIECAAAECBEIB7B8BAQIEihcQkAABAgQIECBAgAABAgQIEChfQEICBAgQIECAwJmAAvjMwW8CBAgQIFCmgFQECBAgQIAAAQIECBAgQIBA+QISEiBAgACBCwIK4AsYXhIgQIAAAQIEShKQhQABAgQIECBAgAABAgQIEChfQEICBAj8KKAA/lHEewIECBAgQIAAAQLtF5CAAAECBAgQIECAAAECBAgQKF9AQgKXCiiAL2WxkwABAgQIECBAgAABAm0VMG8CBAgQIECAAAECBAgQIECgfIGrEyqAr7bxCQECBAgQIECAAAECBAgQaJeA2RIgQIAAAQIECBAgQIBA5wUUwB34JyAiAQIECBAgQIAAAQIECBAgUL6AhAQIECBAgAABAgQIEMgCCuCsYCNQroBkBAgQIECAAAECBAgQIECAQPkCEhIgQIAAAQIECBD4KqAA/krhBQECBEoTkIcAAQIECBAgQIAAAQIECBAoX0BCAgQIECBAgMD3Agrg7z28I0CAAAECZQhIQYAAAQIECBAgQIAAAQIECJQvICEBAgQIELhEQAF8CYpdBAgQIECAAIE2C5g7AQIECBAgQIAAAQIECBAgUL6AhAQIELhKQAF8lYz9BAgQIECAAAECBNonYMYECBAgQIAAAQIECBAgQIBA+QISErhWQAF8LY8PCRAgQIAAAQIECBAg0BYB8yRAgAABAgQIECBAgAABAgTKF/h1QgXwr40cQYAAAQIECBAgQIAAAQIEmi1gdgQIECBAgAABAgQIECBA4IuAAvgLRIlPMhEgQIAAAQIECBAgQIAAAQLlC0hIgAABAgQIECBAgACBiwIK4IsaXhMoR0ASAgQIECBAgAABAgQIECBAoHwBCQkQIECAAAECBAj8JKAA/onEDgIECLRdwPwJECBAgAABAgQIECBAgACB8gUkJECAAAECBAhcLqAAvtzFXgIECBAg0E4BsyZAgAABAgQIECBAgAABAgTKF5CQAAECBAhcI6AAvgbHRwQIECBAgACBNgmYKwECBAgQIECAAAECBAgQIFC+gIQECBD4lYAC+FdCPidAgAABAgQIECDQfAEzJECAAAECBAgQIECAAAECBMoXkJDAVAIK4KmYHESAAAECBAgQIECAAIGmCpgXAQIECBAgQIAAAQIECBAgUL7A9AkVwNNbOZIAAQIECBAgQIAAAQIECDRLwGwIECBAgAABAgQIECBAgMAPAgrgH0BKeCsDAQIECBAgQIAAAQIECBAgUL6AhAQIECBAgAABAgQIELhMQAF8mYp9BNorYOYECBAgQIAAAQIECBAgQIBA+QISEiBAgAABAgQIELhSQAF8JY0PCBAg0DYB8yVAgAABAgQIECBAgAABAgTKF5CQAAECBAgQIHC9gAL4eh+fEiBAgACBdgiYJQECBAgQIECAAAECBAgQIFC+gIQECBAgQGAKAQXwFEgOIUCAAAECBAg0WcDcCBAgQIAAAQIECBAgQIAAgfIFJCRAgMC0AgrgaaUcR4AAAQIECBAgQKB5AmZEgAABAgQIECBAgAABAgQIlC8gIYEbCSiAb8TlYAIECBAgQIAAAQIECDRFwDwIECBAgAABAgQIECBAgACB8gVunlABfHMzZxAgQIAAAQIECBAgQIAAgeUKuDoBAgQIECBAgAABAgQIELhCQAF8BUwbd5szAQIECBAgQIAAAQIECBAgUL6AhAQIECBAgAABAgQIELhOQAF8nY7PCLRHwEwJECBAgAABAgQIECBAgACB8gUkJECAAAECBAgQIPBLAQXwL4kcQIAAgaYLmB8BAgQIECBAgAABAgQIECBQvoCEBAgQIECAAIHpBBTA0zk5igABAgQINFPArAgQIECAAAECBAgQIECAAIHyBSQkQIAAAQI3EFAA3wDLoQQIECBAgACBJgmYCwECBAgQIECAAAECBAgQIFC+gIQECBC4qYAC+KZijidAgAABAgQIECCwfAEzIECAAAECBAgQIECAAAECBMoXkJDArQQUwLdicxIBAgQIECBAgAABAgSWJeC6BAgQIECAAAECBAgQIECAQPkCt0+oAL69nTMJECBAgAABAgQIECBAgMBiBVyNAAECBAgQIECAAAECBAj8QkAB/AugNnxsjgQIECBAgAABAgQIECBAgED5AhISIECAAAECBAgQIEBgGgEF8DRKjiHQXAEzI0CAAAECBAgQIECAAAECBMoXkJAAAQIECBAgQIDA1AIK4KmpHEiAAIGmCZgPAQIECBAgQIAAAQIECBAgUL6AhAQIECBAgACBmwkogG/m5WgCBAgQINAMAbMgQIAAAQIECBAgQIAAAQIEyheQkAABAgQI3EJAAXwLNKcQIECAAAECBJYp4NoECBAgQIAAAQIECBAgQIBA+QISEiBA4LYCCuDbyjmPAAECBAgQIECAwOIFXJEAAQIECBAgQIAAAQIECBAoX0BCAncSUADfic/JBAgQIECAAAECBAgQWJSA6xAgQIAAAQIECBAgQIAAAQLlC9w9oQL47oZGIECAAAECBAgQIECAAAEC8xUwOgECBAgQIECAAAECBAgQmFJAATwlVBMPMycCBAgQIECAAAECBAgQIECgfAEJCRAgQIAAAQIECBAgcBMBBfBNtBxLoDkCZkKAAAECBAgQIECAAAECBAiULyAhAQIECBAgQIAAgRsLKIBvTOYEAgQILFvA9QkQIECAAAECBAgQIECAAIHyBSQkQIAAAQIECNxOQAF8OzdnESBAgACB5Qi4KgECBAgQIECAAAECBAgQIFC+gIQECBAgQOAOAgrgO+A5lQABAgQIECCwSAHXIkCAAAECBAgQIECAAAECBMoXkJAAAQJ3FVAA31XQ+QQIECBAgAABAgTmL+AKBAgQIECAAAECBAgQIECAQPkCEhKYiYACeCaMBiFAgAABAgQIECBAgMC8BIxLgAABAgQIECBAgAABAgQIlC8wu4QK4NlZGokAAQIECBAgQIAAAQIECMxWwGgECBAgQIAAAQIECBAgQOCGAgrgG4I14XBzIECAAAECBAgQIECAAAECBMoXkJAAAQIECBAgQIAAAQK3EVAA30bNOQSWJ+DKBAgQIECAAAECBAgQIECAQPkCEhIgQIAAAQIECBC4tYAC+NZ0TiRAgMCiBVyPAAECBAgQIECAAAECBAgQKF9AQgIECBAgQIDA3QQUwHfzczYBAgQIEFiMgKsQIECAAAECBAgQIECAAAEC5QtISIAAAQIEZiCgAJ4BoiEIECBAgAABAvMUMDYBAgQIECBAgAABAgQIECBQvoCEBAgQmJWAAnhWksYhQIAAAQIECBAgMHsBIxIgQIAAAQIECBAgQIAAAQLlC0hIYKYCCuCZchqMAAECBAgQIECAAAECsxIwDgECBAgQIECAAAECBAgQIFC+wOwTKoBnb2pEAgQIECBAgAABAgQIECBwNwFnEyBAgAABAgQIECBAgACBWwoogG8Jt4zTXJMAAQIECBAgQIAAAQIECBAoX0BCAgQIECBAgAABAgQI3EVAAXwXPecSWJyAKxEgQIAAAQIECBAgQIAAAQLlC0hIgAABAgQIECBA4M4CCuA7ExqAAAEC8xYwPgECBAgQIECAAAECBAgQIFC+gIQECBAgQIAAgdkIKIBn42gUAgQIECAwHwGjEiBAgAABAgQIECBAgAABAuULSEiAAAECBGYooAAgupqnAAAQAElEQVSeIaahCBAgQIAAAQKzFDAWAQIECBAgQIAAAQIECBAgUL6AhAQIEJi1gAJ41qLGI0CAAAECBAgQIHB3ASMQIECAAAECBAgQIECAAAEC5QtISGAuAgrgubAalAABAgQIECBAgAABArcVcB4BAgQIECBAgAABAgQIECBQvsD8EiqA52drZAIECBAgQIAAAQIECBAgcDMBRxMgQIAAAQIECBAgQIAAgTsKKIDvCLiI012DAAECBAgQIECAAAECBAgQKF9AQgIECBAgQIAAAQIECMxCQAE8C0VjEJifgJEJECBAgAABAgQIECBAgACB8gUkJECAAAECBAgQIDAzAQXwzCgNRIAAgVkLGI8AAQIECBAgQIAAAQIECBAoX0BCAgQIECBAgMBsBRTAs/U0GgECBAgQmI2AUQgQIECAAAECBAgQIECAAIHyBSQkQIAAAQJzEFAAzwHVkAQIECBAgACBuwg4lwABAgQIECBAgAABAgQIEChfQEICBAjMS0ABPC9Z4xIgQIAAAQIECBC4uYAzCBAgQIAAAQIECBAgQIAAgfIFJCQwVwEF8Fx5DU6AAAECBAgQIECAAIFpBRxHgAABAgQIECBAgAABAgQIlC8w/4QK4PkbuwIBAgQIECBAgAABAgQIELhewKcECBAgQIAAAQIECBAgQGBGAgrgGUHOYxhjEiBAgAABAgQIECBAgAABAuULSEiAAAECBAgQIECAAIFZCiiAZ6lpLAKzEzASAQIECBAgQIAAAQIECBAgUL6AhAQIECBAgAABAgRmLqAAnjmpAQkQIHBXAecTIECAAAECBAgQIECAAAEC5QtISIAAAQIECBCYj4ACeD6uRiVAgAABArcTcBYBAgQIECBAgAABAgQIECBQvoCEBAgQIEBgjgIK4DniGpoAAQIECBAgcBMBxxIgQIAAAQIECBAgQIAAAQLlC0hIgACBeQsogOctbHwCBAgQIECAAAECvxZwBAECBAgQIECAAAECBAgQIFC+gIQEFiKgAF4Is4sQIECAAAECBAgQIEDgKgH7CRAgQIAAAQIECBAgQIAAgfIFFpdQAbw4a1ciQIAAAQIECBAgQIAAAQLfC3hHgAABAgQIECBAgAABAgRmLKAAnjHoLIYzBgECBAgQIECAAAECBAgQIFC+gIQECBAgQIAAAQIECBCYh4ACeB6qxiRwewFnEiBAgAABAgQIECBAgAABAuULSEiAAAECBAgQIEBgbgIK4LnRGpgAAQI3FXA8AQIECBAgQIAAAQIECBAgUL6AhAQIECBAgACB+QoogOfra3QCBAgQIDCdgKMIECBAgAABAgQIECBAgACB8gUkJECAAAECCxBQAC8A2SUIECBAgAABAtcJ+IwAAQIECBAgQIAAAQIECBAoX0BCAgQILEpAAbwoadchQIAAAQIECBAg8LOAPQQIECBAgAABAgQIECBAgED5AhISWKiAAnih3C5GgAABAgQIECBAgACBcwHPBAgQIECAAAECBAgQIECAQPkCi0+oAF68uSsSIECAAAECBAgQIECAQNcF5CdAgAABAgQIECBAgAABAnMSUADPCfY2wzqHAAECBAgQIECAAAECBAgQKF9AQgIECBAgQIAAAQIECMxTQAE8T11jE5hewJEECBAgQIAAAQIECBAgQIBA+QISEiBAgAABAgQIEJi7gAJ47sQuQIAAgV8J+JwAAQIECBAgQIAAAQIECBAoX0BCAgQIECBAgMBiBBTAi3F2FQIECBAgcLmAvQQIECBAgAABAgQIECBAgED5AhISIECAAIEFCiiAF4jtUgQIECBAgACBiwJeEyBAgAABAgQIECBAgAABAuULSEiAAIFFCyiAFy3uegQIECBAgAABAgQiGBAgQIAAAQIECBAgQIAAAQLlC0hIYCkCCuClsLsoAQIECBAgQIAAAQLdFZCcAAECBAgQIECAAAECBAgQKF9geQkVwMuzd2UCBAgQIECAAAECBAgQ6JqAvAQIECBAgAABAgQIECBAYM4CCuA5A08zvGMIECBAgAABAgQIECBAgACB8gUkJECAAAECBAgQIECAwCIEFMCLUHYNAlcL+IQAAQIECBAgQIAAAQIECBAoX0BCAgQIECBAgAABAgsTUAAvjNqFCBAg8KOA9wQIECBAgAABAgQIECBAgED5AhISIECAAAECBBYroABerLerESBAgACBMwG/CRAgQIAAAQIECBAgQIAAgfIFJCRAgAABAksQUAAvAd0lCRAgQIAAgW4LSE+AAAECBAgQIECAAAECBAiULyAhAQIEliWgAF6WvOsSIECAAAECBAh0UUBmAgQIECBAgAABAgQIECBAoHwBCQksVUABvFR+FydAgAABAgQIECBAoDsCkhIgQIAAAQIECBAgQIAAAQLlCyw/oQJ4+WtgBgQIECBAgAABAgQIECBQuoB8BAgQIECAAAECBAgQIEBgQQIK4AVBX3YZ+wgQIECAAAECBAgQIECAAIHyBSQkQIAAAQIECBAgQIDAIgUUwIvUdi0C3wS8IkCAAAECBAgQIECAAAECBMoXkJAAAQIECBAgQIDAwgUUwAsnd0ECBAgQIECAAAECBAgQIECAAAECBMoXkJAAAQIECBAgsBwBBfBy3F2VAAECBLoqIDcBAgQIECBAgAABAgQIECBQvoCEBAgQIEBgiQIK4CXiuzQBAgQIECDQLQFpCRAgQIAAAQIECBAgQIAAgfIFJCRAgMCyBRTAy14B1ydAgAABAgQIEOiCgIwECBAgQIAAAQIECBAgQIBA+QISEmiEgAK4EctgEgQIECBAgAABAgQIlCsgGQECBAgQIECAAAECBAgQIFC+QHMSKoCbsxZmQoAAAQIECBAgQIAAAQKlCchDgAABAgQIECBAgAABAgQWLKAAXjB4vpyNAAECBAgQIECAAAECBAgQKF9AQgIECBAgQIAAAQIECCxDQAG8DHXX7LKA7AQIECBAgAABAgQIECBAgED5AhISIECAAAECBAgQWJqAAnhp9C5MgED3BCQmQIAAAQIECBAgQIAAAQIEyheQkAABAgQIECCwXAEF8HL9XZ0AAQIEuiIgJwECBAgQIECAAAECBAgQIFC+gIQECBAgQKABAgrgBiyCKRAgQIAAAQJlC0hHgAABAgQIECBAgAABAgQIlC8gIQECBJoioABuykqYBwECBAgQIECAQIkCMhEgQIAAAQIECBAgQIAAAQLlC0hIoFECCuBGLYfJECBAgAABAgQIECBQjoAkBAgQIECAAAECBAgQIECAQPkCzUuoAG7empgRAQIECBAgQIAAAQIECLRdwPwJECBAgAABAgQIECBAgMCSBBTAC4R3KQIECBAgQIAAAQIECBAgQKB8AQkJECBAgAABAgQIECCwTAEF8DL1XbtLArISIECAAAECBAgQIECAAAEC5QtISIAAAQIECBAgQGDpAgrgpS+BCRAgUL6AhAQIECBAgAABAgQIECBAgED5AhISIECAAAECBJohoABuxjqYBQECBAiUKiAXAQIECBAgQIAAAQIECBAgUL6AhAQIECBAoEECCuAGLYapECBAgAABAmUJSEOAAAECBAgQIECAAAECBAiULyAhAQIEmiagAG7aipgPAQIECBAgQIBACQIyECBAgAABAgQIECBAgAABAuULSEigkQIK4EYui0kRIECAAAECBAgQINBeATMnQIAAAQIECBAgQIAAAQIEyhdobkIFcHPXxswIECBAgAABAgQIECBAoG0C5kuAAAECBAgQIECAAAECBJYsoABewAK4BAECBAgQIECAAAECBAgQIFC+gIQECBAgQIAAAQIECBBogoACuAmrYA4lC8hGgAABAgQIECBAgAABAgQIlC8gIQECBAgQIECAAIHGCCiAG7MUJkKAQHkCEhEgQIAAAQIECBAgQIAAAQLlC0hIgAABAgQIEGiWgAK4WethNgQIECBQioAcBAgQIECAAAECBAgQIECAQPkCEhIgQIAAgQYKKIAbuCimRIAAAQIECLRbwOwJECBAgAABAgQIECBAgACB8gUkJECAQFMFFMBNXRnzIkCAAAECBAgQaKOAORMgQIAAAQIECBAgQIAAAQLlC0hIoNECCuBGL4/JESBAgAABAgQIECDQHgEzJUCAAAECBAgQIECAAAECBMoXaH5CBXDz18gMCRAgQIAAAQIECBAgQKDpAuZHgAABAgQIECBAgAABAgQaIqAAnuNCGJoAAQIECBAgQIAAAQIECBAoX0BCAgQIECBAgAABAgQINElAAdyk1TCXkgRkIUCAAAECBAgQIECAAAECBMoXkJAAAQIECBAgQIBA4wQUwI1bEhMiQKD9AhIQIECAAAECBAgQIECAAAEC5QtISIAAAQIECBBopoACuJnrYlYECBAg0FYB8yZAgAABAgQIECBAgAABAgTKF5CQAAECBAg0WEAB3ODFMTUCBAgQIECgXQJmS4AAAQIECBAgQIAAAQIECJQvICEBAgSaLqAAbvoKmR8BAgQIECBAgEAbBMyRAAECBAgQIECAAAECBAgQKF9AQgKtEFAAt2KZTJIAAQIECBAgQIAAgeYKmBkBAgQIECBAgAABAgQIECBQvkB7EiqA27NWZkqAAAECBAgQIECAAAECTRMwHwIECBAgQIAAAQIECBAg0DABBfAcFsSQBAgQIECAAAECBAgQIECAQPkCEhIgQIAAAQIECBAgQKCJAgrgJq6KObVZwNwJECBAgAABAgQIECBAgACB8gUkJECAAAECBAgQINBYAQVwY5fGxAgQaJ+AGRMgQIAAAQIECBAgQIAAAQLlC0hIgAABAgQIEGi2gAK42etjdgQIECDQFgHzJECAAAECBAgQIECAAAECBMoXkJAAAQIECLRAQAHcgkUyRQIECBAgQKDZAmZHgAABAgQIECBAgAABAgQIlC8gIQECBNoioABuy0qZJwECBAgQIECAQBMFzIkAAQIECBAgQIAAAQIECBAoX0BCAq0SUAC3arlMlgABAgQIECBAgACB5giYCQECBAgQIECAAAECBAgQIFC+QPsSKoDbt2ZmTIAAAQIECBAgQIAAAQLLFnB9AgQIECBAgAABAgQIECDQUAEF8AwXxlAECBAgQIAAAQIECBAgQIBA+QISEiBAgAABAgQIECBAoMkCCuAmr465tUnAXAkQIECAAAECBAgQIECAAIHyBSQkQIAAAQIECBAg0HgBBXDjl8gECRBovoAZEiBAgAABAgQIECBAgAABAuULSEiAAAECBAgQaIeAArgd62SWBAgQINBUAfMiQIAAAQIECBAgQIAAAQIEyheQkAABAgQItEhAAdyixTJVAgQIECBAoFkCZkOAAAECBAgQIECAAAECBAiULyAhAQIE2iagAG7bipkvAQIECBAgQIBAEwTMgQABAgQIECBAgAABAgQIEChfQEICrRRQALdy2UyaAAECBAgQIECAAIHlCbgyAQIETX57owAAEABJREFUCBAgQIAAAQIECBAgUL5AexMqgNu7dmZOgAABAgQIECBAgAABAosWcD0CBAgQIECAAAECBAgQINBwAQXwDBbIEAQIECBAgAABAgQIECBAgED5AhISIECAAAECBAgQIECgDQIK4Daskjk2WcDcCBAgQIAAAQIECBAgQIAAgfIFJCRAgAABAgQIECDQGgEFcGuWykQJEGiegBkRIECAAAECBAgQIECAAAEC5QtISIAAAQIECBBol4ACuF3rZbYECBAg0BQB8yBAgAABAgQIECBAgAABAgTKF5CQAAECBAi0UEAB3MJFM2UCBAgQIEBguQKuToAAAQIECBAgQIAAAQIECJQvICEBAgTaKqAAbuvKmTcBAgQIECBAgMAyBFyTAAECBAgQIECAAAECBAgQKF9AQgKtFlAAt3r5TJ4AAQIECBAgQIAAgcUJuBIBAgQIECBAgAABAgQIECBQvkD7EyqA27+GEhAgQIAAAQIECBAgQIDAvAWMT4AAAQIECBAgQIAAAQIEWiKgAL7DQjmVAAECBAgQIECAAAECBAgQKF9AQgIECBAgQIAAAQIECLRJQAHcptUy1yYJmAsBAgQIECBAgAABAgQIECBQvoCEBAgQIECAAAECBFonoABu3ZKZMAECyxcwAwIECBAgQIAAAQIECBAgQKB8AQkJECBAgAABAu0UUAC3c93MmgABAgSWJeC6BAgQIECAAAECBAgQIECAQPkCEhIgQIAAgRYLKIBbvHimToAAAQIECCxWwNUIECBAgAABAgQIECBAgACB8gUkJECAQNsFFMBtX0HzJ0CAAAECBAgQWISAaxAgQIAAAQIECBAgQIAAAQLlC0hIoAgBBXARyygEAQIECBAgQIAAAQLzEzAyAQIECBAgQIAAAQIECBAgUL5AOQkVwOWspSQECBAgQIAAAQIECBAgMGsB4xEgQIAAAQIECBAgQIAAgZYJKIBvsWBOIUCAAAECBAgQIECAAAECBMoXkJAAAQIECBAgQIAAAQJtFFAAt3HVzHmZAq5NgAABAgQIECBAgAABAgQIlC8gIQECBAgQIECAAIHWCiiAW7t0Jk6AwOIFXJEAAQIECBAgQIAAAQIECBAoX0BCAgQIECBAgEC7BRTA7V4/sydAgACBRQm4DgECBAgQIECAAAECBAgQIFC+gIQECBAgQKAAAQVwAYsoAgECBAgQIDBfAaMTIECAAAECBAgQIECAAAEC5QtISIAAgVIEFMClrKQcBAgQIECAAAEC8xAwJgECBAgQIECAAAECBAgQIFC+gIQEihJQABe1nMIQIECAAAECBAgQIDA7ASMRIECAAAECBAgQIECAAAEC5QuUl1ABXN6aSkSAAAECBAgQIECAAAECdxVwPgECBAgQIECAAAECBAgQaKmAAvgGC+dQAgQIECBAgAABAgQIECBAoHwBCQkQIECAAAECBAgQINBmAQVwm1fP3Bcp4FoECBAgQIAAAQIECBAgQIBA+QISEiBAgAABAgQIEGi9gAK49UsoAAEC8xdwBQIECBAgQIAAAQIECBAgQKB8AQkJECBAgAABAmUIKIDLWEcpCBAgQGBeAsYlQIAAAQIECBAgQIAAAQIEyheQkAABAgQIFCSgAC5oMUUhQIAAAQIEZitgNAIECBAgQIAAAQIECBAgQKB8AQkJECBQmoACuLQVlYcAAQIECBAgQGAWAsYgQIAAAQIECBAgQIAAAQIEyheQkECRAgrgIpdVKAIECBAgQIAAAQIEbi/gTAIECBAgQIAAAQIECBAgQKB8gXITKoDLXVvJCBAgQIAAAQIECBAgQOCmAo4nQIAAAQIECBAgQIAAAQItF1AAT7GADiFAgAABAgQIECBAgAABAgTKF5CQAAECBAgQIECAAAECJQgogEtYRRnmKWBsAgQIECBAgAABAgQIECBAoHwBCQkQIECAAAECBAgUI6AALmYpBSFAYPYCRiRAgAABAgQIECBAgAABAgTKF5CQAAECBAgQIFCWgAK4rPWUhgABAgRmJWAcAgQIECBAgAABAgQIECBAoHwBCQkQIECAQIECCuACF1UkAgQIECBA4G4CziZAgAABAgQIECBAgAABAgTKF5CQAAECpQoogEtdWbkIECBAgAABAgRuI+AcAgQIECBAgAABAgQIECBAoHwBCQkULaAALnp5hSNAgAABAgQIECBAYHoBRxIgQIAAAQIECBAgQIAAAQLlC5SfUAFc/hpLSIAAAQIECBAgQIAAAQK/EvA5AQIECBAgQIAAAQIECBAoREABfM1C+ogAAQIECBAgQIAAAQIECBAoX0BCAgQIECBAgAABAgQIlCSgAC5pNWWZpYCxCBAgQIAAAQIECBAgQIAAgfIFJCRAgAABAgQIECBQnIACuLglFYgAgbsLGIEAAQIECBAgQIAAAQIECBAoX0BCAgQIECBAgECZAgrgMtdVKgIECBC4rYDzCBAgQIAAAQIECBAgQIAAgfIFJCRAgAABAgULKIALXlzRCBAgQIAAgZsJOJoAAQIECBAgQIAAAQIECBAoX0BCAgQIlC6gAC59heUjQIAAAQIECBCYRsAxBAgQIECAAAECBAgQIECAQPkCEhLohIACuBPLLCQBAgQIECBAgAABAlcL+IQAAQIECBAgQIAAAQIECBAoX6A7CRXA3VlrSQkQIECAAAECBAgQIEDgRwHvCRAgQIAAAQIECBAgQIBAYQIK4EsW1C4CBAgQIECAAAECBAgQIECgfAEJCRAgQIAAAQIECBAgUKKAArjEVZXpLgLOJUCAAAECBAgQIECAAAECBMoXkJAAAQIECBAgQIBAsQIK4GKXVjACBG4u4AwCBAgQIECAAAECBAgQIECgfAEJCRAgQIAAAQJlCyiAy15f6QgQIEBgWgHHESBAgAABAgQIECBAgAABAuULSEiAAAECBDogoADuwCKLSIAAAQIECFwv4FMCBAgQIECAAAECBAgQIECgfAEJCRAg0BUBBXBXVlpOAgQIECBAgACBywTsI0CAAAECBAgQIECAAAECBMoXkJBApwQUwJ1abmEJECBAgAABAgQIEPgm4BUBAgQIECBAgAABAgQIECBQvkD3EiqAu7fmEhMgQIAAAQIECBAgQIAAAQIECBAgQIAAAQIECBAgUKiAAvjCwnpJgAABAgQIECBAgAABAgQIlC8gIQECBAgQIECAAAECBEoWUACXvLqy3UTAsQQIECBAgAABAgQIECBAgED5AhISIECAAAECBAgQKF5AAVz8EgtIgMCvBRxBgAABAgQIECBAgAABAgQIlC8gIQECBAgQIECgGwIK4G6ss5QECBAgcJWA/QQIECBAgAABAgQIECBAgED5AhISIECAAIEOCSiAO7TYohIgQIAAAQLfC3hHgAABAgQIECBAgAABAgQIlC8gIQECBLomoADu2orLS4AAAQIECBAgkAVsBAgQIECAAAECBAgQIECAQPkCEhLopIACuJPLLjQBAgQIECBAgACBLgvIToAAAQIECBAgQIAAAQIECJQv0N2ECuDurr3kBAgQIECAAAECBAgQ6J6AxAQIECBAgAABAgQIECBAoHABBXBEFL7G4hEgQIAAAQIECBAgQIAAAQIRAYEAAQIECBAgQIAAAQJdEFAAd2GVZbxOwGcECBAgQIAAAQIECBAgQIBA+QISEiBAgAABAgQIEOiMgAK4M0stKAECPwvYQ4AAAQIECBAgQIAAAQIECJQvICEBAgQIECBAoFsCCuBurbe0BAgQIHAu4JkAAQIECBAgQIAAAQIECBAoX0BCAgQIECDQQQEFcAcXXWQCBAgQINB1AfkJECBAgAABAgQIECBAgACB8gUkJECAQFcFFMBdXXm5CRAgQIAAAQLdFJCaAAECBAgQIECAAAECBAgQKF9AQgKdFlAAd3r5hSdAgAABAgQIECDQJQFZCRAgQIAAAQIECBAgQIAAgfIFJFQA+zdAgAABAgQIECBAgAABAuULSEiAAAECBAgQIECAAAECBDoi0OkCuCNrLCYBAgQIECBAgAABAgQIEOi0gPAECBAgQIAAAQIECBDokoACuEurLetFAa8JECBAgAABAgQIECBAgACB8gUkJECAAAECBAgQINA5AQVw55ZcYAIEIhgQIECAAAECBAgQIECAAAEC5QtISIAAAQIECBDopoACuJvrLjUBAgS6KyA5AQIECBAgQIAAAQIECBAgUL6AhAQIECBAoMMCCuAOL77oBAgQIECgawLyEiBAgAABAgQIECBAgAABAuULSEiAAIGuCyiAu/4vQH4CBAgQIECAQDcEpCRAgAABAgQIECBAgAABAgTKF5CQAIFaQAFcI/ghQIAAAQIECBAgQKBkAdkIECBAgAABAgQIECBAgACB8gUkPBdQAJ9LeCZAgAABAgQIECBAgACB8gQkIkCAAAECBAgQIECAAAECHRPoZAHcsTUWlwABAgQIECBAgAABAgQIdFJAaAIECBAgQIAAAQIECHRRQAHcxVXvdmbpCRAgQIAAAQIECBAgQIAAgfIFJCRAgAABAgQIECDQWQEFcGeXXnACXRSQmQABAgQIECBAgAABAgQIEChfQEICBAgQIECAQLcFFMDdXn/pCRAg0B0BSQkQIECAAAECBAgQIECAAIHyBSQkQIAAAQIEQgHsHwEBAgQIECBQvICABAgQIECAAAECBAgQIECAQPkCEhIgQIDAmYAC+MzBbwIECBAgQIAAgTIFpCJAgAABAgQIECBAgAABAgTKF5CQAIELAgrgCxheEiBAgAABAgQIECBQkoAsBAgQIECAAAECBAgQIECAQPkCEv4ooAD+UcR7AgQIECBAgAABAgQIEGi/gAQECBAgQIAAAQIECBAgQKCjAp0qgDu6xmITIECAAAECBAgQIECAAIFOCQhLgAABAgQIECBAgACBLgsogLu8+t3KLi0BAgQIECBAgAABAgQIECBQvoCEBAgQIECAAAECBDovoADu/D8BAAS6ICAjAQIECBAgQIAAAQIECBAgUL6AhAQIECBAgAABAllAAZwVbAQIECBQroBkBAgQIECAAAECBAgQIECAQPkCEhIgQIAAAQJfBRTAXym8IECAAAECBEoTkIcAAQIECBAgQIAAAQIECBAoX0BCAgQIEPheQAH8vYd3BAgQIECAAAECZQhIQYAAAQIECBAgQIAAAQIECJQvICEBApcIKIAvQbGLAAECBAgQIECAAIE2C5g7AQIECBAgQIAAAQIECBAgUL6AhFcJKICvkrGfAAECBAgQIECAAAECBNonYMYECBAgQIAAAQIECBAgQKDjAp0ogDu+xuITIECAAAECBAgQIECAAIFOCAhJgAABAgQIECBAgAABAhEKYP8KSheQjwABAgQIECBAgAABAgQIEChfQEICBAgQIECAAAECBL4IKIC/QHgiQKBEAZkIECBAgAABAgQIECBAgACB8gUkJECAAAECBAgQuKG1IxAAABAASURBVCigAL6o4TUBAgQIlCMgCQECBAgQIECAAAECBAgQIFC+gIQECBAgQIDATwIK4J9I7CBAgAABAgTaLmD+BAgQIECAAAECBAgQIECAQPkCEhIgQIDA5QIK4Mtd7CVAgAABAgQIEGingFkTIECAAAECBAgQIECAAAEC5QtISIDANQIK4GtwfESAAAECBAgQIECAQJsEzJUAAQIECBAgQIAAAQIECBAoX0DCXwkogH8l5HMCBAgQIECAAAECBAgQaL6AGRIgQIAAAQIECBAgQIAAAQITgaIL4ElCvwgQIECAAAECBAgQIECAAIGiBYQjQIAAAQIECBAgQIAAgW8CCuBvFl6VJSANAQIECBAgQIAAAQIECBAgUL6AhAQIECBAgAABAgQI/CCgAP4BxFsCBEoQkIEAAQIECBAgQIAAAQIECBAoX0BCAgQIECBAgACBywQUwJep2EeAAAEC7RUwcwIECBAgQIAAAQIECBAgQKB8AQkJECBAgACBKwUUwFfS+IAAAQIECBBom4D5EiBAgAABAgQIECBAgAABAuULSEiAAAEC1wsogK/38SkBAgQIECBAgEA7BMySAAECBAgQIECAAAECBAgQKF9AQgIEphBQAE+B5BACBAgQIECAAAECBJosYG4ECBAgQIAAAQIECBAgQIBA+QISTiugAJ5WynEECBAgQIAAAQIECBAg0DwBMyJAgAABAgQIECBAgAABAgS+EyiyAP4uoTcECBAgQIAAAQIECBAgQIBAkQJCESBAgAABAgQIECBAgMDPAgrgn03sabeA2RMgQIAAAQIECBAgQIAAAQLlC0hIgAABAgQIECBAgMAVAgrgK2DsJkCgjQLmTIAAAQIECBAgQIAAAQIECJQvICEBAgQIECBAgMB1Agrg63R8RoAAAQLtETBTAgQIECBAgAABAgQIECBAoHwBCQkQIECAAIFfCiiAf0nkAAIECBAgQKDpAuZHgAABAgQIECBAgAABAgQIlC8gIQECBAhMJ6AAns7JUQQIECBAgAABAs0UMCsCBAgQIECAAAECBAgQIECgfAEJCRC4gYAC+AZYDiVAgAABAgQIECBAoEkC5kKAAAECBAgQIECAAAECBAiULyDhTQUUwDcVczwBAgQIECBAgAABAgQILF/ADAgQIECAAAECBAgQIECAAIFLBYoqgC9NaCcBAgQIECBAgAABAgQIECBQlIAwBAgQIECAAAECBAgQIHC1gAL4ahuftEvAbAkQIECAAAECBAgQIECAAIHyBSQkQIAAAQIECBAgQOAXAgrgXwD5mACBNgiYIwECBAgQIECAAAECBAgQIFC+gIQECBAgQIAAAQLTCCiAp1FyDAECBAg0V8DMCBAgQIAAAQIECBAgQIAAgfIFJCRAgAABAgSmFlAAT03lQAIECBAgQKBpAuZDgAABAgQIECBAgAABAgQIlC8gIQECBAjcTEABfDMvRxMgQIAAAQIECDRDwCwIECBAgAABAgQIECBAgACB8gUkJEDgFgIK4FugOYUAAQIECBAgQIAAgWUKuDYBAgQIECBAgAABAgQIECBQvoCEtxVQAN9WznkECBAgQIAAAQIECBAgsHgBVyRAgAABAgQIECBAgAABAgSuFSiiAL42oQ8JECBAgAABAgQIECBAgACBIgSEIECAAAECBAgQIECAAIFfCyiAf23kiGYLmB0BAgQIECBAgAABAgQIECBQvoCEBAgQIECAAAECBAhMKaAAnhLKYQQINFHAnAgQIECAAAECBAgQIECAAIHyBSQkQIAAAQIECBC4iYAC+CZajiVAgACB5giYCQECBAgQIECAAAECBAgQIFC+gIQECBAgQIDAjQUUwDcmcwIBAgQIECCwbAHXJ0CAAAECBAgQIECAAAECBMoXkJAAAQIEbiegAL6dm7MIECBAgAABAgSWI+CqBAgQIECAAAECBAgQIECAQPkCEhIgcAcBBfAd8JxKgAABAgQIECBAgMAiBVyLAAECBAgQIECAAAECBAgQKF9AwrsKKIDvKuh8AgQIECBAgAABAgQIEJi/gCsQIECAAAECBAgQIECAAAECUwm0ugCeKqGDCBAgQIAAAQIECBAgQIAAgVYLmDwBAgQIECBAgAABAgQITC+gAJ7eypHNEjAbAgQIECBAgAABAgQIECBAoHwBCQkQIECAAAECBAgQuKGAAviGYA4nQKAJAuZAgAABAgQIECBAgAABAgQIlC8gIQECBAgQIECAwG0EFMC3UXMOAQIECCxPwJUJECBAgAABAgQIECBAgACB8gUkJECAAAECBG4toAC+NZ0TCRAgQIAAgUULuB4BAgQIECBAgAABAgQIECBQvoCEBAgQIHA3AQXw3fycTYAAAQIECBAgsBgBVyFAgAABAgQIECBAgAABAgTKF5CQAIEZCCiAZ4BoCAIECBAgQIAAAQIE5ilgbAIECBAgQIAAAQIECBAgQKB8AQlnJaAAnpWkcQgQIECAAAECBAgQIEBg9gJGJECAAAECBAgQIECAAAECBG4k0MoC+EYJHUyAAAECBAgQIECAAAECBAi0UsCkCRAgQIAAAQIECBAgQODmAgrgm5s5Y7kCrk6AAAECBAgQIECAAAECBAiULyAhAQIECBAgQIAAAQK3FFAA3xLOaQQILEPANQkQIECAAAECBAgQIECAAIHyBSQkQIAAAQIECBC4i4AC+C56ziVAgACBxQm4EgECBAgQIECAAAECBAgQIFC+gIQECBAgQIDAnQUUwHcmNAABAgQIECAwbwHjEyBAgAABAgQIECBAgAABAuULSEiAAAECsxFQAM/G0SgECBAgQIAAAQLzETAqAQIECBAgQIAAAQIECBAgUL6AhAQIzFBAATxDTEMRIECAAAECBAgQIDBLAWMRIECAAAECBAgQIECAAAEC5QtIOGsBBfCsRY1HgAABAgQIECBAgAABAncXMAIBAgQIECBAgAABAgQIECBwK4FWFcC3SugkAgQIECBAgAABAgQIECBAoFUCJkuAAAECBAgQIECAAAECtxdQAN/ezpmLFXA1AgQIECBAgAABAgQIECBAoHwBCQkQIECAAAECBAgQuKOAAviOgE4nQGARAq5BgAABAgQIECBAgAABAgQIlC8gIQECBAgQIECAwCwEFMCzUDQGAQIECMxPwMgECBAgQIAAAQIECBAgQIBA+QISEiBAgAABAjMTUADPjNJABAgQIECAwKwFjEeAAAECBAgQIECAAAECBAiULyAhAQIECMxWQAE8W0+jESBAgAABAgQIzEbAKAQIECBAgAABAgQIECBAgED5AhISIDAHAQXwHFANSYAAAQIECBAgQIDAXQScS4AAAQIECBAgQIAAAQIECJQvIOG8BBTA85I1LgECBAgQIECAAAECBAjcXMAZBAgQIECAAAECBAgQIECAwJ0EWlEA3ymhkwkQIECAAAECBAgQIECAAIFWCJgkAQIECBAgQIAAAQIECNxdQAF8d0MjzFfA6AQIECBAgAABAgQIECBAgED5AhISIECAAAECBAgQIDAjAQXwjCANQ4DAPASMSYAAAQIECBAgQIAAAQIECJQvICEBAgQIECBAgMAsBRTAs9Q0FgECBAjMTsBIBAgQIECAAAECBAgQIECAQPkCEhIgQIAAAQIzF1AAz5zUgAQIECBAgMBdBZxPgAABAgQIECBAgAABAgQIlC8gIQECBAjMR0ABPB9XoxIgQIAAAQIECNxOwFkECBAgQIAAAQIECBAgQIBA+QISEiAwRwEF8BxxDU2AAAECBAgQIECAwE0EHEuAAAECBAgQIECAAAECBAiULyDhvAUUwPMWNj4BAgQIECBAgAABAgQI/FrAEQQIECBAgAABAgQIECBAgMBMBBpdAM8koUEIECBAgAABAgQIECBAgACBRguYHAECBAgQIECAAAECBAjMTkABPDtLI81WwGgECBAgQIAAAQIECBAgQIBA+QISEiBAgAABAgQIECAwYwEF8IxBDUeAwCwEjEGAAAECBAgQIECAAAECBAiULyAhAQIECBAgQIDAPAQUwPNQNSYBAgQI3F7AmQQIECBAgAABAgQIECBAgED5AhISIECAAAECcxNQAM+N1sAECBAgQIDATQUcT4AAAQIECBAgQIAAAQIECJQvICEBAgQIzFdAATxfX6MTIECAAAECBAhMJ+AoAgQIECBAgAABAgQIECBAoHwBCQkQWICAAngByC5BgAABAgQIECBAgMB1Aj4jQIAAAQIECBAgQIAAAQIEyheQcFECCuBFSbsOAQIECBAgQIAAAQIECPwsYA8BAgQIECBAgAABAgQIECAwU4FGFsAzTWgwAgQIECBAgAABAgQIECBAoJECJkWAAAECBAgQIECAAAECsxdQAM/e1Ih3E3A2AQIECBAgQIAAAQIECBAgUL6AhAQIECBAgAABAgQIzElAATwnWMMSIHAbAecQIECAAAECBAgQIECAAAEC5QtISIAAAQIECBAgME8BBfA8dY1NgAABAtMLOJIAAQIECBAgQIAAAQIECBAoX0BCAgQIECBAYO4CCuC5E7sAAQIECBAg8CsBnxMgQIAAAQIECBAgQIAAAQLlC0hIgAABAosRUAAvxtlVCBAgQIAAAQIELhewlwABAgQIECBAgAABAgQIEChfQEICBBYooABeILZLESBAgAABAgQIECBwUcBrAgQIECBAgAABAgQIECBAoHwBCRctoABetLjrESBAgAABAgQIECBAgEAEAwIECBAgQIAAAQIECBAgQGAuAo0qgOeS0KAECBAgQIAAAQIECBAgQIBAowRMhgABAgQIECBAgAABAgTmJ6AAnp+tkW8m4GgCBAgQIECAAAECBAgQIECgfAEJCRAgQIAAAQIECBCYs4ACeM7AhidAYBoBxxAgQIAAAQIECBAgQIAAAQLlC0hIgAABAgQIECCwCAEF8CKUXYMAAQIErhbwCQECBAgQIECAAAECBAgQIFC+gIQECBAgQIDAwgQUwAujdiECBAgQIEDgRwHvCRAgQIAAAQIECBAgQIAAgfIFJCRAgACBxQoogBfr7WoECBAgQIAAAQJnAn4TIECAAAECBAgQIECAAAEC5QtISIDAEgQUwEtAd0kCBAgQIECAAAEC3RaQngABAgQIECBAgAABAgQIEChfQMJlCSiAlyXvugQIECBAgAABAgQIEOiigMwECBAgQIAAAQIECBAgQIDAXAUaUQDPNaHBCRAgQIAAAQIECBAgQIAAgUYImAQBAgQIECBAgAABAgQIzF9AATx/Y1e4XsCnBAgQIECAAAECBAgQIECAQPkCEhIgQIAAAQIECBAgsCABBfCCoF2GAIHLBOwjQIAAAQIECBAgQIAAAQIEyheQkAABAgQIECBAYJECCuBFarsWAQIECHwT8IoAAQIECBAgQIAAAQIECBAoX0BCAgQIECBAYOECCuCFk7sgAQIECBAgQIAAAQIECBBithFLAAAQAElEQVQgQIAAAQIECBAoX0BCAgQIEFiOgAJ4Oe6uSoAAAQIECBDoqoDcBAgQIECAAAECBAgQIECAQPkCEhIgsEQBBfAS8V2aAAECBAgQIECAQLcEpCVAgAABAgQIECBAgAABAgTKF5Bw2QIK4GWvgOsTIECAAAECBAgQIECgCwIyEiBAgAABAgQIECBAgAABAgsRWGoBvJCELkKAAAECBAgQIECAAAECBAgsVcDFCRAgQIAAAQIECBAgQGBxAgrgxVm70vcC3hEgQIAAAQIECBAgQIAAAQLlC0hIgAABAgQIECBAgMCCBRTACwZ3OQIEsoCNAAECBAgQIECAAAECBAgQKF9AQgIECBAgQIAAgWUIKICXoe6aBAgQ6LKA7AQIECBAgAABAgQIECBAgED5AhISIECAAAECSxNQAC+N3oUJECBAgED3BCQmQIAAAQIECBAgQIAAAQIEyheQkAABAgSWK6AAXq6/qxMgQIAAAQIEuiIgJwECBAgQIECAAAECBAgQIFC+gIQECDRAQAHcgEUwBQIECBAgQIAAAQJlC0hHgAABAgQIECBAgAABAgQIlC8gYVMEFMBNWQnzIECAAAECBAgQIECAQIkCMhEgQIAAAQIECBAgQIAAAQILFVhKAbzQhC5GgAABAgQIECBAgAABAgQILEXARQkQIECAAAECBAgQIEBg8QIK4MWbd/2K8hMgQIAAAQIECBAgQIAAAQLlC0hIgAABAgQIECBAgMCSBBTAS4J3WQLdFJCaAAECBAgQIECAAAECBAgQKF9AQgIECBAgQIAAgWUKKICXqe/aBAgQ6JKArAQIECBAgAABAgQIECBAgED5AhISIECAAAECSxdQAC99CUyAAAECBAiULyAhAQIECBAgQIAAAQIECBAgUL6AhAQIECDQDAEFcDPWwSwIECBAgAABAqUKyEWAAAECBAgQIECAAAECBAiULyAhAQINElAAN2gxTIUAAQIECBAgQIBAWQLSECBAgAABAgQIECBAgAABAuULSNg0AQVw01bEfAgQIECAAAECBAgQIFCCgAwECBAgQIAAAQIECBAgQIDAUgQWWgAvJaGLEiBAgAABAgQIECBAgAABAgsVcDECBAgQIECAAAECBAgQWJ6AAnh59l27srwECBAgQIAAAQIECBAgQIBA+QISEiBAgAABAgQIECCwZAEF8JIXwOUJdENASgIECBAgQIAAAQIECBAgQKB8AQkJECBAgAABAgSaIKAAbsIqmAMBAgRKFpCNAAECBAgQIECAAAECBAgQKF9AQgIECBAgQKAxAgrgxiyFiRAgQIAAgfIEJCJAgAABAgQIECBAgAABAgTKF5CQAAECBJoloABu1nqYDQECBAgQIECgFAE5CBAgQIAAAQIECBAgQIAAgfIFJCRAoIECCuAGLoopESBAgAABAgQIEGi3gNkTIECAAAECBAgQIECAAAEC5QtI2FQBBXBTV8a8CBAgQIAAAQIECBAg0EYBcyZAgAABAgQIECBAgAABAgSWKrCQAnipCV2cAAECBAgQIECAAAECBAgQWIiAixAgQIAAAQIECBAgQIDA8gUUwMtfg9JnIB8BAgQIECBAgAABAgQIECBQvoCEBAgQIECAAAECBAg0REAB3JCFMA0CZQpIRYAAAQIECBAgQIAAAQIECJQvICEBAgQIECBAgECTBBTATVoNcyFAgEBJArIQIECAAAECBAgQIECAAAEC5QtISIAAAQIECDROQAHcuCUxIQIECBAg0H4BCQgQIECAAAECBAgQIECAAIHyBSQkQIAAgWYKKICbuS5mRYAAAQIECBBoq4B5EyBAgAABAgQIECBAgAABAuULSEiAQIMFFMANXhxTI0CAAAECBAgQINAuAbMlQIAAAQIECBAgQIAAAQIEyheQsOkCCuCmr5D5ESBAgAABAgQIECBAoA0C5kiAAAECBAgQIECAAAECBAg0QmCuBXAjEpoEAQIECBAgQIAAAQIECBAgMFcBgxMgQIAAAQIECBAgQIBAcwQUwM1Zi9JmIg8BAgQIECBAgAABAgQIECBQvoCEBAgQIECAAAECBAg0TEAB3LAFMR0CZQhIQYAAAQIECBAgQIAAAQIECJQvICEBAgQIECBAgEATBRTATVwVcyJAgECbBcydAAECBAgQIECAAAECBAgQKF9AQgIECBAgQKCxAgrgxi6NiREgQIAAgfYJmDEBAgQIECBAgAABAgQIECBQvoCEBAgQINBsAQVws9fH7AgQIECAAAECbREwTwIECBAgQIAAAQIECBAgQKB8AQkJEGiQwOfPn2M0+hxVStHr9WJjYyP29++HAjg8CBAgQIAAAQIECBC4m4CzCRAgQIAAAQIECBAgQIAAgfIFJGyawMHBQbx4/iI+fPwQ//znP+Pf/u0f8fe//0MB3LSFMh8CBAgQIECAAAECBAi0SsBkCRAgQIAAAQIECBAgQIAAgZkIpJS+jrPW78fKykpsbm7G7u5u7O3txenpafzxxx/xX//1X/F//s//V5e9f4/nL17Eo4ePJnf/rq0NJufP5Q7gych+ESBAgAABAgQIECBAgAABAkULCEeAAAECBAgQIECAAAECvxYYj8eRt18dmYvee/f24sGDo3h8/Djev38Xv//+++TO3n/84x/x6tWrODo6jMFgrR4vjzauf9VjR36uX375UQB/gfA0MwEDESBAgAABAgQIECBAgAABAuULSEiAAAECBAgQIECAwJUCo/qTb1tKo8hbVTezvV6KldVqsj18eBh5+/jxffz+x4d4+ep5XfK+iD/++D1evnwxKYK3tzfrc6PexpHPzzcJT7Yql76jen/+LOrH6OtWX6Z+7YcAAQIzETAIAQIECBAgQIAAAQIECBAgUL6AhAQIECBAgAABAllgmrt6q14Vq6v9GAwGcXh0GC/qYvevT3/FP/7+93j79l28e/d+clfv4eHh5Kue813A8cMdvXHJI0X9v1Rd8kn4G8CXqthJgAABAjcXcAYBAgQIECBAgAABAgQIECBQvoCEBAgQIECAwFeBfCdu/i7mXATn7ay4HUe/vzopc09PT+PD+w/x97rs/Y9//jM+fvgQJ8OT2N7eis3NzejV5XBVpUip3vKoX74q+mysvON2W3W705xFgAABAgQIEPgm4BUBAgQIECBAgAABAgQIECBQvoCEBAgQ6JpALmLzdlnuqqomd/aub6zHwcH9ODzaj3fv3sb792/j019/xadPn+LVq5dxdHR0VvbWx8fkkb+6efJibr8UwHOjNTABAgQIECBAoBMCQhIgQIAAAQIECBAgQIAAAQLlC0hIoJMCKUXkbTwaRS6Cz+/sPTg4iMePH8fbt2/i5cuXk+L3r09/xvDkcTx69PCs8O1V9bmp3s7GSCm//vUW9SNd8dXO9UdT/VRTHeUgAgQIECBAgAABAgQI/CRgBwECBAgQIECAAAECBAgQIFC+QLkJc6mbt8sSVlU1ucN3sDaIF3XJ+/Lli7rwffvddnR4FIeH+9FfW41//c+/4n/+9a+6KB5FjD9H/avelvOjAF6Ou6sSIECAAAECBAgQIECg3QJmT4AAAQIECBAgQIAAAQIEWi6QUkTectnbq6r6dYrBYBCPHj2K169fxz//+c/4X//xH5H/lu/Tp0/rsvcwtrY2Y22tH6PPdck7Hk/OiXFElc7Oj6+PeufX14t9Uc3ycsYiQIAAAQIECBAgQIAAAQIEyheQkAABAgQIECBAgAABAm0QuOru3jz3XPyura1FvsP38PBwcpfvf/7nf8b//t//GR/ev4/j4+NJuZtSqsvdFNc9Uqo/z1vUz/WBKeXnvNVvlvCjAF4CeqGXFIsAAQIECBAgQIAAAQIECBAoX0BCAgQIECBAgAABAi0QGMU4PkdK41hbW4l//ev/j5WVFBsbgzg4uBfD4aN4/vxZ/O3Tn/HX3z/Fmzev4vHxw8mx4/HnGI3/J8b1VlV11DSKyFuMIo2/bVU9dh6/fqr312XvuD5schdwr35f1Vu9b1TvvGyL+T6q+Q5vdAIEuiEgJQECBAgQIECAAAECBAgQIFC+gIQECBAgQIAAgfYIpJTqQrcf6xsb8fLVy3j58mW8ffsmXr9+E789exZPnz6JjfWN6Pf7kaq6rL0kWqp3V/WvlOoXl3ze1F1VUydmXgQIECDQEgHTJECAAAECBAgQIECAAAECBMoXkJAAAQIECDRaYBwppeivrsbOzk48qwveT3/7W3z666/48P5DPH3yNB49ehTb9Wf9tX6srKzEeJzPiaiqFL2q+uXXPMclj2p8cWeKs7uBL+5bzutqOZd1VQIECBAgQKAEARkIECBAgAABAgQIECBAgACB8gUkJECAwLIEUkpTXfrw8CBevHg2+TrnT3/9Gaenp5MieDAYRL+/Oil5pxqokIMUwIUspBgECBAgQIAAgQULuBwBAgQIECBAgAABAgQIECBQvoCEBJYmkNJZ+VtVZ3VmvmM337m7s7MdR0dH8eTJk/jzzz/jv//7/4l379/Fo8cPYm2wGimNI1Wp3s7u6k2pfn1hy4Gq+n1+vuk2ThEXt1H9/nyM+rLnL5f+fCa29GmYAAECBAgQIECAAAEC7REwUwIECBAgQIAAAQIECBAgQKB8geUnTClFVaUYDo/j5GQYr1+/jpcvX9Xby3p7Effu3asL36i3cfR6qX5OcfYY1U95q586+KMA7uCii0yAAAECBAgQIECAAIFbCziRAAECBAgQIECAAAECBAjMWCDf3Rsxrkvc3uTv8+7u7k6+xvn333+Pjx9/j9OT03j54mU8ePAg9urPBoPVGI0+R8So3mLqv99b5UK53iYnzeFX/pvAeZvD0DcaciYF8I2u6GACBAgQIECAAAECBAgQIECglQImTYAAAQIECBAgQIAAgdsI5II3b1edmzvZvb178fz5s/j06VN8+PChLn1PYnd3p952Y20wiPxV0CkuPsZ1ZVxv46ifL+73WgHs38BdBZxPgAABAgQIECBAgAABAgQIlC8gIQECBAgQIECAAIFbC+SCN5e3uQTu9/uxVm/b29vx4OgoXr96Ff/93/9v5L/nezx8HJtb67G62oveShX5vMh3+aZR/fvzt21cF7/1bFJKkb7eclvVe77fRvVxl231gXf6yX/vN28/DpL/JnDefty/6PdZYdHXdD0CBIoREIQAAQIECBAgQIAAAQIECBAoX0BCAgQIECBAgMB0Arng/fHIfOfu6mo/BuvrcXBwEEd16fvm7dt4//5d5OdHjx//eIr3dxSo7ni+0wkQIECgqwJyEyBAgAABAgQIECBAgAABAuULSEiAAAECBKYUyOXvaDSKXlVFSmmy7e3txsOHD+L58+fx22+/xbt3b+PZs2eRv9p5MFifHJPS2bEppSmvlA8b1b/Ot/rlgn7yXb95W9Dlbn2Z6tZnOpEAAQIECBDorIDgBAgQIECAAAECBAgQIECAQPkCEhIgpwbgFQAAEABJREFUQOAmAimlWFvrx/rGepycHMfHj+/j9ZtX8erVy3j06OHkzt+Ucsk7rovfPPKXAjfl5/zeNiuBalYDGYcAAQIECBAgQKATAkISIECAAAECBAgQIECAAAEC5QtISOBKgdzh5q91zluvV8XKSi+2t7fr0ncY//znf8SnT3+Lp0+fxN7ebgzWBpHvDB6PR3XpO46I861+Nc6v6+dR/ZxL4LzVR1z7M66rzbxF/Xzpdu3ZN/4w3+17cbvxAEs6Iess6dIuS4AAAQIECBAgQIBAuwTMlgABAgQIECBAgAABAgQIEChf4OqEufzt9VZidXU1BoNBXfqexscPH+Ovvz7F8+cvvpxYF7rnRW8udfP25ZOUUl0Ep4i87+IWHrMUUADPUtNYBAgQIECAAAECBAgQKFVALgIECBAgQIAAAQIECBDonEBd1U4K25WVldje3ooHDx7G6elp/PHHH/H777/H8Pg4tnd2It/Me3aXb6qPryJV9XO9/QiWUr3/wvbj597PRqC6yzDOJUCAAAECBAgQIECAAAECBMoXkJAAAQIECBAgQIAAgW4KbOWvdh4O49WrV/H69et4+vTppABeX1+Pfn81ql6vhjm/47d+6acRAgrgRixDKydh0gQIECBAgAABAgQIECBAgED5AhISIECAAAECBAh0QCDVGVNKMR6P62K3Hycnx/Hx4/v4448P8eTpSezv78XGRi59V2I0+p/6uM/1Gbn4HU2ex+NRvS9v4/q53p//Tu+FbVyPe3GLC5/l1+NRfd6FrR708p/zr42+/NOZ7x3XMBe3mV9gTgMqgOcEa1gCZQtIR4AAAQIECBAgQIAAAQIECJQvICEBAgQIECDQFYF8p+9wOIxPnz7FX3/9FU+ePInd3d2uxC8upwK4uCUViAABAnMWMDwBAgQIECBAgAABAgQIECBQvoCEBAgQIFCkQKpTpZRiZWUltra24uTkJD5+/Bh//P57PDk9rfdt1p/1oj7ky5bPiPp1FR4R53cDN93CajV9hcyPAAECBAg0SMBUCBAgQIAAAQIECBAgQIAAgfIFJCRAoFyBfKfvyXAYr169ijdv3sTp6cnZnb5pHJG/XjnyVzrnLTxaLKAAbvHimToBAgQIECBAYIECLkWAAAECBAgQIECAAAECBAiULyBhIQJVVUWvV0VKKdbXB/H06dP429/+jPfv3sXJ6Wncu3cv1vr9SPX/Ij7XqesC+Gv5m1/Xu/y0VqBq7cxNnAABAgQIECBAgACBBQm4DAECBAgQIECAAAECBAgQINBEgfH48rK2qgvgvb178eeff9bb3yL/fd/8lc8rqyuRz5ls3wXKd/2ej5WfL77/7kBvWiCgAG7BIpkiAQIECBAgQIAAAQIElibgwgQIECBAgAABAgQIECDQcIFxrNbF7s7OTuzv78fzZ8/if/37v8fbN2+++5u+OUTui6uU4nyL7x7pu3cRuQj+YZe3rRCobjNL5xAgQIAAAQIECBAgQIAAAQLlC0hIgAABAgQIECBAgEAzBFJKkVL6aTLr6+vx8MHDOD19MtlevnwZDx4+vLK6/XmEn4a8sONmR1840cslCyiAl7wALby8KRMgQIAAAQIECBAgQIAAAQLlC0hIgAABAgQIECDQEIGUzorYqkqxstKrt5W4f/9+PHv2W3z48CFOnzyJo6Oj2NvdiZVeb3J3b/oy9/FoHBe3L7sjVVFv47Mtpbpc7tVbvTMubik82imQV7GdMzdrAgSWIOCSBAgQIECAAAECBAgQIECAQPkCEhIgQIAAAQLLEkgp1UVs+unyKaXJ/qdPf4s///wzXr9+FQ8fPoq1tbVYXV2NXu+mld/4p2vYUY7ATf81lJNcEgIECBC4mYCjCRAgQIAAAQIECBAgQIAAgfIFJCRAgACBpQmklL5dezyOfr8f+Sue9/Z24+3bN/Hv//bvden7IAZ16durelHVx1dVFXlLKUWqvm3fBrrJq3STgzt5bKp787w1PXzV9AmaHwECBAgQILB8ATMgQIAAAQIECBAgQIAAAQIEyheQkACB5QuklCZ38x4cHky+1vnd27d1+fsu9vbuRdSfRV1AxnePvCNv3+30puMCCuCO/wMQnwABAgQIECDwCwEfEyBAgAABAgQIECBAgAABAuULSLgkgc+fP8doNIqVXi+2trZiOBzGu3fv47ffnsXp6WkM1tcj35ebu9/8vKRpdvay+W7fi1tbIKq2TNQ8CRAgQIAAAQIECBBYtIDrESBAgAABAgQIECBAgAABArMQGI8vv0s3l77Hx8fx5u2beP36dZycDGNnZyfW1vqTy+bzJmdOfk12zeGXIUsTUACXtqLyECBAgAABAgQIECBAYBYCxiBAgAABAgQIECBAgACBmQnkO3jzYFX9It/te+/eXjx79iz+/PPPePr0aV367k7+5m/K9/vWZXH9c/Y3fuvj8zn5XBuBaQVuVABPO6jjCBAgQIAAAQIECBAgQIAAgfYKmDkBAgQIECBAgAABArMTqKoqVlf7MRgMYv/gIJ49fx6vXr2OBw8exFWPdNUH9hOYQqCa4hiHEMgCNgIECBAgQIAAAQIECBAgQKB8AQkJECBAgAABAgRmIJAL3Fz8bm5uxP7+/uTv+X788CGe1+Vvft/r9b5eJaV89Nnb0Xgcl21nn/78ezwax2Xbz0facxuBcb00F7fbjLGMcxTAy1B3TQKtEzBhAgQIECBAgAABAgQIECBAoHwBCQkQIECAAIGbCqSUIqX002lb29sxPD6OJ0+eTMrfo6OjWFldnRw3rkvevKWULj13cpBfBO4goAC+A55TCRAg0AkBIQkQIECAAAECBAgQIECAAIHyBSQkQIAAgRsLpJQm56SUoqq3XlXF4eFBvHr5Mj58+BDHw2Hs7OzGal385sL3fAuP1gqc3w3c9AAK4KavkPkRIECAAIElCrg0AQIECBAgQIAAAQIECBAgUL6AhAQI3F4gpRRVleLk9DQ+fvwYL56/iIODg7jqkVJy1+9VOPbPTEABPDNKAxEgQIAAAQIEihIQhgABAgQIECBAgAABAgQIEChfQMIbCqT6+Fz4DgaDuLe3F0+fPo3ff/8jHj16FIP19ajb3RjHt0dKqd71/ZY/TSnlJxuBuQgogOfCalACBAgQIECAAAECbRYwdwIECBAgQIAAAQIECBAgQOAygfy3fY+Ph/Hk9DROnzyZfOXzWr9/2aEt2GeKpQoogEtdWbkIECBAgAABAgQIECBwGwHnECBAgAABAgQIECBAgMB3Avlm3cPDw8nf9n358mU8ePAgdvd2Y21tLXq9lUhV9fUu3+9O9IbAkgSqaa7rGAIECBAgQIAAAQIECBAgQKB8AQkJECBAgAABAgQIEPhe4PDwIF68eBkvX7yIg7oEzqXvyspKVFWv3qoYjy9+4fP353pHYFkC1bIu7LqtETBRAgQIECBAgAABAgQIECBAoHwBCQkQIECAAAECnRaoqip6vV6s1Nvm5macnBzHx4/v6/L3eRwc3I+oxjGOz7XRKCKNIqVc/I4iYlSXwF/216/z+7Ot/sgPgSUJKICXBO+yBNohYJYECBAgQIAAAQIECBAgQIBA+QISEiBAgAABArkA3tvbi+HJSV3+nsTx8Di2trd+gsk1cN0E/7TfDgJNElAAN2k1zIUAAQJNEjAXAgQIECBAgAABAgQIECBAoHwBCQkQINBRgc+fP8doNIq1tX48ePAg3r9/H09OT+Pw4CB2d3cil7zjUb7L9xtQSikm/6ufv+31qksC+cbvvDU9c9X0CZofAQIECBAgsHgBVyRAgAABAgQIECBAgAABAgTKF5CQQJcFtra24vj4ON6+fRePHz+OwXo/VvsrUfVSzZK/2rl+8kOgpQIK4JYunGkTIECAAAECBOYkYFgCBAgQIECAAAECBAgQIECgfIHOJez1erG6uhpbm5sxrIvf33//PZ48eRKDwaDe+lGlKqpeRKrG9Rb1Y/xlq58u/KQq1Z+nC3u8LFkg3+17cWtLVgVwW1bKPAkQIECAAAECBAjMXcAFCBAgQIAAAQIECBAgQIBAmQI7O9sxHA7j9evX8fDhw4hxLnhz1i/PKd/1m7fz9/Vzbv7yIcVtApUuoAAufYXlI0CAAAECBAgQIECAwDQCjiFAgAABAgQIECBAgEBBAr1eFflrnnPp+/Lly3j16mUcHR1EbyVF1UsR9c/4Swk8HufiN+pHFSnlLUVKZ1u90w+B1glU183YZwQIECBAgAABAgQIECBAgED5AhISIECAAAECBAgQaKvAuC5x8/bj/E9OTid3/B7s78d+vZ19Pj57ih+fv+z2RKAQAQVwIQs5hxiGJECAAAECBAgQIECAAAECBMoXkJAAAQIECBAg0GqBlCLyVtW/elUVz58/i7/++jT5mufd3d1YW+vHaPQ/EZPSdzw5tj706/PZ/hT5JuBcJE+eR/Xe8+1LwTwejetjvm31gH46IDCu/31d3NoSWQHclpUyTwILFXAxAgQIECBAgAABAgQIECBAoHwBCQkQIECAQLsFqrrwXV3tx2BtECenp/Hh48fY292ry90qcpn7Ld3428uvry7bd/5h3frF+Xa+zzOB9ghU7ZmqmRIgQIDAQgRchAABAgQIECBAgAABAgQIEChfQEICBAi0VCCXvisrK7Gxvh737t2L09OTeP3mTRweHk7u9u3Vn1VViroBrhPWJW9KkVI6e13/vvqnPibf6hn189UH+aTjAvmfSN6azqAAbvoKmR8BAgQIEFiggEsRIECAAAECBAgQIECAAAEC5QtISKDNArkAzl/tnO/4HQ6Hcf/+/qT4nZS+k2B16ZufU34+3/KOaTbl7zRKjmm+gAK4+WtkhgQIECBAgACBRQi4BgECBAgQIECAAAECBAgQIFC+QOsS5q9yzjfw9vv92Nvbi/fv3sWT09PY2tqqi9+1yIVwSlWkyZYiH5u3iPPy9/w5fcmen8+3L7s8EShMoCosjzgECBAgQIAAAQIECNxYwAkECBAgQIAAAQIECBAgQKCZAiml2N3di1evXsXLFy9ibTCI1dXVWOn16rI3F7mXzfu89D1/vnhMPidvF/d15bWcXRFQAHdlpeUkQIAAAQIECBAgQIDAZQL2ESBAgAABAgQIECBAoEECKaXId/VubmzEwcFBvH37Nn777bfJ3/xNVTorfetj6hdx80euxVJ9Wt7qJz8EChXI/9J/imYHAQIECBAgQIAAAQIECBAgUL6AhAQIECBAgAABAgSaJrC+vj4pfp/Wpe/p6Wnk92v9ft33npW24/Eo8nb9vM+Ovf4YnxIoV0ABXO7a3jaZ8wgQIECAAAECBAgQIECAAIHyBSQkQIAAAQIECDRCIN/tu7KyEhsbG3H8+HG8fv06hsNhDAaD6FXVZPs8GsUoF7+j/JXOZ9POJfDP27guh2OyReQKLNUHX9zqt1//NnB+bSNQpkD+119mMqkIELiFgFMIEC9/3YAAABAASURBVCBAgAABAgQIECBAgACB8gUkJECAAAECzRHIBfDu7m68ePEiDo8OJxNLKZe2k5dnv8Z18Vv/5DfjugTOW3796y2Pc779+mhHEChFQAFcykrKQYAAgbsKOJ8AAQIECBAgQIAAAQIECBAoX0BCAgQILFkg17G59N3c3IjDw8P4448/4tlvv0X+mufV1X5UVT4iPAg0UiCNI/IWDX9UDZ+f6REgQIAAAQILEHAJAgQIECBAgAABAgQIECBAoHwBCQk0QWBrezuGx8fx5MmTOD09jR/r3pTO9lRfnpswZ3Mg0DYBBXDbVsx8CRAgQIAAAQKzFTAaAQIECBAgQIAAAQIECBAgUL7A0hJ+/vw5RqNRbGxsxPHjx/H06dO4d/9+DAbrkTvelM4K31Sls/eRovqyLzwILFkg3+17cVvydKa+vAJ4aioHEiBAgAABAgQIEChNQB4CBAgQIECAAAECBAgQIDBfga2trTg+Pv7yN36PYm1tLVZXV6NXVXXVm+Z7caN/EfDUNYGqa4HlJUCAAAECBAgQIECAAIGIgECAAAECBAgQIECAAIE5CKSUoqpSrK+vx/79+/Hh/fvJVz4PBmuT4jcmj/Hk92W/Un1u3i77zD4CBKYT+K4Anu4URxEgQIAAAQIECBAgQIAAAQJtFjB3AgQIECBAgAABAvMSyMXvwcHh5I7fZ8+eRdSFcHz3GMf46v73uyO9IUDgdgIK4Nu5lXiWTAQIECBAgAABAgQIECBAgED5AhISIECAAAECBGYqUFVVrKysxEa+43d/P05PT+Lx48eTr3qO/PjS9o5Hdetbv06RLv0bv/nzi1v88Mh3BV/cfvjYWwJzERiniIvbXC4yh0EVwHNANSSB9gmYMQECBAgQIECAAAECBAgQIFC+gIQECBAgQODuAuO6xM3b+Ui5AN7d3Y2T09M4Pj6OwWA91vr9SCmdH+KZAIEFCyiAFwzucgQIEGicgAkRIECAAAECBAgQIECAAAEC5QtISIAAgRkJ5F43b1X9a2NjI968eR3Hjx9H/urn1dXV6PV6MapL4ojxjK5oGALNETi/G7g5M7p8Jgrgy13sJUCAAAECnRAQkgABAgQIECBAgAABAgQIEChfQEICdxFI6dudvPlu39XVfgzWBvHy5ct6exFr9evV/mrkz75eJxfA+t+vHF4QWLRAtegLuh4BAgQIECBAgEAjBEyCAAECBAgQIECAAAECBAgQKF/gTglTOit/e70q+nXJu7W1FSfDYbx99y62d3Yi3/E7ucCXsvf8q6HP7gCefOIXAQJLEKiWcE2XJECAAAECBAgQIEBgqQIuToAAAQIECBAgQIAAAQIEphNIKU3+nu9weBInJydx//79WFnpfTt5PPZlz980GvbKdLoqoADu6srLTYAAAQIECBAgQIBANwWkJkCAAAECBAgQIECAwBQCvV5v8vd8Hz16FG/evIl79+7FYDCYlL2j0dktv3U1HHU7XP/Ur74UxeFBgMDSBao8AxsBAgQIECBAgAABAgQIECBQvoCEBAgQIECAAAECBKYVODw8jPx3fo+OjmJtbe2n09JPe+wgQKApAgrgpqzE8ubhygQIECBAgAABAgQIECBAgED5AhISIECAAAECBK4UyH+7Nxe664NBHBzsT4rfx48fx/r6+uTu3vE4Ih9zcct/5zdvVw7qAwIEliZQLe3KLkyAQAMETIEAAQIECBAgQIAAAQIECBAoX0BCAgQIECBwvUBKKQ4ODyfbyclJbG9tXX+CTwkQaLSAArjRy2NyBAgQmKOAoQkQIECAAAECBAgQIECAAIHyBSQkQIDAFQKfP3+O0Wg0KXtPhsM4Pj6Og4ODSKmKVFVXnGU3gW4LpHFE3qLhD/8PbvgCmR4BAgQIEJiHgDEJECBAgAABAgQIECBAgACB8gUkJHCdwNbW1qT0ffnqZRweHV13qM8IEGiZgAK4ZQtmugQIECBAgACBOwo4nQABAgQIECBAgAABAgQIEChf4KeE4/E4UopYW1uLe/f24lVd/D548CBGo3GcfVZ/+OWs/P7LS08EOi2Q7/a9uLUFQwHclpUyTwIECBAgQIAAAQJ3FjAAAQIECBAgQIAAAQIECHRVIKUUu7t7cXpyEsfHw7oM/lb4dtWk3NySdV1AAdz1fwHyEyBAgAABAgQIECDQDQEpCRAgQIAAAQIECBDopECvV0X+uucXL17EcHgS2zs70e/3a4s0KYFTSvVrPwQIFCNQB1EA1wh+CBAgQIAAAQIECBAgQIBAyQKyESBAgAABAgQIdFfg5OS0Ln6PY319EGtr/Tive1M6f9VdG8kJlCqgAC51ZX+dyxEECBAgQIAAAQIECBAgQIBA+QISEiBAgAABAh0TyLVuSiny3/d9/fr15O/9rq9vxOpqP2I8jvEXj5RSpPTz9uXjn55S+v7Ynw6wg0CBAuNU/9/mwtaWiArgtqyUeRKYqYDBCBAgQIAAAQIECBAgQIAAgfIFJCRAgACBLgpsbW/HcDiM4fHx5KufI+r2Ks4e5+Xv2Tu/CRAoVUABXOrKykWAAIGrBOwnQIAAAQIECBAgQIAAAQIEyheQkACBzghUVRUrKyuxs7MTD46O4vnz57G/vx+j8ThGo1F4ECAwO4HzO4JnN+J8RlIAz8fVqAQIECBAoJECJkWAAAECBAgQIECAAAECBAiULyBhtwRyAby7uzu56/d4OOxWeGkJELhUQAF8KYudBAgQIECAAIHiBAQiQIAAAQIECBAgQIAAAQIEChLo9arJVzy/f/+uLn+Po9/v5zt+C0ooCgECtxVQAN9WznkECBAgQIAAAQIEWiNgogQIECBAgAABAgQIECBQmsDJyWld/A4j/GHf0pb2DnmcSuBMQAF85uA3AQIECBAgQIAAAQIEyhSQigABAgQIECBAgACBIgR6vV6srq7Gw4cP482bN7G3txuDwSBSVUVKVREZhSBA4A4CF071X4QLGF4SIECAAAECBAgQIECAAIGSBGQhQIAAAQIECBAoR2BnZ3tyx+/R0WGsra2VE0wSAgRmLqAAnjlp4wc0QQIECBAgQIAAAQIECBAgQKB8AQkJECBAgACBlguMx+NIdYatra04PT2NBw8exs7OTlRVb7K//uhGP3m8i9uNTnYwAQKtElAAt2q5TJbAXQWcT4AAAQIECBAgQIAAAQIECJQvICEBAgQIlCCQUordvb04fvw47t+/H+vr65FSroTrdJPnL6/rt34IECBwUUABfFHDawIECJQsIBsBAgQIECBAgAABAgQIECBQvoCEBAi0WiDfoZsDDAaD+O233+L4+DjWNzbyrjj/bPLGLwIEliKQxhF5i4Y/FMANXyDTI0CAAAECsxAwBgECBAgQIECAAAECBAgQIFC+gITtF0gpxXA4nGybm5uxstJrfygJCBBYuIACeOHkLkiAAAECBAgQWKiAixEgQIAAAQIECBAgQIAAAQINFvj8+XOMRqPJ1zw/f/Ys7t+7F5ubG3X5uxIpVVF3wvWWftp+iOQtAQJzEMh3+17c5nCJuQxZzWVUgxIgQIAAAQIECBAg0AABUyBAgAABAgQIECBAgACBpgtsbW1Nvuo53/m7tb0VqUp12XtW36SU6unnrX7yQ+BKAR8Q+F7g7L8g3+/zjgABAgQIECBAgAABAgTaLmD+BAgQIECAAAECBAg0UuD8b/n2er3Y2tyM58+fx+HBQV36pqiq/JXPCt/wIEBgeoFLjlQAX4JiFwECBAgQIECAAAECBAgQaLOAuRMgQIAAAQIECDRXIKUU+a7fk5OTGNZbVb9P1bfSN6Wz1ymdPTc3iZkRINBUAQVwU1dm9vMyIgECBAgQIECAAAECBAgQIFC+gIQECBAgQIBAQwVynZtSikePHk2+8nl3dzcGg0Gcl78ppTi/OzhHyK+v2/IxNgIE5iswrv+Pe3Gb79VmN7oCeHaWRiLQYAFTI0CAAAECBAgQIECAAAECBMoXkJAAAQIEmiSQUt0cXZjQ1vZ2DIfDODo6irV+P84/TqmKVG8XDvWSAAECdxKo7nS2kwkQIECg+QJmSIAAAQIECBAgQIAAAQIECJQvICEBAo0SSOms/O31quivrsbOzk48f/489vf363mOI134yud6hx8CBFoicH43cNOnWzV9guZHgAABAgQI3F7AmQQIECBAgAABAgQIECBAgED5AhI2UyClFCmlGJ6cxMlwWE9yXG8Xf9LFN14TIEBgZgIK4JlRGogAAQIECBAg0CgBkyFAgAABAgQIECBAgAABAgSWIHBe6+aven7x4mVsbm5Gr9eb/H3f8Xg06xkZjwABAj8JKIB/IrGDAAECBAgQIECAQNsFzJ8AAQIECBAgQIAAAQIEFiWQUprc6Xt+vfO/9Xt4eBj9fv98t2cCcxAwJIHLBRTAl7vYS4AAAQIECBAgQIAAgXYKmDUBAgQIECBAgAABAgsTSClNrpVSmpTA+/fvx7Nnv8X9+/ci1Z+Mxz9+7XO90w8BAgRmIXDNGArga3B8RIAAAQIECBAgQIAAAQIE2iRgrgQIECBAgAABAosXSClFVaU4OTmJ4+FxxKT6jckjl8B5m7zxiwABAgsSUAAvCHqJl3FpAgQIECBAgAABAgQIECBAoHwBCQkQIECAAIEFC5wXu0dHR/HixcvY3d2NuHDDb6pL4YvbgqfncgQIdFhAAdzhxRe9CwIyEiBAgAABAgQIECBAgAABAuULSEiAAAECyxDY2t6O4XAYh4eH0e/3L0zhQgt8Ya+XBAgQWJSAAnhR0q5DgACBRQu4HgECBAgQIECAAAECBAgQIFC+gIQECCxcIJe9e7u78eTJk8ldv+PxOEajUXgQIFC+QBpH5C0a/lAAN3yBTI8AAQIECNxGwDkECBAgQIAAAQIECBAgQIBA+QISLkfg5OQkjofDOP8K6PNZ/Pj+fL9nAgQILFpAAbxocdcjQIAAAQIECMxXwOgECBAgQIAAAQIECBAgQIDADAWqqoqVlZW4f+9ePH/2LDY3NqJXVZFSiurCFot9uBoBAgsQyHf7XtwWcMmZXKKaySgGIUCAAAECBAgQIECgAQKmQIAAAQIECBAgQIAAAQKzFsgF8O7ubgxPTmJreysihQeBJQu4PIHrBRTA1/v4lAABAgQIECBAgAABAu0QMEsCBAgQIECAAAECBGYq0Ov14vDgIPLf+n348GHEeBzj0bh+nullDEaAAIGbCUxxtAJ4CiSHECBAgAABAgQIECBAgACBJguYGwECBAgQIECAwN0FxnXBe3GUw8PD2K8L4K2trVhZ6V38yGsCBAg0WkAB3OjludPknEyAAAECBAgQIECAAAECBAiULyAhAQIECBAgMAOBXP6mlGKt34+NjY14/vx5HNUFcH91NcajUb2Np77KePTlTuGpz3AgAQJNFRiniItbU+f547yqH3d4T4BACQIyECBAgAABAgQIECBAgAABAuULSEiAAAECsxI0++eSAAAMKUlEQVRIKU3K3/W6/B0Oh7G5uRlR7wsPAgQItFCgauGcTZkAAQIErhPwGQECBAgQIECAAAECBAgQIFC+gIQECMxMoNfrxerqajx6/DgePXoY6+uDs+73h6+EntkFDUSAQGsFzu8GbnoABXDTV8j8CBAgQIDADQQcSoAAAQIECBAgQIAAAQIECJQvIOHdBFJKdcGbvg6ys7Mdw+Pjuvhdj17Vi/x10F8/9IIAAQItFFAAt3DRTJkAAQIECBAgcImAXQQIECBAgAABAgQIECBAgMAvBFI6K35TSpO7fh88OIqT4Ulsb29Hr9eLuhmOGNc/o/pXNPJhUgQIEPilgAL4l0QOIECAAAECBAgQINB0AfMjQIAAAQIECBAgQIAAgWkFUkpRVSkODw9jf/8g4qwTDg8CzRcwQwLTCSiAp3NyFAECBAgQIECAAAECBJopYFYECBAgQIAAAQIECEwlUFXV5C7ffLfvyclJ3L9/vy6C65rky82+VS6G622qwRxEgACBRQvc4Hr1f9lucLRDCRAgQIAAAQIECBAgQIAAgcYImAgBAgQIECBAgMD0ArkA3t3djZPhMLY2t6c/0ZEECBBomYACuGULNsV0HUKAAAECBAgQIECAAAECBAiULyAhAQIECBAgMKVAvql3a2srfvvtaRwcHES+4Tfvm/J0hxEgQKB1Agrg1i2ZCRO4TsBnBAgQIECAAAECBAgQIECAQPkCEhIgQIDAdQLj8Tjydn7M7s5uDIfHsba2Hv1+/+xrn88/9EyAAIECBRTABS6qSAQIdFRAbAIECBAgQIAAAQIECBAgQKB8AQkJEPilQL67t6pSbG9vx9HRUTw+Po5ebyViPJqcmya//SJAgMDNBdI4Im/R8IcCuOELZHoECBAgQGAaAccQIECAAAECBAgQIECAAAEC5QtI+GuBqqpidbUfa/21ODw8iP39/UgpTbb6V1y8Mzg8CBAgUKiAArjQhRWLAAECBAgQ6IyAoAQIECBAgAABAgQIECBAgEAtkMvfvG1sbMTDhw9jsDaYfN1zqj87/6nqMvj8dcueTZcAgSUI5Lt9L25LmMKtLqkAvhWbkwgQIECAAAECBAg0QcAcCBAgQIAAAQIECBAgQOBcIJe/u7u7cTIcxubWVuQ7fiM/6tI3F795y29tBNonYMYEbiagAL6Zl6MJECBAgAABAgQIECDQDAGzIECAAAECBAgQIEBgItDr9WJ1dTWGx8eTr33OxW9KqX5Kk8/zr9F4nJ9sBAgQaJ/ALWasAL4FmlMIECBAgAABAgQIECBAgMAyBVybAAECBAgQIEDgm8DOznYMh8cxWF+Pfn/tu+L321FeESBAoDsCCuBy1loSAgQIECBAgAABAgQIECBAoHwBCQkQIECAAIFaIKUUGxsbcXCwH48fH9evN2NlZSXG+U7fvEVMiuCUvr8LON8JfL6FBwECBH4hMK7/E3Jx+8XhjflYAdyYpTARAncRcC4BAgQIECBAgAABAgQIECBQvoCEBAgQ6LbApNz9QpBfHx4exsH+wZc9Z095vy97PrPwmwCB7googLu79pITIFCKgBwECBAgQIAAAQIECBAgQIBA+QISEui4QC52R6NRrKz0YmtrK05OTibPvZWVjsuIT4DAIgXO7wZe5DVvc63qNic5hwABAgQIEGiGgFkQIECAAAECBAgQIECAAAEC5QtIGJOvc15b68dgMIjhcDgpf8ODAAECBC4VqC7daycBAgQIECBAgEDTBcyPAAECBAgQIECAAAECBAh0QiDVKVNK8fDhozg+Hkav14uqquq9nfgRkgABAjcW8F/IG5M5gQABAgQIECBAgMCyBVyfAAECBAgQIECAAAEC3RHY2t6e3PW7ubn5JbS/8vsFwlPxAgISuJ2AAvh2bs4iQIAAAQIECBAgQIDAcgRclQABAgQIECBAgEBHBPLf/O33+5PyN//d33zXb1WlGNf9b/6bwB1hEJMAga4K3CG3AvgOeE4lQIAAAQIECBAgQIAAAQKLFHAtAgQIECBAgECXBA729yfl7/eZ8xdCf7/HOwIECBD4XkAB/L1HG9+ZMwECBAgQIECAAAECBAgQIFC+gIQECBAgQKAzAhsbG3FwsB8PHz2KwWAQKaXvtrjike8KvrhdcZjdBAgQKF5AAVz8EgtYtoB0BAgQIECAAAECBAgQIECAQPkCEhIgQKBsgfPS9jzl4eFhHOwfnL/1TIAAAQI3FFAA3xDM4QQIEGiMgIkQIECAAAECBAgQIECAAAEC5QtISKADAilF5G1neztOT0/P7vqtqsjFcHgQIECgQQJpHJG3aPijavj8TI8AAQIECBC4RMAuAgQIECBAgAABAgQIECBAoHyBLiSs6qJ3dbUfg7VBHA+HsbW5WZfBdSPchfAyEiBAYE4C1ZzGNSwBAgQIECBAgMB8BIxKgAABAgQIECBAgAABAgSKEMjlb9729vbi9MnpJNO4/p3SWQGc0tlzvauLPzITINAAgXy378WtAVOaagoK4KmYHESAAAECBAgQIECgCQLmQIAAAQIECBAgQIAAgTIEcreby9/d3d24d2+vDpXL3lz/1i/9EOi8AAACdxNQAN/Nz9kECBAgQIAAAQIECBBYjICrECBAgAABAgQIEChC4KzkXVsbRP57v+flb1XlAjhvRYQUggABArcXmMGZCuAZIBqCAAECBAgQIECAAAECBAjMU8DYBAgQIECAAIFyBFJsbW3GcDiM9cEg+v21yHcCl5NPEgIECCxfQAG8/DW47QycR4AAAQIECBAgQIAAAQIECJQvICEBAgQIEChGoNfrxfb21qT8XVnpxWg8jnG9pZQipSpSys/ftmKCC0KAQGsFxini4taWIFVbJmqeBAhcFPCaAAECBAgQIECAAAECBAgQKF9AQgIECJQlcHh4GAcHh2WFkoYAAQINFFAAN3BRTIkAAQLXCviQAAECBAgQIECAAAECBAgQKF9AQgIFCWxsbNTF737cu3cvBoNBRKRIST0RHgQItE7g/G7gpk/cf2GbvkLmR4AAAQIELgh4SYAAAQIECBAgQIAAAQIECJQv0PaE+Wud83aeI9/5u79/cP42UkpfX3tBgAABArMXUADP3tSIBAgQIECAAIF5CBiTAAECBAgQIECAAAECBAi0QiD3u1VVxd7ubpycnEzu+s37WjH55U/SDAgQIHBnAQXwnQkNQIAAAQIECBAgQGDeAsYnQIAAAQIECBAgQIBAOwRy0bu2thZr/X7s7u1F/vrnlFI7Jm+WBJYuYAIEZiOgAJ6No1EIECBAgAABAgQIECAwHwGjEiBAgAABAgQIEGiJQL7rt9dbid3dvXjw8GEM6iI4pVz+jluSwDQJECCwRIEZXloBPENMQxEgQIAAAQIECBAgQIAAgVkKGIsAAQIECBAg0CaBXADv7u7G7s5OrK8PIlXK3zatn7kSIFCOgAK4fWtpxgQIECBAgAABAgQIECBAgED5AhISIECAAIFWCfR6vbh//37c378fK6urkdJZ/ZCfz7dWBTJZAgQItFjg7L/ALQ5g6gS6JSAtAQIECBAgQIAAAQIECBAgUL6AhAQIEGiXQC5/J3f+7u3GSm8lUkpfNhVEu1bSbAkQKEXAf31LWUk5CBAoX0BCAgQIECBAgAABAgQIECBAoHwBCQm0SCDVc00pxenpaTx48GBS/ta7/BAgQKBYgTSOyFs0/KEAbvgCmR4BAgQIEMgCNgIECBAgQIAAAQIECBAgQKB8gbYl3NrejuFwGIPBIMbj8WRrWwbzJUCAQIkCCuASV1UmAgQIECBAoCQBWQgQIECAAAECBAgQIECAQIMExpO5rK+vx+NHj2Kjfj4vf1PK9wRPPvbr5gLOIECggQL5bt+LWwOneOmUFMCXsthJgMD/ZecOcRgIgSiAzoKlDlTvf07aUrG6KSQjniDB8Pl5dgIECBAgQIAAgQwCOhAgQIAAAQIECBAgQCCbwBWttfXy9242w+z31rAj8LuAEwT2CpS9cdIIECBAgAABAgQIECBAYIuAEAIECBAgQIAAAQLJBGqt8VjfPj+j1hJXudZKVlMdAgQIHBMoM+Kztl5wIKwcyBRJgAABAgQIECBAgAABAgQI/CHgKAECBAgQIEAgo8AYI3rvMd8DkIz9dCJAgACBr8ALAAD//zGImYUAAAAGSURBVAMAw+etAGWeLgcAAAAASUVORK5CYII=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4" name="Image 2" descr="data:image/png;base64,iVBORw0KGgoAAAANSUhEUgAAA4QAAABuCAYAAAB/ed1CAAAQAElEQVR4AezdbYxc1X3H8f+ZmXW9pi/SquJN+yJtFFWKKyGI1bpre2fuendn7rmzs14HNiRUoYFaKGARhcpVaBVCQxuVihRalLQ8JKGtVAJRoyDARlHbQFsjSmmKCHEhISkFYxGnRraZNfswc0/PMabZNfswj3fuw3d0jufemXvP+Z/PvUj7y7WzuYMHH7/JdkN/HIODGPDfAfcA9wD3APcA9wD3APcA9wD3QFbugUce+faVOZFfvNUY9WXhlQEBlogAAggggAACCCCAAAIIOAF1oFr1/jqn9fsXlJq7zn70sO00BBBIiwDrQAABBBBAAAEEEEBgdYE7tS7e5r6yTwhFtNYLImcusx98y3YaAggggEDCBCgXAQQQQAABBBBoTUD9ldal69859mwgdDvnQmHNbj9nOw0BBBBAAAEE4ilAVQgggAACCHQkYIx81T4Z/MTyk/8/ELoPXSjctKkxppS86PbpCCCAAAIIIIAAAoMUYG4EEECgNwI2DB4KgtJV54+2IhC6L8fHx0+EoSnZUPiC26cjgAACCCCAAAIIIIBABAJMgUDfBNThLVvM7GrDvysQuoOCwHtdqdwVNkX+r9unI4AAAggggAACCCCAAAII9E4gqpFspvuXej2seJ5XX23OVQOhO7BSGf1OGOYCuz1nOw0BBBBAAAEEEEAAAQQQQCBZAs/YJ4O12dnVw6BbypqB0H05NTX6tDGFktumdyPAuQgggAACCCCAAAIIIIBApAIvFwqFaftk8OR6s64bCN2JQbDzmTBUH3LbdAQQaEGAQxBAAAEEEEAAAQQQGKzA8UZjqTg5ufPYRmVsGAjdANVq8Ru5XG6f26YjgAACCPxUgC0EEEAAAQQQQCBeAmZOxHywVpt4pZW6WgqEbqBKZfRepeSTbpuOAAIIIIBABgVYMgIIIIAAArEWsHmt3myGY1p7R1sttOVA6AbcvNl8yabNL7htOgIIIIAAAgggkF4BVoYAAggkT6DZlNrU1O6n26m8rUDoeV5jeFg+bSe4x3YaAggggAACCCCAAALJF2AFCKRAoNEIS9Vq6dvtLqWtQOgGd6GwXi9+wm5/zXYaAggggAACCCCAAAIIIJAYgTQWmssZv1Ybe6KTtbUdCN0ks7Oq+Z73bLpKxHQ0qRuDjgACCCCAAAIIIIAAAggg0J2AUuqaSsV7rNNROgqEbrKRkZG38vmfd7+4/hm3H89OVQgggAACCCCAAAIIIIBAOgXC0Hza94t3d7O6jgOhm7RcvmjOGDNlU2lb/3DRnUtHoOcCDIgAAggggAACCCCAQHYEbqlWvVu7XW5XgdBNHgTe60tLi5cZI6+5fToCCCAQhQBzIIAAAggggAAC2RVQd2hduqkX6+86ELoi3C89bDbzIyLqtPBCAAEEEECgtwKMhgACCCCAAALnBJSSB4eHwwPndrt+60kgdFXUarteyefl19w2HQEEEEAAAQQQ6EyAsxBAAAEE1hH4+ptvFj/qfvPDOse09VXPAqGbtVwuviqS2+m26QgggAACCCCAAAIIrCvAlwgg0I7AoXr9+Efcb3xo56SNju1pIHSTaT162L5r22kIIIAAAggggAACCCCAwFkB/uhGQH33wgt/dnp2drbZzSirndvzQOgm0bp0SMT07O+1ujHpCCCAAAIIIIAAAggggEDWBIyRVy688IIPbtu2bakfa+9LIBQR0dq7TSn1R/0omjERQAABBBBAAAEEEEAAgQwI/M+WLeZ9/QqDzq9vgdAN7vvFz4jkPue26SkWYGkIIIAAAggggAACCCDQa4GT9frx9/Xy/0BmtQL7GgjdhFqPftY+5rzPbdMRQCD5AqwAAQQQQAABBBBAoP8CCwvm4n78m8HzK+97IHQTBkHp40qpf3TbdAQQQACBxAhQKAIIIIAAAghELGAfpoU2DP7yzIz3chRTRxII3UJ8vziulPyD26YjgAACCCCAQNwEqAcBBBBAYNACLgzmcrmLowqDbr2RBUI3WaGwdKl9/77tNAQQQAABBBBAAIFBCTAvAgjEUECF+Xyu5vujz0VZXKSBcGJi4tTQ0NKv2wW+bjsNAQQQQAABBBBAAAEE+izA8IkQaBpjfqtSGX006mojDYRucS4Uimz+VRF1RnghgAACCCCAAAIIIIAAApkWUKGIuiIISvdL96+2R4g8ELoKtd5+utFouieFb7l9OgIIIIAAAggggAACCCCQPQEVGhNeq3XxgUGtfSCB0C22Vhv7njF5z27P207rRIBzEEAAAQQQQAABBBBAIMkCfxEE3l2DXMDAAqFbdBDs+jeRgguFPCl0IHQE1hHgKwQQQAABBBBAAIH0CBgjf2afDH5q0CvKDboArXc+ZYy51taxZDsNAQQQQEAEAwQQQAABBBBIsYBS5t4gKP1uHJY48EDoEILAu8+GQpeOm26fjgACCCCAQHYEWCkCCCCAQJYElJLHfN/bF5c1xyIQOgwbCr9o33/fdhoCCCCAAAIIIJBOAVaFAAKZFlBKPen7JT9OCLEJhA5F69Kf2ieFLhi6XToCCCCAAAIIIIAAAokVoHAEzhN4yveLO877bOC7sQqETsM+Kdxv3//GdhoCCCCAAAIIIIAAAgggkASBjWp80T78+s2NDhrE97ELhA7BYl1p379mOw0BBBBAAAEEEEAAAQQQSLLAD4wxpbguIJaB0GHV62afMfKk245dpyAEEEAAAQQQQAABBBBAYGOBY0tLjV1B4L2+8aGDOSK2gXB21qsXCj83aUPhs4OhYVYE3hbgTwQQQAABBBBAAAEE2hWwOebHNgxeMj09/uN2z43y+NgGQodQLl80Vygs7LTbP7KdhgACCPRbgPERQAABBBBAAIFeCJwqFMx43MOgW2isA6ErsFwuzylldtvtn9hOQwABBBBAoEcCDIMAAggggEBfBFx+2VMue8/3ZfQeDxr7QOjW6/veyyI59w8xj7t9OgIIIIAAAggg0JYAByOAAALRCMyJhIHNL49HM133s+S6HyKaEbQePSJippWSejQzMgsCCCCAAAIIIIBAEgWoGYHBCKhFO+9HtB57wr4npiUmEDpRrb2nms3wcrvtsO0bDQEEEEAAAQQQQAABBDIsEKOlm/1alx6OUUEtlZKoQOhWVK2OPWpM7qPGCKHQgdARQAABBBBAAAEEEEBgoAJhKNfbMHjPQIvocPJkBcJziwyC0b/P5dT153Z5QwABBBBAAAEEEEAAAQQGImAfVN1QrZbuHMjkPZg0kYHQrdv3i3fZ98/aTkupAMtCAAEEEEAAAQQQQCDOAkrJ7UFQuj3ONW5UW2IDoVuYfSz7Ofv+edtpCCCQbAGqRwABBBBAAAEEkibwd75fuiFpRZ9fb6IDoVvM8LC5RUTdLbwQQAABBBIiQJkIIIAAAggkW8A+Gfxb+3DqimSv4u3qEx8IPc+bHx4OP2mMeujtJfEnAggggAACCMRGgEIQQACBlAkopR6yTwY/lpZlJT4QugvhQuGWLe7XUZjE/AJIVzcdAQQQQAABBBBIkwBrQSD9Auap+fnwt9O0zlQEQndBXCgU+aWKiDoivBBAAAEEEEAAAQQQQKCfApkb2z4Z/I+hoUZlZsY7mabFpyYQuoui9fsX5ufnPbv9Q9tpCCCAAAIIIIAAAggggEAvBJ435mfGJiYmTvVisDiN0VogjFPFG9Syd2/5uIgp2cNesp2GAAIIIIAAAggggAACCHQj8JpIbkzr7ae7GSSu56YuEDporb2jxgxdppSccPv09gQ4GgEEEEAAAQQQQAABBM4KnMjnzbjWoz85u5fCP1IZCN11CoIdz9onhXtE1BnhhQACawnwOQIIIIAAAggggMDqAieMyY+Uy94Lq3+djk9TGwjd5fF971/zeZlw23QEEEAAAQQQQAABBBBAoDUBdabRCItBsOv7rR2f3KNSHQjdZSmXi08qpT7ktukIIIAAAghkRoCFIoAAAgh0LNBomEtrtbHvdTxAgk5MfSB018L3i9/I5dR+t01HAAEEEEAAAQTSJsB6EECgdwLGmKlarXSodyPGe6RMBEJ3CSqV4hdF1AHhhQACCCCAAAIIIIBAcgWovI8CzWYYBIH3SB+niN3QmQmETv7VVy/4c/t+p+00BBBAAAEEEEAAAQQQQGCZgLp6amrs4LIPYrDZ/xIyFQivuWbb0vCwuUEpuU94IYAAAggggAACCCCAAAJWwBjzh1oXv2I3M9cyFQjd1fU8r7F5s9lnt79ue6waxSCAAAIIIIAAAggggEDkArcEgXdz5LPGZMLMBULn7kKhfVL4MRFz2O3TERiAAFMigAACCCCAAAIIDFxA3aF16aaBlzHAAjIZCJ23DYXzQ0ONQET9p/BCAAEE+irA4AgggAACCCAQNwFj5P7h4fBA3OqKup7MBkIHPTExcapQyFft9ndspyGAAAIIINC9ACMggAACCMRewBj1qFJnPm4fEjViX2yfC8x0IHS2k5M7j4Vh/jKl1DG3T0cAAQQQQAABBFoV4DgEEEikwMPvfe8v7NVaLySy+h4XnflA6Dyr1V0/WlwMi3b7TdtpCCCAAAIIIIAAAgicL8B+OgSeqdc3fXjr1q2L6VhO96sgEJ4znJ72XsrlNl1ybpc3BBBAAAEEEEAAAQQQSJfAa0tLhbHZ2ZG3Nl5Wdo4gEC671pXKyEsiarfwQgABBBBAAAEEEEAAgTQJHBXZ/IHp6Z38jcDzriqBUESWm2hd/CcRM7P8M7YRQAABBBBAAAEEEEAgsQKn7ZPBD2i9/XRiV9DHwgmEq+Bq7X1TKblula/4KPkCrAABBBBAAAEEEEAgOwKnw1Bt58ng2hecQLiGTaVS/EsRdavwQgCBBAtQOgIIIIAAAghkWSAMzY5qtfhfWTbYaO0EwjWElFLG90dvFDGEwjWM+BgBBBCIlQDFIIAAAgggsExgcbGxtVr1nl/2EZurCBAIV0F556O3Q2HpRmPUl975jHcEEEAAAQQQGLwAFSCAAALrC6jynj3jR9Y/hm+dAIHQKazTXSjUenS/MeaRdQ7jKwQQQAABBBBAAIH+CDAqAm0J2J/ff0fr4rfaOinDBxMIW7j49qYyWpdq9v2JFg7nEAQQQAABBBBAAAEEEOhIoNuT1NW+X/xyt6Nk6XwCYYtX24ZBMz8f7rGHv2w7DQEEEEAAAQQQQAABBGIlYD5lnwx+JVYlJaCYgQbCBPisKHFmxju5sGAuFlFvCC8EEEAAAQQQQAABBBCIhYAx4e1ae3fEopiEFUEgbPOCuVA4NHTBr9jTTthOa12AIxFAAAEEEEAAAQQQ6LmAMXJvEIzd0POBMzIggbCDCz0xse1Uo5G/xJ7asJ2GAALvEuADBBBAAAEEEEAgEoG7g6C0L5KZUjoJgbDDC1ur7XpFJCwppZY6HILTEEAAgXQIsAoEEEAAAQQGIqAe0Lp0zUCmTtGkBMIuLqbWY4eNUZ6IWhReCCCAAAIIZECAJSKAAAJxwOTTrwAABAdJREFUEFBKntS6eHkcakl6DQTCLq+g1qOHRcx+Owx/fdQi0BBAAAEEEEAgNQIsBIG4Cjzn+6UdcS0uaXURCHtwxeyj6nuMkd+zQ4W20xBAAAEEEEAAAQQQSJhAMsq1Twb/2/7sfVEyqk1GlQTCHl2nICjdboe62XYaAggggAACCCCAAAII9F7gaKOxaVfvh83giMuWTCBchtHtpv1fK24xxtzb7TicjwACCCCAAAIIIIAAAisETjabze1TUyOvrfiUna4FCIRdE64cIAi8fSLmgZWfDnSPyRFAAAEEEEAAAQQQSLLAG0tLha1TU7sJg324igTCPqBq7V2ulDzYh6EZEoENBPgaAQQQQAABBBBIlcCbSoUj09M7j6VqVTFaDIGwTxdj82ZztR36322nIYAAAv0RYFQEEEAAAQTSLbCQz6uq74+9mO5lDnZ1BMI++XueVx8eNmN2+CO20xBAAAEEEOhKgJMRQACBjAnM2/XOlMvFf7bvtD4KEAj7iHsuFP6GneKo7TQEEEAAAQQQQKAVAY5BIOsCDWPMjNalQ1mHiGL9BMI+K7tQKNIsiajjwgsBBBBAAAEEEEAAgRUC7Jwn0LD71waB95h9p0UgQCCMAFnr3T80RsaVkhMRTMcUCCCAAAIIIIAAAggkUiAMzc32yeA9iSy+laJjeAyBMKKLEgTF7+bzQ+Mi6ozwQgABBBBAAAEEEEAAgRUCSqkbq1Xvj1d8yE7fBQiE/SN+18iTkzueFQmvsF8s2U5DAAEEEEAAAQQQQACBswLmNt8v/snZTf6IVIBAGCm3iNbeN5WSK0XUovBKkQBLQQABBBBAAAEEEOhEwBh50P6MfKCTczmnewECYfeGbY/g+6X7jQmvb/tETkAAgXgIUAUCCCCAAAII9ERAKfVQEJQ+3JPBGKQjAQJhR2zdnxQE3l12lM/bTkMAAQQQiLEApSGAAAII9EfAhsFHfb+4pz+jM2qrAgTCVqX6cJzWpT8QUV8QXggggAACCCAQBwFqQACBiASMkadtGKxGNB3TrCNAIFwHJ4qv6vWhz9j/IL4axVzMgQACCCCAAAIIIPCOAO+DErA/+76wsNDQg5qfeVcKEAhXekS+Nzs78tbc3Kbr7MQHbachgAACCCCAAAIIIJBmgSP5/PyOvXvHo/393GkW7XJtBMIuAXtxuguF9fqmS0XM4V6MxxgIIIAAAggggAACCMRQ4NVCoTBRqVTeiGFtmS0pjYEwkRfThcLhYRm3j9B/kMgFUDQCCCCAAAIIIIAAAmsLnBLJVSYndx5b+xC+GYQAgXAQ6mvM6XnevH1KOGpD4VV0adGA47hXuAe4B7gHuAe4B7gHuAfifg/k82a71qNH1vgxmI8HKPB/AAAA//8M2YhpAAAABklEQVQDABsuwIuyOV38AAAAAElFTkSuQmC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266" y="2879656"/>
            <a:ext cx="8229600" cy="1005840"/>
          </a:xfrm>
          <a:prstGeom prst="rect">
            <a:avLst/>
          </a:prstGeom>
        </p:spPr>
      </p:pic>
      <p:pic>
        <p:nvPicPr>
          <p:cNvPr id="5" name="Image 3" descr="data:image/png;base64,iVBORw0KGgoAAAANSUhEUgAAAZMAAABuCAYAAADiZ/4SAAAMkUlEQVR4AezdTZAcZR3H8effE1JUquToxbMnr5ysJLuzbNiZ3plNcdmTHvSSssqTJ6WgLIu3QAkoBQJq8SKvUTBCSXgJIVHBqBAxEiSYlKHyYijyRhJ2s9mZ6T/Ps73ZmiSzO2/9OvOd6qd7Xvp5++xmftnpmR5v27Zdu21Ryi4MtmHAvwN+B/gd6Pp34PjOnTuv9UTMc4YLAggggAACPQio6kvFYnHOU5191NY/YwsLAgjEIUCbCAy0wKr73PQ83/cvGiNPGi4IIIAAAgh0J/Dq5OS6/7oq3sLKCx5yWwoCCCCAAAKdCqia+y/tuxAmpVLxoH3d681Ldya3pScEEEAAgZwKHJ2cHN1+aewLYeJu2IS5220pCCCAAAIItBPwPNncvM9SmMzOnvizfeCkLSwIIDBAAkwFgXgELlz2TuClMJmenp4XkXvj6ZRWEUAAAQQGR0CeKZVKp5vnsxQm7s56vf6U21IQQAABBBBYTsBmxcLbgZsfvyxMqtUbjhmjW5p3GOjrTA4BBBBAoCsBe3z9L1NTN/zzykqXhYl7MAjEfYjRXaUggAACCCBwmYA9HPLEZXcs3rgqTI4d+/ht+9g+W1gQQACBfgWoP0ACNkgOHTmyv+XhkKvCZNOmTTUR89gAzZ+pIIAAAghEIKAavOIyolVTV4WJ20nVe9oeO5lx1ykIIIAAAgg4gULBu8dtW5WWYeL7608Y473QqgL3RSdASwgggECOBF6emBg5stx4W4aJ27nR8JbOueJuUxBAAAEEhldAtbHi5xCXDZNqdd1ey/aWLSwIIIBATgUYdkQCBycnb3BnSVm2uWXDxNUQ0ZZH7d1jFAQQQACB4RDwPHNnu5muGCaHD3/lGdvAcVtYEEAAAQSGVCAIvvZsu6mvGCabNl1fsw28agvL4AkwIwQQQKCtgIh5wve/frHdjiuGiavsed4tbktBAAEEEBg+gUajtuzbgZs12oZJqbT+uKr5fXMlriOAAAIIdCCQ813sc/+blcqGjzqZRtswCRvRx8MtawQQQACBYREQkZbn4Wo1/47CxPdHX1E1x1o1wH0IIIAAAoMnIGL2l8vr2x54vzTzjsJERNRWeMgWFgQiEqAZBBDIsoCqvr743N/RMDsKE9dSobCaU9M7CAoCCCAwBAKrVzdu62aaHYdJqfTN08Yo5+vqRpd9EUAAgRQF+uj6hfHx8VPd1O84TFyj9bp09BYxty8FAQQQQCCfAvW66fq5vqswmZoafdfS8MVZFoEFAQQQGFCBfYvP9V1Nr6swcS2rehyIdxCUfAswegQQaCkgone0fKDNnT2Eybktts2GLSwIIIAAAoMlUC+Xi8/3MqWuw6RSqZyxHfG1vhaBBQEEEBgwgZ4/oN4iTNrTBEFhszESGC4IIIAAAoMi0KjX5a5eJ9NTmFQq6/5njP61106phwACCCCQLQFV3T41NXKo11H1FCZhZ9Lzn0NhfdYIDK8AM0cgawKeJ7/sZ0w9h8k118y/aIzYv1AMFwQQQACBXAvIB+Xy6NZ+ptBzmGzYsOGsarC9n86piwACCCCQvoCqeaXfUfQcJq7jRqPuvhfYfRujuxlNoRUEEEAAgSQF5lavnt/cb4d9hcnU1IbDNtF29DsI6iOAAAIIpCNgn8N/515p6rf3vsLEdV4oBA+6LQUBBHIjwEARWBJoNIK7l270caXvMCmVxtxrbQf6GANVEUAAAQTSEXhvamrswyi67jtMwkHotnDLGgEEEEAgPwIayV8lbr6RhMl1111zq4iZcw3mvTB+BBBAYEgEzvp+MbLvqIokTNauXXveHsT5w5D8AJgmAgggMAAC+kSUk4gkTMIBrfp5uGWNAAIIrCTAYxkQmKvVal1/AdZK444sTHx/7d9sR5EcyLHtsCCAAAIIxCewfePGG/8fZfORhYkblH2pK7KDOa49CgIIIIBA9AKepw9E3WqkYTIzo1uNkVnDpVcB6iGAAAJxC/yrVCq+GXUnkYbJ9HTxC2P06agHSXsIIIAAAlEJSGTv4GoeUaRhEjZc50B8CMEaAQSyKDDUY9KzhcLcz+IgiDxMfH/8PyLm7TgGS5sIIIAAAv0IyJaJiYmZflpYrm7kYeI6CoLgYbelIIAAAghkR0BEe/5a3naziClMrnMfYPy0Xec8njUBxoMAAoMq4F4xKpeLn8Q1v1jCpFq9ftYYed5wQQABBBDIhIB9xeincQ4kljBxAy4UzH3GyHnDBQEEEEBgSSCNKyJyfHJy7KU4+44tTCYmRo6o6t/jHDxtI4AAAgi0F7DPxY+336u/PWILEzcsVS+Wt6C5tikIIIAAAu0FVM15z5u7t/2e/e3h9Vd95dqVynr3xVkfrLwXjyKwKMAGAQQiFxAxO0ql0unIG76iwVjDZLGvrYtbNggggAACCQvYMLkziS5jD5OLF/V+O5mzSUyGPhBAAAEELhN4v1wefbfpntiuxh4mN91U/FzVvBPbDGgYAQQQQKClgOfJky0fiOHO2MMkHLPcEm5ZI4AAAggkJPBZEMw8klBfJpEw8f2R9+1fJ/9IalL0g0AvAtRBYJAEVPU53/cvJjWnRMIknIw+G25ZI4AAAgjELRAE5va4+2huP7EwmZn56sP2r5PPmzvnOgIIIIBALAJvVavFk7G0vEyjnYXJMpW7uXt6+hvz9mDQM93UYV8EEEAAgZ4EYj0PV6sRJRYmYedB4hMM+2WNAAIIDIeAiBzy/dFXk55tomFSDk9/vDvpSdIfAjkQYIgIRCJgD7z/OpKGumwk0TBxY7MTTeTTmK4vCgIIIDBkAmcajfOpnBMx8TBZs8a8Zn+4x2xhQQABBBCIUMC+xLWzWq3ORthkx00lHibFYrGuan7T8QiNMeyLAAIIINBeoFAwP2y/Vzx7JB4mbhoi+gu3pSCAAAIIRCNg/yrZc+ONIweiaa37VlIJE98vHrVDfcMWFgQQyIQAg8i7gP1P+kNpziGVMHETbjQat7otBQEEEECgb4Gj5859lurhg9TC5MKFU3tEzP6+CWkAAQQQGHIB+1z61PT0dCNNhtTCxE08COSFNCffYd/shgACCGRaQHX2J2kPMLUwcRNfsyZwAImeP8b1S0EAAQQGSOCNJM8OvJxbqmHi3iZsB8ap6S0CCwJDLcDkexYQCe7puXKEFVMNEzePRiO42W0pCCCAAALdCdhjJfvL5bEd3dWKZ+/Uw6RaHdtrp/aeLSwIIIAAAl0IqHqZ+cxe6mESumli31Mc9penNWNFAAEErhZQNSd9f92DVz+Szj2ZCBPfLzqQE+kQ0CsCCCCQPwER+ZMxoiYjl0yEibMQEQ7EOwgKAggkLpDDDm2IyPeyNO7MhImqfMfCWCC7ZkEAAQQQWElgj++vz9SrOZkJk0UY+2fbSn48hgACCCCgGmzOmkJmwsTBiJgH3JaSIQGGggACWRP4ZHJy7MWsDSpTYVIuj261QJ/awoIAAggg0FrgsdZ3p3tvpsLEUQSBuHd2uasUBBBAYBgEupijNnx/9LYuKiS2a+bC5Npra4/Y2ddtYUEAAQQQaBIQ8f7YdDNTVzMXJuPj46es0E5bWBBAAAEEmgTq9drdTTczdTVzYRLqLJxNOLzKeqgFmDwCCCwJ7KtWx3cv3crYlUyGie+PvWOdDtjCggACCCCwICD3L2wyuspkmIRW+mi4ZY0AAggMu4Ac9/2RmN7FFY1tZsMkCFZZOLkQzTRpBQEEEMizgGb+OHJmw6RSWXfGGH0tzz9+xo4AAghEIHAxCArfj6CdWJvIbJi4WddqwY/stmYLCwJpCNAnAqkLqJq94X+uUx/KigPIdJhs3Dj2sR39R7awIIAAAkMqoD/Ow8QzHSYhoP4q3LJGAAEEhktAxBycnCzm4uX+nsMkqR+p7xcfVNVjSfVHPwgggEBWBFTFnREkK8NZcRyZDxM3ehFvl9tSEEAAgSESuOD7I/fmZb5eHgZar8/frGrm8zBWxohAdAK0NOQC7izquSHIRZhMTW04bF873JsbVQaKAAII9CkQBHpXn00kWj0XYeJEROR2t6UggAACgy5gn+/+XakU9+VpnrkJk3J55GURc2gRlw0CCCAwsAL2Zf078za53ISJg1WV37otBQEEEBhggaP2wPuWvM0vV2FSqxXusMBztrAggEDcArSfioB9BSYXnyu5EidXYbJx49rzIvL6lZPgNgIIIDAIAiLmi/n5VT/I41xyFSYOWKSRi1MLuLFSEEAAgW4EVPVD95/mbupkZd/chUmpNLZXxPu2qvlueoW+sed3gN+B6H8HajXzrayEQ7fj+BIAAP//roVQXgAAAAZJREFUAwC85SWWv3BukQAAAABJRU5ErkJggg==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3660" y="6037639"/>
            <a:ext cx="3685032" cy="1005840"/>
          </a:xfrm>
          <a:prstGeom prst="rect">
            <a:avLst/>
          </a:prstGeom>
        </p:spPr>
      </p:pic>
      <p:pic>
        <p:nvPicPr>
          <p:cNvPr id="6" name="Image 4" descr="data:image/png;base64,iVBORw0KGgoAAAANSUhEUgAAAg4AAABuCAYAAABP0JtKAAAOXElEQVR4AezdzXMcxRnH8e7xmkLGF1Iu/okcuOhAJbFXo7JY7eyuDRz2kBupVLgFExJejSVjCtuEt5QNBAiE4p0kQBLKNqk4wQllKg4JL0nFxDi8FDbE5iXGtmSQtDtPui0LZKOV9mVmZ3r2u9XtHu3O9Dz90VL6MZJG3rZtu3Zs375L6BjwHuA9wHuA9wDvAd4D870Htm17YaPneWqd4oEAAggggAACDgp0teQjZ51V2+QViwMvK6WfVjwQQAABBBBAAIGGAnLz0NDQUc++Xq+ra+1IRwABBBBAAIH2BTJ85PtKfbbFru9kcKhU8vtF5C77BB0BBBBAAAEEEJgt4Hn6qiAIJuxzJ4OD3Zia8jab8RPTaQgggAACCGRAgCVEJPDa8HD+8Zm5vggOF12UP2CuOtw68wIjAggggAACCCAgoi+frfBFcLBP5nJf2yKiPrbbdAQQQAABBKIUYC4nBXaUSvk/z678tOBQKJw/vmiRum72DmwjgAACCCCAQG8KiNTWnLny04KDfXHZsqUPmfFd02kIIIAAApkVYGEILCSgHyuVVr555l5fCQ79/f1TZqfvm05DAAEEEEAAgR4VqNfDr1xtsBRfCQ72yQMH9j0vol6023QEEEAAgfgFOAMCKRPYUKn4c/7M45zB4bLLLpvSun5TyhZBOQgggAACCCAQs4C5cHB4bOysjY1OM2dwsDv39Xl/FJHf2G06Aggg0FsCrBaBXhaQtdXqNz5rJNAwOPi+XwtDGWl0IM8jgAACCCCAQOYE9n/4oXp0vlU1DA72oEpl8HUzPmw6DQEEEEhMgBMjgEB3BLRWV196qf/5fGebNzhMHyjXT4/8iwACCCCAAAIZFthVLA48u9D6FgwOQeAfNAnkZwtNxOsIINArAqwTAQSyKNDo1y/PXOuCwcEeIOJdJ6KO2206AggggAACCGRO4JenfjxhwYU1FRyCYMVHZqaGv5phXqMhgEBCApwWAQQQ6FQgDHXTvwzRVHCwBY2Pf3ibGQ+aTkMAAQQQQACBzAjon5bL+TeaXU7TwaFarU5qrTc0OzH7IdCbAqwaAQQQcEtgbGzxD1qpuOngYCc9fvzwA2Y8YDoNAQQQQAABBBwXEFFXzXezp7mW11JwMFcd6kpJS8lkrpPyHALdEuA8CCCAAAKNBPR7S5bIHY1ebfR8S8HBTlIsDjxtxn+aTkMAAQQQQAABRwXCUN1o7xLdavktBwettYRheGmrJ2J/BJTCAAEEEEAgDQJaq9dLpRUPtlNLy8HBnqRcHvy7GX9rOg0BBBBAAAEE3BNYr82FgHbKbis42BOJyIgd6e4KUDkCCCCAQE8KNHVr6UYybQeHUsl/zUz6c9NpCCCAAAIIIOCIQLO3lm60nLaDg51w8eKlV5hRTKd1LMAECCCAAAIIxC7wYLO3lm5USUfBYWio/6hScnujyXkeAQQQQAABBFIjUK/VFq3vtJqOgoM9+eLFtQ1a6ym7naXOWhBAAAEEEMiWgL5j1arl73W6po6Dw9DQ0NEwDO3fsei0Fo5HAAEEEEAAgXgEJsfGJm+KYuqOg4MtQuu+jSLqsN2OpzMrAggggAACCLQvIOuq1aGj7R//5ZGRBIcguOCY1uqGL6dlCwEEEEAAAQRSIvB+EPibo6qlreAw18mDYOB+8/wbptMQQAABBBBAIDUCcmWUpUQWHGxRWuu1dqQjgAACCCCAQCoE9gaB/9QZlXT0YaTBoVjMP6OU7O6oIg5GAAEEEEAAgUgEPE8uj2SiWZNEGhzsvFrLiB3pCCCAAAIIINCEQHy7PDc87O+MevrIg0OxOPgHpXSkl0UUDwQQQAABBBBoRaCWy+lIf7Zh5uSRBwc78aJF4agZa6bTEEAAAQQQcEkgI7Xquy68ML8/jsXEEhwKBf/fIurROApmTgQQQAABBBCYV+BzkXDTvHt08GIswcHWU6vVrjHjZ6bTEEAAAQQQaE+Ao1oWMP/jvqVU8g+1fGCTB8QWHFavXnnYFH9Pk3WwGwIIIIAAAgh0LKCP5XLndvyHrOYrI7bgYE+ay02s01pFcotLOx8dAQQQQCBRAU6eeoHw+kLh/PE4y4w1OBQKhXETHG6JcwHMjQACCCCAAAInBfYHgb/15FaM/8QaHGzdy5YtvVNE3rfbdAQQQACBCAWYCoFZAvV6uGbWh7Ftxh4c+vv7T2jtrYttBUyMAAIIIIBAjwuY/0HfU6kMbu8GQ+zBwS6iXj/2pBlfMZ2GAAIIZFWAdSGQmEAul4v81tKNFtOV4FCpVE4oJRsaFcHzCCCAAAIIINC2wI5CYfmeto9u8cCuBAdbUxD4vxZRL9ltOgIIIBC7ACdAoEcEcjndtasNlrRrwcGezAQHe1Mou0lHAAEEEEAAgY4F9Na4bi3dqLSuBodyeeBFU8hzptMQQKC3BFgtAghELKC1OhqG3f/lg64Gh2kzPTI98i8CCCCAAAIItCtgruLfUi4vP9Lu8e0e1/XgEAT5V0Xk3nYL5jgEEIhAgCkQQMB1gUN9fXJ7EovoenCwi/Q8tckkpU/tNh0BBBBAAAEEWhPQWo/6vv95a0dFs3ciwaFY9N/VWt0dzRKYBQHnBVgAAggg0IrA3mIxn9iV+0SCw7TO2ZuV0v9TPBBAAAEEEECgaYEwlK7++uWZhSUWHILggmOmmI2m0xBIlwDVIIAAAikVEFE7y2V/Z5LlJRYcphc9vsWMB02nIYAAAggggMACAlqHowvsEvvLiQaHIAgmtNZrY18lJ3BZgNoRQAABBIyA1uoXQTC422wm2hINDnblx48ve8KMr5pOQwABBBBAAIEGAkn/bMNMWYkHh2r165OmGG4KZRCcaBSJAAIIINB1ARHZVCr5h7p+4jlOmHhwsDWdd97S58243XQaAggggAACCJwu8NGSJWrz6U8l91EqgkN/f/9UraYS/4EP5d6DihFAAAEEMi+gb/F9PzU3TUxFcLCf81WrBl5WSj+leCCAAAIIIIDASQER9U69fixVN0xMTXCwQlrX3f5ZB7sIOgIIIIAAAhEJaK1vqlQqJyKaLpJpUhUcisXBfWZVD5tOQwABBBBAoKcFtFavB0H+wbQhpCo4TOPI9dNjx/8yAQIIIIAAAg4LyJo0Fp+64BAE/kGl9K2KBwIIIIAAAr0r8Gyx6O9K4/K7FxxaWP3U1JQNDv9t4RB2RQABBBBAIDMCU1O11P6mYSqDw+rVKw8r5d2cmXcAC0EAAQQQQKBJARF5wHwd/EeTu3dtt5kTpTI42OLGxg7dZ8YPTKchgAACCCDQMwJaq9RebVDmkdrgUK1WJ0X0j0yNNAQQQAABBHpCQET9ePpn/RZabnKvpzY4WJIgWPGkGd8wnYYAAggggEDGBfQxrU/ckPZFpjo4aK1DreV7aUekPgQQQACB3haIYvUi4dVBEExEMVecc6Q6ONiF79nzp5fMuMN0GgIIIIAAAlkV2Ds+PnC/C4tLfXAYHR0NTQpb7wImNSKAAAIIpEHAvRq0VqPVqq67UHnqg4NFDAL/r0rpxxQPBBBAAAEEMicgu4eH879yZVlOBAettSiV4w9gufKuok4EEEBglgCb8wuIqDXTX+eUEw/PiSpNkUHwzbeUkq1mk4YAAggggEAmBExoeKRU8v/m0mKcCQ4WNQxz6+xIRwABBBBoV4Dj0iSQy+mRNNXTTC1OBYdyefkRpfSdigcCCCCAAAKOC5irDQ8VCvl3XFuGU8HB4k5MhPY3LEyAsB/REUAAAbcFqL5nBWRyUq5wcfXOBYeLL/Y/NdDOXdoxNdMQQAABBBCYERg59fVs5mNnRueCg5UNgoEtSslbdpuOAAIIRCfATAh0Q0A+MV/HNnTjTHGcw8ngYCG01qm/n7etk44AAggggMDpAt7lp3/s1kfOBodiceAJQ73PdBoCCGRUgGUhkEGBN4Mg7/QNDZ0NDqfeTE7+YMmp2hkQQAABBHpPYI3rS3Y6OJjvEdk/fvUX1z8J1I+AGwJUiQACnQno3ae+bnU2TcJHOx0crJ3nhd8VUaHdpiOAAAIIIJBWAZH6lWmtrZW6nA8Ow8OD/zILftJ0GgI9JcBiEUDAHQGt1SOl0uAedypuXKnzwcEuzVx1uFEpPal4IIAAAgggkD6BycnJ3DXpK6u9ijIRHIrFwX1hGN7XHgFHIRCFAHMggAACcwuIyD2rV3/rg7lfde/ZTAQHy37OOepaM06YTkMAAQQQQCAVAuZbFONLlqi1qSgmoiIyExx83x/TWjZF5MI0jgtQPgIIIJAGARG12X59SkMtUdWQmeBgQc4+W91qRvu3LMxAQwABBBBAIFGBj4JgwNlbSzeSy1RwsKnOXBa6udFieT4pAc6LAAII9J6AiHb+Zk9zfdYyFRzsAj3v3LtF1Nt2m44AAggggEBCAq+USvnHEzp3rKfNXHAoFM4f11qui1XN8ckpHwEEEEAgXoEwVD+M9wzJzZ654GApg8B/yowvm05DAAEEEECg2wK/L5cHXuj2Sbt1vkwGB4vnea5cdbDV0hFAAAEEsiPgZfJnG2Y+P97MRtbG4WF/p9b6d1lbF+tBAAEEEEivgIjcGwQr9qa3ws4ry2xwsDSe543YsZXOvggggAACCLQpMBaGKlM3e5rLIdPBoVBYvsekv0fnWjjPIYAAAgggEKWAiNpSqfgfRzlnGudKeXDonEwkZ686cCvqzimZAQEEEECgscDHExO12xq/nJ1XMh8cyuXlbyul71c8EEAAAQQQiEnAfGt8/SWXrPwkpulTNW1LwSFVlbdQTBh667RWR1s4hF0RQAABBBBoVuA/w8Mrtja7s+v79URwMFcdjpjvPf3E9U8W9SOAAAIIpE8gDMOr01fVnBVF8mRPBAcr1dcnG014+A5dYSAY8N8B7wHeA5G9B75dLg8+Y7/O9Er/PwAAAP//WtDTJwAAAAZJREFUAwAjjL3LsRdClwAAAABJRU5ErkJggg==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1621" y="4990025"/>
            <a:ext cx="4809744" cy="1005840"/>
          </a:xfrm>
          <a:prstGeom prst="rect">
            <a:avLst/>
          </a:prstGeom>
        </p:spPr>
      </p:pic>
      <p:pic>
        <p:nvPicPr>
          <p:cNvPr id="7" name="Image 5" descr="data:image/png;base64,iVBORw0KGgoAAAANSUhEUgAAAq8AAABuCAYAAAAJSvqlAAAQAElEQVR4Aezd+ZNcVRXA8XteZ8hA5UcL/gh/TZUUhul+yYTpvm+aybA0e4bVgMiuWCJLELAoTWkBBQooIlqCBQWKEC2EIoCUQHBhU1D2YAhbTGYmk0ymu6/3ZkwqJD2TXt/67Xpn+nb3e/ee83mPqpOeodtbu3bdvTYMsQ6DtRjw3wHXANcA1wDXANcA10B8r4FHH33yIq+vb+ZcpeRtxQ0BBBBAoEUBdkcAAQQQCFFgbRD4N3nLly/fqpSsVNwQQAABBBBAAAEEEAhLoKV1ZLNS/Se5Qzz3Q+uBZ5WSNYobAggggAACCCCAAAIxE6jVahWtDx93ae1qXt1AqW1X2vuXbbAhgAACWROgXgQQQACBmAoYIzeWy0uf2J3enuZVaz3d1ycnKiVTihsCCCCAAAIIIIAAAk0J9HSnP1erue/uvcKe5tU9uXx5/p+eJxe5MYEAAggggAACCCCAQHQCMlWrydjIyJKJvXP4XPPqXhgf33SPMepBNyYQQACBpAmQLwIIIIBAagQuKJfz/963mv2a10qlstPzzGV2x09ssCGAAAIIIIAAAghkQyA2Vdo3Uh/XOn9Xo4T2a17dTqWS/64x3jluTCCAAAIIIIAAAgggEJaAiHws4p0813oNm1e3cxAM/NYefLsbEwgggEDoAiyIAAIIIJBJgWq1drLWA3P+BcCczavTmpjou8Q2sHx8lsMgEEAAAQQQQACBhAgkN01Zs/fHYjWqY97mtVI5YrtScprihgACCCCAAAIIIIBADwVE1EuTk31XH2iJeZtXd3CpNPCyiFzvxgQCCCDQugBHIIAAAgggcGABEXPc7Bun8+97wObVHd7fX79WKfMnNyYQQAABBBBAAAEEQhLIyDLGmIuLRf/NZsptqnn1fb+ay3krlZLPfUis4oYAAggggAACCCCAQGcCDweBf1OzUzTVvLrJhoby74jUL3FjAgEEMilA0QgggAACCHRZQDbOzCw4tZVJm25e3aQTE5/cbe/vscGGAAIIIIAAAggg0LQAOzYSqFbNipGRJS39Zr+l5rVSqdQOOqj/crv4f2ywIYAAAggggAACCCDQrsB1Rx9dWN/qwS01r27ywcHDPzKmNue3Hrh9CAQQiLcA2SGAAAIIIBCtgDy/YcOi69rJoeXm1S0SBMuetvd32mBDAAEEEEAAAQSyJECtXRDI5eqnr1q1eKadqdpqXt1Chx666HwR9ZobEwgggAACCCCAAAIINCMgIquGhvzXm9m30T5tN6+LFy+eqVbNcY0m5TkEEAhJgGUQQAABBBBIkIAx6t5SKX9HJym33by6Rctl/3UR5f4HLveQQAABBBBAAAEEEiNAoqELbD3ssEVjna7aUfPqFi8W82uMMY+6MYEAAggggAACCCCAQCMB+67r8e43941ea+W5jptXETG53MKVrSzKvgggsK8AjxFAAAEEEEi1wC1BUPhjNyrsuHl1SRSLR2wWUce4MYEAAggggAACCIQqwGKxFrDvuL6kdf6ibiXZlebVJVMqFR6yyblv4HIPCQQQQAABBBBAAAEE1M6dZoVSYlSXbl1rXl0+NrlLbAP7jhsTCGRUgLIRQAABBBBAYI+AjI2O+u/uediFQVebV5vcFqXkdKVU17prOxcbAggggAACCGRCgCJTJnCX1vl7ul1TV5tXl1wQ5J8WUWvcmEAAAQQQQAABBBDInoD9TfynWhfO6kXlXW9eXZKlUuFyY+QFNyYQSKoAeSOAAAIIIIBAWwI1EW9FW0c2cZDXxD5t7TIzo45TSnYqbggggAACCCCQNQHqzbCA/Q3897QeeLZXBD1rXlesyG9QynytV4kzLwIIIIAAAggggEC8BIxRr9rfwF/Ry6x61ry6pLUu3Gnv19pgQyA6AVZGAAEEEEAAgRAEZLuIKfV6oZ42r7PJT51k77fZYEMAAQQQQACBhAmQLgLNC9TP0Nr/oPn929uz582r1npcRFba9Go22BBAAAEEEEAAAQRSJmCMus02rr8Oo6yeN6+uiFIp/6At6mY3JhBoX4AjEUAAAQQQQCCGAu8FQeH8sPIKpXl1xVSrC66x92/ZYEMAAQQQQACBsAVYD4HeCEzncrljezN141lDa15HRpZMiCj396/TjVPhWQQQQAABBBBAAIFkCZhbhoaO/EuYOYfWvLqiSqXCehFZ7cZEpgUoHgEEEEAAAQQSLyDPa+1/I+wyQm1eXXGlUv5Ge/+cDTYEEEAAAQQQaFmAAxCIhcCkMfWefYvWfBWG3rzOJlM71d5P2GBDAAEEEEAAAQQQSJiAMbIqCPxNUaQdSfOq9bK3ROSSKApmze4KMBsCCCCAAAIIZEtARP0yCPK/iqrqSJpXV2yplP+piHevGxMIIIAAAghkUICSEUiiwPueN31ulIlH1ry6oqvVQ8629xttsCGAAAIIIIAAAgjEW2BGxIwNDQ1F+s2pkTav5fLiKc8zY/E+TxnJjjIRQAABBBBAAIF5BIwxN5RK/rp5dgnlpUibV1dhseg/boz6gRsTCCCAAAIIJFGAnBFIu4Dt1Z4JAv/aONQZefPqEOr1iavs/cs22BBAAAEEEEAAAQTiJTBZr5tj4pJSLJrXcrk8ZYzw8VlduSqYBAEEEEAAAQQQ6KaAOa1c9j/t5oydzBWL5tUVEAT5V2wDG/q3NLi1CQQQQAABBHYJ8AMBBPYRkB9r7f9mnycjfRib5tUpbNvWd49S8oTihgACCCCAAAIIIBC1wD88b/u3o05i3/Vj1bxWKkdsX7Agt1JEPt430Qw+pmQEEEAAAQQQQCAqgWljzFixWNwcVQJzrRur5tUledRRSzbWauo8NyYQQAABBBBoT4CjEECgEwFj1BVB4L/YyRy9OjZ2zasrdHg4/6Dt9m93YwIBBBBAAAEEEEAgTAHzVBAUYvsxprFsXt3pOeQQdbGIvKNScKMEBBBAAAEEEEAgCQL2HdctxhwU6y+Qim3z6vv+jlrNxBovCRchOSKAAAIJFyB9BBAIUcCY+lgQfPm9EJdseanYNq+ukuHhwjNKyZWKGwIIIIAAAggggEBPBUTUT4aHlz7c00W6MHmsm9fZ+ratMUbZJnb2UaQ/WRwBBBBAAAEEEEinwJvGTF2WhNJi37xqradzOXOmbWC3JwGUHBFAAAEEGgvwLAIIxFlAKrbnGo9zhrtzi33z6hItFv03PU/4+CyHQSCAAAIIIIAAAl0UsD3WxVrn/9bFKXs6VSKaVycwMfGFe+39Qza6sDEFAggggAACCCCAgP3N9pPFYv6mJEkkpnmtVL64s17PnWWRP00SMLkigAACqROgIAQQSImAfLJwYf9JSSsmMc2rgx0ePvK/uZx3uhsTCCCAAAIIIIAAAh0JnDo4ePhHHc0QwcFeBGt2tGSxOPConeBOG24jEEAAAQQQQAABBFoUEJFbtc4/1uJhsdg9cc2rU9uwYdH59v5VG2wIIIAAAm0LcCACCGRTQF6pVscvT2rtiWxeV61aPON5C05MKjp5I4AAAggggAACUQl4npxeLpenolq/03Vj07y2WkixuOQ1EZXYfzW0Wi/7I4AAAggggAACnQoYoy4tFgf+2uk8UR6f2ObVofX3mx8qZZ51YwIBBBDIsAClI4AAAs0IPBIEBds7NbNrfPdJdPPq+37VmPoplnfSBhsCCCCAAAIIIIBAQwH5cHranNbwpYQ92f3mNWSAIFj2nlLeGSEvy3IIIIAAAggggECCBOTC0VF/S4ISnjPVxDevrrLJyU0PKWV+7sYEAgggkGQBckcAAQR6IHCL1gMP9GDeSKZMRfNaqVRqk5OfnGcFN9pgQwABBBBAAAEEENglYN6YnPz467uGKfkxT/OarAptA7u9VjPu71+TlTjZIoAAAggggAACPRIwxjve9kg7ezR9JNOmpnl1euWyv04pWaO4IYAAAlELsD4CCCAQvcCFQZB/Jfo0uptBqppXR3PwwfVviajn3JhAAAEEEEAAAQQyKvDACy/kb01q7fPlnbrm1X18Vi634Nj5iuY1BBBAAAEEEEAgxQLjk5MHrVy9WupprDF1zas7SUcdtcT9j1vfdGMCAQQQ6EyAoxFAAIFkCXhe7oRK5Yjtycq6+WxT2by68kul/PeNUb93YwIBBBBAAAEEEMiCgO19bisWj/xDbGrtQSKpbV5FxCxceLD7JomtPXBjSgQQQAABBBBAIFYCtnF9f/36dRfEKqkeJJPa5tVZDQ5+6TOROn//6jAIBBBAAAEEEEi1gEht6erVq1P5d657nzhv7wdpHJdKS58QUTensTZqQgABBBBAAAEEnIB91/VMrZe95ca9ifjMmvrm1VHv2GGusffv2mBDAAEEEEAAAQRSJWCMujsICj9LVVHzFJOJ5nV01N9Sq9VXiIiZx4KXEEAgIQKkiQACCCCwW0A228b1jN2PsnCfiebVnchyeelL9l8mV7kxgQACCCCAAAIIpEDAGFMdbbGOxO+emebVnSmt8zcoZZ5wYwIBBBBAAAEEEEi4wJ1BsOzphNfQcvqZal5ndQ4+RkRmZsf8RACBSAVYHAEEEECgTQHzhtaFVW0enOjDMte8an34eL1eT/1noCX6qiR5BBBAAAEEEJhTwL0Jl8t5y+fcIeUvZK55deczCPzblTL3uTGBAAIIIIAAAggkScC9CTc0lN+QpJy7mWsmm9dZwO3urfZNs2N+IoBAZwIcjQACCCAQksAjs2/ChbRaDJfJbPOqtR5XSsaMUXXFDQEEEEAAAQQQiEqg+XVt7zJ1SvO7p3PPzDav7nRqnX9MKXOLGxMIIIAAAggggECMBWoi9WNm33yLcZYhpJbp5tX5Vqt97rNfX3ZjAgEEFAQIIIAAAjEUsL8pvrlUWsrHfdpzk/nmdWRkyYQxuePtRbHTerAhgAACCCCAAAJtCvTmMNuj/D0ICpf2ZvbkzZr55tWdsiA48l/GmO+4MYEAAggggAACCMRIYDqX83SM8ok8FZrX/5+C4WH/BqWEt+MVt7QIUAcCCCCAQPIF7Luu5xSLAx8mv5LuVUDzupelMfVT7cMtNtgQQAABBBBAILsCcan8viAo/CIuycQlD5rXvc5EEPibRNRX9nqKIQIIIIAAAgggEIXAxpmZ6sVRLBz3NWle9zlDpVLhfvvUXTbYEIiHAFkggAACCGRKQERm6nUzNjIy+FGmCm+yWJrXBlC53PSF9mm+fcsisCGAAAIIIJBkgSTmboy5cXjYfzyJuYeRM81rA+WhoaFtStWPsy/N2GBDAAEEEEAAAQTCElivdeHqsBZL4jo0r3OcNa2XPmtfut4GGwJdEmAaBBBAAAEE5hXYNj1tKvPuwYuK5nWei6BWW7TGGPXMPLvwEgIIIIAAAgiEIZCBNWzPcd7oqP9uBkrtqESa13n4yuXFU0rJ+UqpSRtsCCCAAAIIIIBATwRE1P0BH4vVlC3N6wGYgiD/it3lchtsCOwW4B4BBBBAAIFuCnzY11c9r5sTpeGZggAAAMxJREFUpnkumtcmzq7WhR/Z3R6ywYYAAggggAACHQlw8P4C9ZMGBwc/2/95nmkkQPPaSKXBc56342z79Ac22BBAAAEEEEAAga4IiMhVWi99qiuTZWQSmtcmT3SxWNxsd/2qDbYUCVAKAggggAACEQq8WCrl+WSjFk8AzWsLYFoXfmf/hXRHC4ewKwIIIIAAAmkVoK7OBLbW69UTOpsim0fTvLZ43vv76xcZo84kMOAa4BrgGuAa4BrgGmj3GqjVVGl4ePDtFtsQdldK/Q8AAP//WX5cuwAAAAZJREFUAwBVZzvCTvEF/wAAAABJRU5ErkJggg==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2422" y="3939254"/>
            <a:ext cx="6281928" cy="100584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790891" y="1371600"/>
            <a:ext cx="14813280" cy="49377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Сбор и анализ требований: источники, артефакты, риски</a:t>
            </a:r>
            <a:endParaRPr lang="en-US" sz="3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 1"/>
          <p:cNvSpPr/>
          <p:nvPr/>
        </p:nvSpPr>
        <p:spPr>
          <a:xfrm>
            <a:off x="2706223" y="3155237"/>
            <a:ext cx="5486400" cy="49377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Выявление потребностей стейкхолдеров и системных ограничений</a:t>
            </a:r>
            <a:endParaRPr lang="en-US" sz="1800" dirty="0"/>
          </a:p>
        </p:txBody>
      </p:sp>
      <p:sp>
        <p:nvSpPr>
          <p:cNvPr id="10" name="Text 2"/>
          <p:cNvSpPr/>
          <p:nvPr/>
        </p:nvSpPr>
        <p:spPr>
          <a:xfrm>
            <a:off x="3664022" y="4167854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Трассируемость от идеи до релиза</a:t>
            </a:r>
            <a:endParaRPr lang="en-US" sz="1800" dirty="0"/>
          </a:p>
        </p:txBody>
      </p:sp>
      <p:sp>
        <p:nvSpPr>
          <p:cNvPr id="11" name="Text 3"/>
          <p:cNvSpPr/>
          <p:nvPr/>
        </p:nvSpPr>
        <p:spPr>
          <a:xfrm>
            <a:off x="4027461" y="5264345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Приоритизация и согласование</a:t>
            </a:r>
            <a:endParaRPr lang="en-US" sz="1800" dirty="0"/>
          </a:p>
        </p:txBody>
      </p:sp>
      <p:sp>
        <p:nvSpPr>
          <p:cNvPr id="12" name="Text 4"/>
          <p:cNvSpPr/>
          <p:nvPr/>
        </p:nvSpPr>
        <p:spPr>
          <a:xfrm>
            <a:off x="4482340" y="6266239"/>
            <a:ext cx="1828800" cy="49377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Валидация входных данных</a:t>
            </a:r>
            <a:endParaRPr lang="en-US" sz="1800" dirty="0"/>
          </a:p>
        </p:txBody>
      </p:sp>
      <p:sp>
        <p:nvSpPr>
          <p:cNvPr id="13" name="Text 5"/>
          <p:cNvSpPr/>
          <p:nvPr/>
        </p:nvSpPr>
        <p:spPr>
          <a:xfrm>
            <a:off x="10403402" y="3845052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dirty="0">
                <a:solidFill>
                  <a:srgbClr val="A7A8B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Артефакты: </a:t>
            </a:r>
            <a:r>
              <a:rPr lang="en-US" sz="3000" dirty="0">
                <a:solidFill>
                  <a:srgbClr val="A7A8B7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SRS, user stories, UML</a:t>
            </a:r>
            <a:endParaRPr lang="en-US" sz="3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 6"/>
          <p:cNvSpPr/>
          <p:nvPr/>
        </p:nvSpPr>
        <p:spPr>
          <a:xfrm>
            <a:off x="10403402" y="4942332"/>
            <a:ext cx="6400800" cy="1618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dirty="0">
                <a:solidFill>
                  <a:srgbClr val="A7A8B7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Источники: интервью, наблюдения, опросы, анализ процессов; артефакты фиксируют договорённости; риски: размытость, конфликт целей, дрейф scope</a:t>
            </a:r>
            <a:endParaRPr lang="en-US" sz="3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mist/columns-4.webp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QAElEQVR4AezdCXskyXkY6EiM/CMsreW1LUvyypJP+b7v25YvHavLu/az+yf9yPJjHiIpiZTIITkznBlOX9PHdKNx15Xp+BJIdDUajUahrsyot4mvIysrMzK+N2rQxfoQib0f+9E/0Vwbf/RPNT+W44/+6J9qzuNP53Y+uv1va7tj3/a8/eeuHDh4DXgNeA14DXgNeA14DXgNeA14DXgNeA2s/TWQ/z+9a9z0OvvRH/uJ5jx+Mrdz8aM/3fxojh/7P36qWST+2B/76ebu8ZPNH/vxiJ/I7Xn8+B//qWap+PE/0/z4DfHH//jPNDfF//kn/myzSPyJP/mzzSLxJ//UzzU3xU/8xJ9rXsXP5u0cf/pnmp/o4ify4wXiT//kzzWLxE/+1J9vVhk/9dN/oTmPv5Tbufipn5973B3zF5qf/jN/8cb4M//XX2oWiZ/5mb/crDL+7M/+fLNI/OzP/dVmkfi5P/fXmpviz/35v96sM/78X/gbzU3xF//i32zWGX/pL/+t5qb4yz//d5pF4uf/yt9tFom/8lf/XnNT/NW/9vebReKv//V/0Gwy/sbf/IfNIvE3/9Y/bhaJv/W3/0lzU/ztv/NPm0Xi7/zdf9YsEn/v7/3zZpXx9//Bv2gWiX/wD/9Vs8r4h//oXzeLxD/6x/+muSn+8T/5t80i8U//6b9rVhn/7J//QrNI/PN/8R+aVca/+Jf/sbkp/uW/+k/NIvGv/vV/bhaJf/NvfrFZZfzbf/dLzSLx737hV5rz+OXc/lKOX8zxny/jF/79LzW/8O9/+dbx7//DrzR3i1/N583Hr+fHv978h//4awvFf/pPv96sMv7zL/5G8yp+LW9H/N+57SIev4pf/KXfaBaJX/rl32xuil/+lf/SLBK/8qv/T7PK+NVf+3+bReLXfv2/NvPx67/2X5tl4jd+/b81Xfz6b/y3JuJXf/O/NV38xm/+f80i8Zv/5f9v5mMv+bPDAlInQIAAAQIECBAgQIAAAQIE+i9QLTnEZc9f8vJrO73Lq2vXdiEdEyBAgAABAgR2TMD7q6FP+JsF4CbvirjMLD9OEZc7bBAgUIKAHAgQIECAAAECBAgQIECg5wLxwVt8JhPtHYcan/E0S5x/x8tu5LTIq+T8WsSY/4j2wd3+chYBAgQIECBwRSDeG3Vx5amdfxgu8d4j2p3HuBagalKKSGv6s5f7j1i2+5jF1/qo85zOx2tPLvSgzkdH5MYXAQIECPRKwGAIECBAgAABAgQIELilQJU/24i45eH9Oix/yNOvAa1oNKXmFTz5E79oBIEVCeiGAAECuy0Q/65GXKewzfcT+f1lirhuXPYRWI3AqwJws5dfbucP2x+gzK/9aFPee33EsVejG5QXbiehJUCAAAECPRMwHAIECBAgQIAAgdcErny2kT8fefX0Jj7fiA8l4zpzkT+TOR/D5cb5w9v8HeO/jDucf5trbP2YyCvmbesDWcEA5uY9PoN7bTlJKTmugEkXBAjcRcA5BHZYoHt/FW0XwRHvIbqIx+uK+Dd8PuKa3bXi3/5ue0tt/HBjRLz3uIxuLPNj7fbtdhtvz+ZjWY2ovV6Nrs9VrPy97Kvb6Nq4aLz84j+J2BePI2J7sYheIhY7y9EECBAgQIAAAQLrEtAvAQIECBAgsLhAfLYRsfiZtzsjfwITn7PNx/yJ+ekUMb/P9oVAoF1saggQIECAAIE5gV3fvOnN0zbeP1y9Zry3jNj1eZL/OgX2UvdTod1V8uPqItrnuv1aAgQIECBAgAABAgSGK2DkBAgQIDA8gfazy271yPCGv/4Rx4epu+KzK3mu/1XjCgQIECBAIKV4DxGRyvyzdFbedyxNuEQHVf7/ABFLdNGeGrPYbsz/5WU/r2GbAAECBAgQIECAAAECwxYwegIEBiiQP/hJ7YeTyR8CBAgQIECAAIGlBOKNVcRSnSxx8javveiwVQgXFevb8d149uo8l+cRteC9y/9rkXe321FljuhOeNXG8vSr0T27lze6yJu+CBAgQIAAAQIECBAgQIAAgW0IuOY7BbrPNi4ObH8f2sV26j7biLbbt+42PiCMiGvGpzMLXi/GfxnRz4Ln9+7wbn6ua0vIrwOP+Y7oHl9tu/yv7veYAAECBAgQuFkg3i90Ee+turj5rOWevfrvdly/6zH+ve+i27fhtsnXj3jtvW7e1z4Onw2Pp+eXi1+TOx+rHu55jTZd1mTTiv7EjK6oK90MR8BICRAgQIAAAQIECBAgQIAAgX4KxAeEEasY3ar6WcVY1tFH6fmtw0yfBAgQIEBg1wUUOHf9FbAr+ecCcP5qq/qvUvbyf2Vhi0BxAhIiQIAAAQIECBAgQIAAgd0RaFcDK5TuzoTPZWqTAAECBAgQIEBg5QLdauCVd7ziDqP6e02X3fL0aK952i4CBAgQGKSAQRMgQIAAAQIECBAgsIsCJReA47OriF2cVzkTeLuAZwgQIECAwN0E4n1jvLeKuFsPzuqHwJUCcExoRD8GZxQECBAgQIDAygR0RIAAAQIECBAgQGCAAvHR1dW4SKPKH1C6jd0FhoYAAQKXAjYIECBwB4H8vipFfTDaO5zulN4JxDvoawYVk9zFNU/bRYAAAQIECBAgMCABQyVAgAABAgQIlCgQH1Dmz6+iEFxienIiQIAAAQILCziBwF0F4n1VnBttF/FYbEwg2Fd4sbcUgFd4BV0RIECAAAECBAgQILA9AVcmQIAAAQLFC6z407LivSRIgAABAgQIFCmwsqTiFisRK+tQRzcI7OW3shE3HHKnpxSA78TmJAIECBAgQIAAAQIECPRfwAgJECBAgAABAgQIECBAgACB8gWuZpgLwHXe10XebL/y7tRFu8NfBAgQIECAAAECBAgQIECAwHAEjHRBgaaZpZujyc83C/bqcAIECBAgQIAAAQI9E6hyTTCi/Z2/ebttuzFa+dtJrKuN314yH+u6TlR519W3fnsnYEAECBAgQIAAAQIECBAgQIBA+QK7lqEPKndtxuVLgAABAgQIECBws4AC8M0+niVQjoBMCBAgQIAAAQIECBAgQIBAUQJR+M0fbTXRFpXYcsk4mwABAgQIECCwlEB+f9XeJXipToo9uVu9u6oEV91fN66YxW5bS4AAAQKFCkiLAAECBAgQIECAAAECRQq4K3eR0yqpuws4kwABAgQILC9w9bbQy/eoh80LKABv3twVCRAgQIDAJgVciwABAgQIECBAYAUCTXP+O4C7dgVd6uJWAt0HkPPtxYlW/l5AaAgQINAK+IsAAQK3E2hyaTCiXeWbt9u2O9VP13USXdut0O3abv9d23gLe1Pctd+r58XMXt3nMQECBAgQIECAQBECkiBAgAABAgTWJpALwilibRfQMQECBAgQIEDgtgKOu71AFDgjbn/Gbh0ZNvGDd9HuVualZasAXNqMyocAAQIECBAgQIBACAgCBAgQWItAtwK4zsXfiO7xWi6mUwIECBAgQIAAgSUFqnx+RG7aryhsdtHuGP5fa8kgjNbSsU43JKAAvCFolyFAgAABAgQIECBAgMCmBFyHAIHNC3SF4K7d/AhckQABAgQIECBA4FxgvuB7vsffBEoVeFteCsBvk7GfAAECBAgQIECAAAECBAgMT8CI1yYQt8J7M5pmliJSevO5V/usoLj7tMRHV1fjorf4RWwXmxoCBAgQIECAwCuBKADH+4do58N7sldGtm4rcPX39d72vG0fF/8FbHsMrr92ARcgQIAAAQIECBAgQIAAAQIE1inQrfzt2jT/WWPa1IeN68xQ3wQIECBAgACBoQnEG7JuzN2292WdyM1t53XzUZ7tr4ACcH/nxsgIrEZALwQIECBAgAABAgQIECBAoESBWI5RYl53zcl5BAgQIECAwDUCUciMiKei+NtFPBZvCoRVlA6jffNZe1KKt6ARfbeIWez7GI2PAAECBO4o4DQCBAgQIECAAAECBPohECuD+zGSEkbhA8kSZlEOqxXQGwECBAhcJ6DYe52Kff0WiOJyxLKjVABeVtD5BAgQIECgnwJGRYAAAQIECBAgsEWB6XSWupjVdYoCcN3Eh5BbHFQxl44CsI+0iplOiRAgsKyA8wkQeEMg3nPVeW+0XeSHr/+Ojtixm1Flm4iU28voKOJ9VretXYdAlV+SV6O7Tr1Cfu+WO1UtAQIECBAgQKAYAYkQIECAAAECfRPIn/P0bUgFjGeFn5AVoCEFAgQIENhFATlfL3DTOy/vH643s7cvAlEEjlh2PArAywo6nwABAgQIECBAgECfBIyFAAECBHonEKt/Y1DRxirgiHgslhWID3Djo62IZftyPgECBAgQILA7AvEeImLgGRt+kQJ7TUoRyybnHfKygs4nQIAAAQIECBAgQIBATwQMgwCB/gtEETgiisCXUedPeS6HXuWtiNz4IkCAAAECBAgQWIFAvNeKWEFXuiDQE4F3DUMB+F1CnidAgAABAgQIECBAgAABAv0XMMKeCzTNLEWki9+zFtvn0eT9TapzETgiXf5uuvnfyRbbaUf/RO5vCx/k7uiLQtoECBAgQGABgXi/0EX8kF0XC3RR2qFNLg1GpNxeRpdkWHXb2nUINPkleDW666xi5e9lX92GtkQBOREgQIAAAQIECBAgQIAAAQJ9EojVv1cjxhf7or2M/MHQZS04ti+fuG7jXfuW7uBdF9jS8z6g3BK8yxIgQIAAgQELlPq+aMBTYuhrEYjy/lo61ikBAlsWcHkCBAgQIECAAAECBAgQGIRAV/yNNlYBR6xs4LG6I5YYrKxDHfVOwIAIECBAgAABAisTiB+wi7uvRLuyTovqqMo0EetKKvqOWLZ/BeBlBZ1PgACBHgoYEgECBAgQIECAAAECAxVo8idKeehRDM7Nkl+7sMIlPqCMWJLK6QQGKmDYBAgQIEBgPQLn70nX07debxKIn92MuOmY2zynAHwbJccQIECAAIHhCBgpAQIECBAgQIDAAAWi4BtR5wJwtM3l7wReMJl2xW/+uKdtSygA51wufzddt31hEksjSkjxIh0NAQIEFhRwOAECBAhsQKB9y5nr4V277CW7fubbrs96he9t451z16+WAAECBAgQIEBg0AIGT4AAAQIECJQikD9jSikXg+fzufJw/qkd3Q6lOqX49Cz5Q4AAAQIEdklArgTWLbDCSuS6h1pY/1EEjlg2LQXgZQWdT4AAAQIECBAgQKAPAsZAgAABAsUItCuAc7U3VgNPp7M0m9VpltumqXNNuGmjmGRXkkgUglfSkU4IECBAgAABAv0XWOsIo/AbpcNo13ohnb9FYC+/tY14y9O33h2zeOuDHUiAAAECBAgQIECAAAEC/RMwIgIEyhfInwPlwm9KdR1bKW+ft+VnLkMCBAgQIECAAAECBDqB27YKwLeVchwBAgQIECBAgAABAgQIEOifgBHtgEDTnBd7u3a+CBz7Ii4Zqrglchfn510+Z4MAAQIECBAgQIBAY1tQgAAAEABJREFU934x5feMl9GxWPnbSXRtk0nmo9t/13a+r26762sVK38v++o2tCUJyIUAAQIECBAgQIAAAQIECBAoSSCKvBF1nT+oywXheha3g351O+i865p0d6UAnD+VuyZ7uwgQIECAAAECBAjsqoAVwLs68/IuV0BmBAgQIECAAAECBAgQIFCcQBR/u4jfDRzR1LkAnKPO0Vz8fuA3Em9XeJRaCI7Cb/5oK5ZOvJH4DuyQIgECBAgQIEBgLQL5/VWKWEvng+803npGrCuRKr91j1i2fzO4rKDzCRAg0CMBQyFAgAABAgQIECBAYHcE8mdDKSIyjmJwtNdHd9T1zw56b8GpDXpeDH7tAi5AgAABAgTWJ1DnriNy42vjAlFcjlj2wgrAywo6nwABAgQI9EPAKAgQIECAAAECBAoWqKoqVdV5dGk2TZMi6rpOsSJ4Op2l2WzW7ov9Ed2xw23jw8ercZHNKj4Zu+hKQ4AAgQEJGCoBAgSWE2hyaTCiXeWbt9u269JP13US62pjde/V6K5VV93W8m3M7PK96IEAAQIECBAgQGCLAi5NgAABAgQIEDgXqOsmRSH4/JG/CRAgQIAAgbIEZLO8QBQ4I5bvqcwewiZ++C7aMjPse1ZRBI5YdpwKwMsKOp8AAQIECBAgQIDANgVcmwABAgQIXCMQReCI8xXB1xxgFwECBAgQIEBgJwRiSWVEl2wUNrvo9g2k3egww2ijF3SxC4G9TB9x8fDOjQLwnemcSIAAAQIECBAgQIAAge0KuDoBAgTeJRArgqMIHLeIjltCd/Gu8zxPgAABAgQIEBiuwHzBd7hZGDmBeYFFtxWAFxVzPAECBAgQIECAAAECBAgQ2L6AERC4tUAUfWezSarrWaqbWT6vTk1uI1JVpxS/hCw1qZ9/4qOrq3Ex0nbcF9saAgQIECBAgMClQBSA4/1DtPPR1/c7lwO3sQMCTX5JXo0u7VWs/L3sq9vQliAgBwIECBAgQIAAAQIECBAgQKB8gbtl2OQib9M0uQicP/zMHzyliLari8fttr8IECBAgAABAqUIXL7ZyQl12/l9T37k610Cnde7jvN8XwXiRyD6OjbjIkBgEQHHEiBAgAABAgQIECBAgACBGwSi+BtPRxu3ho6I7aZuUhtNHU+LvgsYHwECBAgQILCAQBQyI+KUKP52EY/FmwJhFaXDaN981p7U3jxnnTeiib4j0pJ/YhaX7MLpBAgQILBtAdcnQIAAAQIECBAgQIDAQgJN/vAz4spJuRR8ZY+HBAj0ScBYCBAgQGARgfx+J0Usco5jCWxXoLs99LKjUABeVtD5BAgQIEBguwKuToAAAQIECBAgQGBhgToXfyOm01ma1XWazmbpcjVwr1YCx6rkq3GRbnw6drGpIUCAwA4ISJEAgVsLRNE33j9E20WcHKtau4jHOxpVtolIub2MziJ8um1tCMRq3PmIfcvEfF/ddtdfvUJ+BeBOVUuAAAECBAgQGJyAARMgQIAAAQIEVi0QH5Je02cuGF+z1y4CBAgQIEBgIwIuspjAW97PtJ2ssMLW9ucvAqsViCJwxLK9KgAvK+h8AgQIECBAgAABAtsQcE0CBAgQILCEQFVVqarOI7qJ1b+xCjhiMp2myXSSprNpG3VTp/7Wf+OjrYjIQhAgQIAAAQIEbiNQ5YMicjOEL2PcKYG9JqWIZZP2DnlZQecTIECAAAECBAgQIEBgwwIuR4AAgU0IRFG4jTpuD5g/idrERV2DAAECBAgQILBygXgfE7HyjnVIYO0Cd72AAvBd5ZxHgAABAgQIECBAgAABAgQ2L+CKBJYSaAu6TZOutuny979FsTdW/M7ydV5tT2eTVNeTlJpX+9Nr5+TDfREgQIAAAQIEeicQhd8uqjy6LvLmrn41uTQYkXJ7GR1GWHXb2hBo8ktmPmLfMjHfV7fd9beKlb+XfXUb2iELGDsBAgQIECBAgAABAgQIECBQvsBmM+yKxHUuGNd1nSaTaYrbQ89mUQTe7FhcjQABAgQIECCwGoFczVtNR3oh0GuBKO/3eoAGR4DAOwQ8TYAAAQIECBAgQIAAAQIENiQQheBp/I7gyTjVdS4E5+Lwhi7tMgQIECBAgAABAmsXiBXAcReYaNd+sUFe4Oqq3VUnUWX6iGX7VQBeVtD5BAgQ2KKASxMgQIAAAQIECBAgQGAbAnXdXK4IrmNF8NYKwfEBZcQ2FFyTwOYEXIkAAQIECGxWIFchN3tBV7sQWFWBWQH4AlRDgAABAgQGJmC4BAgQIECAAAECBLYuUMetoafTNBqP02g0SvE4BtXdPjq2l4v46OpqXPQYSyPcxfECQ0OAQMECUiNAgACBggTat7C5vj7fdunVK3xvG++gu361BAgQIECAAAECgxAwSAIECBAgQIBAPwWmk8llEXj9I8yfnKU6pfj0LPlDgAABAgRKFJATgW0JrLASua0UBnrdKAJHLDt8BeBlBZ1PgAABAgQIECBAYJMCrkWAAAECBHosECXZSS4CRzR1nZq6SbEaeL1Djquu9wp6J0CAAAECBAhsXGArF4zCb5QOo93KAHb+onv5rW3EshAxi8v24XwCBAgQIECAAAECBAgQ2ICASxAgQGAoAnEr6HEuBE+n0w2uCB6KjnESIECAAAECBAgQuFlg2WcVgJcVdD4BAgQIECBAgAABAgQIEFi/gCsQ6LlAncf3ZszqSZpMRmk6HbeR4pbNTZ2aZtZG+zj25bN9ESBAgAABAgQIbECgyu/ZItr3YHm7bbvrWvnbSayrbTLx1eiutYqVv5d9dRvaIQoYMwECBAgQIECAAAECBAgQIFC+wLAzjFtAxy2hJ+NxGkdMxtcn1DTX73/n3vwp2juPcQABAgQIECBAgACB3RGwAnh35lqmpQnIhwABAgQIECBAgAABAgQIDECgqi4KtLmNW0NHtIXgXAyO4UeBOPbVuQAc2xGx/90R/eaPtmIJxbsPHu4RRk6AAAECBAgQ2KhAfn+VIjZ60cFcrGpSikhr+hN9RyzbvRlcVtD5BAgQ2IKASxIgQIAAAQIECBAgQGDoAlG+HY1GaTabpVkdt4SuU1PnyIXg1MW7kswfwL3rEM8TGLKAsRMgQIAAgc0LXL0t9OZHsMtXjJ9tjFjWQAF4WUHnEyBAgACBzQq4GgECBAgQIECAAIHBCVRVlaqqem3cXe02CsD1NBeBI2b5A8dc/H21IniWz6lT3Zy3578zOO+Kr1V8Mhb9CAIECPRTwKgIECCwHoEmlwYj2lW+ebttu0t179C6x9pYjTsfy4rM99Vtd33Wr79d7nbfqY2ZvdOJTiJAgAABAgQIENi0gOsRIECAAAECBMoUiI8a22jqNMtF4IiUt7tsr9SOu91aAgQIECBQqIC01ifQvuNYX/eD7zl86pxFtLnxtXGBKAJHLHthBeBlBZ1PgAABAgQIECBAYBMCrkGAAAECBAoXaJomzeo61fWsjel0lmvA+QPIvD9/pSb/702C+Ggr4s1n7CFAgAABAgQIpBRLKiPSxZ8obHZxsatvTS/GE0a9GMjODWIv00csm7h3yMsKOp8AAQIECBAgQIAAAQJrFtA9AQIEdkmgztXeiCgGj8bjdHZ2lgvCURiOEnD+RGyXMORKgAABAgQI3EFgvuB7h9OdQmCLAqu6tALwqiT1Q4AAAQIECBAgQIAAAQIEVi+gRwJFCsRq39djlppmlnOtr0R+WFVpNpvlIvAsTSbTVOcC8asycHd8Ps4XAQIECBAgQKAViAJwlL+inY9X7yDaw/xF4BYCTX4JzcctTrnxkPm+uu3uhFWs/L3sq9vQDknAWAkQIECAAAECBAgQIECAAIHyBWTYCdS5ABxF4IjxeJym00ma5n1RRE65QNwdpyVAgAABAgQIvBLIlbvLB922IvAlyY0bndeNB3myxwLxIxA9Hp6hESDwhoAdBAgQIECAAAECBAgQIEBghwSiyBsf1dZ1k2K7rut2JfB0Ok3jySTNcpufKU9ERgQIECBAgMAKBKKQGRFdxTuKLuKxeFMgrKJ0GO2bz9qT0tVVu6s2qfJLNGLZfmMWl+3D+QQIECCwIQGXIUCAAAECBAgQIECAAIFzgSgEtyuCJ+NcEJ60K4Ljcew/v010lIXzJ2jnh/ubwKAEDJYAAQIEViEQ7wMiVtGXPghsRmBVBWYF4M3Ml6sQIECAAIFlBZxPgAABAgQIECBAgMA1Ak3+XDd+N/BkMkmT6TRN61mKW0Y3sWI4RxSDrznNLgIECPRVwLgIEFhaIL85SHXuJdou8sMUq1q7iMc7GlW2iWiN8nbbdhbh021r1yEQq3uvRnedeoX8CsCdqpYAAQIECBAg0FsBAyNAgAABAgQIEHiXQHd76Nl0lma5CBwRxd92f64Sx8e/7+rD8wQIECBAYLsCrr4agZv+1V9hhW01g9ULgdcEoggc8drOOzxQAL4DmlMIECBAgAABAgQIbEzAhQgQIECAAIF3ClRVlaLQGxG3gZ7N6jTNheDpdNLeHjo6iOdSPq6N2CEIECBAgACBHRWIInBEz9I3HAJZYK9JKSJvLvWlALwUn5MJECBAgAABAgQIECCwPgE9EyBAgMBiAm2RN58SbV3Xqa6b1OR2NBql8Xici8LTvK9OKX+wlg9LTW6bfExsCwIECBAgQKBUgfwPfvePf6kpymvwAqtOQAF41aL6I0CAAAECBAgQIECAAAECywvogQCBOYEo6L4r4vCqqlJVVbHZRpxzeRvoXAg+Xx08S5PpeSE4no8DowgcEduCAAECBAgQKEmgK/5GG+8RuigpxwVzaXJpMCLl9jK6PsKp29auQ6DJL8Gr0V1nFSt/L/vqNrRDEDBGAgQIECBAgAABAgQIECBAoHwBGa5LYJoLv5PJpF0NPB5PLlcEt0XifNF2RXD+3DPa/NAXAQIECBAgUJxArr4Vl5OECLwpEOX9N/faQ4BA/wSMiAABAgQIECBAgAABAgQIEFhKoKqu/q7gWZrWsxQrg+uLFcJNU6c2tnVr6KUydDIBAgQIECBAYBmBJp9c54g2N77eEKgyTcQbT6xoR/QdsWx3CsDLCjqfAAECGxBwCQIECBAgQIAAAQIECBBYjUBVVZe3iW5y0Xc6mabxeNRGrBCuc+G3yfHqaq+Kxq/22SKwHgG9EiBAgACBfgjkKmc/BrJzo+huD71s4grAywo6nwABAgQIrFdA7wQIECBAgAABAgQIrEGgaZoUt36ucxE4b6bZrM4xS3GL6PgdwbEqOPadP9+kOL65WB28huHokgABAgQIECBAoIcCsRp3PpYd4nxf3XbXZ111W8u3CsDLG+qBAAECBAgQILAmAd0SIECAAAECBAisU6CJyu/cBeJxFH4n43E6G52l0WjUFoSnk0mq69nFkfHJ3HlB+GKHhgABAgQILCngdAJ9E4j3O30b026MJ4rAEctmqwC8rKDzCRAgQIAAAQIECKxDQJ8ECBAgQIDAWgWqqqQVq+IAABAASURBVGpvBV1Vr9rugnHTw7puctG3TnFb6OlsmttZu0K4ruvc1u1zjRXBHZmWAAECBAgQuKtAr86r8miidBht3vS1cYG9/EY0YtkLxywu24fzCRAgQIAAAQIECBAgQGCFAroiQIAAge0KVFXVFoe7UdS5GBwrg0ejcZpMckwnuQg8u7gtdHeUlgABAgQIECBAgMBiAus6WgF4XbL6JUCAAAECBAgQIECAAAECiws4gwCBNQg0TXNRrH29fdulqupVAbg7t67PV/1OJtNUz2ZpVs/S2dkojcfjNJtO39aV/QQIECBAgACBfglUdUoRKbeXkS7+VBetphNoMsl8dPvv2s731W13fa1i5e9lX92Gts8CxkaAAAECBAgQIECAAAECBAiULyDDoQjMZnWajiftauCzs7N0NhqluFV0rjIPJQXjJECAAAECBAgQKFjACuCCJ1dqhQhIgwABAgQIECBAgAABAgQIEOidQJNHVFV7aa+qUtwe+uz0NJ3mYnAUguNxRKwezofd7stRBAgQIECAAIFeCETpMKIXg+ndIK6u2l31AKv8JjNi2X7N4LKCzidAgMAaBXRNgAABAgQIECBAgAABAv0UqKoqVVWOvb22zZ/VtauAoxAcq4JHo7M0nUxSrApWCO7nHPZpVMZCgAABAgT6I9DdGro/I9qlkayqwLy3S2hyJUCAAAECAxIwVAIECBAgQIAAAQIEBigQheD4fcFxm+jReNyuCh6PRykiVgVHSlEQjohtQYDAzgsAIECAwGYFmlwajEi5vYxuCPFOptvWrkMgVvdeje46ddVtLd/G7C7fix4IECBAgAABAgRWKKArAgQIECBAgACBEgSiyBu3hB6PJ2k0Gre/M3g2m+bUfLiaEXwRIECAQEKweYH4Nzhi81cexhXDJlYARzuMEZc2yigCRyyblwLwsoLOJ0CAAAECBAgQILBKAX0RIECAAAECxQpMJtMUt4c+PT1LUQiOlcJN3aSuLTZxiREgQIAAga0JxJLKiG4AUdjsotu3pbbXlw2jXg+w2MHtZfqIZRNUAF5W0PkECBAgQIAAAQIECBBYkYBuCBAgQKB8gToXfGNV8OnpaYo4OT3JxeBZjmlKTf7Er3wCGRIgQIAAgTULzBd813wp3RO4o8C6T1MAXrew/gkQIECAAAECBAgQIECAwLsFHEGAwI4JRK13NovC7yxNJqM0znF6FsXgSa4Dz7JG3H6xi/zQFwECBAgQIHBLgSgAR/kr2vnwg1a3BHTYGgWa/JK8Gt3lVrHy97KvbkPbRwFjIkCAAAECBAgQIECAAAECBMoXkOGuC5wXgqe5EDxJJyfHaTQ6S7FKeDad5mLw+YfV+bPCXWeSPwECBAgQWFBg/l/Pbvv839UFO9rBwzuvHUy9kJTjRyAKSUUaBAoTkA4BAgQIECBAgAABAgQIECBQvkDOsGmaXOjNG/krb6bxeJJOT0/SWS4En5yc5MfjVOcnzo/zwXVm8kWAAAECBG4pEIXMiDg8/g3tIh6LNwXCKkqH0b75rD0pVfklFJHW9Cf6jli2+5jFZftwPgECBAisWEB3BAgQIECAAAECBAgQILDbArnem2azOtV1nUajUS4In+bHszaiENzptB/PxsER3U7tYAQMlAABAgTWKZArdSlindfQN4HVCnS3h162VwXgZQWdT4AAAQIEViugNwIECBAgQIAAAQIECFwKRLE3bhE9nU5Stxo4CsKTySQXh2epbnKROBd/6xxxbMTlyTYIEOizgLERILA2gSj61rn3aLvID1P82FQX8XhHo8o2ESm3l9FZhE+3rQ2BWI07H7FvmZjvq9vu+qtXyK8A3KlqCRAgQIAAAQJbFzAAAgQIECBAgAABAtcL1HWTorgbhd/R6CydnZ1HPG5/X/Bs1j7/xtm5MPzGPjsIECBAYMsCLr9egSj6vu0KK6ywve0S9hNYQiCKwBFLdNGeqgDcMviLAAECBAgQIECAwJYFXJ4AAQIECBAg8BaBqqpSVVWXz0ZNt67rFL8r+OTktL099Hg8am8VHQXhWDEcz9f1rF0hnCvDl+faIECAAAECBOLf1IgtSbgsgRsE9pqUIm445FZPKQDfislBBAgQIECAAAECBAgQWJ+AngkQIECAwCICVVW9dvj5yuBpLgCfrwo+OzvNxeFxG7E6OG4P/doJHhAgQIAAgZ0SyBU1vwt4p2a8z8luamwKwJuSdh0CBAgQIECAAAECBAgQIPCmgD0ECBC4s0BVVdeuDJ5Mpu0tomfTWapndYoi8Gw2TU1dp9Q0+SPw+CD8zpd1IgECBAgQGJBA/JvXRZXH3UXe3NWvJpcGI1JuL6PDCKtuWxsCTX7JzEfsWybm++q2u/5WsfL3sq9uQ9snAWMhQIAAAQIECBAgQIAAAQIEyheQIYHVClRV/oRyrsvJdJrGk0kajUa5IBxx1j6eRmG4qXMhOB/8+il5hy8CBAgQIFCygH/4Sp5dub0SiPL+q0e2CBDYvoARECBAgAABAgQIECBAgAABAuULbCjDuq7TbDZLkygEj8fp7PQ0HR8fp8PDo3Sat6MYbK3PhibDZQgQIECAQO8F4l1BnUcZbW58vSFwddXuGwcsuaPK9BFLdtOu7V62D+cTIECAwIoEdEOAAAECBAgQIECAAAECBNYpEL8PuCsKn52dpaOjozQej9I0F4nz540pXVlFnPxZi4BOCRAgQIBAvwXadwX9HmKho1tVgdkK4EJfINIiQIAAgcEJGDABAgQIECBAgAABAgQ2LhDF4JOTk3ZV8MnxcZpOJm0xOFYNz+pYAZRSWzRufBC88clxwVIF5EWAAAECOywQq3uvRsdRr/AO5QrAnaqWAAECBAgQILA1ARcmQIAAAQIECBAgsD2BqO1GwXc0HqfDo6O2GHyUi8GxQjhuHX11ZE169b+rz3lMgAABAjcJeI7AUARWWIkcSso9GWcUgSOWHY4C8LKCzidAgAABAgQIECCwjIBzCRAgQIAAAQI9EmhyNTiKwRGj0SidnJ6ms7PT9vcIx77zqFNd5yJwjhh6c9HGtiBAgAABAgTeIjCI3VH4jdJhtIMYcHGD3GtSilg2sZjFZftwPgECBAgQIECAAAECBAjcQcApBAgQIECg7wJR8G0LwScn58XgXBSeTMapns1S/nwypSqlNlJKUTyOYnBEfuiLAAECBAgQIEDgQmDTjQLwpsVdjwABAgQIECBAgAABAgQIpMSAAAECgxFocqU3CsHT6TRNxuM0mUzT2egsnZ2ettt1XbcrhOu5lcCKwIOZXgMlQIAAgV0TqOqUIlJuLyNd/Imf7LrY1KxFoMnEV6O70CpW/l721W1o+yBgDAQIECBAgAABAgQIECBAgED5AjIkMFyBXAtuV//OprM0nkzSyclJOj4+zsXgsxQrhWPfLBeEm5T/FwcPN1UjJ0CAAAECBAgMVsAK4MFOnYEXJyAhAgQIECBAgAABAgQIECBAoHyBAjKMum5EpBIrg9sVwWdnadyuDh6nUd6ejCdpkgvEEfUsVhjF0YIAAQIECBDov0CUDiP6P9JtjLDKb4Ii1nXt6Dti2f7N4LKCzidAgMAKBHRBgAABAgQIECBAgAABAgSGLJA/C21vAz0ajdMoF4JPcxH49PQ0nZ6e5cejNJ3OUtwiOn5PcEpx9JCzvfvYnUmAAAECBPovED+4FdH/kZY4wu720MvmpgC8rKDzCRAgQIDAcgLOJkCAAAECBAgQIECAwGAFqqpqx15V5208iCLv+crgSbsK+OyiGBy3iz45OU1nZ6O2WBzHxfGCwI4ISJMAAQL9EGhyaTAi5fYyuqH5Ia1OomtjNe58dPvv2s731W13fdWv3k51u+7cxuze+WQnEiBAgAABAgQILCPgXAIECBAgQIAAAQLlCzT5s+TpdJpGo7Nc/D1tf2/wyfFxfhyF4GlbDK7rWGmUDyyfQ4YECOykgKT7IxD/1kT0Z0T9GknY+Dd5m3MSReCIZcegALysoPMJECBAgAABAgQI3EXAOQQIECBAgACBQgSqqkpVdX10KcZq3ygER0SxdzyZtIXgg4PDdHR4mA5zxOrg2Wya4tj2vHxwHNtu+4sAAQIECNxJoMpnReSm/YoCZxftjvX/NcgrhNEgBz74Qe9l+ohlE1EAXlbQ+QQIECBAgAABAgQIEFhQwOEECBAgQGAXBaqquiwUR/5R6I0C73Q2S7FC+Oz0NBeCj9Jpbie5QNzGeBKHCgIECBAgsIBAtcCxDiWwXoFt9a4AvC151yVAgAABAgQIECBAgACBXRSQMwECBAYrEAXbRaJLtDvn6uNuf9fWTdMWgk9OTtLhwUE6zu14PEqxOniaC8JxXPQRbURsCwIECBAg8KZAFICj/BXtfDRvHmoPgXcINPklNB/vOPydT8/31W13J61i5e9lX92GdpsCrk2AAAECBAgQIECAAAECBAiULyBDAgRuKxDF4Nl0mkbjcTo7O0v7L1+mo6OjNM6PZ7NZipXDbV/5Q9m29RcBAgQIEHhDYP4fiW5bEfgNpmt3dF7XPmnnAATiRyAGMExDJFCwgNQIECBAgAABAgQIECBAgACB8gVkuLDA/Ef0seI3CsGxMvggF4MPDg7agvB0PGlXDcftoruicBwbsfAFnUCAAAECBQpEITMiUot/WbqIx+JNgbCK0mG0bz5rT0pXV+2u2qTKL9GIZfuNWVy2D+cTIECAwB0FnEaAAAECBAgQIECAAAECBAjcXqBdGVzXbdE3flfwweFBOjw6TEfHR+n4+DiNR6N2dXCTj4le+/LxdYxFECBAgMCmBXIlLUVs+rquR+DuAqsqMCsA330OnEmAAAECBJYRcC4BAgQIECBAgAABAgQILCkwm9VpMp60cXZ2movBR+mwLQofpdOTkzSdzfIVfPifEXxtT8CVCRDYuEB836/zVaPtIj9M8WNBXcTjHY0q20Sk3F5GZxE+3bZ2HQKxuvdqdNepV8ivANypagkQIECAAAECGxNwIQIECBAgQIAAAQIEVi3Q5M/44zbQ08k0TaeTdHKaC8KHh+n09Cy1t4jOxeB4Pq67ws9XoztBgACBtwjYvR2B/A/CWy/sX4C30niiFwJRBI5YdjAKwMsKOp8AAQIECBAgQIDAIgKOJUCAAAECBAgQWJtA/O7f9jbRs7q9FfR4PE7HR0cpfm/wy/jdwTniVtHT6TTNckE4onF70LXNh44JECDQT4EoAkeseXS6J3AHgb0mpYg7nPraKQrAr3F4QIAAAQIECBAgQIAAgfUJ6JkAAQIECBDYnEAUg+NqbUG4rtMkF33Hk0k6OTlOBwcH6SgXhiNOj09SFIq71cFxjiBAgACBkgRyRc0P+5Q0oYPIZduDVADe9gy4PgECBAgQIECAAAECBAjsgoAcCRAgQKAnAnGr6CgGj0ajFHF8ctIWhA8PD9vHsS8KwrNcMG5ywaAtJMdJPRm/YRAgQIDAIgJd8TfaKp/YRd4YiuJaAAAQAElEQVTc1a8mlwYjUm4vo8MIp25buw6BJr8Er0Z3nVWs/L3sq9vQbkPANQkQIECAAAECBAgQIECAAIHyBWRIgECfBaLAG6t/o/B7eHi+MvgwF4OPT47T6OwsTSaTNKvrFMdV+UPbiD7nY2wECBAgcJNA/kZ+09OeI1CIQJT3C0lFGgQGJmC4BAgQIECAAAECBAgQIECAQPkCMhyUQF03aTabtXF2NkpRCD54+TLt7++no1wUHo8naTqdts83Td3mFreYbpIVUy2GvwgQIEBg4ALx71n8+xbtwFNZ0/CrTBOxpu5T9B2xbP8KwMsKOp8AAQJ3EHAKAQIECBAgQIAAAQIECBAg0H+BuPNzrP6Nou/J6WlbCI5icMTR0fH57w7OBeO6rlMUgl/LqKpSulgurED8mowHBAgQINB7gVzl7P0Yyxxgd3voZbNTAF5W0PkECBAgQGAxAUcTIECAAAECBAgQIECAwEAFotA7nc7aVcAn7e8Ofpn2D16mly8P2tXCo/E4zepZLgbngnC0F8Xhpm7yvvMYaOqGvbiAMwgQIECgAIFYjTsfy6Y031e33fVZr/AO5QrAnaqWAAECBAgQILB2ARcgQIAAAQIECBAgQKAkgToXdmeTaft7gk9PT3Mh+LwYfHBwmE5OTtN4MkmTuGV0LgZH3vOf68aK4Sad/y+eEwQIlCQgFwJDF5j/F2vouQxr/FEEjlh21ArAywo6nwABAgQIECBAgMBtBBxDgAABAgQIECBQnEDTNOcre+s6xXb8/uDRaJTOzs7S8fFRWxA+uFghfHR0dFkMnl6sDJ7N4ryUy8DF0UiIAAECuysw6Myj8Bulw2gHnchgB7/XpBSxbAIxi8v24XwCBAgQIECAAAECBAgQuEHAUwQIECBAgMBuCUQxOFYH17kwHLeMnkwm6eTkuC0Iv9x/maIYPB6P2pXDTZOLwPm4/Hlv6n5ncPKHAAECBAgQGKRAXwatANyXmTAOAgQIECBAgAABAgQIEChRQE4ECBAgQKAVaHKFdzqdptF4nM7OTtPh4WE6OY6i8EF6eXDQFojj+ToXhOt8cESc2NRNyg9jUxAgQIAAgeUFqjqliJTby0gXf6qLVtMJNJlkPrr9d23n++q2u75WsfL3sq9uQ7tJAdciQIAAAQIECBAgQIAAAQIEyheQIQECBK4XiIJunQu7UfCN1cGTyTgdH5+0K4QPDg7TQS4In56epPFkkmZ1nep6lpp8fEr5U+jkDwECBAgQIEDgZgErgG/28SyB1QvokQABAgQIECBAgAABAgQIEChfQIYEbiEQq3zrXOCdzaLIW6fxeJxOT0/bODo6Tvv7+2n/xYv0IkcUhUejUZrNZm3UuSAcReEmqsmpucXVHEKAAAECBG4jEKXDiNscu3vHXF21u2qBKv+THrFsv2ZwWUHnEyBAYAEBhxIgQIAAAQIECBAgQIAAAQLlC9wlw/NC7qsz67YwPEuxCng0Gqej4+O2ELz/Yj8dHBym4/w4CsaTWCV8UUCOPrpIisKvMG0RIECAwAIC3a2hFzjFoSsTWFWBWQF4ZVOiIwIECBAgcKOAJwkQIECAAAECBAgQIECAwJ0Equr81s+x+vdsNGpXCB8fHaUX+y/aonC3QjhWD0dBOIrH08k0xS2m45woCseFq+q8n9gWaxPQMQECBPot0OTSYETK7WV0Q266De2aBGJ179XoLlWv8J/pmN2uXy0BAgQIECBAgMBaBHRKgAABAgQIECBAgACB5QSqqkpVdR7R0/nto5u2yBu3ho7i78HBQXr+/Iv0xRdfpMOjw3R2cTvpeH46naQoDHfF4OhDECCwagH99V8gCpwR/R/pdkYYNrECONrtjGDXrxpF4IhlHRSAlxV0PgECBAgQIECAAIGbBDxHgAABAgQIECBAYAMCUdyN1b7x+4Rn02k6Oxu1ReDDw8P08uXLtL//Mr148TxFkXh0dpba20ePxymOVRTewAS5BAECWxKo8nUjctN+RWGzi3bH6v4qqqcwKiqhwSSzl+kjlh2wAvCygs4nQIAAAQIECBAgQIDAWwTsJkCAAAECBAhsQ+B8dXCd6rrJUacoDMetoaPoe9TeOno/F4T304v9/VwkPkrnK4Sn6bpC8NV9Tf5g+uq+beTomgQIEHi7wHzB9+1HeYbAKgX61pcCcN9mxHgIECBAgAABAgQIECBAoAQBORAgQIAAgd4IRMG2rqMQXLdF3ul02q4A7grCccvoJ0+epMePH6cXL160xeG6nrXHVtV5ISX6aJpXtwVtciV4PnqTrIEQIEAgxfetKH9FOx8NGwJbF2jyS/JqdINaxcrfy766De0mBFyDAAECBAgQIECAAAECBAgQKF9AhgQIEBiWQBRyo0Bcz2bp7Ow0x1l6+uxZepYjCsPPnz9PsXI4VgpPJuN2RXEcH+dFtNnmgnDb+osAAQK9EciVtsuxdNuKwJckN250Xjce5MkeC8SPQPR4eIZGoCABqRAgQIAAAQIECBAgQIAAAQLlC8iQwIAF4tbRs1mdYoXwZDxpbw0dBd/T09N0eHiY9l/sp+fPX7SrhA8ODtLJyUkb49EozS5WDHeF4WDYq6p0NZI/BAgQ2KhAFDIj4qJR/O0iHos3BcIqSofRvvmsPSlV+SUUkdb0J/qOWLb7mMVl+3A+AQIECLxDwNMECBAgQIAAAQIECBAgQIBA+QIlZljXTarb20fP0mQ6TZPJJEXB9/T0JB0dHebC8EF6sb+fnj59lovDz/Pjw7ZwHEXkWT4visr5s/K30+QicXu31rcf4RkCBAjcUSC++0Tc8XSnEdiCQHd76GUvrQC8rKDzCRAgQIDAzQKeJUCAAAECBAgQIECAAAECRQlEUTdWCk8mURCetr9PeDqdpNOLlcLPnz9PXzx7luJ3C8f2/v6LFOfUTX3RNimKw1GWOb+FdNX+vuF62LeRLmqOJUNg2ALx3aXOKUTbRX7Y/rRJrGyNiMc7GlW2iUi5vYzOYsdtOoa5NlbjzsfcU3fanO+r2+46qlfIrwDcqWoJECBAgAABAisX0CEBAgQIECBAgAABAgR2Q6C+WClc13V7C+nReJwLwue3iI7fH3z//v304MHD9PTp0/Ts2dM0Gp2l+H3Do9GoLSAr/u7G66TcLGXWL4Eo+r5tRCussL3tEvYTWEIgisARS3TRnqoA3DL4iwABAgQIECBAgMCKBXRHgAABAgQIECBAYMcFYkFvFIRjtfB5O8tF4dN0cnKanjx52haDoyD85MmTFKuE9/f30/7Ll+ng8CCdnp2lOCcKwxE3lXN2nFn6BAgsLBBF4IiFT7z+BHsJrFBgL/+DF7FslwrAywo6nwABAgQIECBAgAABAlcEPCRAgAABAgQIEHi3QF03aTabtSuGDw8P0+HBQTpo4zC3L9PLvB2rhyNitXAUkvPn4q91HI+bFH/P7c51ndgXheO5vTYJENhZgfgeEbGzABJfo0Bfu1YA7uvMGBcBAgQIECBAgAABAgQIDFHAmAkQIECAAIE7CVRtGbe+uIX06elZevnyZXrx4kXa399Pz559kR59/jA9fPQwt4/a4vDxyUlbPK5zITmKvVHeiTYex+rjGEaTn4uIbUGAwC4KxHeGLqoM0EXe3NWvJpcGI1JuL6PDCKtuWxsCTX7JzEfsWybm++q2u/5WsfL3sq9uQ7tOAX0TIECAAAECBAgQIECAAAEC5QvIkAABAgRWLdDkSm6di8LnK4VnaTKepNFonF7movDTJ0/SgwcP0sOHD9Pnn3+ei8TPUqwkHp2dpclkkuLc6WyWoijcVpfz4HJ3eX9qIz+c+8qf8KeIJj+nADIHY5NAYQLx33lhKUmHwDUCUd6/ZrddBAisTEBHBAgQIECAAAECBAgQIECAQPkCMiRAYKMCbVG3qtpi7XlxOArDo3Tw8mX64vnz9MUXX6SnT5+k53l7f/9FitXEx8fHqSsOT6eTNJvVqY4VwrneW+ci83k0bZ9NU+e23mhOLkaAAIHtC+RviCm+90W7/dH0cQRXV+2ueoxVpo9Ytl8F4GUFnU+AAIEbBDxFgAABAgQIECBAgAABAgQIlC8gw+0JVNX5ar46F3Kn02ma5UJutOPxOMVK4bPT03R8fNLeMvr58xftKuGnT5+mZ0+ftdvPnj1Lz3OxOArD49EoF4Rz4SOWCW8vJVcmQIBADwRyFbIHo9jFIayqwKwAvIuvHjkTIECAwCYEXIMAAQIECBAgQIAAAQIECBDYokCTC7ldQfh8lXAuEM9m7e8NHk8m6ezsLJ2enKSjo6P0JBeFIx49epgePnqUi8NfpBcv9ttjJrmYPJtNz4vDF/eSjr6bdpVwk5p8nS2m6dIECBAgMCCBWN17Nbrh1+c/09Q9XKpVAF6Kz8kECBAgQIAAgesE7CNAgAABAgQIECBAgACBPgrEmrYo2F5GHmS3r25XD8/SNBeHoygct41++PBBunf/frr32b10795nuTD8LMfTi7Ny846v5poicXy+38U7Tvd07wUMkECpAvFdqtTc+p1XFIEjlh2lAvCygs4nQIAAAQIECBAgMC9gmwABAgQIECBAgACB3ghUVZWqqlpoPFEQfnXC+bmxr66bdHh41Mann/4wRXzyySe5/TQ9fvw4PXnyJB0cHKTjo6MUt6COW1HHOdHX3l6VxxFbKTUX/4tHVfwlCBAYpkCRo47vSlE6jLbIBHcmqZjFnUlWogQIECBAgAABAgQIEFingL4JECBAgAABAgR2T6BpmnR8HIXhw/Q0F4E///zzthj85MnjtjAcxeGI58+fp6OjwzQ6G6f4/cSj8ThNptNUz2bt7aWbpm7buq7fflvpfK3mInZPWsYECBDoj0DfR6IA3PcZMj4CBAgQIECAAAECBAgQGIKAMRIgQIAAAQIDEOiKp7dtu5TeffzFkbHaOMdoNEqnp2fp5OQkF4eP21XDL17sp6dPn6VHnz9Mnz/+PD3uCsVPn6Yvnj1L8fzp6Wk6Xzlcp1lbGJ61ReHu+nUu/l5cqS0Sx+OIbp+WAAEC7xSo6pQiUm4vI138sfL3AmLwjQLwWqdQ5wQIECBAgAABAgQIECBAgED5AjIkQIAAAQJvF7gs3tbnRd3pdJYm40mKFcBRID45zgXio6P08uXLXCB+kh48eJDu37+XHty/nx4+fJRiRfHhwUGK6PqK9u1XvOGZqO3kAnV7P+pobzjUUwQIECAwXAEF4OHOnZH3XcD4CBAgQIAAAQIECBAgQIAAgfIFZEiAAIElBWIFb9z2OVb8RnF4Npum8UWBOFYER5H4ydOn6emzp+mTTz5On3z8cfr000/bIvH9XCR+9OhROjk9TadnZ+lsNEqTySRNcx/T2SzNouh8EU1qUlzrteHmgnCT97+2zwMCBHZcIEqHETvOMPD0zeDAJ9DwCRDop4BRESBAgAABAgQIECBAgAABAuULyJDAqgViZe/cXZ7b7s/3NamumxTPRRF3lou7jrVzkAAAEABJREFUZ2ejdHp6ko6PjtK9e/fS/Yj799K9B/dzcfhBevToYXr8+HF6movHsbr45cuDdHR4lI6Pj9vzxuNxioJz9NleyF8ECBBoBbpbQ7cP/LUmgSZ+AOci6txevUz+jp8iru6/7WMF4NtKOY4AAQIECNxOwFEECBAgQIAAAQIECBAgQIBA+QI9ybDKBYLzoURhOAq649E4jUajdHJymo5ycfjg4KAtAkcx+PHnn6fPP3+UHn/+OLefp4cPH7bxKPY9eZy++OKL9OL5i3zecXv+6elZuxq5Kz6fF4urVFV76b2999oLdwXqpomiUbvLXwQI9FmgyaXBiJTby+gG3HQb2jUJdIXfrvuu+Nu1sb/J32ybukn1bJam02mq61mKu/ZXe1V+uklN/n5bp/y/vH8ynVx8zz9Oh0eH7a8T2N/fb2c2H+yLAAECBAgQIEBgeQE9ECBAgAABAgQIECBAgACB/gpEkXg2q9vbRI/Ho1zcHaWzs7N0eBhFg4P0/Pnz9CwXgR89etQWhh8+enjePnyQHj/+PD17+rQ95sWLF+llLiwfHx+1hYemvr74W+f9TS5k9FfkriNzHoGSBaIIHFFyjqvJrUr5f7kyu5cjb8WjW3ccBd+IkI5488SmvY1/fK8+OTlJDx48TPfv3U8fffSD9MEHH6Y//NYfpG9+81vpW9/8Zvrmt3LMb+fHUd5/s097CBAgQIAAAQIECBBYTMDRBAgQIECAAAECBAgQ2LJAVeUSRI6rw6iq8/1VVaUoyHaF4CgGnxdpU7s/HsftpWPFWfwu4cl40haIj46O0/7+y/Q8F37jltKPHz/OxYgH6V4uRsTvI/7gww9zUeKj9vcTx+2oo4D87NmzdJQLy3Gb6rjd9Gw2bVexNU19ca1Zu7ot9kfEOCLykzGY3MQqt/O4mk9+8o1ddhC4XqDKuyNWWA7LPZb7FVZdlJvlIpnFz7C0kU+KNr5PxffKaOuL72dtATez5e9Y+dtT/jsf2NTt3nxWSlV18b037xtPJung4LC948IXz75ov29+8vHH6Xd/9/fa+PKXv5J+67d+K/33//7f0//4rf+R/tf/+lKKfd/+9rfTd77znfRxPvaHP/xhevz4SYrvs8+fv0gv8/fn+EGe4+OTdHZ6lkZnIyuAkz8ECBAgQIAAAQIECBBYUsDpBAgQIECAAAECBIYk0OTixKrHW8/qNBqP08nxcYrfORyFibi19Gef3WsLHLFqLeKTTz5Nn332WWp/Z/GDByluR/3ixX6KwsVxPjciVrudnp62K5WnuXA8m81y8bhuo8kFl2k8zrGKHHLNZhXd6KNXAldn9erjXg22J4MZltEmRzuejFMb+ftb/DDLeDxJ4/GoLbLG96rDw6P0/Pnz9rb68QMwUaD9/vc/SN/93nfTt//w2+lrX/ta+upXv5p++7d/O/3P//nb6Xe+8tV23zd//5vp97/5++nDDz9MH37wYXuHhSgIx/fA+H667LdpP/LQk/+0DIMAAQIECBAgQIAAAQIEBilg0AQIECBAgACB3go0uYJwNWKwVfWqfBLPx775qKqqXbE2vy+249i3RX1xra6N4+r6fCVc7KvrOkUh9/z3E5+0xeJZLu5GYeXly/30qLvddNx+OkesMn7y5HF6+uRJevL4cXqSt1/kIkusnIs+jk9O0uHBQYpVb0dHR+k0Pz47O03R33QyaX9vZqxkjt+hGWOJ8UfkzFLcrnVvby/t7VXt71Cu4oktRFXtpWoutjCEhS4ZjvOx0MkbPThmdC9fMdqIvHmHr6u5xuM7dLOSU/byf5PRUbVXpVVF9PcqqrwZZrnZ2Fdcb4Fo9lKV9lJTVyl/O0n1tGkj9lXpvXZ/U6fcRlS5zTld/MLdetak8WiaRqfjdHY6yt8vzvL3jvhhlcP8veWLy7h3L+5s8DB99tn99MknP0w/+OiT9MnHn6aPPvw4fe97H6T33/9u+v3f+2b6vd/9ZvryV38nRy7ufu3r6Rt53x98+/30vQ8+Sh9/+lm69+BhevDocXr05Gl6eXicDo5O0iSPIWI0nqaU80g5j6reS+/t/ZH03nt/JP1ItNV7aS/yzNEeE8fdMfbyVXytXECHBAgQIECAAAECBAgQIECAQPkCMiRAgAABAgTuKjCbzdJ4PE5RzI3bTcfjiNh3dnaWYmVdFHZjdd1hLvC+fHmQnjx9mu7fv9/Gw4cP08NcKH6U4/Mcsdr40aPP06OHj9r9se/zzx+lR5/nffn5z3Mbq/Re7L9I+/v7ufhzkI6OjttbXL+6Uetds7nbeVFQnI+79eKstwtUb3/KM28R6LfZbFa3dwY4Oxuls9FZOjk9Sc+fv2hvhfzgwYP2e0N8j7h377P0wQcf5KLt9y/j+9//Xvre9189/t73zrdjf8T34vm8L7Y//PCj9IMffJw+/eGn7a3u4/vMk8dP2ts2Hx0f5euetr+f9y2IvditANyLaTCIogQkQ4AAAQIECBAgQIAAAQIECJQvIEMCBAgQWFqgrpsU0VypwFZVLkLlnVHsiVW8EVEcjmJpVVXt6t54HPujeBy3nj49PUtx2+i4fWpEVzR+8eJF2s/x/PnzFKuKo5Bz/8H99Omnn6bPPvth277//vspfr/mH3772ynik08+SVH4+WF+/rN799Kjx5+35z7P/ey/fNkWf85Go5SH364g7sZS7eVx5/FFOm3kv3IaKfKI3we6t/deei9HlaoUuTRNner6PGI7Yh41Ht8U88fafptAlZ+Yj/zQ1w0CYbWXn4/IzeVX95ptcuFzlqazaRt1PTt/DcdrOUeTX/BNblP+L6PJ0bZ5X7zOp9NZLt5O2xW4x8en7Q9h7O/vpydPnrS3T44f6riX/3v79NNPcvH1Byn+u3z//e+k3//930tf+fKX05e+9KX01a98pb198je+8Y309a9/o/2duX/wB3/Q/vf7gx/8IH388SeXEf+tdxH/7T979kUuFj9P7feEfN2Dg4N0dHSUxu0tnSdpktu9vb1UVXtt1lUVFlU631elqqpSSlWqqr1UVdFWaRV/qvx9ImIVfc33sTf/wDYBAgQILCfgbAIECBAgQIAAAQIECBAgQKB8ARkSILA+gaqqzosrbSHmfPvq1aqqurqrfdzkQlNEFJsiYjuemL8FdRRr61y5zYemKEhNp9O2gBXHRUTPsaqwKyLv50LRF8+epadPn6ZYYXjv3mfpBx99lD744PvpD//wD3L8YXr/u99N3//ggxSrBj/JBagf/vCHlysRHz580P5uz2dfPGtXKUYR+eDwIMUKxslkmppcAG7HmYtAcX2xDoGY1Yh19L0bfda50DuZjPPr9iy93H95Gc+fv2j/u7h/736KiNd+rJyN1bXfff/9/N/Ht9vffxu/A/crX/1q+spXvpq++ju/k77+ta+lb3zjd9M3v/nN9H4u8n7ve99L38v/HX2Y/zuK8+O/s/hv7osvnrdF2kn73+msLT43FwXmVj7+Q74u8pNN7M/trn4pAO/qzMubAAECBFYtoD8CBAgQIECAAAECBAgQIECgfAEZFiwQBaMoFs9mdbtqt85tpBsF49gfz0dN6bxWW7WF6ng+9kdhOW5bfXh0mGJlYawyfP78eS76fpE+f/w4PXz4KN1rVzd+2q5QjNvTfjcXvL79ne+0qxejff/977ZFsCiGffjhh+mTTz5Nn312ry2s3csFtogHDx6mzx99np48eZrjSVuYfvbsaXtr2rheXDeK1i9f5iJdjsODg3al5WEuOkccxe1rj49TjPW6ODs9vbwt92QyyUXy6RsRudZRuM4RKzzD4LoIpzejSXf+X+6s9b9lO5tN8zy+Lc6LibM6P/+WSHMXizk+jzrvvk3kLLNPOMUPGYTl6OwshW/EaJS3z86tR6NRiudOT0/eOi9Hec6611a8vmJ+91+8TM9zAfZZ+wMKz/Jr4VU8efKkXbX+ML9e4jX06ac/TBGxQvaDDz48vxVy3A75Ir7//Q/St771rfS13zkvzP7u7/5e+trXvp6+/JWvpP/1pS+lL335y+mrX/2d9PWvf719vX4nv24j3s9F3nbF/Kef5v4/za/Xz/Jr/eHFa/NZHt/zNB5P02QyS/HfUximpsovl73L/36qixW1e++9l/beey/9yI/8SH7+fMXxbJbnKf93GOfVdZO6iP9G2315juK/zasRz+VOdvprb6ezlzwBAgQIECBAYCUCOiFAgAABAgQIECBAgAABAgTKF1hfhnUuFk5iheVFYfAkCn6HhymKuc+++CLFKuSIJ0+imPwwF4Xvpfv3I+7nwnJE3s4F5vN9ebt77n489yru54LyvYvn7ufnrsa9vC8K1a/6uZ+vczWi/9xne2x+Lq57XbTXiWPvtUXBuA3v06evipSLbz/NRc5F4l3Xir5uOCYX1p9eRIw9VnNHEf52cS+FZeubbcI0Hl+N+/m5iNj/0Uc/SB/lwv/bIlaYvxYffdgef77vwxQ/NPAqPsqPP0off/xx+uEPP82vkTyefK2HDx+2heFneR7mI1bbHh0dp1hpGwXps1ycHo/HaTadpSYXXlMuuq/v1a/ndQgoAK9DVZ8ECBAgQIAAAQK7IyBTAgQIECBAgAABAgQIECCwAoEmF9m6aFc05qJwrGSsqipVcUvsHHt776X3fuRH2ojtqsrP5YjL59PbFZKxOnKaC3eTySRFEW8+4ncXx+9LjltcHx0dpcNcZJ6PbnXpixf76Txe5Pb1iFWnX+Si9PnK06fpydPr4/HjJ7nYeB7xu1ijGPrZZ5+1q0SH1t6791l68OBBevjo4e0jF1uj4Pr548cpVuSGV7hFRPH16ZOn6XGs1M0Rz8c8xErft0XMWRexevs0VmuPR+0K7fOVsrFa9jziBwritROviZSq1P2JfbEd7dWIc15Fk+L5OHZ1sZe72kvdazmlvfZx/qv9qqoqVVV1ud1u5L+q6nxf3vS1gEDoLnC4QwkQIECAAAECBAgQIECgE9ASIECAAAECBAgQIEBgVQJVVbUFsKp61a6q7xL6iYLkIvGunN/VV1uEzxX5aNtj39XhFp7Pw2sLte348oNVtFtI41aXnM/tVies+KChdacAPLQZM14CBAgQIECAAAECBAgQ6IOAMRAgQIAAAQIECBDolcB8gexd293Aq+pVsbmqXm13z7+rn00+343ptu27xpaaXCK7IZq6SpeRj7vcnt9/0/Y7CrK3zaM7rqpezU9VrW+7u166XKGbnZba7nqs88ab8bZ5yge3X93z7YOLv67bd/GU5kIgZu1iU7O8gB4IECBAgAABAgQIECBAgACB8gVkSIAAAQIECBAgsGmBruh32/Zd47ttP91x7+rP8+sV6OYh2vVeqYzeFYDLmEdZ9EHAGAgQIECAAAECBAgQIECAAIHyBWRIgAABAgQIECBAoOcCCsA9nyDDI0BgGAJGSYAAAQIECBAgQIAAAQIECJQvIEMCBAgQIECAwBAEFICHMINhDDkAABAASURBVEvGSIAAAQJ9FjA2AgQIECBAgAABAgQIECBAoHwBGRIgQIAAgcEIKAAPZqoMlAABAgQIEOifgBERIECAAAECBAgQIECAAAEC5QvIkAABAsMSUAAe1nwZLQECBAgQIECAQF8EjIMAAQIECBAgQIAAAQIECBAoX0CGBAYooAA8wEkzZAIECBAgQIAAAQIEtivg6gQIECBAgAABAgQIECBAgED5AkPNUAF4qDNn3AQIECBAgAABAgQIECCwDQHXJECAAAECBAgQIECAAAECvRZQAF7J9OiEAAECBAgQIECAAAECBAgQKF9AhgQIECBAgAABAgQIEOi/gAJw/+fICPsuYHwECBAgQIAAAQIECBAgQIBA+QIyJECAAAECBAgQIDAQAQXggUyUYRIg0E8BoyJAgAABAgQIECBAgAABAgTKF5AhAQIECBAgQGBIAgrAQ5otYyVAgACBPgkYCwECBAgQIECAAAECBAgQIFC+gAwJECBAgMDgBBSABzdlBkyAAAECBAhsX8AICBAgQIAAAQIECBAgQIAAgfIFZEiAAIFhCigAD3PejJoAAQIECBAgQGBbAq5LgAABAgQIECBAgAABAgQIlC8gQwIDFlAAHvDkGToBAgQIECBAgAABApsVcDUCBAgQIECAAAECBAgQIECgfIGhZ6gAPPQZNH4CBAgQIECAAAECBAgQ2ISAaxAgQIAAAQIECBAgQIAAgUEIKAAvNU1OJkCAAAECBAgQIECAAAECBMoXkCEBAgQIECBAgAABAgSGI6AAPJy5MtK+CRgPAQIECBAgQIAAAQIECBAgUL6ADAkQIECAAAECBAgMTEABeGATZrgECPRDwCgIECBAgAABAgQIECBAgACB8gVkSIAAAQIECBAYooAC8BBnzZgJECBAYJsCrk2AAAECBAgQIECAAAECBAiULyBDAgQIECAwWAEF4MFOnYETIECAAAECmxdwRQIECBAgQIAAAQIECBAgQKB8ARkSIEBg2AIKwMOeP6MnQIAAAQIECBDYlIDrECBAgAABAgQIECBAgAABAuULyJBAAQIKwAVMohQIECBAgAABAgQIEFivgN4JECBAgAABAgQIECBAgACB8gVKyVABuJSZlAcBAgQIECBAgAABAgQIrENAnwQIECBAgAABAgQIECBAYFACCsB3mi4nESBAgAABAgQIECBAgAABAuULyJAAAQIECBAgQIAAAQLDE1AAHt6cGfG2BVyfAAECBAgQIECAAAECBAgQKF9AhgQIECBAgAABAgQGKqAAPNCJM2wCBLYj4KoECBAgQIAAAQIECBAgQIBA+QIyJECAAAECBAgMWUABeMizZ+wECBAgsEkB1yJAgAABAgQIECBAgAABAgTKF5AhAQIECBAYvIAC8OCnUAIECBAgQIDA+gVcgQABAgQIECBAgAABAgQIEChfQIYECBAoQ0ABuIx5lAUBAgQIECBAgMC6BPRLgAABAgQIECBAgAABAgQIlC8gQwIFCSgAFzSZUiFAgAABAgQIECBAYLUCeiNAgAABAgQIECBAgAABAgTKFygtQwXg0mZUPgQIECBAgAABAgQIECCwCgF9ECBAgAABAgQIECBAgACBQQooAC80bQ4mQIAAAQIECBAgQIAAAQIEyheQIQECBAgQIECAAAECBIYroAA83Lkz8k0LuB4BAgQIECBAgAABAgQIECBQvoAMCRAgQIAAAQIECAxcQAF44BNo+AQIbEbAVQgQIECAAAECBAgQIECAAIHyBWRIgAABAgQIEChBQAG4hFmUAwECBAisU0DfBAgQIECAAAECBAgQIECAQPkCMiRAgAABAsUIKAAXM5USIUCAAAECBFYvoEcCBAgQIECAAAECBAgQIECgfAEZEiBAoCwBBeCy5lM2BAgQIECAAAECqxLQDwECBAgQIECAAAECBAgQIFC+gAwJFCigAFzgpEqJAAECBAgQIECAAIHlBJxNgAABAgQIECBAgAABAgQIlC9QaoYKwKXOrLwIECBAgAABAgQIECBA4C4CziFAgAABAgQIECBAgAABAoMWUAC+1fQ5iAABAgQIECBAgAABAgQIEChfQIYECBAgQIAAAQIECBAYvoAC8PDnUAbrFtA/AQIECBAgQIAAAQIECBAgUL6ADAkQIECAAAECBAgUIqAAXMhESoMAgfUI6JUAAQIECBAgQIAAAQIECBAoX0CGBAgQIECAAIGSBBSAS5pNuRAgQIDAKgX0RYAAAQIECBAgQIAAAQIECJQvIEMCBAgQIFCcgAJwcVMqIQIECBAgQGB5AT0QIECAAAECBAgQIECAAAEC5QvIkAABAmUKKACXOa+yIkCAAAECBAgQuKuA8wgQIECAAAECBAgQIECAAIHyBWRIoGABBeCCJ1dqBAgQIECAAAECBAgsJuBoAgQIECBAgAABAgQIECBAoHyB0jNUAC59huVHgAABAgQIECBAgAABArcRcAwBAgQIECBAgAABAgQIEChCQAH4xmn0JAECBAgQIECAAAECBAgQIFC+gAwJECBAgAABAgQIECBQjoACcDlzKZNVC+iPAAECBAgQIECAAAECBAgQKF9AhgQIECBAgAABAgQKE1AALmxCpUOAwGoE9EKAAAECBAgQIECAAAECBAiULyBDAgQIECBAgECJAgrAJc6qnAgQIEBgGQHnEiBAgAABAgQIECBAgAABAuULyJAAAQIECBQroABc7NRKjAABAgQIEFhcwBkECBAgQIAAAQIECBAgQIBA+QIyJECAQNkCCsBlz6/sCBAgQIAAAQIEbivgOAIECBAgQIAAAQIECBAgQKB8ARkS2AEBBeAdmGQpEiBAgAABAgQIECBws4BnCRAgQIAAAQIECBAgQIAAgfIFdiVDBeBdmWl5EiBAgAABAgQIECBAgMB1AvYRIECAAAECBAgQIECAAIGiBBSAr51OOwkQIECAAAECBAgQIECAAIHyBWRIgAABAgQIECBAgACB8gQUgMubUxktK+B8AgQIECBAgAABAgQIECBAoHwBGRIgQIAAAQIECBAoVEABuNCJlRYBAncTcBYBAgQIECBAgAABAgQIECBQvoAMCRAgQIAAAQIlCygAlzy7ciNAgACBRQQcS4AAAQIECBAgQIAAAQIECJQvIEMCBAgQIFC8gAJw8VMsQQIECBAgQODdAo4gQIAAAQIECBAgQIAAAQIEyheQIQECBHZDQAF4N+ZZlgQIECBAgAABAm8TsJ8AAQIECBAgQIAAAQIECBAoX0CGBHZIQAF4hyZbqgQIECBAgAABAgQIvC7gEQECBAgQIECAAAECBAgQIFC+wK5lqAC8azMuXwIECBAgQIAAAQIECBAIAUGAAAECBAgQIECAAAECBIoUUAB+bVo9IECAAAECBAgQIECAAAECBMoXkCEBAgQIECBAgAABAgTKFVAALnduZbaogOMJECBAgAABAgQIECBAgACB8gVkSIAAAQIECBAgQKBwAQXgwidYegQI3E7AUQQIECBAgAABAgQIECBAgED5AjIkQIAAAQIECOyCgALwLsyyHAkQIEDgJgHPESBAgAABAgQIECBAgAABAuULyJAAAQIECOyMgALwzky1RAkQIECAAIE3BewhQIAAAQIECBAgQIAAAQIEyheQIQECBHZLQAF4t+ZbtgQIECBAgAABAp2AlgABAgQIECBAgAABAgQIEChfQIYEdlBAAXgHJ13KBAgQIECAAAECBHZdQP4ECBAgQIAAAQIECBAgQIBA+QK7mqEC8K7OvLwJECBAgAABAgQIECCwmwKyJkCAAAECBAgQIECAAAECRQsoALfT6y8CBAgQIECAAAECBAgQIECgfAEZEiBAgAABAgQIECBAoHwBBeDy51iG7xLwPAECBAgQIECAAAECBAgQIFC+gAwJECBAgAABAgQI7IiAAvCOTLQ0CRC4XsBeAgQIECBAgAABAgQIECBAoHwBGRIgQIAAAQIEdklAAXiXZluuBAgQIDAvYJsAAQIECBAgQIAAAQIECBAoX0CGBAgQIEBg5wQUgHduyiVMgAABAgQIpMSAAAECBAgQIECAAAECBAgQKF9AhgQIENhNAQXg3Zx3WRMgQIAAAQIEdldA5gQIECBAgAABAgQIECBAgED5AjIksMMCCsA7PPlSJ0CAAAECBAgQILBrAvIlQIAAAQIECBAgQIAAAQIEyhfY9QwVgHf9FSB/AgQIECBAgAABAgQI7IaALAkQIECAAAECBAgQIECAwE4I7HgBeCfmWJIECBAgQIAAAQIECBAgQGDHBaRPgAABAgQIECBAgACB3RFQAN6duZbpVQGPCRAgQIAAAQIECBAgQIAAgfIFZEiAAAECBAgQIEBgxwQUgHdswqVLgMC5gL8JECBAgAABAgQIECBAgACB8gVkSIAAAQIECBDYRQEF4F2cdTkTIEBgtwVkT4AAAQIECBAgQIAAAQIECJQvIEMCBAgQILCzAgrAOzv1EidAgAABArsoIGcCBAgQIECAAAECBAgQIECgfAEZEiBAYLcFFIB3e/5lT4AAAQIECBDYHQGZEiBAgAABAgQIECBAgAABAuULyJAAgaQA7EVAgAABAgQIECBAgEDxAhIkQIAAAQIECBAgQIAAAQIEyheQ4bmAAvC5g78JECBAgAABAgQIECBAoEwBWREgQIAAAQIECBAgQIAAgZ0S2NEC8E7NsWQJECBAgAABAgQIECBAgMCOCkibAAECBAgQIECAAAECuyegALx7cy5jAgQIECBAgAABAgQIECBAgED5AjIkQIAAAQIECBAgsKMCCsA7OvHSJrCrAvImQIAAAQIECBAgQIAAAQIEyheQIQECBAgQIEBglwUUgHd59uVOgACB3RKQLQECBAgQIECAAAECBAgQIFC+gAwJECBAgMDOCygA7/xLAAABAgQIENgFATkSIECAAAECBAgQIECAAAEC5QvIkAABAgRCQAE4FAQBAgQIECBAgEC5AjIjQIAAAQIECBAgQIAAAQIEyheQIQEClwIKwJcUNggQIECAAAECBAgQKE1APgQIECBAgAABAgQIECBAgED5AjJ8XUAB+HUPjwgQIECAAAECBAgQIECgDAFZECBAgAABAgQIECBAgACBnRTYsQLwTs6xpAkQIECAAAECBAgQIECAwI4JSJcAAQIECBAgQIAAAQK7K6AAvLtzv3uZy5gAAQIECBAgQIAAAQIECBAoX0CGBAgQIECAAAECBHZcQAF4x18A0iewKwLyJECAAAECBAgQIECAAAECBMoXkCEBAgQIECBAgEBKCsBeBQQIECBQuoD8CBAgQIAAAQIECBAgQIAAgfIFZEiAAAECBAhcCCgAX0BoCBAgQIAAgRIF5ESAAAECBAgQIECAAAECBAiULyBDAgQIEJgXUACe17BNgAABAgQIECBQjoBMCBAgQIAAAQIECBAgQIAAgfIFZEiAwBsCCsBvkNhBgAABAgQIECCjJzu5AAAQAElEQVRAgMDQBYyfAAECBAgQIECAAAECBAgQKF9AhtcLKABf72IvAQIECBAgQIAAAQIECAxTwKgJECBAgAABAgQIECBAgMBOC+xIAXin51jyBAgQIECAAAECBAgQIEBgRwSkSYAAAQIECBAgQIAAAQIKwF4D5QvIkAABAgQIECBAgAABAgQIEChfQIYECBAgQIAAAQIECLQCCsAtg78IEChVQF4ECBAgQIAAAQIECBAgQIBA+QIyJECAAAECBAgQeCWgAPzKwhYBAgQIlCUgGwIECBAgQIAAAQIECBAgQKB8ARkSIECAAAECVwQUgK+AeEiAAAECBAiUICAHAgQIECBAgAABAgQIECBAoHwBGRIgQIDAdQIKwNep2EeAAAECBAgQIDBcASMnQIAAAQIECBAgQIAAAQIEyheQIQECbxVQAH4rjScIECBAgAABAgQIEBiagPESIECAAAECBAgQIECAAAEC5QvI8GYBBeCbfTxLgAABAgQIECBAgAABAsMQMEoCBAgQIECAAAECBAgQIEAgCxReAM4Z+iJAgAABAgQIECBAgAABAgQKF5AeAQIECBAgQIAAAQIECHQCCsCdhLY8ARkRIECAAAECBAgQIECAAAEC5QvIkAABAgQIECBAgACB1wQUgF/j8IAAgVIE5EGAAAECBAgQIECAAAECBAiULyBDAgQIECBAgACBNwUUgN80sYcAAQIEhi1g9AQIECBAgAABAgQIECBAgED5AjIkQIAAAQIE3iKgAPwWGLsJECBAgACBIQoYMwECBAgQIECAAAECBAgQIFC+gAwJECBA4CYBBeCbdDxHgAABAgQIECAwHAEjJUCAAAECBAgQIECAAAECBMoXkCEBAu8UUAB+J5EDCBAgQIAAAQIECBDou4DxESBAgAABAgQIECBAgAABAuULyPB2AgrAt3NyFAECBAgQIECAAAECBAj0U8CoCBAgQIAAAQIECBAgQIAAgTmBQgvAcxnaJECAAAECBAgQIECAAAECBAoVkBYBAgQIECBAgAABAgQIXBVQAL4q4vHwBWRAgAABAgQIECBAgAABAgQIlC8gQwIECBAgQIAAAQIErhVQAL6WxU4CBIYqYNwECBAgQIAAAQIECBAgQIBA+QIyJECAAAECBAgQeLuAAvDbbTxDgAABAsMSMFoCBAgQIECAAAECBAgQIECgfAEZEiBAgAABAu8QUAB+B5CnCRAgQIAAgSEIGCMBAgQIECBAgAABAgQIECBQvoAMCRAgQOA2AgrAt1FyDAECBAgQIECAQH8FjIwAAQIECBAgQIAAAQIECBAoX0CGBAjcWkAB+NZUDiRAgAABAgQIECBAoG8CxkOAAAECBAgQIECAAAECBAiULyDDxQQUgBfzcjQBAgQIECBAgAABAgQI9EPAKAgQIECAAAECBAgQIECAAIFrBAorAF+ToV0ECBAgQIAAAQIECBAgQIBAYQLSIUCAAAECBAgQIECAAIG3CSgAv03G/uEJGDEBAgQIECBAgAABAgQIECBQvoAMCRAgQIAAAQIECBC4UUAB+EYeTxIgMBQB4yRAgAABAgQIECBAgAABAgTKF5AhAQIECBAgQIDAuwUUgN9t5AgCBAgQ6LeA0REgQIAAAQIECBAgQIAAAQLlC8iQAAECBAgQuKWAAvAtoRxGgAABAgQI9FHAmAgQIECAAAECBAgQIECAAIHyBWRIgAABAosIKAAvouVYAgQIECBAgACB/ggYCQECBAgQIECAAAECBAgQIFC+gAwJEFhYQAF4YTInECBAgAABAgQIECCwbQHXJ0CAAAECBAgQIECAAAECBMoXkOHdBBSA7+bmLAIECBAgQIAAAQIECBDYjoCrEiBAgAABAgQIECBAgAABAjcIFFIAviFDTxEgQIAAAQIECBAgQIAAAQKFCEiDAAECBAgQIECAAAECBN4loAD8LiHP91/ACAkQIECAAAECBAgQIECAAIHyBWRIgAABAgQIECBAgMCtBBSAb8XkIAIE+ipgXAQIECBAgAABAgQIECBAgED5AjIkQIAAAQIECBC4vYAC8O2tHEmAAAEC/RIwGgIECBAgQIAAAQIECBAgQKB8ARkSIECAAAECCwooAC8I5nACBAgQIECgDwLGQIAAAQIECBAgQIAAAQIECJQvIEMCBAgQuIuAAvBd1JxDgAABAgQIECCwPQFXJkCAAAECBAgQIECAAAECBMoXkCEBAncWUAC+M50TCRAgQIAAAQIECBDYtIDrESBAgAABAgQIECBAgAABAuULyHA5AQXg5fycTYAAAQIECBAgQIAAAQKbEXAVAgQIECBAgAABAgQIECBA4BYCAy8A3yJDhxAgQIAAAQIECBAgQIAAAQIDFzB8AgQIECBAgAABAgQIELitgALwbaUc1z8BIyJAgAABAgQIECBAgAABAgTKF5AhAQIECBAgQIAAAQILCSgAL8TlYAIE+iJgHAQIECBAgAABAgQIECBAgED5AjIkQIAAAQIECBBYXEABeHEzZxAgQIDAdgVcnQABAgQIECBAgAABAgQIEChfQIYECBAgQIDAHQUUgO8I5zQCBAgQIEBgGwKuSYAAAQIECBAgQIAAAQIECJQvIEMCBAgQWEZAAXgZPecSIECAAAECBAhsTsCVCBAgQIAAAQIECBAgQIAAgfIFZEiAwNICCsBLE+qAAAECBAgQIECAAIF1C+ifAAECBAgQIECAAAECBAgQKF9AhqsRUABejaNeCBAgQIAAAQIECBAgQGA9AnolQIAAAQIECBAgQIAAAQIEFhAYaAF4gQwdSoAAAQIECBAgQIAAAQIECAxUwLAJECBAgAABAgQIECBAYFEBBeBFxRy/fQEjIECAAAECBAgQIECAAAECBMoXkCEBAgQIECBAgAABAncSUAC+E5uTCBDYloDrEiBAgAABAgQIECBAgAABAuULyJAAAQIECBAgQODuAgrAd7dzJgECBAhsVsDVCBAgQIAAAQIECBAgQIAAgfIFZEiAAAECBAgsKaAAvCSg0wkQIECAAIFNCLgGAQIECBAgQIAAAQIECBAgUL6ADAkQIEBgFQIKwKtQ1AcBAgQIECBAgMD6BPRMgAABAgQIECBAgAABAgQIlC8gQwIEViagALwySh0RIECAAAECBAgQILBqAf0RIECAAAECBAgQIECAAAEC5QvIcLUCCsCr9dQbAQIECBAgQIAAAQIECKxGQC8ECBAgQIAAAQIECBAgQIDAHQQGVgC+Q4ZOIUCAAAECBAgQIECAAAECBAYmYLgECBAgQIAAAQIECBAgcFcBBeC7yjlv8wKuSIAAAQIECBAgQIAAAQIECJQvIEMCBAgQIECAAAECBJYSUABeis/JBAhsSsB1CBAgQIAAAQIECBAgQIAAgfIFZEiAAAECBAgQILC8gALw8oZ6IECAAIH1CuidAAECBAgQIECAAAECBAgQKF9AhgQIECBAgMCKBBSAVwSpGwIECBAgQGAdAvokQIAAAQIECBAgQIAAAQIEyheQIQECBAisUkABeJWa+iJAgAABAgQIEFidgJ4IECBAgAABAgQIECBAgACB8gVkSIDAygUUgFdOqkMCBAgQIECAAAECBJYVcD4BAgQIECBAgAABAgQIECBQvoAM1yOgALweV70SIECAAAECBAgQIECAwN0EnEWAAAECBAgQIECAAAECBAgsITCQAvASGTqVAAECBAgQIECAAAECBAgQGIiAYRIgQIAAAQIECBAgQIDAsgIKwMsKOn/9Aq5AgAABAgQIECBAgAABAgQIlC8gQwIECBAgQIAAAQIEViKgALwSRp0QILAuAf0SIECAAAECBAgQIECAAAEC5QvIkAABAgQIECBAYHUCCsCrs9QTAQIECKxWQG8ECBAgQIAAAQIECBAgQIBA+QIyJECAAAECBFYsoAC8YlDdESBAgAABAqsQ0AcBAgQIECBAgAABAgQIECBQvoAMCRAgQGAdAgrA61DVJwECBAgQIECAwN0FnEmAAAECBAgQIECAAAECBAiULyBDAgTWJqAAvDZaHRMgQIAAAQIECBAgsKiA4wkQIECAAAECBAgQIECAAIHyBWS4XgEF4PX66p0AAQIECBAgQIAAAQIEbifgKAIECBAgQIAAAQIECBAgQGAFAj0vAK8gQ10QIECAAAECBAgQIECAAAECPRcwPAIECBAgQIAAAQIECBBYlYAC8Kok9bN6AT0SIECAAAECBAgQIECAAAEC5QvIkAABAgQIECBAgACBlQooAK+UU2cECKxKQD8ECBAgQIAAAQIECBAgQIBA+QIyJECAAAECBAgQWL2AAvDqTfVIgAABAssJOJsAAQIECBAgQIAAAQIECBAoX0CGBAgQIECAwJoEFIDXBKtbAgQIECBA4C4CziFAgAABAgQIECBAgAABAgTKF5AhAQIECKxTQAF4nbr6JkCAAAECBAgQuL2AIwkQIECAAAECBAgQIECAAIHyBWRIgMDaBRSA107sAgQIECBAgAABAgQIvEvA8wQIECBAgAABAgQIECBAgED5AjLcjIAC8GacXYUAAQIECBAgQIAAAQIErhewlwABAgQIECBAgAABAgQIEFihQE8LwCvMUFcECBAgQIAAAQIECBAgQIBATwUMiwABAgQIECBAgAABAgRWLaAAvGpR/S0voAcCBAgQIECAAAECBAgQIECgfAEZEiBAgAABAgQIECCwFgEF4LWw6pQAgbsKOI8AAQIECBAgQIAAAQIECBAoX0CGBAgQIECAAAEC6xNQAF6frZ4JECBAYDEBRxMgQIAAAQIECBAgQIAAAQLlC8iQAAECBAgQWLOAAvCagXVPgAABAgQI3EbAMQQIECBAgAABAgQIECBAgED5AjIkQIAAgU0IKABvQtk1CBAgQIAAAQIE3i7gGQIECBAgQIAAAQIECBAgQKB8ARkSILAxAQXgjVG7EAECBAgQIECAAAECVwU8JkCAAAECBAgQIECAAAECBMoXkOFmBRSAN+vtagQIECBAgAABAgQIECBwLuBvAgQIECBAgAABAgQIECBAYA0CPSsAryFDXRIgQIAAAQIECBAgQIAAAQI9EzAcAgQIECBAgAABAgQIEFiXgALwumT1u7iAMwgQIECAAAECBAgQIECAAIHyBWRIgAABAgQIECBAgMBaBRSA18qrcwIEbivgOAIECBAgQIAAAQIECBAgQKB8ARkSIECAAAECBAisX0ABeP3GrkCAAAECNwt4lgABAgQIECBAgAABAgQIEChfQIYECBAgQIDAhgQUgDcE7TIECBAgQIDAdQL2ESBAgAABAgQIECBAgAABAuULyJAAAQIENimgALxJbdciQIAAAQIECBB4JWCLAAECBAgQIECAAAECBAgQKF9AhgQIbFxAAXjj5C5IgAABAgQIECBAgAABAgQIECBAgAABAgQIECBAoHwBGW5HQAF4O+6uSoAAAQIECBAgQIAAgV0VkDcB26dpcAAAEABJREFUAgQIECBAgAABAgQIECCwRoGeFIDXmKGuCRAgQIAAAQIECBAgQIAAgZ4IGAYBAgQIECBAgAABAgQIrFtAAXjdwvp/t4AjCBAgQIAAAQIECBAgQIAAgfIFZEiAAAECBAgQIECAwEYEFIA3wuwiBAi8TcB+AgQIECBAgAABAgQIECBAoHwBGRIgQIAAAQIECGxOQAF4c9auRIAAAQKvC3hEgAABAgQIECBAgAABAgQIlC8gQwIECBAgQGDDAgrAGwZ3OQIECBAgQCAEBAECBAgQIECAAAECBAgQIFC+gAwJECBAYBsCCsDbUHdNAgQIECBAgMAuC8idAAECBAgQIECAAAECBAgQKF9AhgQIbE1AAXhr9C5MgAABAgQIECBAYPcEZEyAAAECBAgQIECAAAECBAiULyDD7QooAG/X39UJECBAgAABAgQIECCwKwLyJECAAAECBAgQIECAAAECBDYgsOUC8AYydAkCBAgQIECAAAECBAgQIEBgywIuT4AAAQIECBAgQIAAAQKbElAA3pS067wpYA8BAgQIECBAgAABAgQIECBQvoAMCRAgQIAAAQIECBDYqIAC8Ea5XYwAgU5AS4AAAQIECBAgQIAAAQIECJQvIEMCBAgQIECAAIHNCygAb97cFQkQILDrAvInQIAAAQIECBAgQIAAAQIEyheQIQECBAgQILAlAQXgLcG7LAECBAgQ2E0BWRMgQIAAAQIECBAgQIAAAQLlC8iQAAECBLYpoAC8TX3XJkCAAAECBAjskoBcCRAgQIAAAQIECBAgQIAAgfIFZEiAwNYFFIC3PgUGQIAAAQIECBAgQKB8ARkSIECAAAECBAgQIECAAAEC5QvIsB8CCsD9mAejIECAAAECBAgQIECAQKkC8iJAgAABAgQIECBAgAABAgQ2KLClAvAGM3QpAgQIECBAgAABAgQIECBAYEsCLkuAAAECBAgQIECAAAECmxZQAN60uOulxIAAAQIECBAgQIAAAQIECBAoX0CGBAgQIECAAAECBAhsRUABeCvsLkpgdwVkToAAAQIECBAgQIAAAQIECJQvIEMCBAgQIECAAIHtCSgAb8/elQkQILBrAvIlQIAAAQIECBAgQIAAAQIEyheQIQECBAgQILBlAQXgLU+AyxMgQIAAgd0QkCUBAgQIECBAgAABAgQIECBQvoAMCRAgQKAPAgrAfZgFYyBAgAABAgQIlCwgNwIECBAgQIAAAQIECBAgQKB8ARkSINAbAQXg3kyFgRAgQIAAAQIECBAoT0BGBAgQIECAAAECBAgQIECAQPkCMuyXgAJwv+bDaAgQIECAAAECBAgQIFCKgDwIECBAgAABAgQIECBAgACBLQhsuAC8hQxdkgABAgQIECBAgAABAgQIENiwgMsRIECAAAECBAgQIECAwLYEFIC3Jb+L15UzAQIECBAgQIAAAQIECBAgUL6ADAkQIECAAAECBAgQ2KqAAvBW+V2cwO4IyJQAAQIECBAgQIAAAQIECBAoX0CGBAgQIECAAAEC2xdQAN7+HBgBAQIESheQHwECBAgQIECAAAECBAgQIFC+gAwJECBAgACBnggoAPdkIgyDAAECBAiUKSArAgQIECBAgAABAgQIECBAoHwBGRIgQIBAnwQUgPs0G8ZCgAABAgQIEChJQC4ECBAgQIAAAQIECBAgQIBA+QIyJECgdwIKwL2bEgMiQIAAAQIECBAgMHwBGRAgQIAAAQIECBAgQIAAAQLlC8iwnwIKwP2cF6MiQIAAAQIECBAgQIDAUAWMmwABAgQIECBAgAABAgQIENiiwIYKwFvM0KUJECBAgAABAgQIECBAgACBDQm4DAECBAgQIECAAAECBAhsW0ABeNszsAvXlyMBAgQIECBAgAABAgQIECBQvoAMCRAgQIAAAQIECBDohYACcC+mwSAIlCsgMwIECBAgQIAAAQIECBAgQKB8ARkSIECAAAECBAj0R0ABuD9zYSQECBAoTUA+BAgQIECAAAECBAgQIECAQPkCMiRAgAABAgR6JqAA3LMJMRwCBAgQIFCGgCwIECBAgAABAgQIECBAgACB8gVkSIAAAQJ9FFAA7uOsGBMBAgQIECBAYMgCxk6AAAECBAgQIECAAAECBAiULyBDAgR6K6AA3NupMTACBAgQIECAAAECwxMwYgIECBAgQIAAAQIECBAgQKB8ARn2W0ABuN/zY3QECBAgQIAAAQIECBAYioBxEiBAgAABAgQIECBAgAABAj0QWHMBuAcZGgIBAgQIECBAgAABAgQIECCwZgHdEyBAgAABAgQIECBAgEBfBBSA+zITJY5DTgQIECBAgAABAgQIECBAgED5AjIkQIAAAQIECBAgQKBXAgrAvZoOgyFQjoBMCBAgQIAAAQIECBAgQIAAgfIFZEiAAAECBAgQINA/AQXg/s2JEREgQGDoAsZPgAABAgQIECBAgAABAgQIlC8gQwIECBAgQKCnAgrAPZ0YwyJAgAABAsMUMGoCBAgQIECAAAECBAgQIECgfAEZEiBAgECfBRSA+zw7xkaAAAECBAgQGJKAsRIgQIAAAQIECBAgQIAAAQLlC8iQAIHeCygA936KDJAAAQIECBAgQIBA/wWMkAABAgQIECBAgAABAgQIEChfQIbDEFAAHsY8GSUBAgQIECBAgAABAgT6KmBcBAgQIECAAAECBAgQIECAQI8E1lQA7lGGhkKAAAECBAgQIECAAAECBAisSUC3BAgQIECAAAECBAgQINA3AQXgvs1ICeORAwECBAgQIECAAAECBAgQIFC+gAwJECBAgAABAgQIEOilgAJwL6fFoAgMV8DICRAgQIAAAQIECBAgQIAAgfIFZEiAAAECBAgQINBfAQXg/s6NkREgQGBoAsZLgAABAgQIECBAgAABAgQIlC8gQwIECBAgQKDnAgrAPZ8gwyNAgAABAsMQMEoCBAgQIECAAAECBAgQIECgfAEZEiBAgMAQBBSAhzBLxkiAAAECBAgQ6LOAsREgQIAAAQIECBAgQIAAAQLlC8iQAIHBCCgAD2aqDJQAAQIECBAgQIBA/wSMiAABAgQIECBAgAABAgQIEChfQIbDElAAHtZ8GS0BAgQIECBAgAABAgT6ImAcBAgQIECAAAECBAgQIECAQA8FVlwA7mGGhkSAAAECBAgQIECAAAECBAisWEB3BAgQIECAAAECBAgQINBXAQXgvs7MEMdlzAQIECBAgAABAgQIECBAgED5AjIkQIAAAQIECBAgQKDXAgrAvZ4egyMwHAEjJUCAAAECBAgQIECAAAECBMoXkCEBAgQIECBAgED/BRSA+z9HRkiAAIG+CxgfAQIECBAgQIAAAQIECBAgUL6ADAkQIECAAIGBCCgAD2SiDJMAAQIECPRTwKgIECBAgAABAgQIECBAgACB8gVkSIAAAQJDElAAHtJsGSsBAgQIECBAoE8CxkKAAAECBAgQIECAAAECBAiULyBDAgQGJ6AAPLgpM2ACBAgQIECAAAEC2xcwAgIECBAgQIAAAQIECBAgQKB8ARkOU0ABeJjzZtQECBAgQIAAAQIECBDYloDrEiBAgAABAgQIECBAgAABAj0WWFEBuMcZGhoBAgQIECBAgAABAgQIECCwIgHdECBAgAABAgQIECBAgEDfBRSA+z5DQxifMRIgQIAAAQIECBAgQIAAAQLlC8iQAAECBAgQIECAAIFBCCgAD2KaDJJAfwWMjAABAgQIECBAgAABAgQIEChfQIYECBAgQIAAAQLDEVAAHs5cGSkBAgT6JmA8BAgQIECAAAECBAgQIECAQPkCMiRAgAABAgQGJqAAPLAJM1wCBAgQINAPAaMgQIAAAQIECBAgQIAAAQIEyheQIQECBAgMUUABeIizZswECBAgQIAAgW0KuDYBAgQIECBAgAABAgQIECBQvoAMCRAYrIAC8GCnzsAJECBAgAABAgQIbF7AFQkQIECAAAECBAgQIECAAIHyBWQ4bAEF4GHPn9ETIECAAAECBAgQIEBgUwKuQ4AAAQIECBAgQIAAAQIECAxAYMkC8AAyNEQCBAgQIECAAAECBAgQIEBgSQGnEyBAgAABAgQIECBAgMBQBBSAhzJTfRynMREgQIAAAQIECBAgQIAAAQLlC8iQAAECBAgQIECAAIFBCSgAD2q6DJZAfwSMhAABAgQIECBAgAABAgQIEChfQIYECBAgQIAAAQLDE1AAHt6cGTEBAgS2LeD6BAgQIECAAAECBAgQIECAQPkCMiRAgAABAgQGKqAAPNCJM2wCBAgQILAdAVclQIAAAQIECBAgQIAAAQIEyheQIQECBAgMWUABeMizZ+wECBAgQIAAgU0KuBYBAgQIECBAgAABAgQIECBQvoAMCRAYvIAC8OCnUAIECBAgQIAAAQIE1i/gCgQIECBAgAABAgQIECBAgED5AjIsQ0ABuIx5lAUBAgQIECBAgAABAgTWJaBfAgQIECBAgAABAgQIECBAYEACdywADyhDQyVAgAABAgQIECBAgAABAgTuKOA0AgQIECBAgAABAgQIEBiagALw0GasD+M1BgIECBAgQIAAAQIECBAgQKB8ARkSIECAAAECBAgQIDBIAQXgQU6bQRPYnoArEyBAgAABAgQIECBAgAABAuULyJAAAQIECBAgQGC4AgrAw507IydAgMCmBVyPAAECBAgQIECAAAECBAgQKF9AhgQIECBAgMDABRSABz6Bhk+AAAECBDYj4CoECBAgQIAAAQIECBAgQIBA+QIyJECAAIESBBSAS5hFORAgQIAAAQIE1imgbwIECBAgQIAAAQIECBAgQKB8ARkSIFCMgAJwMVMpEQIECBAgQIAAAQKrF9AjAQIECBAgQIAAAQIECBAgUL6ADMsSUAAuaz5lQ4AAAQIECBAgQIAAgVUJ6IcAAQIECBAgQIAAAQIECBAYoMCCBeABZmjIBAgQIECAAAECBAgQIECAwIICDidAgAABAgQIECBAgACBoQooAA915rYxbtckQIAAAQIECBAgQIAAAQIEyheQIQECBAgQIECAAAECgxZQAB709Bk8gc0JuBIBAgQIECBAgAABAgQIECBQvoAMCRAgQIAAAQIEhi+gADz8OZQBAQIE1i2gfwIECBAgQIAAAQIECBAgQKB8ARkSIECAAAEChQgoABcykdIgQIAAAQLrEdArAQIECBAgQIAAAQIECBAgUL6ADAkQIECgJAEF4JJmUy4ECBAgQIAAgVUK6IsAAQIECBAgQIAAAQIECBAoX0CGBAgUJ6AAXNyUSogAAQIECBAgQIDA8gJ6IECAAAECBAgQIECAAAECBMoXkGGZAgrAZc6rrAgQIECAAAECBAgQIHBXAecRIECAAAECBAgQIECAAAECAxa4ZQF4wBkaOgECBAgQIECAAAECBAgQIHBLAYcRIECAAAECBAgQIECAwNAFFICHPoObGL9rECBAgAABAtTWkGUAABAASURBVAQIECBAgAABAuULyJAAAQIECBAgQIAAgSIEFICLmEZJEFifgJ4JECBAgAABAgQIECBAgACB8gVkSIAAAQIECBAgUI6AAnA5cykTAgQIrFpAfwQIECBAgAABAgQIECBAgED5AjIkQIAAAQIEChNQAC5sQqVDgAABAgRWI6AXAgQIECBAgAABAgQIECBAoHwBGRIgQIBAiQIKwCXOqpwIECBAgAABAssIOJcAAQIECBAgQIAAAQIECBAoX0CGBAgUK6AAXOzUSowAAQIECBAgQIDA4gLOIECAAAECBAgQIECAAAECBMoXkGHZAgrAZc+v7AgQIECAAAECBAgQIHBbAccRIECAAAECBAgQIECAAAECBQi8owBcQIZSIECAAAECBAgQIECAAAECBN4h4GkCBAgQIECAAAECBAgQKEVAAbiUmVxHHvokQIAAAQIECBAgQIAAAQIEyheQIQECBAgQIECAAAECRQkoABc1nZIhsDoBPREgQIAAAQIECBAgQIAAAQLlC8iQAAECBAgQIECgPAEF4PLmVEYECBBYVsD5BAgQIECAAAECBAgQIECAQPkCMiRAgAABAgQKFVAALnRipUWAAAECBO4m4CwCBAgQIECAAAECBAgQIECgfAEZEiBAgEDJAgrAJc+u3AgQIECAAAECiwg4lgABAgQIECBAgAABAgQIEChfQIYECBQvoABc/BRLkAABAgQIECBAgMC7BRxBgAABAgQIECBAgAABAgQIlC8gw90QUADejXmWJQECBAgQIECAAAECBN4mYD8BAgQIECBAgAABAgQIECBQkMBbCsAFZSgVAgQIECBAgAABAgQIECBA4C0CdhMgQIAAAQIECBAgQIBAaQIKwKXN6Cry0QcBAgQIECBAgAABAgQIECBQvoAMCRAgQIAAAQIECBAoUkABuMhplRSBuws4kwABAgQIECBAgAABAgQIEChfQIYECBAgQIAAAQLlCigAlzu3MiNAgMCiAo4nQIAAAQIECBAgQIAAAQIEyheQIQECBAgQIFC4gAJw4RMsPQIECBAgcDsBRxEgQIAAAQIECBAgQIAAAQLlC8iQAAECBHZBQAF4F2ZZjgQIECBAgACBmwQ8R4AAAQIECBAgQIAAAQIECJQvIEMCBHZGQAF4Z6ZaogQIECBAgAABAgTeFLCHAAECBAgQIECAAAECBAgQKF9AhrsloAC8W/MtWwL/m707b24bydNF/UtQoqhdthYvomSX97Wq2tU9c6bnzI25Efd8/89zo8fkQVKWLduSTElcgMTDFkQSBBL5Pumuf94ARYAAAQIECBAgQIAAAQIECBAoX0BCAgQIECBAgACBDgsogDu8+KITINA1AXkJECBAgAABAgQIECBAgACB8gUkJECAAAECBLouoADu+r8A+QkQIECgGwJSEiBAgAABAgQIECBAgAABAuULSEiAAAECBGoBBXCN4IcAAQIECBAgULKAbAQIECBAgAABAgQIECBAgED5AhISIEDgXEABfC7hmQABAgQIECBAgEB5AhIRIECAAAECBAgQIECAAAEC5QtISOA7AQXwdxzeECBAgAABAgQIECBAoBQBOQgQIECAAAECBAgQIECAAIHyBX5OqAD+2cQeAgQIECBAgAABAgQIECDQbgGzJ0CAAAECBAgQIECAAIHOCiiAO7T0ohIgQIAAAQIECBAgQIAAAQLlC0hIgAABAgQIECBAgEC3BRTA3V5/6bsjICkBAgQIECBAgAABAgQIECBQvoCEBAgQIECAAAECBEIB7B8BAQIEihcQkAABAgQIECBAgAABAgQIEChfQEICBAgQIECAwJmAAvjMwW8CBAgQIFCmgFQECBAgQIAAAQIECBAgQIBA+QISEiBAgACBCwIK4AsYXhIgQIAAAQIEShKQhQABAgQIECBAgAABAgQIEChfQEICBAj8KKAA/lHEewIECBAgQIAAAQLtF5CAAAECBAgQIECAAAECBAgQKF9AQgKXCiiAL2WxkwABAgQIECBAgAABAm0VMG8CBAgQIECAAAECBAgQIECgfIGrEyqAr7bxCQECBAgQIECAAAECBAgQaJeA2RIgQIAAAQIECBAgQIBA5wUUwB34JyAiAQIECBAgQIAAAQIECBAgUL6AhAQIECBAgAABAgQIEMgCCuCsYCNQroBkBAgQIECAAAECBAgQIECAQPkCEhIgQIAAAQIECBD4KqAA/krhBQECBEoTkIcAAQIECBAgQIAAAQIECBAoX0BCAgQIECBAgMD3Agrg7z28I0CAAAECZQhIQYAAAQIECBAgQIAAAQIECJQvICEBAgQIELhEQAF8CYpdBAgQIECAAIE2C5g7AQIECBAgQIAAAQIECBAgUL6AhAQIELhKQAF8lYz9BAgQIECAAAECBNonYMYECBAgQIAAAQIECBAgQIBA+QISErhWQAF8LY8PCRAgQIAAAQIECBAg0BYB8yRAgAABAgQIECBAgAABAgTKF/h1QgXwr40cQYAAAQIECBAgQIAAAQIEmi1gdgQIECBAgAABAgQIECBA4IuAAvgLRIlPMhEgQIAAAQIECBAgQIAAAQLlC0hIgAABAgQIECBAgACBiwIK4IsaXhMoR0ASAgQIECBAgAABAgQIECBAoHwBCQkQIECAAAECBAj8JKAA/onEDgIECLRdwPwJECBAgAABAgQIECBAgACB8gUkJECAAAECBAhcLqAAvtzFXgIECBAg0E4BsyZAgAABAgQIECBAgAABAgTKF5CQAAECBAhcI6AAvgbHRwQIECBAgACBNgmYKwECBAgQIECAAAECBAgQIFC+gIQECBD4lYAC+FdCPidAgAABAgQIECDQfAEzJECAAAECBAgQIECAAAECBMoXkJDAVAIK4KmYHESAAAECBAgQIECAAIGmCpgXAQIECBAgQIAAAQIECBAgUL7A9AkVwNNbOZIAAQIECBAgQIAAAQIECDRLwGwIECBAgAABAgQIECBAgMAPAgrgH0BKeCsDAQIECBAgQIAAAQIECBAgUL6AhAQIECBAgAABAgQIELhMQAF8mYp9BNorYOYECBAgQIAAAQIECBAgQIBA+QISEiBAgAABAgQIELhSQAF8JY0PCBAg0DYB8yVAgAABAgQIECBAgAABAgTKF5CQAAECBAgQIHC9gAL4eh+fEiBAgACBdgiYJQECBAgQIECAAAECBAgQIFC+gIQECBAgQGAKAQXwFEgOIUCAAAECBAg0WcDcCBAgQIAAAQIECBAgQIAAgfIFJCRAgMC0AgrgaaUcR4AAAQIECBAgQKB5AmZEgAABAgQIECBAgAABAgQIlC8gIYEbCSiAb8TlYAIECBAgQIAAAQIECDRFwDwIECBAgAABAgQIECBAgACB8gVunlABfHMzZxAgQIAAAQIECBAgQIAAgeUKuDoBAgQIECBAgAABAgQIELhCQAF8BUwbd5szAQIECBAgQIAAAQIECBAgUL6AhAQIECBAgAABAgQIELhOQAF8nY7PCLRHwEwJECBAgAABAgQIECBAgACB8gUkJECAAAECBAgQIPBLAQXwL4kcQIAAgaYLmB8BAgQIECBAgAABAgQIECBQvoCEBAgQIECAAIHpBBTA0zk5igABAgQINFPArAgQIECAAAECBAgQIECAAIHyBSQkQIAAAQI3EFAA3wDLoQQIECBAgACBJgmYCwECBAgQIECAAAECBAgQIFC+gIQECBC4qYAC+KZijidAgAABAgQIECCwfAEzIECAAAECBAgQIECAAAECBMoXkJDArQQUwLdicxIBAgQIECBAgAABAgSWJeC6BAgQIECAAAECBAgQIECAQPkCt0+oAL69nTMJECBAgAABAgQIECBAgMBiBVyNAAECBAgQIECAAAECBAj8QkAB/AugNnxsjgQIECBAgAABAgQIECBAgED5AhISIECAAAECBAgQIEBgGgEF8DRKjiHQXAEzI0CAAAECBAgQIECAAAECBMoXkJAAAQIECBAgQIDA1AIK4KmpHEiAAIGmCZgPAQIECBAgQIAAAQIECBAgUL6AhAQIECBAgACBmwkogG/m5WgCBAgQINAMAbMgQIAAAQIECBAgQIAAAQIEyheQkAABAgQI3EJAAXwLNKcQIECAAAECBJYp4NoECBAgQIAAAQIECBAgQIBA+QISEiBA4LYCCuDbyjmPAAECBAgQIECAwOIFXJEAAQIECBAgQIAAAQIECBAoX0BCAncSUADfic/JBAgQIECAAAECBAgQWJSA6xAgQIAAAQIECBAgQIAAAQLlC9w9oQL47oZGIECAAAECBAgQIECAAAEC8xUwOgECBAgQIECAAAECBAgQmFJAATwlVBMPMycCBAgQIECAAAECBAgQIECgfAEJCRAgQIAAAQIECBAgcBMBBfBNtBxLoDkCZkKAAAECBAgQIECAAAECBAiULyAhAQIECBAgQIAAgRsLKIBvTOYEAgQILFvA9QkQIECAAAECBAgQIECAAIHyBSQkQIAAAQIECNxOQAF8OzdnESBAgACB5Qi4KgECBAgQIECAAAECBAgQIFC+gIQECBAgQOAOAgrgO+A5lQABAgQIECCwSAHXIkCAAAECBAgQIECAAAECBMoXkJAAAQJ3FVAA31XQ+QQIECBAgAABAgTmL+AKBAgQIECAAAECBAgQIECAQPkCEhKYiYACeCaMBiFAgAABAgQIECBAgMC8BIxLgAABAgQIECBAgAABAgQIlC8wu4QK4NlZGokAAQIECBAgQIAAAQIECMxWwGgECBAgQIAAAQIECBAgQOCGAgrgG4I14XBzIECAAAECBAgQIECAAAECBMoXkJAAAQIECBAgQIAAAQK3EVAA30bNOQSWJ+DKBAgQIECAAAECBAgQIECAQPkCEhIgQIAAAQIECBC4tYAC+NZ0TiRAgMCiBVyPAAECBAgQIECAAAECBAgQKF9AQgIECBAgQIDA3QQUwHfzczYBAgQIEFiMgKsQIECAAAECBAgQIECAAAEC5QtISIAAAQIEZiCgAJ4BoiEIECBAgAABAvMUMDYBAgQIECBAgAABAgQIECBQvoCEBAgQmJWAAnhWksYhQIAAAQIECBAgMHsBIxIgQIAAAQIECBAgQIAAAQLlC0hIYKYCCuCZchqMAAECBAgQIECAAAECsxIwDgECBAgQIECAAAECBAgQIFC+wOwTKoBnb2pEAgQIECBAgAABAgQIECBwNwFnEyBAgAABAgQIECBAgACBWwoogG8Jt4zTXJMAAQIECBAgQIAAAQIECBAoX0BCAgQIECBAgAABAgQI3EVAAXwXPecSWJyAKxEgQIAAAQIECBAgQIAAAQLlC0hIgAABAgQIECBA4M4CCuA7ExqAAAEC8xYwPgECBAgQIECAAAECBAgQIFC+gIQECBAgQIAAgdkIKIBn42gUAgQIECAwHwGjEiBAgAABAgQIECBAgAABAuULSEiAAAECBGYooAAgupqnAAAQAElEQVSeIaahCBAgQIAAAQKzFDAWAQIECBAgQIAAAQIECBAgUL6AhAQIEJi1gAJ41qLGI0CAAAECBAgQIHB3ASMQIECAAAECBAgQIECAAAEC5QtISGAuAgrgubAalAABAgQIECBAgAABArcVcB4BAgQIECBAgAABAgQIECBQvsD8EiqA52drZAIECBAgQIAAAQIECBAgcDMBRxMgQIAAAQIECBAgQIAAgTsKKIDvCLiI012DAAECBAgQIECAAAECBAgQKF9AQgIECBAgQIAAAQIECMxCQAE8C0VjEJifgJEJECBAgAABAgQIECBAgACB8gUkJECAAAECBAgQIDAzAQXwzCgNRIAAgVkLGI8AAQIECBAgQIAAAQIECBAoX0BCAgQIECBAgMBsBRTAs/U0GgECBAgQmI2AUQgQIECAAAECBAgQIECAAIHyBSQkQIAAAQJzEFAAzwHVkAQIECBAgACBuwg4lwABAgQIECBAgAABAgQIEChfQEICBAjMS0ABPC9Z4xIgQIAAAQIECBC4uYAzCBAgQIAAAQIECBAgQIAAgfIFJCQwVwEF8Fx5DU6AAAECBAgQIECAAIFpBRxHgAABAgQIECBAgAABAgQIlC8w/4QK4PkbuwIBAgQIECBAgAABAgQIELhewKcECBAgQIAAAQIECBAgQGBGAgrgGUHOYxhjEiBAgAABAgQIECBAgAABAuULSEiAAAECBAgQIECAAIFZCiiAZ6lpLAKzEzASAQIECBAgQIAAAQIECBAgUL6AhAQIECBAgAABAgRmLqAAnjmpAQkQIHBXAecTIECAAAECBAgQIECAAAEC5QtISIAAAQIECBCYj4ACeD6uRiVAgAABArcTcBYBAgQIECBAgAABAgQIECBQvoCEBAgQIEBgjgIK4DniGpoAAQIECBAgcBMBxxIgQIAAAQIECBAgQIAAAQLlC0hIgACBeQsogOctbHwCBAgQIECAAAECvxZwBAECBAgQIECAAAECBAgQIFC+gIQEFiKgAF4Is4sQIECAAAECBAgQIEDgKgH7CRAgQIAAAQIECBAgQIAAgfIFFpdQAbw4a1ciQIAAAQIECBAgQIAAAQLfC3hHgAABAgQIECBAgAABAgRmLKAAnjHoLIYzBgECBAgQIECAAAECBAgQIFC+gIQECBAgQIAAAQIECBCYh4ACeB6qxiRwewFnEiBAgAABAgQIECBAgAABAuULSEiAAAECBAgQIEBgbgIK4LnRGpgAAQI3FXA8AQIECBAgQIAAAQIECBAgUL6AhAQIECBAgACB+QoogOfra3QCBAgQIDCdgKMIECBAgAABAgQIECBAgACB8gUkJECAAAECCxBQAC8A2SUIECBAgAABAtcJ+IwAAQIECBAgQIAAAQIECBAoX0BCAgQILEpAAbwoadchQIAAAQIECBAg8LOAPQQIECBAgAABAgQIECBAgED5AhISWKiAAnih3C5GgAABAgQIECBAgACBcwHPBAgQIECAAAECBAgQIECAQPkCi0+oAF68uSsSIECAAAECBAgQIECAQNcF5CdAgAABAgQIECBAgAABAnMSUADPCfY2wzqHAAECBAgQIECAAAECBAgQKF9AQgIECBAgQIAAAQIECMxTQAE8T11jE5hewJEECBAgQIAAAQIECBAgQIBA+QISEiBAgAABAgQIEJi7gAJ47sQuQIAAgV8J+JwAAQIECBAgQIAAAQIECBAoX0BCAgQIECBAgMBiBBTAi3F2FQIECBAgcLmAvQQIECBAgAABAgQIECBAgED5AhISIECAAIEFCiiAF4jtUgQIECBAgACBiwJeEyBAgAABAgQIECBAgAABAuULSEiAAIFFCyiAFy3uegQIECBAgAABAgQiGBAgQIAAAQIECBAgQIAAAQLlC0hIYCkCCuClsLsoAQIECBAgQIAAAQLdFZCcAAECBAgQIECAAAECBAgQKF9geQkVwMuzd2UCBAgQIECAAAECBAgQ6JqAvAQIECBAgAABAgQIECBAYM4CCuA5A08zvGMIECBAgAABAgQIECBAgACB8gUkJECAAAECBAgQIECAwCIEFMCLUHYNAlcL+IQAAQIECBAgQIAAAQIECBAoX0BCAgQIECBAgAABAgsTUAAvjNqFCBAg8KOA9wQIECBAgAABAgQIECBAgED5AhISIECAAAECBBYroABerLerESBAgACBMwG/CRAgQIAAAQIECBAgQIAAgfIFJCRAgAABAksQUAAvAd0lCRAgQIAAgW4LSE+AAAECBAgQIECAAAECBAiULyAhAQIEliWgAF6WvOsSIECAAAECBAh0UUBmAgQIECBAgAABAgQIECBAoHwBCQksVUABvFR+FydAgAABAgQIECBAoDsCkhIgQIAAAQIECBAgQIAAAQLlCyw/oQJ4+WtgBgQIECBAgAABAgQIECBQuoB8BAgQIECAAAECBAgQIEBgQQIK4AVBX3YZ+wgQIECAAAECBAgQIECAAIHyBSQkQIAAAQIECBAgQIDAIgUUwIvUdi0C3wS8IkCAAAECBAgQIECAAAECBMoXkJAAAQIECBAgQIDAwgUUwAsnd0ECBAgQIECAAAECBAgQIECAAAECBMoXkJAAAQIECBAgsBwBBfBy3F2VAAECBLoqIDcBAgQIECBAgAABAgQIECBQvoCEBAgQIEBgiQIK4CXiuzQBAgQIECDQLQFpCRAgQIAAAQIECBAgQIAAgfIFJCRAgMCyBRTAy14B1ydAgAABAgQIEOiCgIwECBAgQIAAAQIECBAgQIBA+QISEmiEgAK4EctgEgQIECBAgAABAgQIlCsgGQECBAgQIECAAAECBAgQIFC+QHMSKoCbsxZmQoAAAQIECBAgQIAAAQKlCchDgAABAgQIECBAgAABAgQWLKAAXjB4vpyNAAECBAgQIECAAAECBAgQKF9AQgIECBAgQIAAAQIECCxDQAG8DHXX7LKA7AQIECBAgAABAgQIECBAgED5AhISIECAAAECBAgQWJqAAnhp9C5MgED3BCQmQIAAAQIECBAgQIAAAQIEyheQkAABAgQIECCwXAEF8HL9XZ0AAQIEuiIgJwECBAgQIECAAAECBAgQIFC+gIQECBAgQKABAgrgBiyCKRAgQIAAAQJlC0hHgAABAgQIECBAgAABAgQIlC8gIQECBJoioABuykqYBwECBAgQIECAQIkCMhEgQIAAAQIECBAgQIAAAQLlC0hIoFECCuBGLYfJECBAgAABAgQIECBQjoAkBAgQIECAAAECBAgQIECAQPkCzUuoAG7empgRAQIECBAgQIAAAQIECLRdwPwJECBAgAABAgQIECBAgMCSBBTAC4R3KQIECBAgQIAAAQIECBAgQKB8AQkJECBAgAABAgQIECCwTAEF8DL1XbtLArISIECAAAECBAgQIECAAAEC5QtISIAAAQIECBAgQGDpAgrgpS+BCRAgUL6AhAQIECBAgAABAgQIECBAgED5AhISIECAAAECBJohoABuxjqYBQECBAiUKiAXAQIECBAgQIAAAQIECBAgUL6AhAQIECBAoEECCuAGLYapECBAgAABAmUJSEOAAAECBAgQIECAAAECBAiULyAhAQIEmiagAG7aipgPAQIECBAgQIBACQIyECBAgAABAgQIECBAgAABAuULSEigkQIK4EYui0kRIECAAAECBAgQINBeATMnQIAAAQIECBAgQIAAAQIEyhdobkIFcHPXxswIECBAgAABAgQIECBAoG0C5kuAAAECBAgQIECAAAECBJYsoABewAK4BAECBAgQIECAAAECBAgQIFC+gIQECBAgQIAAAQIECBBogoACuAmrYA4lC8hGgAABAgQIECBAgAABAgQIlC8gIQECBAgQIECAAIHGCCiAG7MUJkKAQHkCEhEgQIAAAQIECBAgQIAAAQLlC0hIgAABAgQIEGiWgAK4WethNgQIECBQioAcBAgQIECAAAECBAgQIECAQPkCEhIgQIAAgQYKKIAbuCimRIAAAQIECLRbwOwJECBAgAABAgQIECBAgACB8gUkJECAQFMFFMBNXRnzIkCAAAECBAgQaKOAORMgQIAAAQIECBAgQIAAAQLlC0hIoNECCuBGL4/JESBAgAABAgQIECDQHgEzJUCAAAECBAgQIECAAAECBMoXaH5CBXDz18gMCRAgQIAAAQIECBAgQKDpAuZHgAABAgQIECBAgAABAgQaIqAAnuNCGJoAAQIECBAgQIAAAQIECBAoX0BCAgQIECBAgAABAgQINElAAdyk1TCXkgRkIUCAAAECBAgQIECAAAECBMoXkJAAAQIECBAgQIBA4wQUwI1bEhMiQKD9AhIQIECAAAECBAgQIECAAAEC5QtISIAAAQIECBBopoACuJnrYlYECBAg0FYB8yZAgAABAgQIECBAgAABAgTKF5CQAAECBAg0WEAB3ODFMTUCBAgQIECgXQJmS4AAAQIECBAgQIAAAQIECJQvICEBAgSaLqAAbvoKmR8BAgQIECBAgEAbBMyRAAECBAgQIECAAAECBAgQKF9AQgKtEFAAt2KZTJIAAQIECBAgQIAAgeYKmBkBAgQIECBAgAABAgQIECBQvkB7EiqA27NWZkqAAAECBAgQIECAAAECTRMwHwIECBAgQIAAAQIECBAg0DABBfAcFsSQBAgQIECAAAECBAgQIECAQPkCEhIgQIAAAQIECBAgQKCJAgrgJq6KObVZwNwJECBAgAABAgQIECBAgACB8gUkJECAAAECBAgQINBYAQVwY5fGxAgQaJ+AGRMgQIAAAQIECBAgQIAAAQLlC0hIgAABAgQIEGi2gAK42etjdgQIECDQFgHzJECAAAECBAgQIECAAAECBMoXkJAAAQIECLRAQAHcgkUyRQIECBAgQKDZAmZHgAABAgQIECBAgAABAgQIlC8gIQECBNoioABuy0qZJwECBAgQIECAQBMFzIkAAQIECBAgQIAAAQIECBAoX0BCAq0SUAC3arlMlgABAgQIECBAgACB5giYCQECBAgQIECAAAECBAgQIFC+QPsSKoDbt2ZmTIAAAQIECBAgQIAAAQLLFnB9AgQIECBAgAABAgQIECDQUAEF8AwXxlAECBAgQIAAAQIECBAgQIBA+QISEiBAgAABAgQIECBAoMkCCuAmr465tUnAXAkQIECAAAECBAgQIECAAIHyBSQkQIAAAQIECBAg0HgBBXDjl8gECRBovoAZEiBAgAABAgQIECBAgAABAuULSEiAAAECBAgQaIeAArgd62SWBAgQINBUAfMiQIAAAQIECBAgQIAAAQIEyheQkAABAgQItEhAAdyixTJVAgQIECBAoFkCZkOAAAECBAgQIECAAAECBAiULyAhAQIE2iagAG7bipkvAQIECBAgQIBAEwTMgQABAgQIECBAgAABAgQIEChfQEICrRRQALdy2UyaAAECBAgQIECAAIHlCbgyAQIETX57owAAEABJREFUCBAgQIAAAQIECBAgUL5AexMqgNu7dmZOgAABAgQIECBAgAABAosWcD0CBAgQIECAAAECBAgQINBwAQXwDBbIEAQIECBAgAABAgQIECBAgED5AhISIECAAAECBAgQIECgDQIK4Daskjk2WcDcCBAgQIAAAQIECBAgQIAAgfIFJCRAgAABAgQIECDQGgEFcGuWykQJEGiegBkRIECAAAECBAgQIECAAAEC5QtISIAAAQIECBBol4ACuF3rZbYECBAg0BQB8yBAgAABAgQIECBAgAABAgTKF5CQAAECBAi0UEAB3MJFM2UCBAgQIEBguQKuToAAAQIECBAgQIAAAQIECJQvICEBAgTaKqAAbuvKmTcBAgQIECBAgMAyBFyTAAECBAgQIECAAAECBAgQKF9AQgKtFlAAt3r5TJ4AAQIECBAgQIAAgcUJuBIBAgQIECBAgAABAgQIECBQvkD7EyqA27+GEhAgQIAAAQIECBAgQIDAvAWMT4AAAQIECBAgQIAAAQIEWiKgAL7DQjmVAAECBAgQIECAAAECBAgQKF9AQgIECBAgQIAAAQIECLRJQAHcptUy1yYJmAsBAgQIECBAgAABAgQIECBQvoCEBAgQIECAAAECBFonoABu3ZKZMAECyxcwAwIECBAgQIAAAQIECBAgQKB8AQkJECBAgAABAu0UUAC3c93MmgABAgSWJeC6BAgQIECAAAECBAgQIECAQPkCEhIgQIAAgRYLKIBbvHimToAAAQIECCxWwNUIECBAgAABAgQIECBAgACB8gUkJECAQNsFFMBtX0HzJ0CAAAECBAgQWISAaxAgQIAAAQIECBAgQIAAAQLlC0hIoAgBBXARyygEAQIECBAgQIAAAQLzEzAyAQIECBAgQIAAAQIECBAgUL5AOQkVwOWspSQECBAgQIAAAQIECBAgMGsB4xEgQIAAAQIECBAgQIAAgZYJKIBvsWBOIUCAAAECBAgQIECAAAECBMoXkJAAAQIECBAgQIAAAQJtFFAAt3HVzHmZAq5NgAABAgQIECBAgAABAgQIlC8gIQECBAgQIECAAIHWCiiAW7t0Jk6AwOIFXJEAAQIECBAgQIAAAQIECBAoX0BCAgQIECBAgEC7BRTA7V4/sydAgACBRQm4DgECBAgQIECAAAECBAgQIFC+gIQECBAgQKAAAQVwAYsoAgECBAgQIDBfAaMTIECAAAECBAgQIECAAAEC5QtISIAAgVIEFMClrKQcBAgQIECAAAEC8xAwJgECBAgQIECAAAECBAgQIFC+gIQEihJQABe1nMIQIECAAAECBAgQIDA7ASMRIECAAAECBAgQIECAAAEC5QuUl1ABXN6aSkSAAAECBAgQIECAAAECdxVwPgECBAgQIECAAAECBAgQaKmAAvgGC+dQAgQIECBAgAABAgQIECBAoHwBCQkQIECAAAECBAgQINBmAQVwm1fP3Bcp4FoECBAgQIAAAQIECBAgQIBA+QISEiBAgAABAgQIEGi9gAK49UsoAAEC8xdwBQIECBAgQIAAAQIECBAgQKB8AQkJECBAgAABAmUIKIDLWEcpCBAgQGBeAsYlQIAAAQIECBAgQIAAAQIEyheQkAABAgQIFCSgAC5oMUUhQIAAAQIEZitgNAIECBAgQIAAAQIECBAgQKB8AQkJECBQmoACuLQVlYcAAQIECBAgQGAWAsYgQIAAAQIECBAgQIAAAQIEyheQkECRAgrgIpdVKAIECBAgQIAAAQIEbi/gTAIECBAgQIAAAQIECBAgQKB8gXITKoDLXVvJCBAgQIAAAQIECBAgQOCmAo4nQIAAAQIECBAgQIAAAQItF1AAT7GADiFAgAABAgQIECBAgAABAgTKF5CQAAECBAgQIECAAAECJQgogEtYRRnmKWBsAgQIECBAgAABAgQIECBAoHwBCQkQIECAAAECBAgUI6AALmYpBSFAYPYCRiRAgAABAgQIECBAgAABAgTKF5CQAAECBAgQIFCWgAK4rPWUhgABAgRmJWAcAgQIECBAgAABAgQIECBAoHwBCQkQIECAQIECCuACF1UkAgQIECBA4G4CziZAgAABAgQIECBAgAABAgTKF5CQAAECpQoogEtdWbkIECBAgAABAgRuI+AcAgQIECBAgAABAgQIECBAoHwBCQkULaAALnp5hSNAgAABAgQIECBAYHoBRxIgQIAAAQIECBAgQIAAAQLlC5SfUAFc/hpLSIAAAQIECBAgQIAAAQK/EvA5AQIECBAgQIAAAQIECBAoREABfM1C+ogAAQIECBAgQIAAAQIECBAoX0BCAgQIECBAgAABAgQIlCSgAC5pNWWZpYCxCBAgQIAAAQIECBAgQIAAgfIFJCRAgAABAgQIECBQnIACuLglFYgAgbsLGIEAAQIECBAgQIAAAQIECBAoX0BCAgQIECBAgECZAgrgMtdVKgIECBC4rYDzCBAgQIAAAQIECBAgQIAAgfIFJCRAgAABAgULKIALXlzRCBAgQIAAgZsJOJoAAQIECBAgQIAAAQIECBAoX0BCAgQIlC6gAC59heUjQIAAAQIECBCYRsAxBAgQIECAAAECBAgQIECAQPkCEhLohIACuBPLLCQBAgQIECBAgAABAlcL+IQAAQIECBAgQIAAAQIECBAoX6A7CRXA3VlrSQkQIECAAAECBAgQIEDgRwHvCRAgQIAAAQIECBAgQIBAYQIK4EsW1C4CBAgQIECAAAECBAgQIECgfAEJCRAgQIAAAQIECBAgUKKAArjEVZXpLgLOJUCAAAECBAgQIECAAAECBMoXkJAAAQIECBAgQIBAsQIK4GKXVjACBG4u4AwCBAgQIECAAAECBAgQIECgfAEJCRAgQIAAAQJlCyiAy15f6QgQIEBgWgHHESBAgAABAgQIECBAgAABAuULSEiAAAECBDogoADuwCKLSIAAAQIECFwv4FMCBAgQIECAAAECBAgQIECgfAEJCRAg0BUBBXBXVlpOAgQIECBAgACBywTsI0CAAAECBAgQIECAAAECBMoXkJBApwQUwJ1abmEJECBAgAABAgQIEPgm4BUBAgQIECBAgAABAgQIECBQvkD3EiqAu7fmEhMgQIAAAQIECBAgQIAAAQIECBAgQIAAAQIECBAgUKiAAvjCwnpJgAABAgQIECBAgAABAgQIlC8gIQECBAgQIECAAAECBEoWUACXvLqy3UTAsQQIECBAgAABAgQIECBAgED5AhISIECAAAECBAgQKF5AAVz8EgtIgMCvBRxBgAABAgQIECBAgAABAgQIlC8gIQECBAgQIECgGwIK4G6ss5QECBAgcJWA/QQIECBAgAABAgQIECBAgED5AhISIECAAIEOCSiAO7TYohIgQIAAAQLfC3hHgAABAgQIECBAgAABAgQIlC8gIQECBLomoADu2orLS4AAAQIECBAgkAVsBAgQIECAAAECBAgQIECAQPkCEhLopIACuJPLLjQBAgQIECBAgACBLgvIToAAAQIECBAgQIAAAQIECJQv0N2ECuDurr3kBAgQIECAAAECBAgQ6J6AxAQIECBAgAABAgQIECBAoHABBXBEFL7G4hEgQIAAAQIECBAgQIAAAQIRAYEAAQIECBAgQIAAAQJdEFAAd2GVZbxOwGcECBAgQIAAAQIECBAgQIBA+QISEiBAgAABAgQIEOiMgAK4M0stKAECPwvYQ4AAAQIECBAgQIAAAQIECJQvICEBAgQIECBAoFsCCuBurbe0BAgQIHAu4JkAAQIECBAgQIAAAQIECBAoX0BCAgQIECDQQQEFcAcXXWQCBAgQINB1AfkJECBAgAABAgQIECBAgACB8gUkJECAQFcFFMBdXXm5CRAgQIAAAQLdFJCaAAECBAgQIECAAAECBAgQKF9AQgKdFlAAd3r5hSdAgAABAgQIECDQJQFZCRAgQIAAAQIECBAgQIAAgfIFJFQA+zdAgAABAgQIECBAgAABAuULSEiAAAECBAgQIECAAAECBDoi0OkCuCNrLCYBAgQIECBAgAABAgQIEOi0gPAECBAgQIAAAQIECBDokoACuEurLetFAa8JECBAgAABAgQIECBAgACB8gUkJECAAAECBAgQINA5AQVw55ZcYAIEIhgQIECAAAECBAgQIECAAAEC5QtISIAAAQIECBDopoACuJvrLjUBAgS6KyA5AQIECBAgQIAAAQIECBAgUL6AhAQIECBAoMMCCuAOL77oBAgQIECgawLyEiBAgAABAgQIECBAgAABAuULSEiAAIGuCyiAu/4vQH4CBAgQIECAQDcEpCRAgAABAgQIECBAgAABAgTKF5CQAIFaQAFcI/ghQIAAAQIECBAgQKBkAdkIECBAgAABAgQIECBAgACB8gUkPBdQAJ9LeCZAgAABAgQIECBAgACB8gQkIkCAAAECBAgQIECAAAECHRPoZAHcsTUWlwABAgQIECBAgAABAgQIdFJAaAIECBAgQIAAAQIECHRRQAHcxVXvdmbpCRAgQIAAAQIECBAgQIAAgfIFJCRAgAABAgQIECDQWQEFcGeXXnACXRSQmQABAgQIECBAgAABAgQIEChfQEICBAgQIECAQLcFFMDdXn/pCRAg0B0BSQkQIECAAAECBAgQIECAAIHyBSQkQIAAAQIEQgHsHwEBAgQIECBQvICABAgQIECAAAECBAgQIECAQPkCEhIgQIDAmYAC+MzBbwIECBAgQIAAgTIFpCJAgAABAgQIECBAgAABAgTKF5CQAIELAgrgCxheEiBAgAABAgQIECBQkoAsBAgQIECAAAECBAgQIECAQPkCEv4ooAD+UcR7AgQIECBAgAABAgQIEGi/gAQECBAgQIAAAQIECBAgQKCjAp0qgDu6xmITIECAAAECBAgQIECAAIFOCQhLgAABAgQIECBAgACBLgsogLu8+t3KLi0BAgQIECBAgAABAgQIECBQvoCEBAgQIECAAAECBDovoADu/D8BAAS6ICAjAQIECBAgQIAAAQIECBAgUL6AhAQIECBAgAABAllAAZwVbAQIECBQroBkBAgQIECAAAECBAgQIECAQPkCEhIgQIAAAQJfBRTAXym8IECAAAECBEoTkIcAAQIECBAgQIAAAQIECBAoX0BCAgQIEPheQAH8vYd3BAgQIECAAAECZQhIQYAAAQIECBAgQIAAAQIECJQvICEBApcIKIAvQbGLAAECBAgQIECAAIE2C5g7AQIECBAgQIAAAQIECBAgUL6AhFcJKICvkrGfAAECBAgQIECAAAECBNonYMYECBAgQIAAAQIECBAgQKDjAp0ogDu+xuITIECAAAECBAgQIECAAIFOCAhJgAABAgQIECBAgAABAhEKYP8KSheQjwABAgQIECBAgAABAgQIEChfQEICBAgQIECAAAECBL4IKIC/QHgiQKBEAZkIECBAgAABAgQIECBAgACB8gUkJECAAAECBAgQuKG1IxAAABAASURBVCigAL6o4TUBAgQIlCMgCQECBAgQIECAAAECBAgQIFC+gIQECBAgQIDATwIK4J9I7CBAgAABAgTaLmD+BAgQIECAAAECBAgQIECAQPkCEhIgQIDA5QIK4Mtd7CVAgAABAgQIEGingFkTIECAAAECBAgQIECAAAEC5QtISIDANQIK4GtwfESAAAECBAgQIECAQJsEzJUAAQIECBAgQIAAAQIECBAoX0DCXwkogH8l5HMCBAgQIECAAAECBAgQaL6AGRIgQIAAAQIECBAgQIAAAQITgaIL4ElCvwgQIECAAAECBAgQIECAAIGiBYQjQIAAAQIECBAgQIAAgW8CCuBvFl6VJSANAQIECBAgQIAAAQIECBAgUL6AhAQIECBAgAABAgQI/CCgAP4BxFsCBEoQkIEAAQIECBAgQIAAAQIECBAoX0BCAgQIECBAgACBywQUwJep2EeAAAEC7RUwcwIECBAgQIAAAQIECBAgQKB8AQkJECBAgACBKwUUwFfS+IAAAQIECBBom4D5EiBAgAABAgQIECBAgAABAuULSEiAAAEC1wsogK/38SkBAgQIECBAgEA7BMySAAECBAgQIECAAAECBAgQKF9AQgIEphBQAE+B5BACBAgQIECAAAECBJosYG4ECBAgQIAAAQIECBAgQIBA+QISTiugAJ5WynEECBAgQIAAAQIECBAg0DwBMyJAgAABAgQIECBAgAABAgS+EyiyAP4uoTcECBAgQIAAAQIECBAgQIBAkQJCESBAgAABAgQIECBAgMDPAgrgn03sabeA2RMgQIAAAQIECBAgQIAAAQLlC0hIgAABAgQIECBAgMAVAgrgK2DsJkCgjQLmTIAAAQIECBAgQIAAAQIECJQvICEBAgQIECBAgMB1Agrg63R8RoAAAQLtETBTAgQIECBAgAABAgQIECBAoHwBCQkQIECAAIFfCiiAf0nkAAIECBAgQKDpAuZHgAABAgQIECBAgAABAgQIlC8gIQECBAhMJ6AAns7JUQQIECBAgAABAs0UMCsCBAgQIECAAAECBAgQIECgfAEJCRC4gYAC+AZYDiVAgAABAgQIECBAoEkC5kKAAAECBAgQIECAAAECBAiULyDhTQUUwDcVczwBAgQIECBAgAABAgQILF/ADAgQIECAAAECBAgQIECAAIFLBYoqgC9NaCcBAgQIECBAgAABAgQIECBQlIAwBAgQIECAAAECBAgQIHC1gAL4ahuftEvAbAkQIECAAAECBAgQIECAAIHyBSQkQIAAAQIECBAgQOAXAgrgXwD5mACBNgiYIwECBAgQIECAAAECBAgQIFC+gIQECBAgQIAAAQLTCCiAp1FyDAECBAg0V8DMCBAgQIAAAQIECBAgQIAAgfIFJCRAgAABAgSmFlAAT03lQAIECBAgQKBpAuZDgAABAgQIECBAgAABAgQIlC8gIQECBAjcTEABfDMvRxMgQIAAAQIECDRDwCwIECBAgAABAgQIECBAgACB8gUkJEDgFgIK4FugOYUAAQIECBAgQIAAgWUKuDYBAgQIECBAgAABAgQIECBQvoCEtxVQAN9WznkECBAgQIAAAQIECBAgsHgBVyRAgAABAgQIECBAgAABAgSuFSiiAL42oQ8JECBAgAABAgQIECBAgACBIgSEIECAAAECBAgQIECAAIFfCyiAf23kiGYLmB0BAgQIECBAgAABAgQIECBQvoCEBAgQIECAAAECBAhMKaAAnhLKYQQINFHAnAgQIECAAAECBAgQIECAAIHyBSQkQIAAAQIECBC4iYAC+CZajiVAgACB5giYCQECBAgQIECAAAECBAgQIFC+gIQECBAgQIDAjQUUwDcmcwIBAgQIECCwbAHXJ0CAAAECBAgQIECAAAECBMoXkJAAAQIEbiegAL6dm7MIECBAgAABAgSWI+CqBAgQIECAAAECBAgQIECAQPkCEhIgcAcBBfAd8JxKgAABAgQIECBAgMAiBVyLAAECBAgQIECAAAECBAgQKF9AwrsKKIDvKuh8AgQIECBAgAABAgQIEJi/gCsQIECAAAECBAgQIECAAAECUwm0ugCeKqGDCBAgQIAAAQIECBAgQIAAgVYLmDwBAgQIECBAgAABAgQITC+gAJ7eypHNEjAbAgQIECBAgAABAgQIECBAoHwBCQkQIECAAAECBAgQuKGAAviGYA4nQKAJAuZAgAABAgQIECBAgAABAgQIlC8gIQECBAgQIECAwG0EFMC3UXMOAQIECCxPwJUJECBAgAABAgQIECBAgACB8gUkJECAAAECBG4toAC+NZ0TCRAgQIAAgUULuB4BAgQIECBAgAABAgQIECBQvoCEBAgQIHA3AQXw3fycTYAAAQIECBAgsBgBVyFAgAABAgQIECBAgAABAgTKF5CQAIEZCCiAZ4BoCAIECBAgQIAAAQIE5ilgbAIECBAgQIAAAQIECBAgQKB8AQlnJaAAnpWkcQgQIECAAAECBAgQIEBg9gJGJECAAAECBAgQIECAAAECBG4k0MoC+EYJHUyAAAECBAgQIECAAAECBAi0UsCkCRAgQIAAAQIECBAgQODmAgrgm5s5Y7kCrk6AAAECBAgQIECAAAECBAiULyAhAQIECBAgQIAAAQK3FFAA3xLOaQQILEPANQkQIECAAAECBAgQIECAAIHyBSQkQIAAAQIECBC4i4AC+C56ziVAgACBxQm4EgECBAgQIECAAAECBAgQIFC+gIQECBAgQIDAnQUUwHcmNAABAgQIECAwbwHjEyBAgAABAgQIECBAgAABAuULSEiAAAECsxFQAM/G0SgECBAgQIAAAQLzETAqAQIECBAgQIAAAQIECBAgUL6AhAQIzFBAATxDTEMRIECAAAECBAgQIDBLAWMRIECAAAECBAgQIECAAAEC5QtIOGsBBfCsRY1HgAABAgQIECBAgAABAncXMAIBAgQIECBAgAABAgQIECBwK4FWFcC3SugkAgQIECBAgAABAgQIECBAoFUCJkuAAAECBAgQIECAAAECtxdQAN/ezpmLFXA1AgQIECBAgAABAgQIECBAoHwBCQkQIECAAAECBAgQuKOAAviOgE4nQGARAq5BgAABAgQIECBAgAABAgQIlC8gIQECBAgQIECAwCwEFMCzUDQGAQIECMxPwMgECBAgQIAAAQIECBAgQIBA+QISEiBAgAABAjMTUADPjNJABAgQIECAwKwFjEeAAAECBAgQIECAAAECBAiULyAhAQIECMxWQAE8W0+jESBAgAABAgQIzEbAKAQIECBAgAABAgQIECBAgED5AhISIDAHAQXwHFANSYAAAQIECBAgQIDAXQScS4AAAQIECBAgQIAAAQIECJQvIOG8BBTA85I1LgECBAgQIECAAAECBAjcXMAZBAgQIECAAAECBAgQIECAwJ0EWlEA3ymhkwkQIECAAAECBAgQIECAAIFWCJgkAQIECBAgQIAAAQIECNxdQAF8d0MjzFfA6AQIECBAgAABAgQIECBAgED5AhISIECAAAECBAgQIDAjAQXwjCANQ4DAPASMSYAAAQIECBAgQIAAAQIECJQvICEBAgQIECBAgMAsBRTAs9Q0FgECBAjMTsBIBAgQIECAAAECBAgQIECAQPkCEhIgQIAAAQIzF1AAz5zUgAQIECBAgMBdBZxPgAABAgQIECBAgAABAgQIlC8gIQECBAjMR0ABPB9XoxIgQIAAAQIECNxOwFkECBAgQIAAAQIECBAgQIBA+QISEiAwRwEF8BxxDU2AAAECBAgQIECAwE0EHEuAAAECBAgQIECAAAECBAiULyDhvAUUwPMWNj4BAgQIECBAgAABAgQI/FrAEQQIECBAgAABAgQIECBAgMBMBBpdAM8koUEIECBAgAABAgQIECBAgACBRguYHAECBAgQIECAAAECBAjMTkABPDtLI81WwGgECBAgQIAAAQIECBAgQIBA+QISEiBAgAABAgQIECAwYwEF8IxBDUeAwCwEjEGAAAECBAgQIECAAAECBAiULyAhAQIECBAgQIDAPAQUwPNQNSYBAgQI3F7AmQQIECBAgAABAgQIECBAgED5AhISIECAAAECcxNQAM+N1sAECBAgQIDATQUcT4AAAQIECBAgQIAAAQIECJQvICEBAgQIzFdAATxfX6MTIECAAAECBAhMJ+AoAgQIECBAgAABAgQIECBAoHwBCQkQWICAAngByC5BgAABAgQIECBAgMB1Aj4jQIAAAQIECBAgQIAAAQIEyheQcFECCuBFSbsOAQIECBAgQIAAAQIECPwsYA8BAgQIECBAgAABAgQIECAwU4FGFsAzTWgwAgQIECBAgAABAgQIECBAoJECJkWAAAECBAgQIECAAAECsxdQAM/e1Ih3E3A2AQIECBAgQIAAAQIECBAgUL6AhAQIECBAgAABAgQIzElAATwnWMMSIHAbAecQIECAAAECBAgQIECAAAEC5QtISIAAAQIECBAgME8BBfA8dY1NgAABAtMLOJIAAQIECBAgQIAAAQIECBAoX0BCAgQIECBAYO4CCuC5E7sAAQIECBAg8CsBnxMgQIAAAQIECBAgQIAAAQLlC0hIgAABAosRUAAvxtlVCBAgQIAAAQIELhewlwABAgQIECBAgAABAgQIEChfQEICBBYooABeILZLESBAgAABAgQIECBwUcBrAgQIECBAgAABAgQIECBAoHwBCRctoABetLjrESBAgAABAgQIECBAgEAEAwIECBAgQIAAAQIECBAgQGAuAo0qgOeS0KAECBAgQIAAAQIECBAgQIBAowRMhgABAgQIECBAgAABAgTmJ6AAnp+tkW8m4GgCBAgQIECAAAECBAgQIECgfAEJCRAgQIAAAQIECBCYs4ACeM7AhidAYBoBxxAgQIAAAQIECBAgQIAAAQLlC0hIgAABAgQIECCwCAEF8CKUXYMAAQIErhbwCQECBAgQIECAAAECBAgQIFC+gIQECBAgQIDAwgQUwAujdiECBAgQIEDgRwHvCRAgQIAAAQIECBAgQIAAgfIFJCRAgACBxQoogBfr7WoECBAgQIAAAQJnAn4TIECAAAECBAgQIECAAAEC5QtISIDAEgQUwEtAd0kCBAgQIECAAAEC3RaQngABAgQIECBAgAABAgQIEChfQMJlCSiAlyXvugQIECBAgAABAgQIEOiigMwECBAgQIAAAQIECBAgQIDAXAUaUQDPNaHBCRAgQIAAAQIECBAgQIAAgUYImAQBAgQIECBAgAABAgQIzF9AATx/Y1e4XsCnBAgQIECAAAECBAgQIECAQPkCEhIgQIAAAQIECBAgsCABBfCCoF2GAIHLBOwjQIAAAQIECBAgQIAAAQIEyheQkAABAgQIECBAYJECCuBFarsWAQIECHwT8IoAAQIECBAgQIAAAQIECBAoX0BCAgQIECBAYOECCuCFk7sgAQIECBAgQIAAAQIECBBithFLAAAQAElEQVQgQIAAAQIECBAoX0BCAgQIEFiOgAJ4Oe6uSoAAAQIECBDoqoDcBAgQIECAAAECBAgQIECAQPkCEhIgsEQBBfAS8V2aAAECBAgQIECAQLcEpCVAgAABAgQIECBAgAABAgTKF5Bw2QIK4GWvgOsTIECAAAECBAgQIECgCwIyEiBAgAABAgQIECBAgAABAgsRWGoBvJCELkKAAAECBAgQIECAAAECBAgsVcDFCRAgQIAAAQIECBAgQGBxAgrgxVm70vcC3hEgQIAAAQIECBAgQIAAAQLlC0hIgAABAgQIECBAgMCCBRTACwZ3OQIEsoCNAAECBAgQIECAAAECBAgQKF9AQgIECBAgQIAAgWUIKICXoe6aBAgQ6LKA7AQIECBAgAABAgQIECBAgED5AhISIECAAAECSxNQAC+N3oUJECBAgED3BCQmQIAAAQIECBAgQIAAAQIEyheQkAABAgSWK6AAXq6/qxMgQIAAAQIEuiIgJwECBAgQIECAAAECBAgQIFC+gIQECDRAQAHcgEUwBQIECBAgQIAAAQJlC0hHgAABAgQIECBAgAABAgQIlC8gYVMEFMBNWQnzIECAAAECBAgQIECAQIkCMhEgQIAAAQIECBAgQIAAAQILFVhKAbzQhC5GgAABAgQIECBAgAABAgQILEXARQkQIECAAAECBAgQIEBg8QIK4MWbd/2K8hMgQIAAAQIECBAgQIAAAQLlC0hIgAABAgQIECBAgMCSBBTAS4J3WQLdFJCaAAECBAgQIECAAAECBAgQKF9AQgIECBAgQIAAgWUKKICXqe/aBAgQ6JKArAQIECBAgAABAgQIECBAgED5AhISIECAAAECSxdQAC99CUyAAAECBAiULyAhAQIECBAgQIAAAQIECBAgUL6AhAQIECDQDAEFcDPWwSwIECBAgAABAqUKyEWAAAECBAgQIECAAAECBAiULyAhAQINElAAN2gxTIUAAQIECBAgQIBAWQLSECBAgAABAgQIECBAgAABAuULSNg0AQVw01bEfAgQIECAAAECBAgQIFCCgAwECBAgQIAAAQIECBAgQIDAUgQWWgAvJaGLEiBAgAABAgQIECBAgAABAgsVcDECBAgQIECAAAECBAgQWJ6AAnh59l27srwECBAgQIAAAQIECBAgQIBA+QISEiBAgAABAgQIECCwZAEF8JIXwOUJdENASgIECBAgQIAAAQIECBAgQKB8AQkJECBAgAABAgSaIKAAbsIqmAMBAgRKFpCNAAECBAgQIECAAAECBAgQKF9AQgIECBAgQKAxAgrgxiyFiRAgQIAAgfIEJCJAgAABAgQIECBAgAABAgTKF5CQAAECBJoloABu1nqYDQECBAgQIECgFAE5CBAgQIAAAQIECBAgQIAAgfIFJCRAoIECCuAGLoopESBAgAABAgQIEGi3gNkTIECAAAECBAgQIECAAAEC5QtI2FQBBXBTV8a8CBAgQIAAAQIECBAg0EYBcyZAgAABAgQIECBAgAABAgSWKrCQAnipCV2cAAECBAgQIECAAAECBAgQWIiAixAgQIAAAQIECBAgQIDA8gUUwMtfg9JnIB8BAgQIECBAgAABAgQIECBQvoCEBAgQIECAAAECBAg0REAB3JCFMA0CZQpIRYAAAQIECBAgQIAAAQIECJQvICEBAgQIECBAgECTBBTATVoNcyFAgEBJArIQIECAAAECBAgQIECAAAEC5QtISIAAAQIECDROQAHcuCUxIQIECBAg0H4BCQgQIECAAAECBAgQIECAAIHyBSQkQIAAgWYKKICbuS5mRYAAAQIECBBoq4B5EyBAgAABAgQIECBAgAABAuULSEiAQIMFFMANXhxTI0CAAAECBAgQINAuAbMlQIAAAQIECBAgQIAAAQIEyheQsOkCCuCmr5D5ESBAgAABAgQIECBAoA0C5kiAAAECBAgQIECAAAECBAg0QmCuBXAjEpoEAQIECBAgQIAAAQIECBAgMFcBgxMgQIAAAQIECBAgQIBAcwQUwM1Zi9JmIg8BAgQIECBAgAABAgQIECBQvoCEBAgQIECAAAECBAg0TEAB3LAFMR0CZQhIQYAAAQIECBAgQIAAAQIECJQvICEBAgQIECBAgEATBRTATVwVcyJAgECbBcydAAECBAgQIECAAAECBAgQKF9AQgIECBAgQKCxAgrgxi6NiREgQIAAgfYJmDEBAgQIECBAgAABAgQIECBQvoCEBAgQINBsAQVws9fH7AgQIECAAAECbREwTwIECBAgQIAAAQIECBAgQKB8AQkJEGiQwOfPn2M0+hxVStHr9WJjYyP29++HAjg8CBAgQIAAAQIECBC4m4CzCRAgQIAAAQIECBAgQIAAgfIFJGyawMHBQbx4/iI+fPwQ//znP+Pf/u0f8fe//0MB3LSFMh8CBAgQIECAAAECBAi0SsBkCRAgQIAAAQIECBAgQIAAgZkIpJS+jrPW78fKykpsbm7G7u5u7O3txenpafzxxx/xX//1X/F//s//V5e9f4/nL17Eo4ePJnf/rq0NJufP5Q7gych+ESBAgAABAgQIECBAgAABAkULCEeAAAECBAgQIECAAAECvxYYj8eRt18dmYvee/f24sGDo3h8/Djev38Xv//+++TO3n/84x/x6tWrODo6jMFgrR4vjzauf9VjR36uX375UQB/gfA0MwEDESBAgAABAgQIECBAgAABAuULSEiAAAECBAgQIECAwJUCo/qTb1tKo8hbVTezvV6KldVqsj18eBh5+/jxffz+x4d4+ep5XfK+iD/++D1evnwxKYK3tzfrc6PexpHPzzcJT7Yql76jen/+LOrH6OtWX6Z+7YcAAQIzETAIAQIECBAgQIAAAQIECBAgUL6AhAQIECBAgAABAllgmrt6q14Vq6v9GAwGcXh0GC/qYvevT3/FP/7+93j79l28e/d+clfv4eHh5Kue813A8cMdvXHJI0X9v1Rd8kn4G8CXqthJgAABAjcXcAYBAgQIECBAgAABAgQIECBQvoCEBAgQIECAwFeBfCdu/i7mXATn7ay4HUe/vzopc09PT+PD+w/x97rs/Y9//jM+fvgQJ8OT2N7eis3NzejV5XBVpUip3vKoX74q+mysvON2W3W705xFgAABAgQIEPgm4BUBAgQIECBAgAABAgQIECBQvoCEBAgQ6JpALmLzdlnuqqomd/aub6zHwcH9ODzaj3fv3sb792/j019/xadPn+LVq5dxdHR0VvbWx8fkkb+6efJibr8UwHOjNTABAgQIECBAoBMCQhIgQIAAAQIECBAgQIAAAQLlC0hIoJMCKUXkbTwaRS6Cz+/sPTg4iMePH8fbt2/i5cuXk+L3r09/xvDkcTx69PCs8O1V9bmp3s7GSCm//vUW9SNd8dXO9UdT/VRTHeUgAgQIECBAgAABAgQI/CRgBwECBAgQIECAAAECBAgQIFC+QLkJc6mbt8sSVlU1ucN3sDaIF3XJ+/Lli7rwffvddnR4FIeH+9FfW41//c+/4n/+9a+6KB5FjD9H/avelvOjAF6Ou6sSIECAAAECBAgQIECg3QJmT4AAAQIECBAgQIAAAQIEWi6QUkTectnbq6r6dYrBYBCPHj2K169fxz//+c/4X//xH5H/lu/Tp0/rsvcwtrY2Y22tH6PPdck7Hk/OiXFElc7Oj6+PeufX14t9Uc3ycsYiQIAAAQIECBAgQIAAAQIEyheQkAABAgQIECBAgAABAm0QuOru3jz3XPyura1FvsP38PBwcpfvf/7nf8b//t//GR/ev4/j4+NJuZtSqsvdFNc9Uqo/z1vUz/WBKeXnvNVvlvCjAF4CeqGXFIsAAQIECBAgQIAAAQIECBAoX0BCAgQIECBAgAABAi0QGMU4PkdK41hbW4l//ev/j5WVFBsbgzg4uBfD4aN4/vxZ/O3Tn/HX3z/Fmzev4vHxw8mx4/HnGI3/J8b1VlV11DSKyFuMIo2/bVU9dh6/fqr312XvuD5schdwr35f1Vu9b1TvvGyL+T6q+Q5vdAIEuiEgJQECBAgQIECAAAECBAgQIFC+gIQECBAgQIAAgfYIpJTqQrcf6xsb8fLVy3j58mW8ffsmXr9+E789exZPnz6JjfWN6Pf7kaq6rL0kWqp3V/WvlOoXl3ze1F1VUydmXgQIECDQEgHTJECAAAECBAgQIECAAAECBMoXkJAAAQIECDRaYBwppeivrsbOzk48qwveT3/7W3z666/48P5DPH3yNB49ehTb9Wf9tX6srKzEeJzPiaiqFL2q+uXXPMclj2p8cWeKs7uBL+5bzutqOZd1VQIECBAgQKAEARkIECBAgAABAgQIECBAgACB8gUkJECAwLIEUkpTXfrw8CBevHg2+TrnT3/9Gaenp5MieDAYRL+/Oil5pxqokIMUwIUspBgECBAgQIAAgQULuBwBAgQIECBAgAABAgQIECBQvoCEBJYmkNJZ+VtVZ3VmvmM337m7s7MdR0dH8eTJk/jzzz/jv//7/4l379/Fo8cPYm2wGimNI1Wp3s7u6k2pfn1hy4Gq+n1+vuk2ThEXt1H9/nyM+rLnL5f+fCa29GmYAAECBAgQIECAAAEC7REwUwIECBAgQIAAAQIECBAgQKB8geUnTClFVaUYDo/j5GQYr1+/jpcvX9Xby3p7Effu3asL36i3cfR6qX5OcfYY1U95q586+KMA7uCii0yAAAECBAgQIECAAIFbCziRAAECBAgQIECAAAECBAjMWCDf3Rsxrkvc3uTv8+7u7k6+xvn333+Pjx9/j9OT03j54mU8ePAg9urPBoPVGI0+R8So3mLqv99b5UK53iYnzeFX/pvAeZvD0DcaciYF8I2u6GACBAgQIECAAAECBAgQIECglQImTYAAAQIECBAgQIAAgdsI5II3b1edmzvZvb178fz5s/j06VN8+PChLn1PYnd3p952Y20wiPxV0CkuPsZ1ZVxv46ifL+73WgHs38BdBZxPgAABAgQIECBAgAABAgQIlC8gIQECBAgQIECAAIFbC+SCN5e3uQTu9/uxVm/b29vx4OgoXr96Ff/93/9v5L/nezx8HJtb67G62oveShX5vMh3+aZR/fvzt21cF7/1bFJKkb7eclvVe77fRvVxl231gXf6yX/vN28/DpL/JnDefty/6PdZYdHXdD0CBIoREIQAAQIECBAgQIAAAQIECBAoX0BCAgQIECBAgMB0Arng/fHIfOfu6mo/BuvrcXBwEEd16fvm7dt4//5d5OdHjx//eIr3dxSo7ni+0wkQIECgqwJyEyBAgAABAgQIECBAgAABAuULSEiAAAECBKYUyOXvaDSKXlVFSmmy7e3txsOHD+L58+fx22+/xbt3b+PZs2eRv9p5MFifHJPS2bEppSmvlA8b1b/Ot/rlgn7yXb95W9Dlbn2Z6tZnOpEAAQIECBDorIDgBAgQIECAAAECBAgQIECAQPkCEhIgpwbgFQAAEABJREFUQOAmAimlWFvrx/rGepycHMfHj+/j9ZtX8erVy3j06OHkzt+Ucsk7rovfPPKXAjfl5/zeNiuBalYDGYcAAQIECBAgQKATAkISIECAAAECBAgQIECAAAEC5QtISOBKgdzh5q91zluvV8XKSi+2t7fr0ncY//znf8SnT3+Lp0+fxN7ebgzWBpHvDB6PR3XpO46I861+Nc6v6+dR/ZxL4LzVR1z7M66rzbxF/Xzpdu3ZN/4w3+17cbvxAEs6Iess6dIuS4AAAQIECBAgQIBAuwTMlgABAgQIECBAgAABAgQIEChf4OqEufzt9VZidXU1BoNBXfqexscPH+Ovvz7F8+cvvpxYF7rnRW8udfP25ZOUUl0Ep4i87+IWHrMUUADPUtNYBAgQIECAAAECBAgQKFVALgIECBAgQIAAAQIECBDonEBd1U4K25WVldje3ooHDx7G6elp/PHHH/H777/H8Pg4tnd2It/Me3aXb6qPryJV9XO9/QiWUr3/wvbj597PRqC6yzDOJUCAAAECBAgQIECAAAECBMoXkJAAAQIECBAgQIAAgW4KbOWvdh4O49WrV/H69et4+vTppABeX1+Pfn81ql6vhjm/47d+6acRAgrgRixDKydh0gQIECBAgAABAgQIECBAgED5AhISIECAAAECBAh0QCDVGVNKMR6P62K3Hycnx/Hx4/v4448P8eTpSezv78XGRi59V2I0+p/6uM/1Gbn4HU2ex+NRvS9v4/q53p//Tu+FbVyPe3GLC5/l1+NRfd6FrR708p/zr42+/NOZ7x3XMBe3mV9gTgMqgOcEa1gCZQtIR4AAAQIECBAgQIAAAQIECJQvICEBAgQIECDQFYF8p+9wOIxPnz7FX3/9FU+ePInd3d2uxC8upwK4uCUViAABAnMWMDwBAgQIECBAgAABAgQIECBQvoCEBAgQIFCkQKpTpZRiZWUltra24uTkJD5+/Bh//P57PDk9rfdt1p/1oj7ky5bPiPp1FR4R53cDN93CajV9hcyPAAECBAg0SMBUCBAgQIAAAQIECBAgQIAAgfIFJCRAoFyBfKfvyXAYr169ijdv3sTp6cnZnb5pHJG/XjnyVzrnLTxaLKAAbvHimToBAgQIECBAYIECLkWAAAECBAgQIECAAAECBAiULyBhIQJVVUWvV0VKKdbXB/H06dP429/+jPfv3sXJ6Wncu3cv1vr9SPX/Ij7XqesC+Gv5m1/Xu/y0VqBq7cxNnAABAgQIECBAgACBBQm4DAECBAgQIECAAAECBAgQINBEgfH48rK2qgvgvb178eeff9bb3yL/fd/8lc8rqyuRz5ls3wXKd/2ej5WfL77/7kBvWiCgAG7BIpkiAQIECBAgQIAAAQIElibgwgQIECBAgAABAgQIECDQcIFxrNbF7s7OTuzv78fzZ8/if/37v8fbN2+++5u+OUTui6uU4nyL7x7pu3cRuQj+YZe3rRCobjNL5xAgQIAAAQIECBAgQIAAAQLlC0hIgAABAgQIECBAgEAzBFJKkVL6aTLr6+vx8MHDOD19MtlevnwZDx4+vLK6/XmEn4a8sONmR1840cslCyiAl7wALby8KRMgQIAAAQIECBAgQIAAAQLlC0hIgAABAgQIECDQEIGUzorYqkqxstKrt5W4f/9+PHv2W3z48CFOnzyJo6Oj2NvdiZVeb3J3b/oy9/FoHBe3L7sjVVFv47Mtpbpc7tVbvTMubik82imQV7GdMzdrAgSWIOCSBAgQIECAAAECBAgQIECAQPkCEhIgQIAAAQLLEkgp1UVs+unyKaXJ/qdPf4s///wzXr9+FQ8fPoq1tbVYXV2NXu+mld/4p2vYUY7ATf81lJNcEgIECBC4mYCjCRAgQIAAAQIECBAgQIAAgfIFJCRAgACBpQmklL5dezyOfr8f+Sue9/Z24+3bN/Hv//bvden7IAZ16durelHVx1dVFXlLKUWqvm3fBrrJq3STgzt5bKp787w1PXzV9AmaHwECBAgQILB8ATMgQIAAAQIECBAgQIAAAQIEyheQkACB5QuklCZ38x4cHky+1vnd27d1+fsu9vbuRdSfRV1AxnePvCNv3+30puMCCuCO/wMQnwABAgQIECDwCwEfEyBAgAABAgQIECBAgAABAuULSLgkgc+fP8doNIqVXi+2trZiOBzGu3fv47ffnsXp6WkM1tcj35ebu9/8vKRpdvay+W7fi1tbIKq2TNQ8CRAgQIAAAQIECBBYtIDrESBAgAABAgQIECBAgAABArMQGI8vv0s3l77Hx8fx5u2beP36dZycDGNnZyfW1vqTy+bzJmdOfk12zeGXIUsTUACXtqLyECBAgAABAgQIECBAYBYCxiBAgAABAgQIECBAgACBmQnkO3jzYFX9It/te+/eXjx79iz+/PPPePr0aV367k7+5m/K9/vWZXH9c/Y3fuvj8zn5XBuBaQVuVABPO6jjCBAgQIAAAQIECBAgQIAAgfYKmDkBAgQIECBAgAABArMTqKoqVlf7MRgMYv/gIJ49fx6vXr2OBw8exFWPdNUH9hOYQqCa4hiHEMgCNgIECBAgQIAAAQIECBAgQKB8AQkJECBAgAABAgRmIJAL3Fz8bm5uxP7+/uTv+X788CGe1+Vvft/r9b5eJaV89Nnb0Xgcl21nn/78ezwax2Xbz0facxuBcb00F7fbjLGMcxTAy1B3TQKtEzBhAgQIECBAgAABAgQIECBAoHwBCQkQIECAAIGbCqSUIqX002lb29sxPD6OJ0+eTMrfo6OjWFldnRw3rkvevKWULj13cpBfBO4goAC+A55TCRAg0AkBIQkQIECAAAECBAgQIECAAIHyBSQkQIAAgRsLpJQm56SUoqq3XlXF4eFBvHr5Mj58+BDHw2Hs7OzGal385sL3fAuP1gqc3w3c9AAK4KavkPkRIECAAIElCrg0AQIECBAgQIAAAQIECBAgUL6AhAQI3F4gpRRVleLk9DQ+fvwYL56/iIODg7jqkVJy1+9VOPbPTEABPDNKAxEgQIAAAQIEihIQhgABAgQIECBAgAABAgQIEChfQMIbCqT6+Fz4DgaDuLe3F0+fPo3ff/8jHj16FIP19ajb3RjHt0dKqd71/ZY/TSnlJxuBuQgogOfCalACBAgQIECAAAECbRYwdwIECBAgQIAAAQIECBAgQOAygfy3fY+Ph/Hk9DROnzyZfOXzWr9/2aEt2GeKpQoogEtdWbkIECBAgAABAgQIECBwGwHnECBAgAABAgQIECBAgMB3Avlm3cPDw8nf9n358mU8ePAgdvd2Y21tLXq9lUhV9fUu3+9O9IbAkgSqaa7rGAIECBAgQIAAAQIECBAgQKB8AQkJECBAgAABAgQIEPhe4PDwIF68eBkvX7yIg7oEzqXvyspKVFWv3qoYjy9+4fP353pHYFkC1bIu7LqtETBRAgQIECBAgAABAgQIECBAoHwBCQkQIECAAAECnRaoqip6vV6s1Nvm5macnBzHx4/v6/L3eRwc3I+oxjGOz7XRKCKNIqVc/I4iYlSXwF/216/z+7Ot/sgPgSUJKICXBO+yBNohYJYECBAgQIAAAQIECBAgQIBA+QISEiBAgAABArkA3tvbi+HJSV3+nsTx8Di2trd+gsk1cN0E/7TfDgJNElAAN2k1zIUAAQJNEjAXAgQIECBAgAABAgQIECBAoHwBCQkQINBRgc+fP8doNIq1tX48ePAg3r9/H09OT+Pw4CB2d3cil7zjUb7L9xtQSikm/6ufv+31qksC+cbvvDU9c9X0CZofAQIECBAgsHgBVyRAgAABAgQIECBAgAABAgTKF5CQQJcFtra24vj4ON6+fRePHz+OwXo/VvsrUfVSzZK/2rl+8kOgpQIK4JYunGkTIECAAAECBOYkYFgCBAgQIECAAAECBAgQIECgfIHOJez1erG6uhpbm5sxrIvf33//PZ48eRKDwaDe+lGlKqpeRKrG9Rb1Y/xlq58u/KQq1Z+nC3u8LFkg3+17cWtLVgVwW1bKPAkQIECAAAECBAjMXcAFCBAgQIAAAQIECBAgQIBAmQI7O9sxHA7j9evX8fDhw4hxLnhz1i/PKd/1m7fz9/Vzbv7yIcVtApUuoAAufYXlI0CAAAECBAgQIECAwDQCjiFAgAABAgQIECBAgEBBAr1eFflrnnPp+/Lly3j16mUcHR1EbyVF1UsR9c/4Swk8HufiN+pHFSnlLUVKZ1u90w+B1glU183YZwQIECBAgAABAgQIECBAgED5AhISIECAAAECBAgQaKvAuC5x8/bj/E9OTid3/B7s78d+vZ19Pj57ih+fv+z2RKAQAQVwIQs5hxiGJECAAAECBAgQIECAAAECBMoXkJAAAQIECBAg0GqBlCLyVtW/elUVz58/i7/++jT5mufd3d1YW+vHaPQ/EZPSdzw5tj706/PZ/hT5JuBcJE+eR/Xe8+1LwTwejetjvm31gH46IDCu/31d3NoSWQHclpUyTwILFXAxAgQIECBAgAABAgQIECBAoHwBCQkQIECAQLsFqrrwXV3tx2BtECenp/Hh48fY292ry90qcpn7Ld3428uvry7bd/5h3frF+Xa+zzOB9ghU7ZmqmRIgQIDAQgRchAABAgQIECBAgAABAgQIEChfQEICBAi0VCCXvisrK7Gxvh737t2L09OTeP3mTRweHk7u9u3Vn1VViroBrhPWJW9KkVI6e13/vvqnPibf6hn189UH+aTjAvmfSN6azqAAbvoKmR8BAgQIEFiggEsRIECAAAECBAgQIECAAAEC5QtISKDNArkAzl/tnO/4HQ6Hcf/+/qT4nZS+k2B16ZufU34+3/KOaTbl7zRKjmm+gAK4+WtkhgQIECBAgACBRQi4BgECBAgQIECAAAECBAgQIFC+QOsS5q9yzjfw9vv92Nvbi/fv3sWT09PY2tqqi9+1yIVwSlWkyZYiH5u3iPPy9/w5fcmen8+3L7s8EShMoCosjzgECBAgQIAAAQIECNxYwAkECBAgQIAAAQIECBAgQKCZAiml2N3di1evXsXLFy9ibTCI1dXVWOn16rI3F7mXzfu89D1/vnhMPidvF/d15bWcXRFQAHdlpeUkQIAAAQIECBAgQIDAZQL2ESBAgAABAgQIECBAoEECKaXId/VubmzEwcFBvH37Nn777bfJ3/xNVTorfetj6hdx80euxVJ9Wt7qJz8EChXI/9J/imYHAQIECBAgQIAAAQIECBAgUL6AhAQIECBAgAABAgSaJrC+vj4pfp/Wpe/p6Wnk92v9ft33npW24/Eo8nb9vM+Ovf4YnxIoV0ABXO7a3jaZ8wgQIECAAAECBAgQIECAAIHyBSQkQIAAAQIECDRCIN/tu7KyEhsbG3H8+HG8fv06hsNhDAaD6FXVZPs8GsUoF7+j/JXOZ9POJfDP27guh2OyReQKLNUHX9zqt1//NnB+bSNQpkD+119mMqkIELiFgFMIEC9/3YAAABAASURBVCBAgAABAgQIECBAgACB8gUkJECAAAECzRHIBfDu7m68ePEiDo8OJxNLKZe2k5dnv8Z18Vv/5DfjugTOW3796y2Pc779+mhHEChFQAFcykrKQYAAgbsKOJ8AAQIECBAgQIAAAQIECBAoX0BCAgQILFkg17G59N3c3IjDw8P4448/4tlvv0X+mufV1X5UVT4iPAg0UiCNI/IWDX9UDZ+f6REgQIAAAQILEHAJAgQIECBAgAABAgQIECBAoHwBCQk0QWBrezuGx8fx5MmTOD09jR/r3pTO9lRfnpswZ3Mg0DYBBXDbVsx8CRAgQIAAAQKzFTAaAQIECBAgQIAAAQIECBAgUL7A0hJ+/vw5RqNRbGxsxPHjx/H06dO4d/9+DAbrkTvelM4K31Sls/eRovqyLzwILFkg3+17cVvydKa+vAJ4aioHEiBAgAABAgQIEChNQB4CBAgQIECAAAECBAgQIDBfga2trTg+Pv7yN36PYm1tLVZXV6NXVXXVm+Z7caN/EfDUNYGqa4HlJUCAAAECBAgQIECAAIGIgECAAAECBAgQIECAAIE5CKSUoqpSrK+vx/79+/Hh/fvJVz4PBmuT4jcmj/Hk92W/Un1u3i77zD4CBKYT+K4Anu4URxEgQIAAAQIECBAgQIAAAQJtFjB3AgQIECBAgAABAvMSyMXvwcHh5I7fZ8+eRdSFcHz3GMf46v73uyO9IUDgdgIK4Nu5lXiWTAQIECBAgAABAgQIECBAgED5AhISIECAAAECBGYqUFVVrKysxEa+43d/P05PT+Lx48eTr3qO/PjS9o5Hdetbv06RLv0bv/nzi1v88Mh3BV/cfvjYWwJzERiniIvbXC4yh0EVwHNANSSB9gmYMQECBAgQIECAAAECBAgQIFC+gIQECBAgQODuAuO6xM3b+Ui5AN7d3Y2T09M4Pj6OwWA91vr9SCmdH+KZAIEFCyiAFwzucgQIEGicgAkRIECAAAECBAgQIECAAAEC5QtISIAAgRkJ5F43b1X9a2NjI968eR3Hjx9H/urn1dXV6PV6MapL4ojxjK5oGALNETi/G7g5M7p8Jgrgy13sJUCAAAECnRAQkgABAgQIECBAgAABAgQIEChfQEICdxFI6dudvPlu39XVfgzWBvHy5ct6exFr9evV/mrkz75eJxfA+t+vHF4QWLRAtegLuh4BAgQIECBAgEAjBEyCAAECBAgQIECAAAECBAgQKF/gTglTOit/e70q+nXJu7W1FSfDYbx99y62d3Yi3/E7ucCXsvf8q6HP7gCefOIXAQJLEKiWcE2XJECAAAECBAgQIEBgqQIuToAAAQIECBAgQIAAAQIEphNIKU3+nu9weBInJydx//79WFnpfTt5PPZlz980GvbKdLoqoADu6srLTYAAAQIECBAgQIBANwWkJkCAAAECBAgQIECAwBQCvV5v8vd8Hz16FG/evIl79+7FYDCYlL2j0dktv3U1HHU7XP/Ur74UxeFBgMDSBao8AxsBAgQIECBAgAABAgQIECBQvoCEBAgQIECAAAECBKYVODw8jPx3fo+OjmJtbe2n09JPe+wgQKApAgrgpqzE8ubhygQIECBAgAABAgQIECBAgED5AhISIECAAAECBK4UyH+7Nxe664NBHBzsT4rfx48fx/r6+uTu3vE4Ih9zcct/5zdvVw7qAwIEliZQLe3KLkyAQAMETIEAAQIECBAgQIAAAQIECBAoX0BCAgQIECBwvUBKKQ4ODyfbyclJbG9tXX+CTwkQaLSAArjRy2NyBAgQmKOAoQkQIECAAAECBAgQIECAAIHyBSQkQIDAFQKfP3+O0Wg0KXtPhsM4Pj6Og4ODSKmKVFVXnGU3gW4LpHFE3qLhD/8PbvgCmR4BAgQIEJiHgDEJECBAgAABAgQIECBAgACB8gUkJHCdwNbW1qT0ffnqZRweHV13qM8IEGiZgAK4ZQtmugQIECBAgACBOwo4nQABAgQIECBAgAABAgQIEChf4KeE4/E4UopYW1uLe/f24lVd/D548CBGo3GcfVZ/+OWs/P7LS08EOi2Q7/a9uLUFQwHclpUyTwIECBAgQIAAAQJ3FjAAAQIECBAgQIAAAQIECHRVIKUUu7t7cXpyEsfHw7oM/lb4dtWk3NySdV1AAdz1fwHyEyBAgAABAgQIECDQDQEpCRAgQIAAAQIECBDopECvV0X+uucXL17EcHgS2zs70e/3a4s0KYFTSvVrPwQIFCNQB1EA1wh+CBAgQIAAAQIECBAgQIBAyQKyESBAgAABAgQIdFfg5OS0Ln6PY319EGtr/Tive1M6f9VdG8kJlCqgAC51ZX+dyxEECBAgQIAAAQIECBAgQIBA+QISEiBAgAABAh0TyLVuSiny3/d9/fr15O/9rq9vxOpqP2I8jvEXj5RSpPTz9uXjn55S+v7Ynw6wg0CBAuNU/9/mwtaWiArgtqyUeRKYqYDBCBAgQIAAAQIECBAgQIAAgfIFJCRAgACBLgpsbW/HcDiM4fHx5KufI+r2Ks4e5+Xv2Tu/CRAoVUABXOrKykWAAIGrBOwnQIAAAQIECBAgQIAAAQIEyheQkACBzghUVRUrKyuxs7MTD46O4vnz57G/vx+j8ThGo1F4ECAwO4HzO4JnN+J8RlIAz8fVqAQIECBAoJECJkWAAAECBAgQIECAAAECBAiULyBhtwRyAby7uzu56/d4OOxWeGkJELhUQAF8KYudBAgQIECAAIHiBAQiQIAAAQIECBAgQIAAAQIEChLo9arJVzy/f/+uLn+Po9/v5zt+C0ooCgECtxVQAN9WznkECBAgQIAAAQIEWiNgogQIECBAgAABAgQIECBQmsDJyWld/A4j/GHf0pb2DnmcSuBMQAF85uA3AQIECBAgQIAAAQIEyhSQigABAgQIECBAgACBIgR6vV6srq7Gw4cP482bN7G3txuDwSBSVUVKVREZhSBA4A4CF071X4QLGF4SIECAAAECBAgQIECAAIGSBGQhQIAAAQIECBAoR2BnZ3tyx+/R0WGsra2VE0wSAgRmLqAAnjlp4wc0QQIECBAgQIAAAQIECBAgQKB8AQkJECBAgACBlguMx+NIdYatra04PT2NBw8exs7OTlRVb7K//uhGP3m8i9uNTnYwAQKtElAAt2q5TJbAXQWcT4AAAQIECBAgQIAAAQIECJQvICEBAgQIlCCQUordvb04fvw47t+/H+vr65FSroTrdJPnL6/rt34IECBwUUABfFHDawIECJQsIBsBAgQIECBAgAABAgQIECBQvoCEBAi0WiDfoZsDDAaD+O233+L4+DjWNzbyrjj/bPLGLwIEliKQxhF5i4Y/FMANXyDTI0CAAAECsxAwBgECBAgQIECAAAECBAgQIFC+gITtF0gpxXA4nGybm5uxstJrfygJCBBYuIACeOHkLkiAAAECBAgQWKiAixEgQIAAAQIECBAgQIAAAQINFvj8+XOMRqPJ1zw/f/Ys7t+7F5ubG3X5uxIpVVF3wvWWftp+iOQtAQJzEMh3+17c5nCJuQxZzWVUgxIgQIAAAQIECBAg0AABUyBAgAABAgQIECBAgACBpgtsbW1Nvuo53/m7tb0VqUp12XtW36SU6unnrX7yQ+BKAR8Q+F7g7L8g3+/zjgABAgQIECBAgAABAgTaLmD+BAgQIECAAAECBAg0UuD8b/n2er3Y2tyM58+fx+HBQV36pqiq/JXPCt/wIEBgeoFLjlQAX4JiFwECBAgQIECAAAECBAgQaLOAuRMgQIAAAQIECDRXIKUU+a7fk5OTGNZbVb9P1bfSN6Wz1ymdPTc3iZkRINBUAQVwU1dm9vMyIgECBAgQIECAAAECBAgQIFC+gIQECBAgQIBAQwVynZtSikePHk2+8nl3dzcGg0Gcl78ppTi/OzhHyK+v2/IxNgIE5iswrv+Pe3Gb79VmN7oCeHaWRiLQYAFTI0CAAAECBAgQIECAAAECBMoXkJAAAQIEmiSQUt0cXZjQ1vZ2DIfDODo6irV+P84/TqmKVG8XDvWSAAECdxKo7nS2kwkQIECg+QJmSIAAAQIECBAgQIAAAQIECJQvICEBAo0SSOms/O31quivrsbOzk48f/489vf363mOI134yud6hx8CBFoicH43cNOnWzV9guZHgAABAgQI3F7AmQQIECBAgAABAgQIECBAgED5AhI2UyClFCmlGJ6cxMlwWE9yXG8Xf9LFN14TIEBgZgIK4JlRGogAAQIECBAg0CgBkyFAgAABAgQIECBAgAABAgSWIHBe6+aven7x4mVsbm5Gr9eb/H3f8Xg06xkZjwABAj8JKIB/IrGDAAECBAgQIECAQNsFzJ8AAQIECBAgQIAAAQIEFiWQUprc6Xt+vfO/9Xt4eBj9fv98t2cCcxAwJIHLBRTAl7vYS4AAAQIECBAgQIAAgXYKmDUBAgQIECBAgAABAgsTSClNrpVSmpTA+/fvx7Nnv8X9+/ci1Z+Mxz9+7XO90w8BAgRmIXDNGArga3B8RIAAAQIECBAgQIAAAQIE2iRgrgQIECBAgAABAosXSClFVaU4OTmJ4+FxxKT6jckjl8B5m7zxiwABAgsSUAAvCHqJl3FpAgQIECBAgAABAgQIECBAoHwBCQkQIECAAIEFC5wXu0dHR/HixcvY3d2NuHDDb6pL4YvbgqfncgQIdFhAAdzhxRe9CwIyEiBAgAABAgQIECBAgAABAuULSEiAAAECyxDY2t6O4XAYh4eH0e/3L0zhQgt8Ya+XBAgQWJSAAnhR0q5DgACBRQu4HgECBAgQIECAAAECBAgQIFC+gIQECCxcIJe9e7u78eTJk8ldv+PxOEajUXgQIFC+QBpH5C0a/lAAN3yBTI8AAQIECNxGwDkECBAgQIAAAQIECBAgQIBA+QISLkfg5OQkjofDOP8K6PNZ/Pj+fL9nAgQILFpAAbxocdcjQIAAAQIECMxXwOgECBAgQIAAAQIECBAgQIDADAWqqoqVlZW4f+9ePH/2LDY3NqJXVZFSiurCFot9uBoBAgsQyHf7XtwWcMmZXKKaySgGIUCAAAECBAgQIECgAQKmQIAAAQIECBAgQIAAAQKzFsgF8O7ubgxPTmJreysihQeBJQu4PIHrBRTA1/v4lAABAgQIECBAgAABAu0QMEsCBAgQIECAAAECBGYq0Ov14vDgIPLf+n348GHEeBzj0bh+nullDEaAAIGbCUxxtAJ4CiSHECBAgAABAgQIECBAgACBJguYGwECBAgQIECAwN0FxnXBe3GUw8PD2K8L4K2trVhZ6V38yGsCBAg0WkAB3OjludPknEyAAAECBAgQIECAAAECBAiULyAhAQIECBAgMAOBXP6mlGKt34+NjY14/vx5HNUFcH91NcajUb2Np77KePTlTuGpz3AgAQJNFRiniItbU+f547yqH3d4T4BACQIyECBAgAABAgQIECBAgAABAuULSEiAAAECsxI0++eSAAAMKUlEQVRIKU3K3/W6/B0Oh7G5uRlR7wsPAgQItFCgauGcTZkAAQIErhPwGQECBAgQIECAAAECBAgQIFC+gIQECMxMoNfrxerqajx6/DgePXoY6+uDs+73h6+EntkFDUSAQGsFzu8GbnoABXDTV8j8CBAgQIDADQQcSoAAAQIECBAgQIAAAQIECJQvIOHdBFJKdcGbvg6ys7Mdw+Pjuvhdj17Vi/x10F8/9IIAAQItFFAAt3DRTJkAAQIECBAgcImAXQQIECBAgAABAgQIECBAgMAvBFI6K35TSpO7fh88OIqT4Ulsb29Hr9eLuhmOGNc/o/pXNPJhUgQIEPilgAL4l0QOIECAAAECBAgQINB0AfMjQIAAAQIECBAgQIAAgWkFUkpRVSkODw9jf/8g4qwTDg8CzRcwQwLTCSiAp3NyFAECBAgQIECAAAECBJopYFYECBAgQIAAAQIECEwlUFXV5C7ffLfvyclJ3L9/vy6C65rky82+VS6G622qwRxEgACBRQvc4Hr1f9lucLRDCRAgQIAAAQIECBAgQIAAgcYImAgBAgQIECBAgMD0ArkA3t3djZPhMLY2t6c/0ZEECBBomYACuGULNsV0HUKAAAECBAgQIECAAAECBAiULyAhAQIECBAgMKVAvql3a2srfvvtaRwcHES+4Tfvm/J0hxEgQKB1Agrg1i2ZCRO4TsBnBAgQIECAAAECBAgQIECAQPkCEhIgQIDAdQLj8Tjydn7M7s5uDIfHsba2Hv1+/+xrn88/9EyAAIECBRTABS6qSAQIdFRAbAIECBAgQIAAAQIECBAgQKB8AQkJEPilQL67t6pSbG9vx9HRUTw+Po5ebyViPJqcmya//SJAgMDNBdI4Im/R8IcCuOELZHoECBAgQGAaAccQIECAAAECBAgQIECAAAEC5QtI+GuBqqpidbUfa/21ODw8iP39/UgpTbb6V1y8Mzg8CBAgUKiAArjQhRWLAAECBAgQ6IyAoAQIECBAgAABAgQIECBAgEAtkMvfvG1sbMTDhw9jsDaYfN1zqj87/6nqMvj8dcueTZcAgSUI5Lt9L25LmMKtLqkAvhWbkwgQIECAAAECBAg0QcAcCBAgQIAAAQIECBAgQOBcIJe/u7u7cTIcxubWVuQ7fiM/6tI3F795y29tBNonYMYEbiagAL6Zl6MJECBAgAABAgQIECDQDAGzIECAAAECBAgQIEBgItDr9WJ1dTWGx8eTr33OxW9KqX5Kk8/zr9F4nJ9sBAgQaJ/ALWasAL4FmlMIECBAgAABAgQIECBAgMAyBVybAAECBAgQIEDgm8DOznYMh8cxWF+Pfn/tu+L321FeESBAoDsCCuBy1loSAgQIECBAgAABAgQIECBAoHwBCQkQIECAAIFaIKUUGxsbcXCwH48fH9evN2NlZSXG+U7fvEVMiuCUvr8LON8JfL6FBwECBH4hMK7/E3Jx+8XhjflYAdyYpTARAncRcC4BAgQIECBAgAABAgQIECBQvoCEBAgQ6LbApNz9QpBfHx4exsH+wZc9Z095vy97PrPwmwCB7googLu79pITIFCKgBwECBAgQIAAAQIECBAgQIBA+QISEui4QC52R6NRrKz0YmtrK05OTibPvZWVjsuIT4DAIgXO7wZe5DVvc63qNic5hwABAgQIEGiGgFkQIECAAAECBAgQIECAAAEC5QtIGJOvc15b68dgMIjhcDgpf8ODAAECBC4VqC7daycBAgQIECBAgEDTBcyPAAECBAgQIECAAAECBAh0QiDVKVNK8fDhozg+Hkav14uqquq9nfgRkgABAjcW8F/IG5M5gQABAgQIECBAgMCyBVyfAAECBAgQIECAAAEC3RHY2t6e3PW7ubn5JbS/8vsFwlPxAgISuJ2AAvh2bs4iQIAAAQIECBAgQIDAcgRclQABAgQIECBAgEBHBPLf/O33+5PyN//d33zXb1WlGNf9b/6bwB1hEJMAga4K3CG3AvgOeE4lQIAAAQIECBAgQIAAAQKLFHAtAgQIECBAgECXBA729yfl7/eZ8xdCf7/HOwIECBD4XkAB/L1HG9+ZMwECBAgQIECAAAECBAgQIFC+gIQECBAgQKAzAhsbG3FwsB8PHz2KwWAQKaXvtrjike8KvrhdcZjdBAgQKF5AAVz8EgtYtoB0BAgQIECAAAECBAgQIECAQPkCEhIgQKBsgfPS9jzl4eFhHOwfnL/1TIAAAQI3FFAA3xDM4QQIEGiMgIkQIECAAAECBAgQIECAAAEC5QtISKADAilF5G1neztOT0/P7vqtqsjFcHgQIECgQQJpHJG3aPijavj8TI8AAQIECBC4RMAuAgQIECBAgAABAgQIECBAoHyBLiSs6qJ3dbUfg7VBHA+HsbW5WZfBdSPchfAyEiBAYE4C1ZzGNSwBAgQIECBAgMB8BIxKgAABAgQIECBAgAABAgSKEMjlb9729vbi9MnpJNO4/p3SWQGc0tlzvauLPzITINAAgXy378WtAVOaagoK4KmYHESAAAECBAgQIECgCQLmQIAAAQIECBAgQIAAgTIEcreby9/d3d24d2+vDpXL3lz/1i/9EOi8AAACdxNQAN/Nz9kECBAgQIAAAQIECBBYjICrECBAgAABAgQIEChC4KzkXVsbRP57v+flb1XlAjhvRYQUggABArcXmMGZCuAZIBqCAAECBAgQIECAAAECBAjMU8DYBAgQIECAAIFyBFJsbW3GcDiM9cEg+v21yHcCl5NPEgIECCxfQAG8/DW47QycR4AAAQIECBAgQIAAAQIECJQvICEBAgQIEChGoNfrxfb21qT8XVnpxWg8jnG9pZQipSpSys/ftmKCC0KAQGsFxini4taWIFVbJmqeBAhcFPCaAAECBAgQIECAAAECBAgQKF9AQgIECJQlcHh4GAcHh2WFkoYAAQINFFAAN3BRTIkAAQLXCviQAAECBAgQIECAAAECBAgQKF9AQgIFCWxsbNTF737cu3cvBoNBRKRIST0RHgQItE7g/G7gpk/cf2GbvkLmR4AAAQIELgh4SYAAAQIECBAgQIAAAQIECJQv0PaE+Wud83aeI9/5u79/cP42UkpfX3tBgAABArMXUADP3tSIBAgQIECAAIF5CBiTAAECBAgQIECAAAECBAi0QiD3u1VVxd7ubpycnEzu+s37WjH55U/SDAgQIHBnAQXwnQkNQIAAAQIECBAgQGDeAsYnQIAAAQIECBAgQIBAOwRy0bu2thZr/X7s7u1F/vrnlFI7Jm+WBJYuYAIEZiOgAJ6No1EIECBAgAABAgQIECAwHwGjEiBAgAABAgQIEGiJQL7rt9dbid3dvXjw8GEM6iI4pVz+jluSwDQJECCwRIEZXloBPENMQxEgQIAAAQIECBAgQIAAgVkKGIsAAQIECBAg0CaBXADv7u7G7s5OrK8PIlXK3zatn7kSIFCOgAK4fWtpxgQIECBAgAABAgQIECBAgED5AhISIECAAIFWCfR6vbh//37c378fK6urkdJZ/ZCfz7dWBTJZAgQItFjg7L/ALQ5g6gS6JSAtAQIECBAgQIAAAQIECBAgUL6AhAQIEGiXQC5/J3f+7u3GSm8lUkpfNhVEu1bSbAkQKEXAf31LWUk5CBAoX0BCAgQIECBAgAABAgQIECBAoHwBCQm0SCDVc00pxenpaTx48GBS/ta7/BAgQKBYgTSOyFs0/KEAbvgCmR4BAgQIEMgCNgIECBAgQIAAAQIECBAgQKB8gbYl3NrejuFwGIPBIMbj8WRrWwbzJUCAQIkCCuASV1UmAgQIECBAoCQBWQgQIECAAAECBAgQIECAQIMExpO5rK+vx+NHj2Kjfj4vf1PK9wRPPvbr5gLOIECggQL5bt+LWwOneOmUFMCXsthJgMD/ZecOcRgIgSiAzoKlDlTvf07aUrG6KSQjniDB8Pl5dgIECBAgQIAAgQwCOhAgQIAAAQIECBAgQCCbwBWttfXy9242w+z31rAj8LuAEwT2CpS9cdIIECBAgAABAgQIECBAYIuAEAIECBAgQIAAAQLJBGqt8VjfPj+j1hJXudZKVlMdAgQIHBMoM+Kztl5wIKwcyBRJgAABAgQIECBAgAABAgQI/CHgKAECBAgQIEAgo8AYI3rvMd8DkIz9dCJAgACBr8ALAAD//zGImYUAAAAGSURBVAMAw+etAGWeLgcAAAAASUVORK5CYII=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26266" y="874492"/>
            <a:ext cx="14886432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Дизайн и архитектура: выбор подхода и проектные решения</a:t>
            </a:r>
            <a:endParaRPr lang="en-US" sz="3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288918" y="4690469"/>
            <a:ext cx="3172968" cy="42062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700" dirty="0">
                <a:solidFill>
                  <a:srgbClr val="A7A8B7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Выбор стиля</a:t>
            </a:r>
            <a:endParaRPr lang="en-US" sz="27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1307978" y="5773196"/>
            <a:ext cx="3163824" cy="1618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dirty="0">
                <a:solidFill>
                  <a:srgbClr val="A7A8B7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Определите монолит, микросервисы или модули, учитывая масштаб и команду.</a:t>
            </a:r>
            <a:endParaRPr lang="en-US" sz="3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5134149" y="4690469"/>
            <a:ext cx="3172968" cy="42062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700" dirty="0">
                <a:solidFill>
                  <a:srgbClr val="A7A8B7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Ключевые драйверы</a:t>
            </a:r>
            <a:endParaRPr lang="en-US" sz="27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153210" y="5773196"/>
            <a:ext cx="3163824" cy="24231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dirty="0">
                <a:solidFill>
                  <a:srgbClr val="A7A8B7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Отразите нефункциональные требования: производительность, доступность, безопасность.</a:t>
            </a:r>
            <a:endParaRPr lang="en-US" sz="3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9107009" y="4690469"/>
            <a:ext cx="3172968" cy="42062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700" dirty="0">
                <a:solidFill>
                  <a:srgbClr val="A7A8B7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Паттерны и принципы</a:t>
            </a:r>
            <a:endParaRPr lang="en-US" sz="27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9126069" y="5773196"/>
            <a:ext cx="3163824" cy="202082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dirty="0">
                <a:solidFill>
                  <a:srgbClr val="A7A8B7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Примените SOLID, DDD, CQRS, слои и порты-адаптеры для управляемой сложности.</a:t>
            </a:r>
            <a:endParaRPr lang="en-US" sz="3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3002382" y="4690469"/>
            <a:ext cx="3172968" cy="42062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700" dirty="0">
                <a:solidFill>
                  <a:srgbClr val="A7A8B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Компромиссы</a:t>
            </a:r>
            <a:endParaRPr lang="en-US" sz="2700" dirty="0"/>
          </a:p>
        </p:txBody>
      </p:sp>
      <p:sp>
        <p:nvSpPr>
          <p:cNvPr id="12" name="Text 8"/>
          <p:cNvSpPr/>
          <p:nvPr/>
        </p:nvSpPr>
        <p:spPr>
          <a:xfrm>
            <a:off x="13021442" y="5773196"/>
            <a:ext cx="3163824" cy="1618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8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dirty="0">
                <a:solidFill>
                  <a:srgbClr val="A7A8B7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Фиксируйте решения в ADR: риски, стоимость, сроки и влияние на поддержку.</a:t>
            </a:r>
            <a:endParaRPr lang="en-US" sz="3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3" name="Image 2" descr="data:image/png;base64,iVBORw0KGgoAAAANSUhEUgAAAj8AAAECCAYAAAARoLbZAAAQAElEQVR4AexdB2AURRf+Znb37lLpIB1RRESq2AuIqNhRBHvD3ntXsKBgx4LYRcTe9bf3XlCxYMVCh0BCAql3t7vzf2+TQEAE1BAjzHrvZnb6fG923rdvjqiNvSwCFgGLgEXAImARsAisQwho2MsiYBGwCFgELALrJAJ20usqApb8rKuat/O2CFgELAIWAYvAOoqAJT/rqOLttC0CFoGlCNiYRcAisG4h8JfIT2hCrJaA5VYhgQkQhMHS9qT8arQvdUSWjIP1AEOtLRUeWyIMOYaViGFfy9eT++XrSbk/ioExf5Tl6y5/b9jn8hIKBiuUkH0sldVrK1z1vImJWZVE4/zj/Mxycw6Je7AKYSvUzao/S7UnWlh9WbIOOGYZz4pkhW3LXDj2FeZxuNXpjP6tTzVWf6uyrWQRsAhYBCwCaxSBv0x+/NDHKiVgmVUJDb4QIN+wrMiK2pX05YSUCUvrBRxLgHSQhl9DAtYJEZAW1RAhW0yXPJE/m0PIcjUl4P0fRMZOAhEsJyEN6lIJl+1fxsO2arYdxVlKSi4vZrnycl9TorrLtVczvzq+wnIcv1mJhMxbOg+DP4sHy8z3z8sZlluZ/Fn7q59eRZbIWNgVSSPva8SlneV1VXPsJiJBBiEobEDKV8vKxr2yvDX61NrGLQIWAYuAReAfIfCXyE/R4kVYsLBglTK/sACrkgVVZRYsXIj8wkLkFxViQdHCZSRKl7wasqCwskw+y+ezfAHDgqIi1JSFTCtcVIQ/yiKmrVwWLi5CTSlcxPKcd+EyshjL3q+ozB/TFpUUY1Fp6TJSXFKCFclilisWKStDyd+VinKUpyqWlWQFypi2MilPJlHOcquSVCqJVUkylUKS7a1MUsxfcTsptr9ySad9+L6P6lDifxAS8SAI8EcJIV7EIGBICZcrs/y91A9JeFdHhBjJk1kdStyKRcAiYBGwCNQPBP4S+UnRyKT8NFYq9MCkWW6VUm20aJjSbDOdTtOALSvSj8/8ZSWoNHbsw6ex8iWfngq/hqSZnmL6MkIvib+cpOltWlaCyMtR/dYvIVP+kBZG3hrD71XIcl6ENA1nzXFGcbbi/0EMfB7j+PRILAkl/gcJ4S9Tl/VqlAnYvx/1yXLVobRbHf+zUMqshgSsvyqp9CKFWClhYF/L5wtpWH0J6e0xlOpQ4ssKfUF84ugOIj7VcWmflZakR/fL5Uva8sIKq/WRelKwOpS4FYuARcAiYBH49xFYbfITmQ0FBFr9QXxJdyrTQ6WgHL1EwPI176vjhukiki+hCFjPaA04DoWhUjAiTJN0KWMUQWM5qYeq9IBFfWUQRGMAfLlnMV+Mv4SUAIZEwSBgfX9JXEHGGzBfwpBtSDtRfcal3age41E6Q6kfCdsIKZIfss0o5L3Eq0XqS1sSikh61DeNvYRSRwhKtURki2MOmS9ti8h8g6p7iUtaJJJGpQRSXsYfCQ0+xxLlcyy84/ywrDAdxEfKSHvLCNMN5yjjlHQZX3VcwlD6kPZFpB2oJf9FtxzP0pTKGFgC1CGo75oi7VdLlA8wYB2WVUpBLs06EtXUaxTyXtJEqu8llLKIqkRfkLRqAQdWmRqVItfhIBlVSkXlGK36yL1iXDFdMUQUKqWiELyUqowrpXiHKF0pFYXgpdTSuBCeamFW1K/cC8mTUKQ6XUKR6jSJLy/VedWh5Eu8pkiaiKRJKCJxEYkvL9XpNcPq+J+VrZleXbY6lLzqeHUoadWyorTqPBtaBCwC9QaBdWIgNHerP08xmIEYXRqUasOlSUTEyEat0DiJgQvolQl8mk4aZn6iLBMaGgkdHT3IJigihiDgcQObi8oopUH7ASiQ/ziISAD7iwwYM6SNkO1IXfDSurK8UgoyHsV7iDBPjLh4dcAxhQihHGnPAErxzkDuodgyJYSBGHchSyEHLO2KR8OA+awfME3SxaMUcDwhvUwhvR5KKTav2aWGHJFox4FSCo7WlcaOcaUq+wsB+KynHOaxT+06kDGDcaUUXNeFdhwopaBYXysVtSFhlMe06nmzKZbTEjBUUShHMk51/SiFY68OOX7JkzJyPEQIYeQ/prOBqB+Zq6Md+NRHKML5Sd8BvWhKVfYlzUmeoyvvBQelFAQLQ1wCzk/KiBhpm314sViUDygopSr7ivIqxyd1lVKQS5LlvjLkCBmR/pMVqao2gEU8hiwuLuY6CqP2pJ7i+KQ/Oe5Sin0wUeIhJyrrS8JUKh31Le2JLgPOD6jsV+5D3ldK5br1uX61zFPa4zgkz5d1TTzES5nicZ70KSJtilSng5dSHAfrSb6I1K8Oq+PV7Uko7UkbkidhdVnJk/uKioro+FDuCwoKICLpUk/6lXS5l3qSJvHlRdoW4fAiLKSO3ItIHQmlTs306jQJpe3qUMrJUWb1fXVc0iWtpsj4JF3C6rblXspImzIeKxYBi4BFoC4RqLRiq9kjnQKRuRCTEQk392RFksbeQUF+AT775FN88tHHWLhwIdO4+dOgzJk1CwsLFkb1hCA4NFQqRHQvccMy4KWYEvDoSzPUvA94LCb5cS8Gn4ZGKxpL9hf3PMg4NMs5TFQMZQMVo5ykgfhl6lRcd911OPboY3DH7eNQyLEYGsGQhitOQ8xdHw7HoGmcioqK8MMPP2DatGn4kaGMVfKTnJNHMiLjpf2WjiPJTCRQWloKz40h5rgkPKRNHL+M2yFxMDSYZSWluPrqq/HJJ5/AME82eJdlJT/GuYBzUIrY0IhGcbIOGQs4RpmnI2PjnMQ4eKwnZVKcV8i2XfYhooiPiGY7ki91Ha0B9ge2I3gsKRe1D5SXlkGz3TgxyJs7F/nzF0DGJ1g6WrMuyQbHFHNduLx3OA4hsDHX5TxJCKRtgiH9+tST9KM5HjFmSkmqghuRL0BphQcnPojHH38C8lseoxQUvTfy26Yffvop+o0TFDEA4LB9OSKdMXMm5s6dw2RFATTbEILiEAPXdSJyKMTnpptuwlVXXQXBVeYpYcAjzspxAD6PUAPOIy8vDyJS12e+Uoq9KRB+yLw17w0Jm/TNjKhPQMqAY06xPwc+25Gy4CVtKqWifpVS8DyPBCyIRKnKejIWhxhIaNiRhKwalRHDLwRB2pE0yZe4lNFaQ6mlbUiepEsoZaM1x/7k/sknn8QxxxyDTz/9FHJJf1L/999/x3fffYdvv/0W06dPR0lJCaR8tUhZ6U9E2pZQ6gluci9xCaWc1JH83377DZdddhmEbCqlIGUlXfJFXOpO6kiaUpXYyH21CKGayudR6ktd6UOkOl/6ElykLYlbqWcI2OFYBNZiBPRfmhsNqRjLJQKFGDfln378Eeefdx5uuflmXDXyqoh4fPv1t0iRRNxAIvLiCy+wJOBph6GCGEnNjqWuGFpaFBgaGjFI0nZFWXlUxmV5IUEZiQxImtSXH8cKKZE2DD0UYjJijocEiUVZcQnG3nobShnuN2hffEYDcScJkOa4pR3F3h2l2VcYEaiPP/wIhx96GI4/9lhceN75OGbY0bji8sshfaSSKWiWdcUwcazSl09ClhFPwJBIyZjjrgfNNmXMMjZFg5ckyXjtpVfw8w8/QZGICIGRMjI/IUku5yT3QmYU25XxhPRKSNkY24vK8d5ly4aEJ1lWAVc5AOcqc0gT05DjYApCjiNOcuDQ8KjAwPghUiRK1eXB+j7bkvRMjtvlXKT+/ffci9uJEzi+kERG8qM2OJe0zJt4aY7N5fwrSsujvpEOECTTlTpkXxGmJBrxeDz6rVYsHgM4joDjDCmC/ffff48KjrfSwAHf0DAfeeQRGHv77aRRBgHH71PvC/Lzcdihh+KKK64AIKiA5MOFo3XUNodDQpJGVlYWttpyS2y++eZwIpJhoJSCGFSP2KHqShIDIcD33HM3+6+IiIrWKiIDjqNZh2vAgKGC57qoKC8nvCHzRQAhNmKQhfhIKMZaqcr6EneivsOICIOXpEk5SVeqspwQHWaxTQMx/NKmSDVhkDpa62ieEpe6QiIqsaIuuZaknuQJxtK+kIkbbrgBbdu2RZ8+fSB54CX1hg0bhkMOOQSnnHIKjjzySJzH51FIh9RjEeKXgpSTexGpK+1LXPJlLBJKuohSimR0Ll7gsyv9SpqIUipqR8pW16+ZL2VkDtLX/Pnzceqpp+L999+PdCR50p/kSf3qUOJWLAIWAYtAXSKgV7czMUlLRAwHhTs7DXCATz7+GLP55n4TN+b7770XG3ToiO+mTMEH776HSZ9+hicefRw3XncDChYswFQSJSEYZ55+Bm6+cQzuv+c+vPDsc5GBL6A3Yuytt+IiEpExN9yEhx96CNeMHg0x2IqG+onHH8f555yLC849Dy8+/wJCGnchCKlkBdL0Dk3j2++c2bMxjJv/tttsgysuuwIDd901MhLS1oMPTIAYZjF4hkY3pPH1uJnfMe4OTHjgAdx044349ptvcQMJm2Z6KY9X7rj9Dpx+yqm45OKL8cF77yERi3Me+Tjr9DPx4PgHcPH5F+Dcs87Gk48+hnR5EkJ2yvnWregpES/LD3wbv3zECJx84km4/trr8D1xKaf3aBS9Q6++/AoJS4C4G8Nbb7yBe+64C5M//xIjLr0Ut958C049+SRcxviPJBGvv/oqLjjnHFx84YX4lKRNSI0QkHfeehvnnXUOTjrhBNx+21iULFqMFI35PXfehetGX4sbrr0WJx57PL1gt6N0UXGkk9dffQ2vvPQyrhhxGebPy4NHI6yqCM2P332PCzmn44Ydg7Ecw43XX4+3Xn8DaZKiUSS2t9w0hvnn45STT8Zzzz2PsvIykgUXX3/9NS69+BKceOKJuOWWW1BYWETiUY5ERgLxRBw+vS9yZCj/eu7Jp57CNHontOtG6a+/8TqmTv2FxzqpiNTk5c3HrVwHhx9+OC699BI8+8wzOP/88+jNKMU85uXTy1hSUowrr7wS115zLU47/XQcf/xx9DQ9DiGtn9ADKZ6Rp596GhdedBHECM+lt+vqUVdHXpOzzz4LX301GeXE6fnnn8cI6uda4nT88ceTgF0elQ+53sSIT3hwAk7mXM8880w8xPV4IfGfzTX2zTff4IwzzsA999yDY0meL6WefqJXSwiBkIHXXnstwkLy7r//fuJRCDH8Um/48OGQuV1Oov3LL79A+gm5XoQcieTRa3X33XdH7QqJefvttyFE4d1338W0adMwadIkfPDBBxGhENIifZaVlUXlnyFW11NnH/OZfP311yH3MrbbbrstqiNje/nll3E6MTuBa+bOO++MPGTSvnhCH3jgAUj6+eefDxlrKpWKxvfKK6/gdpJWwUz6/PDDDyFeOBm7tPnwww9H/QsmUlbSn6Kep3C9jx07FoLb4sWLMWbMmAiXCy64AF9++WWEyeruQbacRcAiYBGoLQRWm/xIhxH5IemJQiZoqMhD06xJ08jofvH5FzxSUjTy12KPXXdDx/bro1njpui80UbYduutUbK46qn89wAAEABJREFUGBeedwGm/vAj+u+4I34kEbr11lswZcp30W855G39xZdewtbbbkvDWYFrSXwms82Ano7x992P++6+Bz2790DnThtFpOgFGl/FN+Q4yUOMHpA5s2aD1pT1rsGQwftj+MUX07C7AA37jOkzIMcCYoBE5HcePgmQZj0hOjk5Oei6SVccPPRAfPbxp5jx2zRcc/VovPzC/7DNllujeZPmOOO0M/Dd199AvFBPPvUk7h9/Pzq0b48OHdbH6GtG45FHH+GbvBNt6GIgfv1pKi696BLMnDYd/fv2w088WjuLbRQXLkZRQSEeGv8ghLQVFOTjscceQ9GiIqTTKTz5xJM0DF+gX78dI+/CoH32hRC0nr16gy4TXMQ2fySGn9LIX3jBhcht0AC7DdwNb9DYXU6DWkLPl3hZJk6cGJGJbbfbFveSlN57372RLlq3aoUuXbpg1112QU52NgQLaTiPROioo47Cr7/9ip12HoApJG533nEHfvn1l0gfQlKEAHTpsgk27rwxLhsxHG+SGC3gG/7wSy7F5198gR2p12m/T8N7775Lr2AM5TTKiuRKxi3rJisjE/MXzMeHH3xIg+5DDPezzz6L9u3b0ZgrzreE5Olm3HXX3diGBLZp06YQwymGNEES9fnnn/PI55NoPG+++QYmPjQRPXv0RCeuMSn30ccfYf31O0DqbbRxZ+zCOYrHTgiMEPLdd9+D/Wga6uMwY8ZM/PTTz5gw4UEezRZgh7598SpJS6UHCnj0sUdxDclVu3bt0LVrV4gRFyMvY5bjnEcffRQfffRR1IesLSFRcuQrxEfIw4YbbhjNQYjMfffdBzlGOocEdiZfFPbee2/8/PPPEQmpqKiAkB8R8dbcSBIu5QVL8RSdSEL55ptvonXr1sjNzcUmmxD/jTeO1pmQlmqvUWZmJuL0xImHrLqtKSQfovsvqJuGDRtG45UxNGvWDDvssAPnPgGXXHJJdFQtRE6IU+/evdGKa+Suu+6K+lBKEaefIvIkc+ejH83lfXp0hAwJ2RUitDWfcak3cuRI6ujTCDMZ71ZbbYWdd94ZjzzySEQg+/fvDyGkQrwEL2nPikXAImARqEsE9F/pjLznD8Vlk92h7w445LDDcMcd43D00cdg+IgRSKaT6LhhR7Rs1RI9unePjIBs/gULC3AN37L3HbI/Lrv6SvTYvA+Mp/HbrBn49MvPcc4F52PwAUNw5vnn4KBDDkWyvAJFhYWQzV82zU3ZVu8+m2ETGqOnn3sW8s/v5fgkpBcoxbJzZ8+BEKRrR41G2zZtIQQq5PHMhRddiKtGXw3lavh8y9aOAyPWmGdWAWflRsc2GptstDFYAD98+z0mT/oSA3ceiF6b9sB2W22DNuu1woMPPAgvFkMskcAJNErHnXgCTj71FOy+1154id6ZgqIiaB4FGjb+6Uc00jw2Gj1yNA458GBcdflIBCkfH773Po4+Yhi+/uor/EaiMH3WLPxOT8ie++yNdBggkZmB4086EfsPHYoRV14B4ygcwWONg3k0dCaNZ5JHVT/QaD/x9DNoyTnusutAtO3QAbvtuQcmf/M1fv7tF4Qw6LfTjjj1jNNx2BFHYE8a22dfeB5NWzTHRpt0Qas2rbHN9tsht1HDqCwcjSeefgoZWZm45bbbMHjIEIy44jJs1GVjyJ8MMMRKcDti2JE4/KgjcOwJx6F58xb4hmTws08/Qym9Xdddcw0OYL2raPx69ewFpVTkKQN1IwtNdJSIx3HgkKF4+smnIMeTn378CQoW5GOPPfaEkLB8HoGJp0MM9LCjj46Ob8444wySSjciPCHxEQMsZbV2sN9+++HQQw/B2WedhU033RTvvPMOx9WcZKo9CVpn7LTTThAvz++/T8PQoQfQqLdEv379oB0N8YwE9Eh16rQhxLNz8EEHQY5v/0fCmybGYpwP5VGSEBkhIBfQW5GdnQ0hz47jRGMSsjB48ODoeEcIUUFBAYQgDaXuTjvtNBx55JER8dyWhF4IiHiN9t9/f46jFYYQK/F+CEHhEoQ8SzNmzIiOicQ7dNhhh+FyklkhgeLBadmyZXT0161bNwgBEi+RiBAkCYVkHXfccTj33HMhZXbddddIB935zNxKT5qQGiHEgokQnkO5noSoiBdHPHevcv2KR+hYerKqx661aA7RnGWMEfZ8fiQu4y3ks/ncc89B5inEWY7dhAy150uBEOwGDRpA+pU+ZZxSR+Qs6ksIqRA2wVPas2IRsAhYBOoKgcqdbTV6qyY+tOmoKY7nwqWxP+yIw/HIY4/jfJKMz7/8ArfS1V3GN1opG7KXJAlIUcliZOZmo2HTJkjRuMTjCbRsuR69HWnIj2jFQ9CSG7x4Y2SDbN+e3gBHQ2sHi3nM8c677+Lue+7GXXffHf3hv2bNm8EjaQlovkOt0Gy9FmjDOnvsvSc232pLHHDQgcjLX4ACbtAZGRmyg7MtDkZxwiJQMCEQi3mQTZ23mEbjI/3Lb1iKS0sg3o4xPMZ5YMKEyPA0atQI8rabIPlp3aYNHNdlY0BLkryQjVXwCE4S0vTglNLrIZt/gkc/4mXK5lt7Y3rJ8mkgxTvRZ/Mtoh8Gv/jSi9iYb/Lt2nK+NDbK0YjH4vSMBGi5Xku0IMnIzW1A42gg/TZuUolfWVkp5IeutxFrEcGnc+fO0n0knhdDdlY2NNsTr0FFRRIgIVFAhLnjOAgNNcu0gF6wYmIs88sk+ZK8HI43mx6xQMiL63A8Ppo1a87ailzJwfodOkCOPEpLy6JxyRg1xy+eh4b0MohOAWIcdaFYR0ey1ZZb8girGB/Qc3A7x77XnnsiOycbAY8hQx43lZPErrfeepDjSZ99i9dFxideDRmujM3QABvinUUyIutGO05EfuSHvml6CjOo7wquvzAII6+iYPXAA+Nx221jI2+HEGNOG0opeLFYpFvDxtdff33ID4yZHOlZcAMvyWvevHlUnreQe5lrE+pCjLqMt/p3PlJfcJR0KSdEReYg45EfbY8fPz46QhJPiBCDNJ8FmZO0J23EOB6p7xMPITVCIqSelJE0KS9jqBbpQ9qW3wGJR0kIjRC3xo0bR+MUgiGkTeoJPuKREjyVUpDfD4m+hMTIeMXLJeOQtmVsUi4k1jIO6UfS5V7SJU30r5SKvFKSl8s1IyRU2lVKRXgppSB1hKgefPDBePLJJyFHa2/wqLe6TalrxSJgEbAI1BUCZAKr35UBQDu2jMjvOF5743WcyTe5gsKFECPeqm0bVKRSqCQ+CouLiyHkpyXd9oWLFuO999+D/Mh0yrff4qsvJ8Ol4WrIN8QGObl4i+79BXl5KCxYiGeffy76uzzi+ejMY5re9BJdetkInHfRBejeuycGDNwVQnrcOIkCPQJt+baZ9FP4nsdLeQsW4KtvvkHDJo2h2P4PPGL7md4SDQURcCKOUuAtChcWRkdyX37xJR7mUUeP3r0ij4cQqf5014+69hqcdubpkP6367sD3JhHw1gGOd6Q35JMmz4N79ObIy5/MTQhjXKchKcTCY14dSZN/hKLihdjEknhNHq4Num2KTIb5GJ3empe4dv2a6++hr3oORIjJEZFcVBCvhhAyJRSKjJijhAQGiIxglJu44270Oi0wrnnnYvRo0Zhn332id6y27drj4B4gFdIgy6GR5EchiQ4TGJbIPkogfwGQwyiozXJkI9evXph2rRp+JxHjYsXL4J4dMRbJ0ZO2pC60q4YR4ekTykVGTUxmGI8P/jg/ajNLznPH374HmJM0ySBhngYjkPqizQhAdxr770gx0S//Por9t1336isGH2R9UlA3nzrTcjx0AIekclRm8xDCKRhWzIexTF7sVhEkGRCcrQlXQg2Mr5UKg0pX1RUCCGEQtoOPfQwjBlzE8Tr0LXrJhBvjJSVtQCCLXWVUnCIs9YOevOYUbxDgon8Dkc8I4KDUopdcgEBUEpFGDhcYyKSvzH1/jmP58SLU32MJV6ZFi1aQMj9ySefzKO9W+glPRqbbbZZRNqUUtCcUzXBEmJQVFQEwV/WWY8ePaJ+pIxSCjUvpRQEEyEdQjB69uwJIX9SpnpMsl7kXvqT3zmJB0q8bPL7HNGTEDQhXDJHWdMy3wkTJkDqK6WiY0QZi/xGaQGfLflXZfISIMfFQnjkN0hCrCT/GnoAxZtkqBCpL0dbQgjliFD6kh9ti4dKyJ8cfym17HxknFYsAhYBi8CaRED/lcaFzIjI38QRieJsYGMSk/JUEldceSWuuf5aLFq8GPsfMIQkIYYuPGL54KOPcNvtY9GBRm3QvoMir5AYoHvpwZHNULwT8qYob4Xv8tjiwgsvjAxjOT0noNFu0qwpDqQX5+dff8GVV43EaB6bfU5C0aZdW/p8DOQvRLskJC1bt8J+PIJ48KGJuHTEcIhHZW8SAqk/btw4yA9PS0jEHMeFeA7EiyKb86307MiRxq233YJ2HdrjxFNPRvuO6+NgHqe8/9EHuPLqkbj2huvx67Tf0ZnzARTEmMhxxSWXXgL5MbT84PSwQw+DeDwaNWwEl96wnpv1woBdd8ENN92Is0lQbh17G/bbfzB6btabx4Ip7LBjP8ibfGMStC223AIhDbsY/0aNGzE9gOd6EE9Ao0YNIcYtIi8GkD5k7HLcIphef9110T+vf+CBB9CIfWfy6EoMkrQj8xSMxWg2YT8Sbkry9TtJjhihAh4zicEWsrXddttBPAejRl1NgnA27r33HmRlZkV9i3lq2rQZ1aERkljJWKWP3NwcHrFsCjG68hsROTaR36xkZ+fQoxaDeGtcziOkR0drB/L7pHgijv0H7w8pI0dA7Ula414MMqcWPJY74YTj8dXkydHxzXnnnx/9PqQJvRjxWAwNGjRERmYmhLAIYXZJwkSfjqPZnxcZfZfkZdNNu0bHitdddz0JYmvsT9zHj78fo0gSR/JYrqysHG3ouZM+xUOiSTyUqiQRTUjOPM/FGWecEXmBZK3KmpzMMQm5lT5jHEvTpk0hl9xL/Ub0Ckp4LI+N0vTmyA+N5ThNyIsQEiFbgq/8dkiIn5AE6V8IhBAFqdOCBEn+5dbbb78d/R7o7LPPjo7IBCdpW/qUMUi/NUV0IelSRikVZSmlIGOTPKVUpEc5jpM+ZVwyL/nxs5Ax8QYJIZF/oSfzlh9aC6Fdjx44aXNLeus6deoUHcNdfPHF0Y+hpd1set7kWFB+8yRjlTwhQIKtkHnxWomnR37PJzgL8briiivwv//9D/JbIKmvVOV4o0HbL4tAvUbADm5tQUD/lYkoxU2Komj8VVVFCeVN/cYbbsBhJAu777Y7xtw8BvKmKpvssKOPwRlnnon+/XdCNo9QzjjzDFxyycXRv8KSDVgM99577Q2PRmy3gQNxwQUXYq899sQJxx+PQfQIiFEI6e3o2asXxFjsvsceEKM/etTo6Eeukq+UoqcjhBCOwTSqF154EQ448ACM4hvo0AOGMt3F8Wzv8MMOiwxsdAGLMDYAABAASURBVBxDEtGjW3fI34w5hK74oUOGkMSQyFx6KeT4SSmFnXfZJSJhA+j9kd9fiNGUDV8Mf2ZWVvQvh6Su/MudW265GZuR1MR5XHXZZZdBfkwqm//ZZ58F+b3RbrvtBjGGJ59yCqSuYOORIElcvD7ZPJ5y6D3YqNNGuPyyy7EByZeQOnmDl/l0I2EBcRfiI7/H2HrrrdC6VWtcNuIyHHXUMPTrtyNGjx6NIUOHQAzK4YcdDjF0Mla+gEe/fbnooosRY5/yQ+eRJKoyP5kPOFfwyuBR3qXDh1M/l2KPPXaHGHz5rYiMXY7ARG/bbLsNi2uIUT38iCMib5OMUY4x5PcvMpdzzz0P4mEZOvQAEqUQMgZNEtuly8bE+GJsRCMqRvUmemFOJR5sELvsumukI8Ggf//+uJmE9IADDsTRw4ZFPzS+acyYyDNy+OGH4Zijj0ZjEsSzzz4He/LIzJA0yhoR8nzIwYdEOpa+hejsvfdeaEDCdNJJJ2EE9SIE75xzzo30KmRF6ovxTtBTJ+MQo33zzTczqiOPjPx+5cgjj8Shhx7KOY2B4CEEZIsttoAcLQkxAC+pd/XVV0O8YBtttFH0L6Hkn56LN05IYb9+/SK9nMlnQfobMGBApC+5l3Ug7QimQhYPOuigqB8hPEJQZAxCPET30ofoAzUuwUzS5UfFkiztiAhBGzp0KInsWREmSinIS4aQZPltjjxHMh/BTXQoY7zjjjuiuR511FE8IrwNspab8GivQ4cOkbdK1t4R1LuM6aKLLormJP2KZ2vffffF0dTNGOpqgw02iEj6lVxnMoc9+NwK2RHMBg0aFP2LL2lbPF1GFqgM3IpFwCJgEagjBPRf6UcKO3T3aBIHFQLV4mkXzZs0ww7b7QAxLm1olGOuF3lXcvlmuBUNRZ/evZHg27L8U/DN+2yOfbkBbsJjmy4bdcaGHTuigl6ecWPH4X/PP0/y0RYaCm++8SaPYnrzjT4GIRViWAaSIO1Mw9GaXh4l4+CGrlhWKw3NuGziXeiJ6tu3LzbccAOIYVFKoTP7kf6kXYf3GkDrli3Rn6RhlwE7YwDJ2UY0ytkkNYbGlNlI8DhN2pLfpIhBFqMn7QlRM/RkyJvs9ttvj4EkNm3acMzaifqTH6i2bt2G49E0DjnYeqttsO+++0WEMEbyIf2Lt+KTjz/hvGLo17dfVE+8SQ0bNcR222+HHB4Bas5JcW5CdMQACYFw6dXYYovN0ZpHiMymgWmAfv36YtCgfdCje3d4rgeH4+jatSvkuMchoQLdJIKdtAvOXQjPlnyT327bbTm+bChO1tHEjyIEqC+P9vbbbzA9Ot2jvycjhk/a3W677dGG85I2FWv17NmTGG8IwURwF0IgBrVnzx6QI7TOnTeClAWNmxh3Md7i/aici0YfHvk0bNgQcuzZoUN79teNRQ3EcHfacEOS3P3Ql3psQw9NP4aSLvPq1q0bhCQILh25diTdcV3I0c0mPM6S+4YNG0DG069fP3qDEpQMbN6nD9scjB3pccvJyYaMaf31O7Lc5hEpJEwQbHbeeQDHEUJpFZEFMdaifzHo0p703ZJrR37Eazg3ESGcshYkVEpF3hox+Pvttx+EuMiYBAtpf6uttorGIetECLLkKaUirGRMgqX8SFl+EC19CEGQukJmBL/16UFFjUspFR3hybFrdVtKqag9IWKbb755FFdKRSRI2pMfQ4uuZH3LfMBL9ChjlfSdSfilve3oDZR+pV2Z8+677w7BQnQgvzGSOjI28RwJ0ZN8qSflZS5SR+Yg45Z+OnfuHM1d/hWeEGApp5Ri7/+tjx2tRcAi8N9GQDjAas1AtidF4uOw9EqFhISWg/aWERqGP48DikUUjagCkJmRiV1odGbNnIkr6PkYMWIEGtBTdPyxx0D+po38k3b5mz6O1BEh+QDbV1Uh3QuoFinryFhriExU+qkpYrQMvUrVIm39UYDl0wI/IPloRaPvRoZa/oIzaDkNSVO1gHGwbVVDYo4H+WOMmnMuLirC5599RuLTNzp+8QOfVQwc7UApxU75ofGFROVeIjVEKbayjEhBAAyWCDgq4mNqCjELVyGG+YbjX7lQCVE5A7PSkGNYaf6f1Qfho9eI+IlXZ2US9c9yEq6oHEdKJFbwiXCtmVszzvLL3TIlmquEf0WUUlDqj/JX2rBlLQIWAYuARaD2ENB/panszAzk8nhmVZLDMqsUeoTkrbdacunpkKOi28fejgcmPIDx99+Pu+64C/K3gnIys5BFciT9ZmdmIpv3IpIuksW0ZSQjE9XtVofyewh5o64pkibHTkuE7chfcM6MZ2CJ8ChoSbwqfQN6G+R/3dC9ew96peJ8m47TE5FYRhLxBKK2YglkVkkGj8Ri9MwkGDbIzsEZp52O8+WfT9MLkcU5ydGLF/NIqpZK9NbtxeB6JFo1RN64o7Ixlo2EZdi2vElXi5SJ0du2psSlF8vzYhzvyoTjW2WZFdX3OOfVENeF46xCtIZagYhnomb6iu4lbXlRqprIrF74V54xW9YiYBGwCFgE1jwC+q90IQa6YU4DrEoascyqJDc7NzpiENIjcWlbvD/yg89OG3aCSHZ2FjITGfQAsSy9QPKvwRqwXoOsHDTIYlpmDnIpDUWY1rBKJD83Iws1JSczGznMrynZTMtmuSXC+9yIuGWxbLVkIzsraxmRMctxS5PGjeHwWEkpBRl/zXI5rJNDQlMzLea6iJGgZHFOOeynQ7v2aNGsGTx6hISoZDA9M0HilpFFspfFuWeSQGUw/KNI2QySsaWSqCqXybBShIAtS5A8EhUPMZKWlcmqCU0sakfG7JGQrVJcF97fEZIabxUi+DuOhus6kOOzFYlDHS2f7mgNTb05uiqkF00z7mgNR1eK3C8vSqkVenGUWjYd9rIIWAQsAhaBeovAXyI/3N5RW+KIsYFe0p7ce9pDgl4Sj2Qg7sWRGacRJxFQLOfAicpqxuW3MJp3DkVCLWnLiWJeTZFyNe8lvnw9ScNyl+L98qKZ5mkHMubMeALiydEsxA97xRLBcpdXRTokWYyqGGSZc8yNsS22ByeahWILywqYsipZtobcyfwctrmMKAd6FeJEulHQ7PXPxKnKk35WJlJfASy9ZkSTdIhIH/iTS8awvDico0h1utSvji8J2bZSCkr9ffmTIdlki4BFwCJgEfgXEdB/pW+aANSmaLZWLdKuppGpvpewemxKMVeE5Rn7g1GuLlczlHLLi7RZUxQr/EGknxrCIiv81KxXs83quJKx1mhHKRW1o5SCUssJc6SeYigi8VULiMPyopi2clFYvf80wLb+XBTzV0dYbI1+1DLzAe/+KLCXRcAiYBGwCKwpBP6T7YqN+08O3A7aImARsAhYBCwCFgGLwN9BwJKfv4OarWMRsAhYBCwCyyJg7ywC/yEELPn5DynLDtUiYBGwCFgELAIWgX+OgCU//xxD24JFwCKwFAEbswhYBCwC9R4BS37qvYrsAC0CFgGLgEXAImARqE0ELPmpTTRtW0sRsDGLgEXAImARsAjUUwQs+amnirHDsghYBCwCFgGLgEVgzSCwpsnPmhm1bdUiYBGwCFgELAIWAYvA30TAkp+/CZytZhGwCFgELAIWgZUjYHPrKwKW/NRXzdhxWQQsAhYBi4BFwCKwRhCw5GeNwGobtQhYBCwCSxGwMYuARaB+IWDJT/3Shx2NRcAiYBGwCFgELAJrGAFLftYwwLZ5i8BSBGzMImARsAhYBOoDApb81Act2DFYBCwCFgGLgEXAIlBnCFjyU2dQL+3IxiwCFgGLgEXAImAR+PcQsOTn38Pe9mwRsAhYBCwCFoF1DYF6MV9LfuqFGuwgLAIWAYuARcAiYBGoKwQs+akrpG0/FgGLgEXAIrAUARuzCPyLCFjy8y+Cb7u2CFgELAIWAYuARaDuEbDkp+4xtz1aBCwCSxGwMYuARcAiUOcIWPJT55DbDi0CFgGLgEXAImAR+DcRsOTn30Tf9r0UARuzCFgELAIWAYtAHSFgyU8dAW27sQhYBCwCFgGLgEWgfiBQ38hP/UDFjsIiYBGwCFgELAIWgbUWAUt+1lrV2olZBCwCFgGLwH8LATvaukLAkp+6Qtr2YxGwCFgELAIWAYtAvUDAkp96oQY7CIuARcAisBQBG7MIWATWLAKW/KxZfG3rFgGLgEXAImARsAjUMwQs+alnCrHDsQgsRcDGLAIWAYuARWBNIGDJz5pA1bZpEbAIWAQsAhYBi0C9RcCSn3qrmqUDszGLgEXAImARsAhYBGoPAUt+ag9L25JFwCJgEbAIWAQsArWLwBppzZKfNQKrbdQiYBGwCFgELAIWgfqKgCU/9VUzdlwWAYuARcAisBQBG7MI1CIClvzUIpi2KYuARcAiYBGwCFgE6j8ClvzUfx3ZEVoELAJLEbAxi4BFwCLwjxGw5OcfQ2gbsAhYBCwCFgGLgEXgv4SAJT//JW3ZsS5FwMYsAhYBi4BFwCLwNxGw5OdvAmerWQQsAhYBi4BFwCLw30Tgv05+/puo21FbBCwCFgGLgEXAIvCvIWDJz78Gve3YImARsAhYBCwC/wQBW/fvImDJz99FztazCFgELAIWAYuAReA/iYAlP/9JtdlBWwQsAhaBpQjYmEXAIvDXELDk56/hZUtbBCwCFgGLgEXAIvAfR8CSn/+4Au3wLQJLEbAxi4BFwCJgEVgdBCz5WR2UbBmLgEXAImARsAhYBNYaBCz5WWtUuXQiNmYRsAhYBCwCFgGLwJ8jYMnPn2NjcywCFgGLgEXAImAR+G8hsFqjteRntWCyhSwCFgGLgEXAImARWFsQsORnbdGknYdFwCJgEbAILEXAxiwCK0HAkp+VgGOzLAIWAYuARcAiYBFY+xCw5Gft06mdkUXAIrAUARuzCFgELAJ/QMCSnz9AYhMsAhYBi4BFwCJgEVibEbDkZ23Wrp3bUgRszCJgEbAIWAQsAlUIWPJTBYQNLAIWAYuARcAiYBFYNxBY18jPuqFVO0uLgEXAImARsAhYBP4UAUt+/hQam2ERsAhYBCwCFoG1CQE7l2oELPmpRsKGFgGLgEXAImARsAisEwhY8rNOqNlO0iJgEbAILEXAxiwC6zoClvys6yvAzt8iYBGwCFgELALrGAKW/KxjCrfTtQgsRcDGLAIWAYvAuomAJT/rpt7trC0CFgGLgEXAIrDOImDJzzqr+qUTtzGLgEXAImARsAisSwhY8rMuadvO1SJgEbAIWAQsAhYB1CA/Fg2LgEXAImARsAhYBCwCaz8Clvys/Tq2M7QIWAQsAhaBVSFg89cpBCz5WafUbSdrEbAIWAQsAhYBi4AlP3YNWAQsAhaBpQjYmEXAIrAOIGDJzzqgZDtFi4BFwCJgEbAIWASWImDJz1IsbMwisBQBG7MIWAQsAhaBtRYBS37WWtXaiVkELAIWAYuARcAisCIELPlZESpL02zMImARsAhYBCwCFoFY/FoPAAAQAElEQVS1DAFLftYyhdrpWAQsAhYBi4BFoHYQWHtb+RfJTwgDK7WHgSGeiCTkeg2JbYig6j+JGcYr85ldxx/D/gzHZjgqROOQMVamRlmVA6tOWFdDQlH9EQgEo4AJEoZEzhA5A78qhUFtfao7k44Yl0B6kb55W6kbSbQCqmHlUgWY4WoPKCElUpOkVwEqUZEofVVfhiX5qdmMtBlyIJVPt88sUUx1IRuCiKxcKnOXQC+QLbmRyB8SJPFvi7RmqK8lO19lQjRK0VzAPMPneu0WmWUl7lXTj+ZfCaqkyMMhu44gUpm6pr//RfKjoDg7K6g9HGQNoeZVM0GQrplXV3EZw1KRpb30jmOovmF0nf9UYVEVLNkc5B5cJRJWC2rpqtZH1FnVjQSyFYlIf7XU1brTjBAWAmoogmWEYXWEodyLrBIQaSeSpSWr6xkazEpjKgajOnVpudqOrU3tCVrRbigREZmchCISr2WhyqtalJgIb6UvCj/UZEhhGp9xrNWylPyg6pL5V0YlVoVNZcIa//73yI/h8gvZvRWgVjAgnlw/iutHixgNbVw4xoEDzRCRqDW+pFbegfS/jHDMUkOWgxVBAlDEREQD1FylKG6KippUcIEolcE//LAb+pJoQhUbks4kpPDDhOqPgeFgfOZbAVaFQVAFXlVQDeI/C6sbo8I0RXEtaK6BagHvjRWsLgZczmBh/Pml/jzrb+fwAeLzC+7L1X1LL5WiqD15rh22vraK5hyxRFB1KSMRxS+Zv8dQ4gzq4KProI8VdxFNWr6sVD6J/xSHpa1EseiNkW1KSDIUPXC8jcIVa6TOUmV5aw5EGfEtiFQOkGaWqevud6XeqAbqSVFvKjSIxACVmwRq/VqKPptmnwhDkmQfMePDo2iKMiEzpaQVVNLFleNBvXEhk54g2uwhlyz6apH71ZGa5Q0riFAVimpQgYYKXYoHVW1QJd9K9BjhT3CQl0MQv8jVQiyjcoQ2+gjeUaR2v5Y+u+xQ0VMnCow6NlwjISlREIXRs861s9aGBF7xeK9SAj4bIbh4AcHCSEAFyBswo3Xx0XXRyYr6CHQagU5ZqSUMfLbjax+VkmYo2CaJbxoh00O6g0K+Ntbh2lqidsNlbvh4gyILTkc7j8/8NCVJqeAzkKKnat0WZdLEQiRVFVbH5V42C8P02v2IPuRdUwVs2w+ANPukqCANEaSZ5vtwAyurg4EjGNKAyX6uqCoRBn//s9RyInpsQjZFldCOgHYEEFcTHyXFNCvgml25VGIG4kbhkhc9MQZuUVhTl+IiUFHH5eyiGFCLAC1hCYDF7Jr34L2uYPraKmWcK+fI+QIy3yLeSygY0AYoWdhMqsOP7H110p3hW2W1lJQXY2rej/h+/ndWag2DKfhu/hTi+S3Db/GDxPOm4Ie8b/FT3vf4cd4PmFE4nY8gd8p/qPF/Ul1xtzH0JCRLFyO5KB9+UR7MormU2VYWzYZfLDIHweLZCBfPQlgyh2lzkSqdDxOUQIEbRWQF/4kWKusqBprPpU77SM2di+Jvv0VyyhSUfz0FpZSSr79D2TdTUPbVdyiZbGV1MCgmZot/nQZUkLAGAWStE+bKjwAuUnm3ym+xzWyB5RjjZ/6MPEz75jfMnDIdsygzp0zDzG+nYfY30zHnKyurhcG3MzH721kRhnN/mwOTImsktuC+RKArP9F9ZbR2vn0+saVIpRegIjkLfmomghT34uRMvmvMRMqfzXA60qlf11rxU79z3jL3WUinOWdKklJaPhNpv4AwCzlKg2/BqKurzshP9YQMN9sgDJBfugDzS+daqTUM5mF+2Rzklc2OwnkSlvK+ZC7m0qDm0YgWpQoQkP5U66IuQkNzXSnVvRmA+jfpJMJUGcJ0MTcgSkUhDca6LWFyITcIEepJdEUJK3hPCVKLCFsZt+gUhRt2NZz/MOTBCd+WuSoWL0bZvHkomzETFTNFZjGcjbKZc5CcORv+9FlWVgOD1HRilr8QYZIbOV9ml3CdJRFQf6uvNCPPj2F5tlVeXIZF84uwaG4hFs2RcBEWzV2E4jmFVlYTg0WzF6Jgdj7y5+SjeOFiBPRqVhrcyuP2v6QcqmXVn5BNkgijHEYtJhkuJBHKRxDM5wkzJVjAOO/DeQjN7LVWAjOH+9eCKpmPMBTJJxaFMCgljPR4RbZJFjtv6+DzD8jPPxtdSDdXqANYqS0MfASOjzCSAKEcczl88BgGpDyGy8xxHWhupv9Mc3+9tixnkeqaigRYczyai93hUY9GBbTyodZx0SqAu0R8xn1opElO0uAOCTkBUUypTR2G9MJxJ+KRo0Gc8UwAmSZAZuhTQopBRhgii3lZElrBynDIJE6KR4WKx4iKugIvQ4k+NQhQdL+KL6nHJxihKJ43XBrgCTactGKoGVaK8jU0j7+sEJdV4OCGDhKIwQ35FPF4UilRCsHFmr4CdpAGVDlUZOxp8E0JYMr4XDONIYykrZ2iOD8RVM1dyVzBudOTrZSQw7rQAZa59DJ3dXij5McnIReeFXB3++dCPFVIBQqesgEw1AE3RT7kLh94J3ThBA4fPGLOYv/qh0NQCOGQlDmKGwJ8sn9CwNGF67AYUUoIqGrhfqmpRwfUHUXBAxCjOJTa+YSaW4Aj2gjhh2mEfpL9+zSmfhQqkiBjfAQkRAH1ZIVYrASHkDjFiKlSxFVURKUaWd1Kbv6qGD4lBkqxMptzlMNnxuVK8BAzLjzjwTUxaOXCWFktDJTRgE9MA5Dwa6hIJYbfIgzkUyMqt38qq5UhPbgsyWeWzzVdP4wHcHRIMRSAjx9FUZy1V6A5t8q5utpA88VcSwhAGQfgqgbXM1iON3Xy0XXSywo6EfKjaJitaNQGBkJ0HOKpSXJElIRcVA4Xk1YaDuOgIUXV4446vBT7EmFQ+aGBoJXlPpCGoScBBjAc4zoviLTFTdmBonFDtCHoKo0RQeoXJLKGRLcSyH/2TdgRsgnjKCiK1gqaoQIvJd+GehHdACFvQ6ZZUcRiJaIBLWtaEVmKIpSa+hKsGfAOkT4lHat1VZWUBuipMHJkzPZDepbISIEg5MfQnlvxzaoxCFhGbI9WVJRAK0oRQhRphQqRNBFGa+fDxowDsA/DvVgxjOKiT5EQfNYR5SN6vjmutTA0Mm9OUz4mJCYUxblDMIiEBDHCSUrUjRDpNdCRTKZGs4YLzhjOVBnONYDSJlpqWilYqSUMqEmH6GpoKOXBUHxXIaVTCJwkfIYpbpyo40sh5IhEUPWQA1ABjPjvuQ6gxZuRQYMBaK6RdVkUSSG3b26EfFagIJeJsEoTrwqKD0nm44TauKQHbjlQ3Gy1CDcoh29fDkmXFuEa0vQoiDjKgZUVYrAMLi4xTPA5C7w0km4IQ2WptEFoQH8RqFtwnQMKq3MpPjssGRloqcpG5FZzfVCM5nPkcD9VBg5gZTUwEBS5tGEcQ93wjvpCpA0F3oGpgCLOqL1LcQ1o2jrF/c3R0m7IL/bEfuRvaBlwnYiQDZi1VgIE9PLLTMGVqoi77PWOSkFTgCDChF919olUUWe9oeaikrgVeeBqU5Qok7DyIzEibmD4kEV9RGGU/C9/yehElh2GDG+dlmXhqLojTgSlUodVSWsgiNZNZARW1Hhl7opybNqyCAhSItQa+OQtyZR7MXlLEv5ORBpmPWkLXBMilX1IipVojyPqKw8JYE0ceVv5qUpcUr8ytTa+VdTm8i2Jvv7xili+0fp9L2v2T0dY91jUMfn505nbDIvAfxsBO3qLgEXAImAR+M8gYMnPf0ZVdqAWAYuARcAiYBGwCNQGApb81AaKS9uwMYuARcAiYBGwCFgE6jkClvzUcwXZ4VkELAIWAYuAReC/gcB/Z5SW/Px3dGVHahGwCFgELAIWAYtALSBgyU8tgGibsAhYBCwCFoGlCNiYRaC+I2DJT33XkB2fRcAiYBGwCFgELAK1ioAlP7UKp23MImARWIqAjVkELAIWgfqJgCU/9VMvdlQWAYuARcAiYBGwCKwhBCz5WUPA2maXImBjFgGLgEXAImARqE8IWPJTn7Rhx2IRsAhYBCwCFgGLwBpHoA7Jzxqfi+3AImARsAhYBCwCFgGLwCoR+E+QnzAMAaUiUVojNEv/d374B1f0f1xme9pxojY14/+guVqrKuOS+SqlEAQBo5X/azz5X+FFebXWk23IImARsAhYBOoEAdtJvUKgXpMfpRQcEhNaf8iVSqVgSIRc1wVIgEISg0oaJLl/XbTjsGmFwPchxCcIg7/eyBqqIYRPRCkhfYhwUIokiPMWErSGurXNWgQsAhYBi4BFYK1HoF6THzH+4uVRqtLoC+kRz0e1N8SLxRAE9Ar9TTX56TSSFRUQb5KjtfCpv9lSLVZTKiJiCoCMSzsOfD/gPCuJmReLQS7BQUIrFgGLwH8KATtYi4BFoB4gUK/Jj1IqIgK+n0ZEhOjpAS8hQT7j4gUSjw2T/vJHyMOixYshXhTNfpL0KnniUfrLLdVuBRmXzE1In4xLROYu85Q8IX7iDVNK6FHt9m1bswhYBCwCFgGLwLqAQP0mP9DIm5OHCfc/iHG3jcO4sXfgmSefwQ/f/gAd0vjTGeJpF8ooKJZV4DEWQxhOi2lGyjAEQ8U0EfBeMZ5K+rhr3F34ZvK3ANNijgdJ09KGcSB1tHKglK70CCkAWgH8hGRMmv0a1lOQvjTJGZjF8qwfBAaa+eBlWFgpzTZYERrSJqChlAvpN2qD/Ugo41VsU/Pe5Xh8P0Qq5eOLzyZj7oz50MaDlJH2DcmPUVETiEL2tdZ/ZM7gpGWijEsQ3UqS3FMMdQNJFFAkpERp1J0kBSYExMvHssyKiv5pCLkUv1Yuhg0YtifCwst8JC3KZ5llMurJjcys5lAME0TA8SoKuH41ASR8kCPmgN98nPitliw+w/UcKq5xLL2Yy+cSKxSwPfAK2QoDPmpGgiVl5SYknk6oEDAUkefCcDwSl3QwLvfKMFZDdAiIOAwrRUEbBT+agILLNsF7aQdsQ+5D9hEqSHIkEhdhMbBp1LzkvqbUzPtD4WUy7Y1FwCJQnxDQ9WkwfxgLN7BkcRIfvPkB2rdsj407dkZZUTnuu+M+vPPauwgqQqi0hgocFOQVYu7MeciftxA6dOAijnSZj6IFi2F8hbmz8jBvznykSn3SEw9g2sIFi6IwSBrW8ZAsSSFv5nzMm5mHIMXNkGWKF5WgsLCI+5pGisdkynWwWNLyF2NxYQkWFZWiIL8IM6fPQdHCxQh9IFXuY9b02cibuwCBT5PBdrQQqkBjIevNnTWfY53PcblwdTzqK2/OApQWV2AO8/Lm5CMaE8lOMdt/5IGn8NVH36NgdjF0EKPtUDDRhs22ufvzm9DJlsxgLf7QDsPQYIkwQhzCytnSmJpQzDJzIiPHZCOiAENhNKpLAw0eI0aGzQRMjQr9eUhsmcmPtPHnYmj8DcfFgiv8GOl3JfkrrFRHidEUw8rOBKqQ0/SJBew6/AAAEABJREFUZwgDgVLxWNkR8Oh9NSSOfNQQOoqERepofjks6SCAhtQ3UYOG6YYzrhTmSC4ctguEUFHDBlFbLM/HgnUryyoYaAOkWUYHKgoDpeDIwNhBmn27AUsxLkkiLA652BT7RFRf2ogk5D0LVbAemOvwWZRQ2ldMd9IKbA4hK4fsOwolXiUyHxEwT54zdotlBEsvxSir8dt+LAIWgfqOgOxe9XeM3NUcelAyMjKx1x57Y/fd9sJRRw7Dvvvuh2effQ5FhYvA/RivvvwabrphDO68/U7cfuvteOuNtxGmA3zz9be4Y9ydeGD8BNxOz9FN14/BHbffgYIFC0lSDDy2Le17bgyffToJt4y5BTePuRW33TwWjz38KElMEt9/8x0euPcBFC4oYnmPpCTEfXfdj0ks/86b7+K60ddj7K1jIZ6pMTfejM8nfYl777mP/dyJUSNH43/Pv4R0hQ/DHfbzz77EuLF3svw43Mo+Hn3kcZQsKkVhQSFuvP4m1rkD424fh5tvuhn33zceZSVlePft9zBz2nS8+NKLePrpJ+H7PsQrJMdfSxQnu+6Sm7U3IrqW2SmHXjNGlHYAxSVMT46E4mXjkmFaSAkoEooAtHvw09QDdW5ovSrbkNIrE/CSfLaBPxcNQ4Nr6LkwLL/sRxnJC9n9H/OWLfkv3cnaEanqXqIOcTUct3gYI1xJRBQ9kYqvDZqEQRNaj95Tl6TIo8RIkOIMhWysyPjLzEVYFdAa2iFiksA+pB+FpVdl3BDPkIkhNHFXVRLFo0UQEs8wIi0ptpWkVIi4GuXLSdqVFpe2A8W6bKO6TbkXz5YbAjGZF0VCEZdxh+ki0dw4IlMlDOzHImAR+A8jQMtRf0evlEbAox+tHKT9AEopmhmFPpttjuzsXEz7fTqmfPsdnnniWRy4/4E49aTTMKDfzniNZOj3qdOQLE3hSxKO5o2a49QTTsFxRx+L8pJyPPbQoxE5Ao+n/Io0FtFz88C949GzW0+cdPxJJFhH4cfvfsRzTz+P9dttQPIxCzN/n4kwBSyYl4/vvvkeXTp3ocdnIYpIXAYPGozTTz0dzRo3w+03jcMGHTbAyezvoCGH4K1X38bvv0yjpycPzzz+LDbvtRVOO+kMDDvsGHw7+Tt88uEnCNIh+5iJNq3a4sRjT8Thhx6OyV9MxjdffYO+2/dFx44dseeeu2Pw/vvB4ebu0y3lOLKpV+lOdmTUuK9KXtsCzTnLv8iTf+UX0PiGNMYhzSOUx6k6PKEhBvzQFQhovserAIbGTpxuJmRJeu14C61dsDCYuQoBxGCvSoCA/RtK9UcxIsIg+kgerWgUr79fS4gLSUk0SuKtYw58rq00yY8h6RQPJmElxAYOp6XpcXMoHp9Ph0Ap6kXEQBM7jUBVis/QJ/EhR0KKz7RhXNoxjsMXGAUpL2XB+ob9aaaAjEOzgpAT8F5KCeGCYmmOUQiLR+glFHFCQERFg6/+ktYMj7sqQ6mrWF+8UBJKHxJ3AwU30MtKqJktI1kqsJdFwCJQiwj8e03Va/IDkh1wkzTaiWwVXzCjUPE+kZGFosXFePONd+Aol0dQi/H9lB9QUVaBovxF+G7K9xBDt377jthhu75o364D2rftgL323DsiTAE9QwoOxOvz0Ycfw9Fx7NR/AInGBuiycRfsNnA3fPzRJ8jOzMEmG3XFh+9+AOUDn3/8BclXH7Rs0ZK1NXr17IXum3ZH29btsP12O8AEwID+O6PVeq2xWa/NSWjaYd7s+fht6u/Iz6PHKRXixyk/Yd7c+WiY1RCvvfI6wE27QU4DbLv1tujQvgM6d9o4GuuMaTPQqEEjxGMxNGnSCM2bN4VDgyQEQN6YseRSS2Jrc0SMn0Pyp1wX5ekUFtEztqi4DMlUgFBpGOXAGMU4aHQNQxEFEyryozhChr/89jsqKshiWQ5QwErEKNZlEbMKgVzG8JsFoRnWEKkMyWNyPfz8YWRMCA2JI8cacNxyBFaUrEBBKoXCZIq48yFwnAjfFNmP7wCGJMUowRrEXDFPISSuASUkhj4lqBIhUODz6zNPXmym580DC0PKiRimG5ZlcyAXWYKmxA3hZVcsC7AI4j6QkVLI5NFVBiXhKyQCCsM4wxjFDRWknhsCBoBP1TCJMSDgt7TLZiENhmzUVEnA0NeK5VV09JaS5y4qCHtZBCwCawEC3Arq9yzkdzby1i6jNNy+HLq3U34aBQsL0KhRI5SUlCAkK5o5cxZmz5qNuXPnoW/ffiQP7eE6LjyKK5t1ECAzMwMNGuRCyEMymURIpsI9Dklu7hkZGfA8F6l0EoobXYOGDZFO+VHbO2y/A6b+NBUL8wvxwrPPY7ddB3L/duDQk2Bo9GRTTfspxBNxaBpnzfpgOoeLrIwslJWVA0ahorwCeXl59FhNw9zZc9CqVStst/12cDg+MR5SX+YYclyuR6uiuPGm04jFXE4/5Lg5HuZpbspKa6bxI51DduVqYVo9+wjeIb1s0bCi8Uaxv/5F3YdhiEWLF2HcnXfjqGOPx7DjTsDxp5yG198kCXZj9BD68Ik1uS3gJSq9DNAoJykupR5OPP5kLC4uoTocltOAS1KkXMYVAnodApYtEXIUSyAdKK4REQ0oB4Z0NwgVfJkL+zKsqyRkf3Bc5isEbMtoD5IXhABcD2yYEdEPg3rwMVybgmPIMFJHjaEJ6dBKQxNrw/QyP4lnXnsZZ428DBdccTkuGXkl7rx/PGYVLkSFp1HGpVnKt4yA8ZRSSHMtGk/m7yHN+xT7UCTvYFpZKo2Q+PpsOOT9dHpTb7//Psydv4A4xUgyNAxxThOjAAYV9N7Jsx5KnOseHJM8V2n26ZOgabYhoc81YZTUJf6sm+SzHpIgJwMfgeOggorwuBaSbKecx2ApzgscR5IeqzTbTNMTlZJyfHaTfKYr+HwlKWXso5zhQu4JY+6/F4WpCij2wy4Azo3NyQe1dYleREQ30qbEJVwXZG2bo+hO9Cjh2ja3tWU+uj5PRHHj0Y5CIL8i5q4s+00Ficqrr73CvdTBhp02wOZb9YHP/IG7DcTBhxyM3XffDYsWFaJ5i2aQf9nz2+/TkJ9fAOUAxaXFeIV1W7VqiZgQFdnwuKF179kDs+bOxLSZ0+DEHRQuLqQxfRWdOm+A7JxsdNpoQ5KmBrjv3vuQkchB2/ZtaQDTCLiVuyQmpCXwYl5EnMTdJONx4x4cj8YgqKD902jaojEaNmmAbbbdCscefwz24DGWpsFo1KQhKtLlbM+HEm0oQHMTljY0N2op47BcKIcPNAYu8VDEAtyYsczWq+qtKrVSka2gjeKQzd8ep09vDzj3gA1N/fU3bMMjwQsvHoE99hqEy6+4Bl9P/hZuPAtGxegVSuIr3s/jkSZPFZEgCQ1CReJTQR1ngM4i+DwP+5lHklN+mIr8ohIEJC7pUMPJbkhSncQvs+bgh59/43ooRf7CYsyhtw6ahl15+PXXaTyW/BazJc1x6fEz7NfDnPkL8fX3P+O332dx/blcIRqBF6e6/v68/zZgy1WUzTggMViyIZOYUCFLShFaUgK55Vi1gqEIf5ueNxutN1ofhx93NA48+GB6f1K45rab8cPcWVjsAuVxF/l8Ln+eNRPTF8xHQVkpSsJ0RH7mFhYhb2ERps+ZS2wWYAZfTspISsp5nJUODJKOAzeegTISkWKSo+l8KfhlxkwsLC5Giu0avpDM5AtDOZGsUKCOFBYHaUyjxyg/VYapRfORhxS+yZuGr+dNx8JYiMUJjZ/yqbsFc/D7onwgkUBFaQVCL4YSTu83juHn36ahjNOscB0oktiZRYWYVliA6ZQp037HHO4hfiyGCpKj72dMx+uff4afpv2GgoKCSJcBj/k085TioNhmbXxq6kZ0pVTttV0b47NtrBoB0aHorvoZqw5XXdOWqGsExNzWdZ+r3V/IDVEIQUWqHNdefw1GXD4c555/LiZxIzrtzFMRz4hhxwH90K1nd1w64hLcfudYXHn1lTRsKTRr2Qya5CORFccNN1+Pq68ZhcuvuhKTJn+BvQfvjVhWDE5cw024aNW+FQYN3gtXXX0Nrr/pOlx6+aXIy1+A/Ybsh1AHiJMoDdh5AN598wPsM2gPEqcYQhVy05TNmM5zopgKU+yP7ZH0BMYHWM83SfahaETS6NJ1I451e4y59QbcdMt1uOLq4fh88qfo3GUjuDEHDsVnvdAJSZoc0MlAz0OaeS422rgT7ueb5z333E3jvRgON10hAfgPXOJdABRAifZyLXH87au8ogLQGh49da3bdcDGPHIcyKPMLl03wUeffUpvXYCXXn0Hhx95Gi646EqccPypGH3tjShaVALX9aBUgFRZGcqSPm4eeydOOv0cnHX+JTh82Ml46vmXkCL5SVX4GDFyNE4/9Uyce97FOOus83Al7x+Y+CjKmDfujntxyqnncj1ejROPPwNffP4VQh3DCy++hpNOOQPnXXQZTjjtTFxyxVVR+VRFGlQk/u1LEzfHcQifJg4qEgO1ZFhRzPC2SgwT6Pzi+lVo2qwJNuzYAb022RTHHn00GjVtisdeehGlrsav8/Nw8ahRuOKmGzCCz+nIMTdiZn4+CivKMeb22zHh4Ydw9XXX8NkagytHj8JLb7+FUq51UB/FJDJpEiEhRFfefD2uvv46jL55DC4deRU+/OZr5C8uwfhHHsWL772LlHZgnBi+nDoVt993H6YuzMOl427CRbdcg0tuuxEXjbkWF918I1785D2MuOX6SM4bdSXe+/IL6FgG8ujxGzVuLMd4Ha65+WacfOH5ePvzz7GIx3kvvPU6Lr1uFC7nOG9kmQtHXo6PPp+ERVwrT7/wAuZwPuPuuQcffPABFNewSFp+QB8RSGJWCx/XdaGUgqaewKsWm2Zr9lMXCIjuqkUpFemzLvq1ffx1BPRfr1KHNZRB0+aNcerpJ2P7HbZBfxKdo44+HCNIdNq1b4PM7Dg0PSHHn3QMhh17FNp3bI8jjzkCx518LFx6cJLpCrRstx7Ov+h89NisG3bovy0uGzkc3Xp3QzzLwwGHHoD2G7aHl3AwaP99cNaFp9GYdsYgkqPzLzkXbUiKXLYT0GA2atYY7Tq1xtbbbU1DF8DNcNB3p77ov8uOgGtgdMi22uH4049BnIQrReKTke1h9712xRbbbAblhexjb5xw6rHYsEtH7Lb3rhEBakKPUG7jXBx30rFo2rIJZMyGBGjQ4H3Qb0BfhE6AffbdB6eeejJ69+qJRCKGNI8i5Ee/daiJv92VUiR/3MUNJWrERN9/68uhFyBOIiqEyg9ClPAoa0FBIb6b8gO9Mguw6SbdeJyYh9tvH4+zzzkfTz31P9x8yx34+aff8c47H9CbU4ZYLAZuSfTsvUWy9AVuGXcnnnn+fzj7vHPw8ONPYc6ChXjwkcfx+Vc/YixJzuOPP4Nhw47Hp59O5rFlEMlrr72Niy68GA8/8gSGDh2KzyZNxk8/TsX4iY/gpA5SglYAABAASURBVNPOwpNs75Zxd2Pm3Hy8weM4T7xOPL78W5Ou5UqiB5FVNSvEJ2QhckHiZeDQ0Oc6LjSPbmPMHLDjTljA46q8hYW47a57sEn3Xrj21ltw2fXXomnbNnj+tVeRhEEJCdC02bNx0cXDcd0NN5KUHoUXmPftTz8iZPtpejVJDXH3hAn0gAa49LLLcD2JyR777Yc7HpqIBYuL0bHLJvj8u+8wn8edxovhnUmfoWufPsjI5JFyeTk22qgzrrv2Wlw+/DIU0Uv09GNP4IIzz8W4Mbdi5/4D8NBTT6NgUTEeevopBFkZGD56NK67+VbsNXgIHmRaBT2JpdRPQNJx5rnnkixfh113HogXXvgfstnHiTxa7dCqNa4dfS0GDRoEwU9zXXuuS2w4iVr6SLu+7y9trfqZWZpiY/UcAaVUtD5Crql6PtR1fni6fiMQIpNEYostN0O//jtgh77bonvPTeGSrPjiaXE4enpYYgkPm22xGfYatCe69+6BrOxMBPxPCInhFtuCXqB+O+2IXfbYBU3Wa4yQdSS/c9fOaL5eMxjHIG3S2LRnV+w0cCdstc1WyMzNgoppiIdH5KVXX8R2O2zLY7BMhGw74DFU+45t0WGD9kjzP4ckycvw0HvzXlD0OEm+yMZdO6EByU2o0nA8cPxdsetuA9B3x+2Q3SATmmlxeqE222ozxhW09EkitX6nDmjRqjkMiVeM8+3Zqwd6b9Yz8vq4NEIO3+DxH7h8Gs25PKIoWlwEw/+4M0SjVkrVPHGJ0qq//iw0PC7RyiHhdVFRkaRxeoEk5xycePIp2GWXAejZsxe++PJrFJemMH3aHDz33Ev48MNPeaRo8PHHn8KhAtJsI+CR4etvvEPHQwKfffo5nnr6Ofz623QsLFyMb0mknnvuRey33z5o1bot4vEEuvfojT6bb8HyJE7aRY+evfHQw4/hpRdfoeduUww58EBM+fFnlNGDMPXX6Xj08afx4cefISe3If730ivR78Y0jfafzauu0sW4VvdVTtIgellcWkKtkJHyI3nkNYhEbiiR/WVenGZepwPEtYM4D8f4yCCdSiHJoyo5gnRjcbxNr8g7H76P0FGY+vtvKCpeDHCd7jRgABo0bAjX89C1ezc057Hzz7//Dp5CItQaJckyfPfj99htzz3QqFlTGHqTNu3dC25WJmbMmY0ttt4G8xYWYO7ChZT8yCPTu8/m8AKNJioD/bpvgVZuLjo1Wg87dOmNHbr2xsZNWiO7OMA2m/SCHKkVlJTgR/aZ4jw+/fJLvPHueyjjEWBBcQnm5uXzhSJAp04bommTJsiiV3GzHr1QOL8AyZIyyL84C3nMFXCuaT8NuTRxCFhf4rUloh+Hx3DJVBJz583lOi5etmnqIUqQUIRzASXSl2KCQtUlERHeMpDfE4rwbtmP5FWlhDTWKR4rs5WqlMoguq8uVyOszF3JtzzfNbIrb6PWaqTWiNZsuzpeI1uiTF52z2BC1CIbF+wgWMiClXvwYj6/EZWRCPOjYA1+GXoxq7uRPS+PXtFkyq8xBnYuY2SA6oISRmMV4qQBuY8EqA4QXZUzUUsSK+8hCyDKly/FLxFCFaVXxpnIj0LgSx8iGgHduqaqTGWouT1XllfSR5THahKXIAoVYzVFbtleVZ7hkORPZFTqA1BKyoIXM/hdnz6CdH0azzJjieDSCiEYqw4FS4rHjTQlGxHTDT0lgfaRDpMwQmwUFxs9JorEIiM3jrJ0KYTIRO9UJA6h0tDcYBXrpkmiQhPAi7ncyJORsmQDchxNo+kjVCHm5M3GvIK56LPdZjBxE6U5WtOoBVxAPhwq2PCIrhJMA/ltima+geKmGgJKcwZceDS68nsV2g6E/I/ZCDgHJQ8MN1fZZDU3IUVxmKm4krSEnoO0zNEBQqVguGgZgTaaoijSE/tB/bsmf/8VDjn+cFx109WYnT+blDEJGEUI4jBpzo5zQCgGxWCVl4kBNHah7yArkYX99t4bhx4wFDmZcfTvtwNicRcBSWw6WYL5C2ZjQf5cFC1eiB4kjltvvy3kzT4k2/SpD0GrtLQY87k55fOIs6S4mG30Rbu2beHSADmUMPQ5XuqYZNTnmkoGKbgZLk7lkeuQg4bgl2m/4LqbrsfzL70Mx4ujvKQCxQUFKMsvQDHbbdeqKXYd2Jf9lnPKKdTtJXgG7JIzlWgkXDtMCbim3/robRx50pEYcdNVPOKdB5drjksNhbEARQmDlAkQC1REMBRiXH8JFHou5mUqLMwCfpj1C5o1zIUuS8JVDvJJdErm5cHkFaJZ6GJA7y3R0I3D4ZqXZ8PlWs4ITESYjKOof8P2fGSmQiSJb0jPS4LPzGI+w4r5ST678dIKZPLZaJmbi64dN8DrH76NZz54DV07rI+ODZpCflBd4bo8YXbglodAyiDlAuVxjXKVRkwDLudRrJMozQGUn0KipBxFC+ZjfmkB8vPmYvfNt0azRIJlDRyOwyE2AfUcZxshUtD06npxBT71UFpAZDtK8YsfhpUp+PuXNFAl4tGUNTZpyhc48tSjcPn1VyCPY6RFito3xFCHCnGufy9wmOxGR4GFQTFmFc1GBccLjskxxIQ6cLSLwuKFyCuaC99JA5p1mE9Iobi+5dEznFPSpPDrzN/w6NOPYXF5MVgVaYRAzOHa5cw1GIYQUpvkfllC4uxTr6FWfD44eEeDw+IrIeNRuwpgHljGlRAhXJJgQxQd6tZQJ2wSrgL3LsCjDkPOTdoItQbtM6I4Zy37vKN0VE5DQdpUEmrFMgo+QhhXI6UMpI7iHME8n6PxVQBfhQg5jsAH10IMDrhA2G7tfIgR+wHnJR8RwZYooDwox9h7x+LoU47DI0+/guIyDoDjCpiujQ8n5JwCDwhjCDmmUKVobxzMmJbCzz/n4Zdf5kD+ZerikkL41KfgrdwycJpAkBPZAO34rM95By7SPMbXTggVxhGGCbapGMZhTCOIDfMJTioVx+svTccvP1Zg3myFt1+fg+JihzOI0/YloFjWhBmso6C5dgzbAteLzMeYOPOz4aiG7DOHkgEiyikbFsmA78egiP28vAK88tJnKClfxHbDKN0oF4Z6YIV69dH1ajTLDGbFN7IBKKVg+F9lCQNqhQoLopBageEKCUlGuvfohiFD9kciI4HKS1FRqipa2YZSGlEKHz6H7SrDdMajQlEGkJmTiUMOPQQbdNoAPg0ii0XZ8qUqa7N/A5cPseEGL6HkIcpTWObibeUcJNWwhKKgUqoaVkDlPXhFY+FslQGq8xkqjlMxCctcf0hYJvffuCksWoSvv/8Gjz71OG689SbM5mYunpc0yZ5Db0jIDUE2L2DVY1fUFUJiwZ3MY72GOVno33d7bNazGx6aOB589tCrV3e0aNoAW/bpiYMPHILdB+6MosICrEePQsxzEPoGsZiHHelFzM5MYOCA/jj0oKHYok9vlJMMdWjbCjvusB1efuF5zJwxDYsKF+KrLz7HlK+/Arim/GQF7hw3Fo1o+I879mgSph3w7jtvYePOG6J1y+boTc/GYWxvr913QWlxIdq3aQXFTbjacP4bOli2T65vJiwiWflx6o+YwKOla2+5EdOEmNIoZdFGZvmaczUIiLFW3KTp8UmWlWPBwnzkk0x+9uUkTPr0U2zNo6eObVpjow4dkBn3MHDnnTFwl52RmYjDZd0M4psiGf1g0seYOX8OFhTm8wjyByzgMVjndu24kQIZIZCTkYGem26K10giFxUtRDHXzLdffYUY81o3a44M18NWvTfDV19+gdffeB2D994HmdRh9JzTsGk+D5rrR4iL1goht13DbzkiVjwelbVC+4xeXbsih8/oLn37RuPs0WVjlNCjJOvIJSaaZcG1xa0aDu9FDI+hDL2XMT6UC0mS0yRp8mNn8fpo9stitfYJSUAdkod5C+bih6k/4NEnH8Wo60dj2pwZoO2CoVq0w4EoeVYMZKZi2H767ScePY7lMetMkhYfoTYwKkRFUIH7H7wfDz35MCr8cqLiw5FnQIfR7yKT9PQoj62wbIqkJk1dCcvwuQ40033jQ5GhVKQr4MZc7n1plJaX4Z7778a8BXkwoII4nIA6AMclY+GgEHJ8IdsEx5vmfhkiRJJH9Q77TvFewlDGwPa1p3ncmeRLC9sSwCmCgdRVjKeDNAzbU67mmDl+jkOT1Uq7PvOkbIqeMpdt+2wPVGQySHLcgM8ZB/yW/uQfzXhco4JxrSlsSUNmSUzWn9wE1OWMmTMwafIkHrFeg0efeoQezlKORkE5XGFKIeS8DF/ajeZDxxeMGb8XY8TFt2LUlXfgmqvvxKiR47jmp3FKzaGCJhBiElA3Ka5HzQXtyzyJsZgIwSqgDmkW2O4iKEckBaUU8QugHYWyisV46JEJ+PDTlzFn/o+Y8PD9WFg8hygtQizhU79lgK6AcsqRDIpYJ4UwJJY6Ce2WstwCjj+PMg/KW8y0CoQmiTTXkaNdBKHGnNkFuOfupxAEDgKSdHBegGKej/p2Ebr6NqRaGA9Xg2EzDRs2RJcuXeA4NHpMU0xb+lFQXCmVohkXYRoVtcy3UsjNaYAePXrAcz2kKrigli/De3n+A5+PGiXmxqh4PsxLO1tnYwYGLg1VihvV088+g1tIHPIK+BApIEUyYbhJQIQYrgokBWLKB9xRgbyUcjNIIcGN8PhjjsR3U6Zg8uefYv12rXHMsCMx/r67cfnwi3HVZcORzePIDTfoAJcbcnamx7oGuw7YEb27dcWoqy6Pyt0x9hZ067oxMrlBHn3kYei+aWece+ZpuPSiC/DMk49h0y6dEecGHKM0a9IQIy8fgStHDMebr7+Cgw4YgvU7tMX+g/fBI9xcLrnkAoxg33FPY/3128LRCj6PTFY1v7rOpwq47g2efPl5XPvAnZhHYpNIGmSUhYjH4kjSAMpm2ygjE5+99y7uvvlmjL3hBrz/5pvYd/fdsHWv3siNxXAMXwym/0gDfOstuJXy408/8jiwM8D5C7ENHIN7SE5vHHcr8XkIe++0E3p17oIEiWy21kgQnwP32w8NeVx9y4034LYbb8Q7L76Kg/YZjA07dKSH0Ee3jTdBJj1JjXmU2HXjymfa4frJcACX2zGfcHankHA0pD2HD2SyvBRx3jf24shxXOwzcCBMRQXuGXsb7r3tNrzw1JPYondPPtc6IloN4llw0iE8Mg3HD5GhPWRSGmZkYYNWbfDIhIl4/733IJdSiivbrMaqldKrJ5pYBHwWPM+LKiTTSTz38gsYPeZazFowB2kShiQJSigGk2sZNEeKBr+4dDEmT/kKH3z2AcDnIUkKFNJjNZeez/c//QAz585kyRA+63793Vd48dWX8Npbr9LwFeCV11+OiFFO42y0btcKhsRpFsnWF5M/x6effYznnn8Wn0z6BIWLFiJkn599/gk+ofzv1f/hq+++RuiEJMT5PEZ8A89zrO9+/C6K6T0K2OOs/Dn4YNKH+Or7r6Oa8f05AAAQAElEQVR5vP7OGxEBKKdBDVivjOTsnQ/fxXP/exaTv52MGbNn0DB/iNJkKX6b8Rs+Jmn+lM/0s8x/86N3UBaWQ+Zfmi7HQo7n1TdexXMvPIOvvv4SpSXF4DaPMnp9Z8yehpdefwkvcF1PmzUtGk8iK47CkoUQMheBu4a+VFW7hqEfBDAqxIKimSSnt+CxJ58m0VPc9zwEykFIrI1OsUw5DMohRMKnZ+jEk4/GqNFXYPQ1I7HV1lsilUxh1sy5ePjhZzBhwv/w6ae/oKwsAZjG9NhkY/ascjz22Gu4775n8Pmk3+htcdieeIMcfD9lJiaOfx4PT3weC/KK4XN9k/8j5DPDpYa8+Qvxwguv4P77HsKnn0xmmzGu6Uxy4Cz89usCPPXoh5h4/xt8+ZuDjz78Fl9PnoognUCyPAPvv/0DHrjnVbzw7JtsZwEMyY+hJ0ubBMJ0Bl8mDZ5+6nl8//0PcLTimAhKPfroejSW2hsKN6ZqwhO9oXFTqZyoLElD5bIrEh9IrDqUOF83FO9rCvcWKG6GHjfBME3DkMiM7muWkXyHdSd9Oin6e0CBH1LZDuzFZ4mkM6D4fNzKeOzwxLNP47qbb8J8emNUjA8p30gCGrHVwcpQGVoFJKMZOOOMk+ih2QYuN9EOHVph7G3XodPGG/AF1MeuO/XF1VcMx+GHDMWF55+NM087CY0bZiNBmzL+vjvoaYijUU4GTjrxWFx84Tk4lEdYIy+/BPvtswcJjiFZcnHBeWfz7esKHHfMETj/nDMxauRlOOHYo5CdcHHUYYfg2quvxN577IIbrh2F/jtuz3EY7LXnLhh55aU47NChuPiic3HKKSeiQYNcGB5terEY6ttlOKAw8FHKY55XPv0QE/73LPLKSxD97Rvm+cxLcNxD9t4Ll517Lk4edhTlaJxwxFHYfostIaTIpSdkkw7tcf6pp+CQIUNx8NADcOqJJ6JTx44IfR/i5ezbr1/kOd1zn71w3plnYs++/dCAz+TGPGI8edgwNMvOQrMGOWx7GE457lhIf2efcBK277MFjypAcgOotI8sx8OQvfaGw/Ukv71p2bgRLjjtVHRs2wayLjTXx1677oz999oLmmP3aA3Xa9YYF598CppnZqElX4ZOO/44HH3Iwdh34K4497RTsD2NS4wkbcg++2DwbnvQMxSDSw9Qy8ZNMeKCC5FJ0pTrJXDOSafgqEMOw5ZbbokYMZEXnZDkDbV4KaXgyhs0+1fcj4wGdVOGZ155DiNvHIV5RfN5fOXTcIagKwDgM6VJ8sSzktUgG1999w1mzJuJ0KNp8wI89b9n0LJ9K8BVkCOg90g0Jjz0AN/6Z+PX6b/i3vH3YPxD4/ksLkDBogK8+uarKE+VYTLJxB13jyPp+ZgkIx+vvvZS5O0JSJ6SfgXSPCarIAFZVFaE2fNn4a5778J3P03hEVshPvzkg6jNMr8M3//6I+4cfzdeJtEqLCnCB599iDFjx8DXARaTpNz1wD145a1XsKh0Ed7/6F32cRdeJmkJlI/Pv56E2+8ai0+/+JjkYQFeeftVPPLMYygLypFXkIcxt92EuXmzsLCoAK+89iJe4FzLUqWY/N1XGD9xPIT0LCSZv+u+O9nGJ6SDaWiSefmZA4FbYx95psTKa+pPOnH5shQ6ScwtmI9x90zAU8++Ra9KBolognrUCLmfQTw/TgAhPoEpR8NGmWjcNIfSAJ7r4Ntvv8Wll16OH76fgTlzS3DnXY9gwsTnUFLmkKD+gBNOHo7ffi/AnDmlGHfHQ3j68fdRUdwAb732LS44+zpM/60Ys6YVY8wN9/NYrRB+MgsIcjF/XjnuvuMxfPftbMybm8LIK+7EYw+/w+e2Kb6cNBuXXHAbXyhnY/aMFO647Wm+7D2ALz6ZBZNqEd1PfOB1LJzPMXzyLfe74Zj2+0zuv1msn0A66eG2W+4jKXsOOTncAxXXrABSj0TXo7HU3lC4OQbceD3XhXYcmDBESAOruCqV9GIAmbiWBUqyo+GCq5Bs14HijqPhLInLZqRYJkgHLGPgKjcqU11Oke1KeZAgffHZl/jtFzJvnr+qqAf8qxdhgFIK4HzBAIxLtE4HpTXSxF7zbTbJsCRVgSeefRo3334rN7ECwqag+YATYqzqUgih+Lak+SCtt14zZGfz3JkGLx5z0b5ta+RmkGCEPjJozNq0aIotNuuNTbpsxPQ43DAdpbdr2QxeRhwO28iJu+jcsQOPyHqhY/vWyI47cFjOYx/ZbGsj5vXp3h3teXTVmMdcLRo3hEswxTu0frs22LF/f7RrtR6JbgjX4+hpHFqx/c03644NOrYj8cmGqwxh58i5Hlnib30i1YHf/LB7if2tdqorGRpMSEMU19F8G0yhnDg++8UHuOGVxzE1KEaFA2RqFy5Jx3qNGmIj4rshpWOr1mjZuAkcHu/GlYIXhIiRaDThEVfPTp2x6foboEVOA+hkGgmONFNpelN8dGrbAd026oINW7dBg1gcMT6TfI1A2yZNGQfLAg0zMyDHaOKRa9+kWZTusb5mO9OmToUqr8DG7deHZzh6uv9jXOAdW7ZEJkk0zQify4BtZHJ8jeFxbK7nUOdxtG3YFNKXy/WTFffQqX179OjcGc05zoTnQWugEclRa45F2va4GD32KUdumVSsX1oale3UvgPXXA586tLhmlWKChGpBlZCJklgiK2EKxSOf0XphvMRwqnYt7QvbQROSMMd4NmXnsdN427BwpJFAL06IQIoWVvsx+U+16LleohnZeBLelCSPIr4fdbvJCTfo1uPHkhzvIWLivDuh+9hxwH9cNiRh0T/Onbr7bdB/qJ8GB3SI1GB8lQ5ZNtyiFtLruv9hwzGwYcejONPPAEfkrjMz5+Pnr16okHDBthlt12w1TZb4v0P3+dxVAX2H7o/Bu23Nw445AD8+PMP+JIEKuBz1KBZExxw6EEYwqNgKTP1t1/wy++/4keG0+jpOeaEY3HI4QdzTIchIzcTJUK++QwGnF/T5k0x9OADcNBhB2LIwUNJiL7APBKfJ599MvJSHXjogTiI6QccOBQl9H7NnjsHr73+Gvps2QcHMH3f/fZBv5364clnnkRhcSFcPu/acbh4ABX9hyjOb6K4vFKWv5dSfyIrKBpyfYd8NsQOBVx3RsWRv9DHTTc/yKOnV5Hy4+zTY4MOQwehn8E9qTGPfIHHH30Rd94+Ea+++AEqyjy89MLH6LzBNjjz9Etw3EnHR3i88fbr9JRNxx0kVAN378/04yjHY9DgffHaK5Mw7dfFGD/+MQwZuh/OPPtEygk4lDhWlKc55xz2lY0kn+3ddt8DZ59zLs468xyceea5JFYPYd6cQjz66PNYf/2NcP6lx+Ks848mwToKi4vLsbgkhTnz8vHsc8/j9LOOxilnHYyzzj0BXbp0wowZs1Be7vPUw8WTT7yMzz77BlePHIW2bdpFaCvOtj59dH0aTG2NRTYR8fwEdDuCG4rca27y0r7iQhUlKG5wAT008r/DePSRx/DghIfx3rsfQP4fXq+8+ArKy8rx7dff4qMPPsK7b7+Le+++Dx+89yGSZUlusgqKpCd/fj6eevxJTLh/An7/dRrS3PD5zHL/0FS29PZvi+HGrqNB+NwA5Wjo2uuvxahRo+pMnnjiCYguZFPnEwdD92dxRTmeeeEF3HTLzVi8aBGUWJ9olCv/ouqIq4JWGooim77WDlL0PrAR9uNBORpMgmY/Djd1FaahSHQiQQjaLOhUGcltCMnnPk+CEvI+gKJBdbhhiwfBYb0YSZRShukhqHEotunTi2O4XYnHhAqH9OcwXRFfz1Fw+CbnOgYxF3AA1jVwofmfwt+5FHuWTzKZxMQJD2L06Guou9FVshI9jh7NsqNxDcNrWOeaUax3tZS/Okp/9bVXSXp8aA249GAYEtMCegwe/vkzXE8CVEAjFC4uR5wjdx2HhCOE5vPCqSGUo13tQpEASV3PAAml4fEFISNQyPA1sgzrJAPo8hRydQxx5jVwYwjLKiLixBddHlM5JJtAnApzQ0CxfZcvES7biDGUvtLUbRnJx+TPv0C3zl3QikQmzr7jJCVCvBzma+pNvIKKuoqxLZUKYOje9zkvUDcJaCgaopAGKWCoOe4MaiVDuQD1xq0AHss40j/BViSHjlJwCY7hXDO8ODECIHXZnqKA+wqL0pBw8syq/kjy3Llzcd/992H0NaNxxWUjMOqKK3DNtdfgmuso11yDa6mT0XwGR48aDdFLJNTR1VdfHf2T/aefeZrHGuVskm1zHAE3lSTX3eRvvsKDj0xEftFCruQQDr0KAYmn6CMzkYUtNt8cn036lAZqMT0p76N7903Rcr31IHkFC/Ihfw1/k027cugGinOTI5V4nDqh7h1HQ3NeSikEnHOLFuuRvDcAlzpatGjOuVcORzD0SLYUy6aI3aw5s/DDzz/i2huuxZUjR9K4j8GcvDmYPWcOFB+2rJxsNG/WnM+aRtPGjelZ9VBaUopZs2aiFT1/zTk+pRRyGzTApptuCi/mQXEsUApNmjUl2cziXA3kr/k7WqOgoIAejjnYYIMNofhfVk4ONuy0IYYdcwwEj2nTp+Gll1/CVaNGYuRVI/Hiiy9i/sIFKFpUBF/sAdcIqwEamD17NsaNvZ36uAajqZNR1JfobJTERaijle6V1JnUi54vxiW8auRVuHr0KNw05iZM/fUXKD47BAJBQJxNDoqKFcaOm4jxEx6HUnEkkwaOUHPaEwFZc9G3a78eevTamASvOcv4mPLdt3jttfdx7DEXYdiRF+LWMRPprZmLmdNL8eP3s/HC88wbNhzHUm664UH89ussTP3lRx5F/Yrt+m2E3MaLkcjJR4cNM9CmXQNkZHhI04PWbL0YNu3RDomMJHSsBFtutwmSfj5m5f2EBQUz0GerjRHPLoWTKEerNi3QddNNYIIsfPHFD2jBl4712jREIrsczddrSC/3adhu+76Q9TRt2jTcd++TJD5XYoMNN+TCUcQ+jNYdb+rNR9ebkazpgXBXUvIkL+lHkeBU4LIRl2PSpC+QP78Azz7+Al1/V+HN196A5gb8xSdf4OorR+GNV1+H/A9Q7719PO65417EnBh+4jnmhedeiK++/BoL8wtw0/U3YspXU6JyCW6WATf+JV39S5GQm39ZWSlc10EikcCvv/yKKzjfESNGoK7kkYceguw3lRAo0KYhOzeXbx2p6MerH370IdIpEpTKAqv41jDaQ8jtwvcNHygF7cShlYdkKoBSDoxyARhUdspQ4jVFgVdIkTwGq/goFVXgQ+/T6PvE0o1aS2RkwInHyH9SEKMY9RnlSLsigJJ7saxGHjMR/OWrsiUgHo/jlltvwRU0pJdfcTn1N5yyEj0OH4HhIy7D8OEU6ns4jfCVI6/EyCtH4ioaqaeeeAqaxiTgUaSnFRztwKcHpQA+3vliEr7++pvo7+iARCDNMkaIgdacE40kMTbUAZUBRCngGL0ODwAAEABJREFUHVPkGeOaoxbgMN44Owd33HwLtu29GTKVE5GjmOMKKqh5Kd4oTpT7PkkoKIZYc01oIJYZR3bDbBx+2KE46ZhjkeE4CEkEk8kKuOzbDQEWg6wrEGtNcZgSl2eQbXJVgG5fuB77dZkTc6O4Zh4dKNEyYZQtcRCQWKUYDkhECiimV4qUWbkoZsv/wuaWMbfi6quuxs033Yybb7yJz91luJI6uWzECIy4bPgS3Q2nXiJhuhjSKy+/As898wyHHMIhVorz80kcNdeh/Eh98ldf44effoZiXppv7rIXxRDjfqWxWffeyEpk4rtvvsW3LLfn7nsCPKr3+Tae6WXBZZ3SkjLEY3EkuJ7kuasglln0eoG4Keo3JDH0Uz4Mw5DPWCKWQJzHfvLD9VQyhayMLPgkRz779hwHCbbVY9MeOOn4E3HM0Ufj6COPwsnHn4StttyKz7UPz/EQrR2uEI8a8xR1wL4a5DREAfdNwoWApCRIp1FeWgaH61DmakhUTRggYD+ZsQzEtIuAL5eyt+ZkZ6N48WJkk/gsZlhaXo7pM2bAcT00atgIgwYNwjHDjsFJJ53MdXM4zjrtTKxHMqeVjsYkY0cIzJ+/ADfcdCP1cRlGDB+By4ZLWC0jMII6Wamwzojhl2M4y1XL1aOuhuhwFHX//XffQXANAsV5ZZDoaHheDgoLF9Nz8ix+JTnKiGUiTCm4XIwhitGwkSZh6Y7em69Pr10rBKoADRop7LPv1rj0siNx2eXHYfjlJ+H6Gy9A502aonGTGA45bCBGXHEsLrvyGJK+MzB8+KXYtGtPxOMZyM9fSCJdhtLSFFwnAfHMlBQz7mYCXDcVFQHKKYpErLi4grpVyMluiFg8G0WLFiOeSBOqRfASPgoXLYDRpWjWIgt5JNNpfxFSYQHKKgrYTwEWkZRrJ0TTZjnIaZCJd99/h+s4zXmnEKcOlZKng93Wk4+uJ+NY48OIYDeINjnFMORb3Buvv8kFEcP5516A8849H6OvG0UXXQcY7qSGD4freui7/Q4YcellOO20M3D6mafg/bc/IlHKx1tvvo3NN9scl14yHKczb/ilIxCmFR9Ww/1Sw6NhxL98yVpzuOEluWkFNEq9N9sMd993LyZOnFhnctZZZy3BvBqOUhKyWCyG/Qbti+23254bpAuY6tw/D41yuHmFMCoG8GENjIeKVAg/dBCLZ/FtRqOiIg0DWdZVDSqgcgCMCCCovMSwhUxamRiWVw7bYii1FA3ogvx8VHD86XQKpcXF8LKzmKWocxEwNDVE7jVU6EJFBAh/6wqCkFNQuPLKkbj3XurvwdXR34OY+OAEygMUCSdiwoQJeGDCA7j7nntwzLHHwBgDh3MLuNhDrWDK02hjsjBsF+qlRx+ogBuXChAKU+DI0zR6IUcSggSEGIfUh+E9RAy4UVONLBvyATPgf2y/oqICHg1t4PuA1GdawL4ikb4pRupTlFEkPoqta8j6CNhGaTqJ0lQSLBbV10LCoFgONPhhFBreGxaIJARUqLnpKlTQ+xNqYu94KGf/8s/xC0tKIB4h6UtR+RJG9RTHy/5kXQSMV0s0F95LLmeHVV4K6NChA70OV+Ie+avs994T6Ww8vXb3UW8TGD44YSIeZPzBB0VH1CXjExm///77cd8D43nMdCLi3D/8pA9DUp8VzyQmDolHDvbYc0/06t0HrhfjHAHZx+RFzfM1vXMudtlxAB596BG0Xa8NGuc0RKabgZhxsV6TFmjbui2ef/Z5TPttOn75+VeMu20cYvTKLS5aDGUUBDeRzIxsPpMxOMpDimMA8YwjgUwaRCFEQrgW5C2A/P/ytt5ym2g/XFxUjMYNGmNR4SK88fobEPIU9zLg8Nl0uP4dX9Hjp6kzhbiKYcMOG6KUnsVnn3oOeXPy8O03U/DRhx/D54uQkK8MGkv5iYGrPQhZUdSlQ33lkHx179oNkz6bhO+/+x75BQvxGvt78qmnkZ2VTaPfDd9+PQVRfe3is08+Y9nPkSCBkzkKAVRcfyHXfPsO7XHzmDF4UHQycQImVMlEhhMnUjer3CcfwIMTH6h6vlieenxg/AQ88OADuG3c7dh8i80BrikhiQE9dJ7ncO0l0YKekitGXoD27ZvC1QFcekm1yeZabkT7kYFUucN07mcpB4lYAwzYaS98NXkqEGaiSaOmeOfNd/HKS68jK5GNgbv0o05fg2CVwT3ww/c/whtvvISmTRth6y37Ycz1EzBlcj7yZhlMHP8iZs0oQIIvbmEA6i2JCQ88g99/X4Aff5hJO3cN+vTZCi1bdsTWW22Dp554Be+/Mw/T2PX99/wPv0ydA60zsVnv7ZCV0QDPPT0Jc6dn47uv5+Pssy8nmfsZIcpJfBzcfsf5eOPN13DrrTdxnYbAP9j/COIa+eg10mo9bFRxTCLUArdKcNMIMGP6dHTuvBEaNmwIn5tqnG85Peh61bKx883HkDA0bdocMaaDi6V58xYIlY/Fi0uQN28+evfcDBl804rzwWrWpBnatG0Fz5MNIw0pzy5r+/OX2tNaQ97wXL6hyVtUK7oqDzrgQAwZMqTORMgN7WGEeSX+QAN6fg468EAcf9xxyG3UiJsb8VqtmXG5ckP+/Iuv8NgTz+DxJ57Ga2+8g2kz50JI0IKCIlx++ZVsSXoSYXSZnpfemyXpUm7FYljcsJxRCiKi9/vuuw9PP/MslHaQkZkJn2/SimVYADBRhRqhYpwCjvtvPvyKG7XLY4YUScBue+yOAw86EIP3H7xa+hs6dAjP/IdWypD9WWd/7D+YQv1vttlmSJFUiIfGeAplQQptcpvghO32xLFbDUQODWaKfac5dDj8YlyTSM/nscMHH3+MIj4DIecdcm5RyGmm6brhfo0Ui0s9n/fcxfH79N8xe+5seBkxPhYGvlIIKCFFcDVsB1WiJDSAH3BNuLzzNJyYC4fEE0EARU+Ax3G4HI+jHcAoyGVYz3AsWrncbAHFeEU6wLRZsxCQcLE1vP7uO3iGxyDlfBmQeoqlQJG6oapsyqAyrL6Pwqo0Bqv8sCvk5ORgrz33wtDBQzBov/2wx+B9I+yH7r8/dTEE+1MvopuhQ6mbKr1EzyTzD2DaFjSaSmm4xF2O3NI8OszJysG+++yLgbvuznQXFZyD6EO7HnIzc9GJZCInkYUN2nXEpht3xQCSoJj2IARow7YdkZvIxf77DUHcjePeu+7Bgw88iK6bbIqtNt8KjRs1QU5mDjp26AiPdXKzGqBFs5ZwlIOYE6d300f3Lt3hkkw0zG2M/v12wpt8cXzrtTfRvWt37EUP08svvoy72e7rr7yOffYahNbrtUYOjXOHNu15pOjAJQnK0Al06dglSm/drBUOHnIgvv/mO4y7/Y7opwX9++6IDTpsEPWTTQImvxVx2KcDB5leBrp06oI4x7fHrntgqy22gvxcYfwDE/Dr79MwcPfdkZvTEHvvuTcaN2zC+T2E++8dD/GOHXzAwQi4v2uuCZmTUgpaa3qJGmJPksn9qYOhQw/AUD4XIkOonyFDhlJnQ1YuUR2Wo84i/bGd/YcMxpD9h2Aw9d6C9sLncWVo0lDyEmFSaNeuOb0052DjLq0Rj/moqFjE+SqOLwnXC7HJpp2QleNCuynEEj7kn53vvscO2Ga7nhhz89W44sqLkDdvOo455iA0ahTH0UcPxZZbboyxt92Aa665jEeCv+DwY/ohp0kRTj7tMHTZuAuP9W6jt/dGBPSm7bPfjmjSohxZjUqxxTbd0LJ1A1x3/WUYOepCNG4ex+lnDUNWgwCD9t8Ju+25A72W9+DSS0eiqDgPgw/YGi3apRHLzsflV52GyZO/wOWX3cC+78OgfXZBNx6zNmyYie49O6H9+s1w/kXH4bfff8VPP/+EgM8u6tml69l4lhmO7GsisgH9mUg+1DLVVnxD46MomixbURzloilZ9IK5CyCbi6ddiHt2Xt58KiqE0rIgfWhl4HITDmHYDeHiQ6yZJ67iWTNnQQdMo9syrDAoXlgalZF8RlY8jjpOTfONI2Sf8rB7sRhnwXkoBaXqSkL2FcKhorSv0CCejQO4iR8/7Ejin4uQLmvP8TjCVX8UR59MluORxx/Dkzwa+OGnH/HWG69j+MUX4eefp/JsvxjvfPg5CapGwA0zTT0vLvNRVJpGReCiLAmUpgw3AZeuWEXCpFFaHlDSoJ1EyDohWI5pybSEBiUlSYirOOQWnkmjsOXWO6BHz80RqhgWl6TYj4eSCoWiEm5kfPsOtIuARjmARprtFZel2X6A8rSDRWVgaMAXaRgVAgq85EuEURh+iTCo+hhuWCAJj8cTfCtMg2qLcpRSjK9cwDFUCqtwmQYMUqHPJN5wjBkZuTBOgh4eB60zGmHoVjvisP67ohHrJRTLsO8Ej4+QNlC+RpLjeOWTDzD6zlvx+beToTkGn16pFIlJAY/GFF8MHPjQjsFipJAPH6X0HDz2yst4+v13kCf/UkhrzlKjjJvhIpKvkooknzsDj2RLQaOY67WQbHkhFBbQC1BCxYRuDIukfEyjUPuoCNPgJFDOciUkbouZV0aCUEpitJCoLyJxSnJcn3CMtz0xEfNT5UilAmyw8cbYtBuNOD1R5Z5GkWtQRFJZ6FPHnCvfd+B7DvJprArcEAtJCBemK1AQJknoFPtUfDtHJMoAIljuIiSQFyCDkDNQUJwvoJctpRTvRRjIh1HDIrLHBfRIOBG5cyBv5wgUmmQ3xAmHHYMD9xqMHI9eIO5dHkmM4vpyuF67dtoEhx1wKBLU5XqNW+CkYSdiE6ZluJnosWkvHHHIkRDPR8um6+Hk407CBWfT0336uRi440CcceKZaJbdHB1aro/jDjsWjXIaYevNt8Tuu+wGOW4KiVvcieHcM86B1PfY9z6774OLzrkQe+6yJ8Sz1Hfrvjj71LNx5sln4EK2vUXPLeBw3L26dMOBJFwxHYMjc+KLoRxFtasiRFv17IPzzzoPl5x/CU457hTssfMeOOKAwznHLPTlczaY841zTlQphJAdN+xYtG3ZljN2sfdu+7DuBTjt+FNxyrEno+uGXeFyL26a0wSHDjkUZ550Js4+6SycfPTJaN6wOZ9eF/IcaUWguQIDeiFBPYgHCAr8qGWFeUoxbWXCGojaU9IARIc+9ZemGOXAoY48NwOaz44OK7BB+2xcfMFR6L/Dpog5PkJ6I+N8cQ5NwGYCEoaGOO3MA/gS3QhKpWD4rGodIjM7ieNO2Be3jb0KN14/AleNPgPdNm0HRydJgFycetrBJD4XMu8KehzPQueN1+NUS9BsPQdnX3AI7rv/Ztx44wicdvoRGHHlsdhxp17otGEzXHLx4Tj5xIMx5sarMPbWkRgx/CRsuAGfflWKnFyDY48bRC/x1Rg79jJ6dg7HuecOw777bodEogybbNICo689DzfccAFuvGkEhh6wJxJxHZG7iy45gXEXm/fpgatHXURvXGfOR6N2rtprpf6NaPSmxVMAABAASURBVLm5LXE7KwPzZ7JcnRXdGnCBcrOArFAaYodGarPefTDtt2l48YX/4ZvJk/HOW2/jC4ahbFzcwOGE8MnWA+NzISsoR3FRGXgJDz2pWPmDa2/S5fr1l1/jsYcfQ+HChTBc+AECthCsaBh1nsZRQyk+9zQGAQ2LBm/qcBQh8VDKwKcRbJhogCP2PwTnnnwaWuTmgK+UcLUDKpYjWvW4FHE1NETyG5SdBw7kG8mluHrkFWiQnYmPPvoImhsN30tgqOfylI/X33ofl111HR/4a3HPfQ/h3vGP4IUXXiUJCnHTmDswfvyjuOrq63DJpZdjwoOPYFFxOet6GDvuHowZM44byi24ZPiVGHv73ZgzNx9QMUybNgezZuWhjGfot90yjpvDAxh+5TW4dOR1uOfBRzFvYTFSXF/FNNoTHnkMl15xFUaMHIWHn3wBt9/9ED787EuZBQzJj6wVRgBZk5FeQqzoCmEQ0BIqpVeU/SdpxLO6XUalZV96dhS09mBI4g0JR5Jhw0RDHLvHEBxKY5jjaijXZ48+yA2gSHxihsaLBmwBj4w++O5rtOrcER9O+gTlFeXwePyyoLQUt9D9X7KoiAYojZBeiVffexf/+/gj/Pz9L/h0yvd4fdIkXM/jtjllJZhbugiPvfQ/3HDnONzA44FnX3sFi0ieiojJC5++j1ufeBi3PDQRN9x+JyY8/jS++eVXPPn6q7j+/nsw8o7b8f7XX5FaAYV8KZmUNx23PjIBY+68A3c//gie+fxD3M76s4oW4vE3XsF7U7/DnTzCmDNjNgoXFWP69JlIBQbzk6V49M1XcCP7v3HcODzB8SxcXEySDDz7/tu4+7knMXb8eIweexvGPfowps9fAIDY8FstJ7yNPlQ7cQPCMIRiWRPdgZehLPeRJBEmSxAyDKW8PKysTXUjRtKRm9sIJw47HicecTRa0rBTNdChQuCzluiX20zM8SCkJK5iPCYzJC2Z8OBCkYB42kMsFgc3JGjex3UcjbIbQTxBccQgz2Qs9JAwcWS72dzyFGKsIx4n6cflPDQHl52RBRA3uY8pF1kkVpl83lQaEXHNiWWhAb1L2bFsxLiu4mw7wTFkuomIJPrcfzTJj0OJeTHOAVwrKvICZWfkICuexRoestmOGzjIcBLIJNGTOTjK4xPtksBlcgyaY3SiPrOZ3ySrEbKdDHgkPi5fdmSOmazbKKMhGmc1RqbOgBK+T+UoQhbIHsg9RzsacildGUr8r4sC2C6oL/mweT5hBIttOk6M60AxOQYPcXrmWuPSC45Hv+024niKOD+H6MQAYm84MAXwuawg6QiIV0jxoE2C82WoU9BOKY/1YmiQm0BWZprtVsDhtwnKkZkI0Igel8YNc5GZETA9xrazAZNERlYxchqEyG1oEIsnkcgoQ5yES9ZLbmY5x6HQOLsBmjXKQVYihEuFaq5fj2Py3CQaNw7QuJFCZlwhg+sog2vEcE9IeBo5WQaNGjG/MeCyrNY+PC9kn0k4WkPzec7NdeG5RIYvTpxivfroejWaNTkYxbVAhYZUiPzTzlCH6NRlQxw+7HB899MUjH9wPL7+/mvstc8e2KTbxvDiHtZr1QJtO7SFQ0Wn+Tboxh106bERmXgGtu+7PQbuMRAvv/4yHnnqIcSyXPTbuS/arN8GXH18JsI1OZv/TNsO+BBw022U2wAHH3AQTj7hZHp8mvAhc/iAcxokR+CzwdgqP4YPu+YbpNYuypNJkhhKWTmU0oAYBAN4fEANNCZ9/gXuuPMu9OjRE7vvsRe9LxWY+PCj+OGnGSivSOHjT77Ahx99jB3oat++bz+88OJL0W8HQo7ik08n4+VXX0XP3j2x51574cepU3m2PxFGKXzz3RT89MsvkH/p8sln3+PNt99iG9tgl137kYB9iFdefg2Ok4mHJj5GovUSdhrQHwN26R+5fyc8+CCJ02xUb7zgeNnd0o9aGl0TMc3xu8qJNmjHdRDSIDXKzsXRhx6BofsOpgHKgOYmpaNxRV/RMGTe4kn5NX8eBJ9999wHM+bNxa95c+GzTRiFD7+YjHK+TRs4rKMx7ffpmD19Btrw+KRt85bo1G597L7jzqiIKdz5EgnNb1Ppyt8evbfbGi9/PQn3ffAq5mcT39nT8dY776JjuzbYZfvtoz92d92dt2EBXywGbL4tuq6/EW65527MLirEzIJ8EpT7EWYksGX/HdGoTSs8+cqLePPzSUg0aoDOvbqjeatW2HGb7dGqcXPMIvH57dffIDP73/9ewkcffIQd6WHot9V2+ObnnzHhySewmJ5IIUjvv/0+OvEIZo+Be2B+/kI8/vRTKKWXipOrnU8NXVdHfXoCtNKRXjyucyEchx96KI488khkZdGYsWdN/Ul5Ed5WfmRClbF15ru+TlRTf5r7T8CnzHM9gOegHdq1x6WXXIJtt90Giv/FPI/fVmn/tg71vz2AVfWvuLGuSlbVhuQbkp5QBRDSIwQo1AGUq7D5dpvh3IvOwfCrLsUxJw7DLrvvHP1tCfn/he00cCf026kvKuiu19y0W7RujjPPPRM5jXIgRGi3vQfikpEX45yLz8G+B+2Lw44+FN16doUT1+Cwpdt1Xjq2Xx9iLE8/8VScdNwJJD6NIfp0+PiLkVXRHiBfIquASztI8+0T2sXzz79EN+z5OPnUU5BMpbAjSYbHTSVFAyL/76GXX3kN2+3QD/vx/H3HAQNw6BFHokmz5iQtIau71J/GoP33Q/+dd8HOA3dDrz6bk+T8wi1LAY6DAQN3xcA998T2/XbEvoMHY+pvv0cG2NDYByQIXjyOFI9b9tl3EHbbrT92HrADtt9uG3zz9XeYM6sAr7z0No479kQM2HkAdthxaxxx5MHIyGgApRTf2n3AAErX3eOnAIiE3Iw1ZYMO62PP3XbHhWedgxOOPAYtGjTm27Sit0exHIXjAy+jOFSlkNYKH3z/Dbps0hW9unRH09atMemXH8FDq8hTUE5a5DseQoqQIM1QQaNJo8ZYr2lzdGzTHt06d0V5cRmmfvcTDhy4D3buviV227IvDht6MF4h2Qz9EA10HDv16IM9+vbDDt17YO/BeyM/KMVOuw7Adht1w4F77IvMpo3xza+/4uevv0dznYnD9xiMbbv0wqAddkF/tpnFdpqGcWzSpC3a8u1/s026o3FuI9ohBbheRHDeeu89HHnEUdiqz5bov11f7H3QAfhOfpu0IA+OctF/277Ya+eBkDEfftjh+Oann1CWSmJNXRwZPNeltyDABh06YrddB+KM08/A0UcNQ05mJlQIjktBjkpqjqFKTTWTbPxfQkCxX8Uvw2fB41619VZbYdDe++CyEcOx/TbbIsbjW2bz0f+j1v6YwsbsZ40ioNdo6/WocRMtOVlijCkKF2hIf2g6TCMjN4OeGw9OhsMwhqzcTHiZMXAPBD2uCEiUfOPDp2nMzMlAebKM6QqarsDcxtnIbpwFndAwsRCx7BiNYkpah72ADh064EoeHR19+NFoktuYngU+/iQPVAcUjTDvgNUlAfRUxHiOzmro0bMHDjzoIJx7znm49tpr0L5DexIj4s7z83Ta5zFVHtq2bw+lXaR4BJadk4sGDRvCpYGRNC/mIZGIww/S8Lw4cmkcY7FEVDbFI6uMjDgcrZD203BYR1aMR8NpwIvpIEVwPYXs3ByEPM9nSeRkZzHVge8rLFpUgo4bdIJhWUPL1aRpI+Ry7chveJTMl+kEAGv8Ukt7UODjTpc2iL/8i5lRI6/CofsfgIb0/oT0hmnJI6ETvaDqkvnK3PMXF2ESyU+DrFwUzslDwyZN8P7kSVjMIy9QL4be0VKlUK40TDyGpOgh9Klm1qZ3L51OR9gvyitAQzcD8vdntOsgxfSmDRqiJL8IWTwgCMtTaEw9ZTkaCSo6MyuBWKNsxDwP2cZDPNTIaNQIZWy7cGEhWjRqhgYZ2UiQbMVpXNrJb0KIb1y5yGB7McPxcL7RsaHH/pRBYXkpfEehYfOm1K2D8ooKZDTMgUrEIB7FgF7F3HgGwKPaLIbyeys6Fvn8k4GgFi/RTbWwWU6XGtLoxHVz+fArcPghhyMnkQmQ8GuOV/IdrSFVWHzJRwjqkhsbqVsERBkiVb1qUQbXm8sXqCH7DcZVV1yJvtvuQE+3RihHblKOz4sE1SLPWHXchnWHgK67rv5GT1wVMW5oAd/kHOXQViiKhuFm4Go3Cj3my2ae9n0obgxQihvuH/tytMPFF8JxXIQ8UOeeiFAbcI/kppYGHAPtKYTctCUvma5gGpivoByQ9nAj58YZkta4MSaoEEYFSMlvgnjW6es0FOvL74MMy9EGwF7gQ+9Gb93ZGVmIu5rqUYRFg7HKOLFiwmp9pCb9EAh5vNKRxGb7rbdG926boFmzJtDUG5uHnDMnEnF0XL8D5O9sJCvKmAYsLirCnNlzENl3EhpDrbvUl9bSqqFXIIQYaPBWc13EYi4CEmPPc+HSSEuxVDrJtIBjNahIlsPhmknJ35txmcT2UqkKVjdo0CAXzXnU89HHn8Ch0U75KcyeMxvy9z3E8yK/CTEyENkopeqaEs6lZtNyK5tyTLuIex5ys3Kic3xw1K5y4ISgd0HzDtFl5FsBIXX0E4+FZvDY6IfJX+Pphx7F/Llz8dPUnzGfR08eN/rMRAbmL16EMpYVYjJ97iyA+KT5fLBpyO/kSolZ48aN6UGpwJS50zEnEaA418PUOTPRvHET+CReJRxEgUrTO5aCQyPicAxGjAafWcXnXrxWLomRQNe0Q2t8nzcDv5cUoNANsNBJ4fMZP2Ixx1CaoM4dH0VBBQISh9DVSJLogmGjZk0Z9zGTOgmZF2ggb8EC6mchvSxZyHBiYHORaK61rHgcPvcXR8toOKDa/KjKxiRwlOLwXMiPzHMzcyA/OM4gIY9xz4JohezHEBPUuASHGrc2+i8joJToUCOu3OgYOTczG57WiJGcu3wQNPWoec8l+i+P1Hav6zMEmgyivKwMmRmZSPK8XYHEhxuAvIHLr/Vd10NpaVm0McW4mWsuvICbFAMsf6VTacg/S5c/mqXYLgygwEtCVhDCwmh0hMJU5kmuorE0UVxF34BSCrQGNJbMg0QDbq4B5BgtVLQezFfgf/KqyHz7UdDKgwKqRGLUI3hJlAFEGVG4ii/qXowfnQwkVbLJABohTJCiMVckQGl41EHM1Ri83yBM+uwzXDXySkx88AFcddUVSMkPdF2FwE/C1SQ8rCd/jdlRIKkO4dGIS9sZcQcVZYvpbVBR+z6JsMMnxXXATUxBQkWyFfqGa4pz47iodo7BgecpZGV6OOCgwRg/YQIu55vfo489iauuHg3ueZA1qhkxrMNOUVeXYkecAhxqQcYgocM0pSRHBFBKQrVUG7w1AFI8Vvzqqy8waKcBuOK8C3Dx2efgsgsuxA5bbokP3nsHrlbYrncf3D7uDvzvlZdxz333Yvr03yA223OBtm1b4t0P3scls3GbAAAQAElEQVTLr7yEhvEEtu3RC4889jCeePk5PPj4w3howgM4dJ990ciNEZIQOuFCaQdGabj0vmQmQ2Ry5JBXEBLQDKYrjqlHj+7IbpiNMbeNwXMvPYfb77kTX035mnrUfG59NGyYi7nz5uCp557C9BnTOE4Nw3qa3qYjDjkYd91xJx574jFMfGQiHh5/P3bdvi/at1gPiuQ4QSU79FhxuSDNPcYzgAt+oZYuYguRquYk6nBeDhMdztVVLvvT0MzXTGcArRRzFWQYMhIRSbdSPxCgZiD6cqgl0ZWEItxqmK4oYA6lhuIsecW/domu/rXOV9WxGIgMegzKS8tpiGII+GaouXwUl1FA16HE47EYvFgMTIbPfC8Wg+bGieWuIBXi4w8/RiB/LIubizBvxZWnpGJVWVmwCb5pGRo1yQO5jGZfEq8U9hjVYSrdQ4r1TFV9mlLegXeKRlhyRGAvIoJIsPQiNIQRIUOeYoCALc1bWYzGSFN2HdAfvXt0g0mnaOgUxANjSFBysmI4+IDBEGKz6SYbY/TVlyMR05jyzVfYfdedeUR2Orbdshsa5mRj7z0Hoj2NsiERCli3T69e2Lx3Tw4lwF57DECf3t2gwlQkG67fDrvt0h+ZcRc79t0WfXp1R05WAoP3HYCN1u+AIGWglYeNN94I22zTB/EMg4G79cfwEReguLgYP/00DcccfQI6sB3HdaH4nyYBEiOGf+FS7LNaDOPQQLU+JJSkapFyPoneRhuujz233BYJeYkgQ/T4MjK4/85onJOFzMw4hg0Zij15P/2nqdioXXuccNSR6LZBR2SQRAzYbhvsNWBHVBQvQo7SOH7fIThx0P4o+fl3pGfOxUXHnIB9+g1ARmkFdu7WC5u1WR+KzxeIU8vsxjiw765o7GUgdEM4CRd9N9sMm7RrixaxOC4cdjz6d+2FuV9/j27NW+GSY0/E/tv0RYM0sMMGG+O4/YeiorQEmsdkPTptiL49e2M9HmXtse12OO+UEzFr2q8oKszHkfvtj6MomVxfW2/WGx3atIJLXHSQ5rFaHIN33QWZXgy1exk2J8KgxkcwrxYOgcphJospEUarP8vrqjrdhv8+AtX6i8IqvYn+hAgtPzqrx+URqZv76Nmqm67+Ti8K5SVlmD5tGu684y4ULCjgPq0Rkvh4jsdNQeHpp57Bvffcg3SKux27kLfUgN4fRpf55M3Lw6MPPoa8OfMhb+yOcqGVw02Wy5OrT1FAEaL1/LPPo7CgEFr+4yYseWqZUC+tx17YArdpRAJZ6FFZ2KsKAUNkDOOEF4xCwlCpiPxE6eAlIDJY6Ucrelc0Bg7cFVv26Y2Y7CT03ijjQ+sArVs2xyknncB1QW8cj1h6bLoJRlx6Ma4bfRV2H7gL9t5rD+y4045IxFwMGTwInTdsD1cZeGx3+623RP8d+yKRiOGgoYPRjyRHmTRXgI9OG6yPQfvsgQY5mdhzt12w9ea9EXeAQw8aiq6bbASPxySaLK5X717YY69dkQ5K8fiTEzGHxzkjR16Nq6++Hi3Wa4uyslISoPUR8ChFc/5C7lc633+YKdiusAnJqJJQChB7Dn+pPngvOgLLEB4k4jHssmM/bNauIzLpsRIikUNF9u60EYbsuw8qKorRzI1j8M674vwTT8Gg/gOw61ZbY2dKrLwULbKzMWT33XDk0KFokpuDhFbo33NzXH70SSQrJ6Fn540QpssQUpf9e/XBgG6bUZ8uUizXunELHLTz3miSyELSo2opu2+/A7p37IistI9WGZk4nF6jEWecjaG77Iae7TviuKEHIV5SjkzlYe8ddsThBx9AQtYO227SDbv12RKZFT4SyQBbbbIpzjv1NJx24vEkRb0qiR3ntXWfXujdqxu8mGaHPoTgHbjvvsgkcRW4akfkdYkAC8iRVLVaM4lKoCoqM5gucZHKhMpvJtesXZlov+sEgT/FvjqjKqzWmTxLMrDqe4mLRMWWT5QMK2sUAT7da7T9f9S4rAelNQpIRF5++g1Mnvw129PcnigkGHlz8/DCYy/j88++AV/YgBAo59vj3NnzMGf2XCTLk8ibtwB+KkDblu1wzBHHoE2L1vC5+c2fuwAFeQWYPXMO8mbnRWkqUJgzYy6eevwZTP3hVyzKXwzj00inDfLn5WMO31LnsW2fG6cyDgK64xfmFUbl5kxnO7PykCqlwWSe5CMACdtCzJI+5s5HsiwJ+bPwgR9C878K3ss4Z8+YjYX5hQA3O0lHqFCyqCQam+SVLCqDonUynDMBiD6VW6d8sxpTDFFBJKhnl2hxRUPi2IUASLbSMCsqsnyaKFmML701Kkhy4j6FINMDpKQNEh7xADmsF4t7EM+Qy/I8iYLhG7wOA6TLiplriH5AMXC4I7msYGh4FcsglYSWfliWp2AsE3JtlEZpQaoiakfqODqE52mA41fUW0iPYpBKQasAQpo6dmiNZ55+ArfcPAZ38Tho7C0305vUE5tu0pn1XIScsFKsDLl4IwiwHblboyJd1egguuUwuORQLTWyo6h2NOJ0g3jJNMmigqEnyCE+mh5ZHYbIyEhA81mLyQ/F+UKRoOc1g89SjEdWCpqEScNl3GXZCqRQhAok/fIIU76DoFinURQPkcx2UMp0dkdYFQLio/nsxkpScOiNTfNI0zc+dEUKoOeJKof8Qbkk10JIUhS6BsZlVkg98ejRBBUkVBwzPcIO8dWs43CMTspHBj1YHtvxqOts14PH9JisFYQA8zXjht4ixbn65eVAMgmHaVgjV6SFFbZsqteEqsxetqTcGWJVmWe/6ykCpnJcokIlcZHKpNr9tq39JQS4e/+l8nVamFsZPL5tKW4AaW5E777xARYVlMIJYvAQx2cfTEJAg+X4LnQqht9/mInbb7gTt1w3DnfefC8eGf8krrxoFBbMLIJJArfdOBaFeUWY+vXPuG7Edbjzhrtw35j7ceOIG/HCxBeBYoVP3/4Mi2YvxtMPPot3X/kIYYmD917+GGOvuxN333IPbr32Vjz90NNMDzF36jzceNkY3HvDA3jg5odxy8jb8dh9j8MvCaCSGl98/A2uG3kTxt10F8aNuRuPPfg0rma/i/LKUFaUxsR7H8PYG+7AXbfeh1uuGYtvPv4ebioDM3+Yg7tuvA/jb52IO667B/eMeQAzf8pH3GRxo/MQiBGgwfCdAL4TIiBBDOFwe69T9axmZ4ZjDkE7FgmZARR8SggOnaKhSOxEx6tsUKwdjbDSBq72aVbZDucOel7ANeJyrchvNBRCgOtFqwCOYjmTgich0sggKVI0eBpcM8phuZD9p6FJZhyKIrZKGTgkmqzCPlS0BjUn4FAkXLKJ0agqCjgf+e2QkCyqBDHW2n6LLTDy4vPRplEGslCCPfr3xjmnHo6GWR44LCjjwhAFsL9IIJfml7TOoBY+K2xJEmuI9ChwceokI4iE00ckVWOIxhtozhJIK87WcQASBodCNQCpEK7EOaOQDaU1ODMH8cCDz2PoMFBIUEeCnUdsMsBvzTzqLiTjyiZiDVIaOSmHMQ9QGi715xIbw9s0j7vALuPUScwHHO1CuUSZGCbYlidtKcDlGsiuMGxDQ+rIb/AyA6azcpqMSjnsk2E67iLgWpG+wXE7PLb0lIsUx5MmcUuwvTjnGyp2yvRMFQM4o4BrD7V2Kbao2Vq1MCofxa8qMQx9pWE4LhYGoYKkiShioxAwOWAFQ7GfukaA6iH+K+i1OqNmyGI19cfbJR9N9SnKkgQbqRME5Mmrk47+VieyIES4xNq0bQX5lw5fffE10nwzk2Op9959D1tvvRVcbljFRSV46YWX0KhBY5xx6hk49aRT4ekYZv42CxmxDHp/fBQXL0aQTpMw+chfkI++O2yPM04/DUcecSReeekVemny0b//jmjarAkOP/wI7Lbrbvj9t2l44/U3sd++++HM08/E0cOOwUcffogP3n8PIQ1f8aJi9OjWDaedcgqGHXkUPv3kE3w3ZQrKSsvw4PgH0Xe7fjjnzHMx7IijsYDeo3n0Dik+BU8++hSm/z4dJ55wIk4/43RsueVW+OCDD+ipmofneOzWrl37KO+cs89B06bN8Mgjj6CkpARaKxiE0NzEJSYCplTK30J5DVcyy7Uv9xR+lsv4C7dSuUqMhLLLgKtERO5R45J7ipQTiXJ4L2FVIFEVNSEJhu1EN5K8VKrrVofMiUrxPgojHTCR9xJ1lEaXzp1xxBGH41geq+y5x0A0aJjD9ZdiIbAPkcqaqAfXqkYS5RMkI8LxGgo4C6WYwxulFPjh1HmjFQBFAqUQSiKWXkxletV9VZ5s/NowJ6qqokzFloAQ0T9E4C5lYNgiKJX5BpVXdCeYS1tM1BRJk/IsHPWlGGHzUQXDsYXSHsvLsSOLM1eBzSMqw3QlKZUZUR25B9MkCXV4SX+VoqJeJR5Fqr4qU6tulgY2ZhGwCKwGAtwGVqPUv1RE880r9EO+Kyrk5uRis159MOnTSUiWp/AVj8CyM7OxYccNuHEZFBUVYcaMmdh7773RulVrtG/fAUOGDEEsHkOSxxEOzzZ8us4dz4EfBmjZej10694Nzddrgc233Bwu3wTlb45kZWfDjblo1KQRchvm4ptvv0bRoiL8+tuveOOtN/Ddd1MgXqgp33+PxcXFaNa8KbYkAWvarCm6btoVGZmZmJ+/ADNnzaKnPIWBuw5EixYt0JmGsH///ogn4pDfJX36yafYdptt0XGDjmjevBl23nUAhh40BCVlJfj5l5+wIH8+PvzoA7z9zjscfwXTfsTCwnzIP7dWNKxCBAEFGEQXY1Fov/59BCJdiBGlofW59vyKCoA6U9SX47hQSkUEHNXKg70sAhYBi4BFoC4RqNfkx/B4QgyGGHqRbbfdlkQghak/T8U7b7+LQXsPgke3tZAkz/NoUILIsCganTAI4ThOJOKh0fSU0C+OVJCCR3KjHb5bakDC8ooyxLPiCHi+H9KVLOSoMh6yAODGPHgJD4nMBLIaZGGfQXtji602R26jHMhvEOTtVMprnrlonn34PIozVYYtMysTWulIpxkZGYjH49EY5Y+uZWQk4Ac+vIwY4pQWJGL00EP+LkwuvQTxzDj7yMV6rZrjsCMOQU6DbFS+5CraTQoA+Za3XSbAXvUMgZBHMIkEHBLrMAyhFNccw5DkWzs8UoFobw2N2TZrEbAIWAQsAn+KgP7TnHqQoZSCI38ohKEmecltkIvevXvh4Ycfhu/72GTTTcQxjpCkJZsemyZNGuO111+L8iqSFXjl1VewqKQIylEQQiK2RoiK0SHgAmAoP5bMbpCFktISuPQKKaY7MQcSChHptHEnEiMPm3TrgkGD90HvzXrhw08/hOQl0xWQ3xXoqjpwDL1CacQyPHqOGiLtp/Haa6+iIlVBL9FivP7661i4sBDi/emzeR+8+977qGAbZeWlmPTFZ7jplhtJtFy0ad8acRKt3ffYHQN22QkZ2XFM+eFrkq8YkpJ/FwAAEABJREFUYiRhvi8kT3MCilNSDMHQUGCveoKAEpYqYyHZkbjL9QuloOmB1I5LEkt6zDzYyyJgEbAIWATqHAGxoHXe6Wp3SLse0hMjpEIIRcpPoluvbigqLcKW22wOHdMkRxSSFfHIDD34AHz62SfR/+/plNNOweSvJmODThuiPFmOtElHpMOQoKTCNGKZMRIcHXluikoXoWnLxkgGFcjMycBGG2+Ayy4fibvuvRPrd+rAPrtj1HXX4uzzzsZ5510YEZPOXTtHHpuM7AwSIINABZB2M3Myo7BFqxbYd/99Me6Ouziek3HWOWdC5tCiVTMIATvgoKGRp+n008/EuRecgztuvwe9+/RGh47tcegRh+L9j97DqaedjnPY55NPPI29B+0Z9SOeogS9CYbGVcmPFCj0J0BkBbjapH8RAaW4gKknMh3AcCBBADJ10EUJTY0pxXwm249FwCJgEbAI1C0Cum67+2u9yZFS0lSgU9dOOPrEo9GgeQO0aNMcF156PnbcpS/gGWy2VW+cfMbJEG/OBp074opRl+PQYQfjyOOOwCVXXIzTzj4FbTu2RmZuJs69+Ey0aNkCG3fdGIcedijk/+GltEKCx0/Djh2G9hu0J5lycOa5Z+H0c07CgF0HIIMemMOPPAyXDL8Qu+y2C86/9Byce/45PILK4XHUepC8HB5RGYQQj9FxJxyHrbfdGiHJ0KDBe+OG267FIUcczHGchsOGHYZTzzoVjVs0Qm6TXFw0/DwMO/5wHqPtgyuvG8F6W0G8RB037IiRV49k3hHYZ79BuOHm0WjWogkyeTRH6wmfXi8VmU/QhFJMpSCysLCXRcAiYBGwCFgELAL4cwj0n2f9+zlGhfSueMhtlIVW7Vsi1AGUp9Buw7bQCQ05mspqmIkOG7ZDLNuDkKHMRpnos/Vm2GK7zVERlpM4bQg3w43Kbtp9U8ABsrIz0akz02NedO/TE9SFhEh+C2SUQUZWBjbttilat2kFcgxSihCt2rTEtttviw032oBpBlIut0EO2q/fHl7cI/FxkUqnsP4G6yMrJwtGG1SQuLXq0DIaywYbd0QiJ44Nu2yAtErB12kkGmRgi622wNbbbY3GTRtDjufiGTEYhGjQuCE26doFO+7Uj56mGMlWFiqSZaCjB37ow4CX0VX/msWQBBkm2I9FwCJgEbAIWAQsAqtCQK+qwL+arxARnmSQght34SONlElGPwj2Eh6SYQUCEiI5ykqHKQixESIiv+cRD4obdyAkxeeRV2hCaK3gOA5c10UYhlAKPJGQ9EoYpIzjOvSspCGhYnkRSfe8GFzmgXWkHUlPppKQS37AKsdRDts2kP/YpqsjAiTjkh9By2+DjA4hP7qWMDA+QhXAKANp0/O8KCyrKEPAsZkwgOO50e+GZE4+CZpy2DkLK8V5sRqqrii1xn1Vsg0sAhYBi4BFAIAFwSKwPAJ6+YT6dK/p2XAChw4dkpVkGh7ZSoKEQDiIT+KRkcig50NRDDwSD0lzWUb+OqvcIzB03BjhRFCcWJqeGWMCBIFP8hMwRRiDAatE94YEKSCJisXoHgKJCctChdC8NSRQEKISpYdQMFBEL6AXxmHfDolSyHhI0uLy3jBkNlhdGBZc5kt1uZe/SyR5xg/hp33mOQh4lKWVgrTjeAoh+1bs1+d4/CAAm+ZcXJgglN9pw2XnMidEIwGJVOUd7GURsAhYBCwCFgGLwEoREBu80gL/ZqaSM5404JAEeWQCjtzLv3QKDRwa/yDlwyEl0EIASAo8h+SAXhPJA0NXa7ICw1xFMdBaQoAcIxJDsiNpQlgkDUJoAFSSpJBlpK6BIZGRPK0YZx3H0RACpVnJ0RpCqKQNrRX44X0Iw/61ARyWkRAcM0cDEXCsGiwLRCRG8hyl2YVhqorqVt7S++NqKKVYUgMhWN6BA0VSxbKGyfwY3gs0jNqPRcAi8KcI2AyLgEXAIlCJgK4M7LdFwCJgEbAIWAQsAhaBdQMBS37WDT3bWdZAwEYtAhYBi4BFYN1GwJKfdVv/dvYWAYuARcAiYBFY5xBYh8nPOqdrO2GLgEXAImARsAhYBIiAJT8EwX4sAhYBi4BFwCKwTiGwjk/Wkp91fAHY6VsELAIWAYuARWBdQ8CSn3VN43a+FgGLgEVgKQI2ZhFYJxH418iP/GXjUBlYqS0MQCw15O/9CKZGhTDyn1L81szjXVVa3a50tbQ7iVLngER0NC75G0XRLe+wjotoKoIHvKr+h6iSphFC/nCnMmEEUe0+tGyT7YMdKypCBNFfo2LPCggphnmypkKuHyshMVmZAPIMqmos+fxByx2YUpmHKt1iFZdivuiammBFUEUGEonusTQu5awgwndVOEghWfFG/pCa3KDyqkSzMl7b39J2dZvyLBlwBHymJM3wmTKMG4im126RORpiLlI5d8NVLBKCixvy3KAOL0G7Drtb2lXAVRpqAyu1hEHVA8TWYHSKkkQo//sMPlQGDgyhN8rnd0j5Nz7Sr/QfQBZ5CBchYgi4CYVK8jhCfrCOi+LmgEgECOIif+nb+HAoCj7Ae36hdi5DuANApQFqgzdsWrYEzahmCs2sAnXEcrKWqCdjBSvHIIhwc3zNJ08jTeJjCKkDRFr1FfUakViGWPmlYKj3gHYhBKNsD7w3JMIhK1aKinoLWcZYIalUqxJBjoQ0IJohw1AxgWIYVH5CBkvvePOPP4Z7HKj9kLoPo+cogGEY8lkC9RcyHRwLjIe1WUJwftz3DRTnz6nCIMJD+wDSMMRBbANv6uTDx7JO+vlDJ06oIf/rCitOLeHgVrYTMlxOdMg+DIWh4kOPOr24s3CxL+1SNpeQKSIBR8PNHfImrRHqdVyUQ6KhEXIjNIwbRYKoPfg6hrTjIWBoHAeC3FI8/37MsCq3H1AZkA04VKIHgyg9UpvEQrihQiIdQ4aVVWIQT3skKAIeYSV8EhMBr7BKBG9GV/mR8j4rG82iDuBzXaQpAddGSJHQ1w7XDIXPTmCFz4heqQimmuTToRBa7j/Elnrid9VHUkWqbmsjqFKg4r6sSHA0ReKae7Ki6Cg/DejStVjKI9JOfsNQQYUalXP3GMaIcgyK+4zk86ZOPrpOelmuE8V7UbiOFO8QDCv/FAsnwlJDGUU89R9EhQ7zNFZxrZFsw91eBAzBSxnQQIQcYxiFKgwhJjfkxr5uC9+GCA5ViFBJXCHk9hwZOb4x+WLwiKHkE8ba+7BPLg5UCnXBe0WNaL5Fa8NkDsZwfVlxeGK1cgH1RMSoPFBziEJ+E83KqBjfSH9KUlctfB+GL7U1aNSBkJ6kgJ6EMPLmuhwPhT0ZWRdWiJRaqQjiDte1iBsSNSMpIHKoulZTMVWlVyfg4wSQ4GjqSfZ5xbhiXHEhqKh/E/UfpUn6WimAeJgVPTyKu5rijCMsxC6RFCIk+SEeqMOLj1Qd9lajq8jFRRCMFdQGBiFxDPkkhYqxSNgqQ37DMAy1uFpl662hhDqNKvYmwgCVD7vmmBEd4wR83EPa3nVcIF6wFAHyuTUYhjUkgs4QOe6jUZzZ//AjzTjSRgCowBB/w8YZp3FQFB2CXh/ec10lWbDCClaFQdI1sqpRfQnGkdKYQHSj6Oru8dXlqYaoXtQWV4YSEQNKQqrFeKxugxzDuv4RMi/ER4vnR0SQJdCKwIgwkBQJak0q26UWpR+RSH/SfMhYULn3hR4QJNZe4fw0UlCKHi6K4l4HPikRNsQEgrqEIgJNHYheYR9rJFGmqaDlrYUba+D48N20lVrCIGA7gZNG6AQUn2+JPsMAac04sRbyA89wuYX4Ny7RfmW/jHGzjtZ4NBRZggqKD4PDt4J1W3y+z6fpO0hD831fNmiHQOmA6aEP16TpKeNmyeenEst//k1eAy4KOPTueOxZ7hX1o6tE4uDGZHQaVlaNQaj4vAmgxCygceXChqGHgbeRsqjOyqiKblf6JUXINyGe0Yic+gZyBBkJ9UOeBZehGHPx/1ghPkR3ZTjwZBB8yBCqAEFIfVbpSNZ4tTKUKK365h+H1Dj3YPB55hsGfD7HRvpku4oCZTjiEEaJcBRMpEp5v5bFwXlyjoIBEHLmxIVpoeDBfR98boxmGebU1UcszxrvSykFch6gatOWKQYBF58V1BYOPg1kQEkHaaQZ+nywReThcmMe8VdccoYUw1/j+v7zDhSzNJe8w43HQZpvrwHfXg0FNL6QZ2KdFm4I/BAgVGOhuBF7yoWnFPfskEeFKao0QK1doWwBLkKGbB0Bj9Z8x0EkrovAcaH48Mb57MZNCCsrxyBGxRlHAZ6G4RGVgqKqDHWGKCZ3WN3LACoIwXcXgJ45TR1otq9pRJQKIAIxrPTqsgCsBKvEIAhTKE+XwSd+iFEbEbsUi2RYF1D8T75RaxfbZl+GAlkPms+TjiGgxy7gcU9Aj0gocRKAQJXz+VtbJRXtMQHnG0TzdrjNudCuB8jzwjVtuLYNU2sN+lU0pFeRX+vZMjlHNlMkEA8zrNQiBjGTgQQlvkQS8IIYUAaYCkXEM+Dyv1pX6ioaVLKviEQbC5ccjXno0Ew4GUirBAKGoZOJ0Mlat0VnknRQGIYUUAxiJLMahuTECEEk1kopftfGR8Fo6gMaKbZZQv2UkviUkPQs9lwsdjUWexpljkYAx8rqYGAEy5DGLeBWTnypJsX9jgFRRiRKbqLnQSJ/LkopuNqDox3AKDiug5BnkWmVRkonkXQqIkk5vCdDSlnBqjDwPeomrpAiYUzCh5Agowwq1SGaoVTeoHYuzbb5EsF14RsPvh9D2s8AVEMYETQE0AjQCRg+Z2urgPs90AQGMt/GkPmHJhs+7ZMQQSZw/gpKK9TVJTvfGu/L8I3FyBs9e5K4RyBa5bZG2wbtrdQmBrnEM5J2aJfbAW1z2qN9g/UZX///7NoJV+JIFIbh71YlAcR2V1Bp96V7ziz//5/NOTONcyvixD7jqCiQhLwcLikCqeW5JFzp1oVvD4ojReWehTrv0U+ATKEYKg62ZP0vUn9bD4ODzsd0cKQfZRxqOniMh/6h4saBXxt3pOgXSCv0YIs5bdM1Pv0n6gcvdPL9fW18PVXv3ONiFlcT9S4nyq7OZVeXCpdXxBsG2eWlhuMjqVd48aMyZI/nW8paCkvwj7tefUxvm5rpRzooSsODbe1OjrR7fvgYF/vaudjTTvl85PuI3fPXDfbORjqYjHR0dqK98aHSL3RT/3JK5U/yVvnwalrmejF1N/U/OB+06cXrjvKeX4OzkSyMFMJ4Fql9pmDnaxtWru3U1zfxNR8/rj87VFYcKMQt/8Mq93Pl8Y+FuYA/8ebwiWPnOvTBP2DlAf5pyLNcX/cudL13QyzQ4Gr/Wpf7N7pKsXetq71bXfj2Yv9Kl0fX2vcCI079Klomop4HT78UMr8IDNXb3PHYVbaxp7jpF4DNsULXY3CsOPT4cuQWhx6j0iZu7GuabeovL1+n/ivAorL3p3eUftkpRgfa/mqChEIAAAdESURBVHaj4bdbDe9utHV/o+27a99ea/jLrcLv32R/fCfeMIi/3qs3OdZDkfnFXD99l5pbpwuupZMghT9/6/63V04/QtSP3PRltK3ju1ON7j2+nWp8/1Un3890cj/Rse8jTt90GN9NNL490+T2XOPJiWKe+RdvKn2eZeKduXl2xJtNs4HyuKsiP/Jr30hZb6ysOPb2qfLiVEW8UxF+W9vohe++zony3qmvO8WJb0cqigP/ZXPLz5O+pv7r2JuQH37Dfw9M5+J/9352TzrLn/VhZgohyiwoxMwXmyvG3NtEWKBDdNssFRZWKPPIU8x+Ng/R7TNPt9+16lv6PKTwcdPGzGQ+T1lP/k3vsSFZJut4BF9/ylv0rZknKnr4P0EpuJNbBd+fmSmaFnJL3Qy8p55MFqPU73n0pZ7vzZ9FViiUn9PMt0Tw8+x/I8+lwVAxFOor+j9amnwjBZWb6NaOKAXfoddvwd/b8wMzf1swyXKT9X1vz7fFLLLZ9uk5W9lrBsmuPzOLpmhRuZ9XUdGlTU4ub2hRN/OOYhnm3W5I2vLYlmwohYFv/XxLbT+/zeexriH/HirX7EWggq/Z/0n/ycLSr2Lun5vcSCu7hVWNZGY+lPlny8qtP3BfooC59L/dm7eewpt138upWProefgJrxTP51v3BGscP7hD8vlpCjOrtD/89MLnn6Qv1hQ+rBS8d/8jRSn8S0F+QVJ5OQqzx6dnbF3qRRNLkO5o/mrmkd6ndLP0oPSq5rml41PMLp/yLqsw74lQifpOh9IvSuU2wXrTvAPz7bLuqe8UKgdNZ1uK55NIbR/d1jh8aSrXn9BTpDUnh8JfyTwDoXzVn6zsnmaxssEYCAEEEEAAAQQQqFuA4qfuDDA+AgisWIDhEECg6wIUP13/BLB+BBBAAAEEOiZA8dOxhLPcSoAWAggggEA3BSh+upl3Vo0AAggggEBnBSh+1Nncs3AEEEAAAQQ6KUDx08m0s2gEEEAAAQQkdRSB4qejiWfZCCCAAAIIdFWA4qermWfdCCCAQCVAC4FOCVD8dCrdLBYBBBBAAAEEKH74DCCAQCVACwEEEOiAAMVPB5LMEhFAAAEEEECgEqD4qSxoVQK0EEAAAQQQWFsBip+1TS0LQwABBBBAAIGXBF4vfl46gn0IIIAAAggggECLBSh+Wpw8po4AAgggsDwBel5fAYqf9c0tK0MAAQQQQACBFwQofl5AYRcCCCBQCdBCAIF1E6D4WbeMsh4EEEAAAQQQeFWA4udVHl5EoBKghQACCCCwHgIUP+uRR1aBAAIIIIAAAu8UoPh5J1T1NloIIIAAAggg0GYBip82Z4+5I4AAAgggsEqBNRmL4mdNEskyEEAAAQQQQOB9AhQ/73PiXQgggAAClQAtBFotQPHT6vQxeQQQQAABBBCYV4DiZ14x3o8AApUALQQQQKCFAhQ/LUwaU0YAAQQQQACBjwtQ/HzcjiMrAVoIIIAAAgi0RoDipzWpYqIIIIAAAgggsAiBxRY/i5gRfSCAAAIIIIAAAksUoPhZIi5dI4AAAgh0R4CVtkeA4qc9uWKmCCCAAAIIILAAAYqfBSDSBQIIIFAJ0EIAgaYLUPw0PUPMDwEEEEAAAQQWKkDxs1BOOkOgEqCFAAIIINBMAYqfZuaFWSGAAAIIIIDAkgQofpYEW3VLCwEEEEAAAQSaJEDx06RsMBcEEEAAAQTWSaCha6H4aWhimBYCCCCAAAIILEeA4mc5rvSKAAIIIFAJ0EKgUQIUP41KB5NBAAEEEEAAgWULUPwsW5j+EUCgEqCFAAIINECA4qcBSWAKCCCAAAIIILA6AYqf1VkzUiVACwEEEEAAgdoEKH5qo2dgBBBAAAEEEKhDoN7ip44VMyYCCCCAAAIIdFqA4qfT6WfxCCCAAAJ1CTBufQIUP/XZMzICCCCAAAII1CBA8VMDOkMigAAClQAtBBBYtQDFz6rFGQ8BBBBAAAEEahWg+KmVn8ERqARoIYAAAgisRoDiZzXOjIIAAggggAACDRGg+GlIIqpp0EIAAQQQQACBZQpQ/CxTl74RQAABBBBA4P0CK3onxc+KoBkGAQQQQAABBJohQPHTjDwwCwQQQACBSoAWAksVoPhZKi+dI4AAAggggEDTBCh+mpYR5oMAApUALQQQQGAJAhQ/S0ClSwQQQAABBBBorgDFT3Nzw8wqAVoIIIAAAggsTIDiZ2GUdIQAAggggAACbRBoV/HTBlHmiAACCCCAAAKNFqD4aXR6mBwCCCCAAAKPAjwuToDiZ3GW9IQAAggggAACLRCg+GlBkpgiAgggUAnQQgCBzwpQ/HxWkOMRQAABBBBAoFUCFD+tSheTRaASoIUAAggg8DEBip+PuXEUAggggAACCLRUgOKnpYmrpk0LAQQQQAABBOYRoPiZR4v3IoAAAggggEBzBD44E4qfD8JxGAIIIIAAAgi0U4Dip515Y9YIIIAAApUALQTmEvgHAAD//6EqgtcAAAAGSURBVAMAIJFYiQyH+k8AAAAASUVORK5CYII=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2833" y="1879709"/>
            <a:ext cx="5257800" cy="2359152"/>
          </a:xfrm>
          <a:prstGeom prst="rect">
            <a:avLst/>
          </a:prstGeom>
        </p:spPr>
      </p:pic>
      <p:pic>
        <p:nvPicPr>
          <p:cNvPr id="14" name="Image 3" descr="data:image/png;base64,iVBORw0KGgoAAAANSUhEUgAAAj8AAAEfCAYAAACu6KecAAAQAElEQVR4AeydBYAdNdeG32Rm7l2rGy2FFodixZ3iDsXd3d3dvu/H3d2hfBR3d3coFEqVum5l7d47k/89ubvdbWm7Bbbb7e4Z5txkMpnIk5PkTDJbrNNDCSgBJaAElIASUAItiICFHkpACSgBJaAEWiQBrXRLJVCv8eMwf/8ljNfQ4ubaKnJnVqHBioaWOWXf0HnMNT3yRL0ypxLWCXNkNJvMNT/Gq+8eATNxpjlbuf4aMveSJ0xhfmROafLROZ71lXvmfZb7r9o897LOqQyzh82xQBqoBJSAElACTZrAPI0fmSgSl2B+JHYxcvMpMRLMjzjGm31qkrCZk1ndCTuJ4epIwrLUFSmfiGN95l8cXN085uFPZsvv3147X8455Z/ky8SJfBY2s8/KyZyeZVgdRnV5zZefZWLmzJaZkUWN39HPlFmiBf3LrNmdmDvzquOX/OdTEsarK/++7HXKUV22ORl3Umbe1rOJEtBiKQEl0LIIzNv44URRlc1gfqQyk0FFtqpeqZyPODXpVM0h74yE5VimOpKhPxNnkclVSx1/FcMqKeLmJYMqxq8rGV5nGGd2ycY5ZOO4jsh1rjaf6meydHO5HP6xMJ/cbCJpZny5MsyvrmQhdZX7WdbTSzYHf81yzHR9ejRIWf7cTGEZvV/cGokR0yCaL+Gzs8fL1TwbJ4jrkdyc7id8bk4yx7h/LWvC/L0BQ12tcefWhedkgMwxjGklLNN8icStEZpkCcXRSJzTs47xZpe5xZu9DrM/V3M9ezy9VgJKQAkogfoJzNP4yXJSHT9pIsZPmlCvTCqdjMlTptQrk+YUp3QKppSWonQ2kTQnTpmESbOI5DOrTJrC66mlmDytWuifQimdNhVTp03DtDpSSv/U6dN8uNwTKZXrGQybTSazPJNZtlopRf756Zg6vY7MmI5p5WWUGf9IpvPZ6eXlqCszeD1XKSuD3Jte7c6oKEMZ49cn8kxZZTlml/KqSlRmquqVCsapYNzZpbKSz88mVYxXxfj1SlUVZo+T4XNzlgwyNLL/kdBozs7h2SzDa9PLpy96n8vFNGbrl5hGphhgYsQ4GkxilIj/L0KDSO41tNTfxTWGElACSkAJzE5gnsaPM0AyvyJvvP9Y4J/8y3aBMXDWIpkPiVmz2UXKLnWYVRy35xJkUSsx38hzIixFrlpiuo50nJUy1IqEz1GMQ0xW9clf6shy+zA+n9SRuI6/bnjCckm98vcBKYvcl+v6JJlZHwtHpnkxkPRq6j0vN0bi2eU4kdeIbCHlJ3SWjOFupjg42XqrK2Ts5iCsEin8s5PJ+cdlBadGpEyzp1Zz7y/hksDsgbw2xsCY+iVh/WJv9CQQvxM/nxeNnkVYACnX7PX3Uefw80/jyXNzSE6DlIASUAJKoA4BTod1rmbzcvpCzMksxwkiPykC3q2+jjntiMEhYWJggIaCCTixGiZEv1znRcIYOEtY7TXnBU6rzM04upxEmG7CfCXvbJKDSM7F3hV/ttovYXlJaCABSVAtrFVCyZfPMU3n6xFLmiyaGDRSLimruBIXQW15fBgnPm+USFmqRcop90Rq6gs+Jv6EcSQ/cWcK7/k8ma/EEX/NPbmu8YsraYskZAvmLX4nLkXKIX7vkuHM+Ey/Jp60g6NBkzC++BOJR6kxxvx1zT0+J+EJXUdOjvFqRMJEasowi8vnpRw1eUp5fFlYZmOYGNnWnkYe9WKZPsjH8KZEEwEvxDXGwBgKZhVIWB3ho/40hvHqiDNAQr6g65iH+MWV+viyMa6UExJhDmIMAcCAVQDo5gVMian4QF9b5A8Jk9RqwuQ6LwmNHv8Ub7EoMMZ4keeMMeLwdj6uGCgi+Wfg4xmTj2NM3pX7mO0wxvi4EmyMEcdLTVxxRXxg9U/d67p+uV1zLW5NWSRcRQkoASXQ3AnIyD+POnKAlUGWYjiBiVhrYQILjsJwxnijIghDGIbLVoHMFyKMAHAiSPhmHAS0SuQC+SPhRJEXRsgHMTmDhHEB5gkexiAIAxouPhmA6cu0Y5lXwPQs74lfwoMoQMwiyX0RZ4DaZAziOPaX4opHcpV4humA+SRSYNZPwkXknuRtjIG8yYfME7MdMmFY3pc0DXlI/RNOwjXPJ0xTRK5j+oMoRI7lSBgnZL6+iHxekpW0jMmXU9JMGE/C5J7ES8jLGJaF6UhYzT3xywQv6edoJOb9CZk5JIwr4stF9lIOMLGE+YNp5bhdI2EiCeNKWI0/kThW8kuIN18uycsyjElA4obkL9tFTBo2CCBlMsbSldviJp47eMRxwnDnBZB0HeSQcMkrSWIf1zB9x7wZk7EknsQCYtZffFJM8RtjZqYl5RE+Tm7yKdFBf01dypGjlDmXyzK+lCGB5MXHIQIWPv8cc2S+cm2MgZTDSIa87x3++DRZ7Jh1McawvAnTMBRA2pNRYK2l43w708N7Btms5C1X8KlJfvm0JE/H8iQzRXSp5n6NX1wReUZcYwxkm1GuRXK5HMsS+zQkL2kTiSf3JFdxJc268eS+XMs9Ebmu4vZjTTxx5VkVJaAEWiSBFlFpGa3nUVGO9n5SERcwwEwJrIXjRDBjxgxMmjARkyZORMLJxjEs5oBcNmO6H6Q563BwziGwFlEYwXFSSnKx90vmcu04uQU29JNIwjTAPC0H+YryCp+fTCohnw8YJmlDDgd/T8qUML64dY0e3oYxBuPHjsWrL7+C5/o/ixeefc67r736GiaMHw/JV9IObEC/gwz6MhGAx5TJUzB50iRMmzqV9ZuAsullLHOIhHUD6yBlkTz5EGLWR57z6bAsCa/F6JAye8OJYXJPJsmQeUncH374AZ998inibI65sbRMU9IBDBIyLEil6caQMgbGwjANVAsXyJDjpCpunMmidMoU8pU6JLCss+Qjz1VVVvryT540GTPYHmPHjsHU0lKIMZCOUpDDMD8+gsQbIDkYwxDmF/v0ja9bRONP0pVyVZSXo7ysDDKTS13eefsdnH/++Rg6dCiL5xDQKAoCC2upH6yT5CGRZZIVf45Gl9Rf0pM4YRDCBkE+X5h8GrxOaIx4oW4wEMaQgZSNiUhaOWFsgIRMUuk0pO0dHFIFaYRRBEanG+YNJ5alKpPBJ+T91Vdf+TApgzEGxhj/HdEUMmRS8ByYttxPWP4c21v0wrE8zJr3E8h3YnJtTL68ElfqIt8KeeOMER0Tk3AjBfHXSb49Gc5Lfxpj2BY5n6bEzaeRhTEG4pc0alwpR0IWYvhMn57vW/KMfM92/fXX4/7770c52yYgO/CQuHKfXp++XNf4xZV7xuTrL9epVIqYSZDlM8ZIkIoSUAJKoNkSsPOsmcvflaFQJloRzi8AJ4UKGibvvvMOLjzvfBx6yCE4/dTT8MZrr6OivIwTehb33XMvjY6XEXLisZyZcpykHSd1jrAzjQiZ7EMb+Ak74SQj6VsYFKQLUFFWjjatW8M/w/yy2QwCYyH3a8ojfisDNe/nS1r7K2nJgD9kyBDcduutuPfue/C/p/rh0YcfxosvPI/xY8b6tKVcUiaJL5IKI29oPPzgQzjp+BNwYrXceN11+Orzz2ETwEh+1SKTdzpMeWOkxuhIcfLlDAuZYByNuULWZwYnLCm3lLd8+gy8++ZbeOLxx1E6eTIC8pG8CzgBJTQ6xLDK8E08HUY0aix5c+LMJbAOPq7jJFgQpZAw7QE//4xLL7kUI4YN93wSTtxSH2mnl158EccefQxOOO44HH7IoTj15FNx+mmn4+uvvkZM3pJOXpgwzxTzM5z8ImkTtoO4IZkb1lXKFzDsbZb7uquvwdhRo5EOQxq9EzDw11+9oRtw4pV0pd7CPqAhJJO2TOAh0xY3sAHEOImpC3Itf53mmD54yGQvxkOWZUt4n0FSDUTkmdA4s9ZA7oHlsAGNK5Y5YB7ywTTkoC5I3hkyrKzKsAkSEC0kTgUNwYcefgjPP/885MPnIAiIySGmMfbsc8/h9NNPR1nZDBjWV8phbYAgsEzV+HTAtB0NoJ/J++yzzvYf9ouxYwwNIMaqYntJfKm/1N0LWYZkJGWnl0kYxgTknvfwJ2A55Fpcx0jGMD26EsbbLF8May0knZjtPZXG+EUXXYRXXnnFh0u+w4cPx8iRI30b1KQhz0h8Y/J5GmOQJRe5L2lLesbk70lcEVk1kvvQQwkIARUl0IwJyOg+1+rJ0CgRZOITvwhnDBo0AQb99htuvfkWLLP0MrjkoovRuWMn3HrLLfh94G8YP248vv3qG3z52Rf44fsfMHH8BNQYAMOGDuNkOZArEtMYbxwGDxoEmbATTnjlXEUawYH8g/feg6w2/PbrQAwfNgySZ2G6EBlOaMO4wvDDd9/7cFnZEOMlxckRDvDlrHEBGE6qlTSiHCfSww49BNddcy2u+b+rvQGw7LLLArw/ZswYTKEBIpO+1DXHFQJJZ8CPP9KgGIa9dt8Dhx50sF/9ueWmWzDkj8EY/edIjBrxJ8aMHIUJY8ahqqICYoxMYL0H/DwAvw0ciExlFSKuamQqM94wEsPhj98H4btvvsVUripZGPiy0VgZP3Yc/vjtd8RVWQQ07wq56jOIdR85YiSSTA5igEi5hg4egu+/+w5l06YjpjGZcNXou6+/wccffIgvv/gCQ2noyeTlaBxFnFTXXmttHEfDZ5VeK0O477v33jj80EPRc4klWTaWiKykPgN++gnDyTVmejmKTOBZsh74yy+Qe5O5sheyvOL+8O13+PSjj/E96yFts+7a6+AQGr8dOnSgQTAZv7LuY7naNozG2Ndff41pUlZO2pWVFRCjo4LuYDL8hWmXTi1lmYdCJm/wyNEQcWyTwFgaHgESPif68AXrJiszPl3qj8SbznR/+vknjBg+Ar///jt++OFHTJgwATKJ28CioKAAYhhIPl99+ZVf+ZJVk0q2S8I8ZMUInPxlwh81ahQ++ugjGBoZ4h88+A+MHz8Ov1HHBwwYAMlLdH/atGmQsrxP/fz0k08g8XJsvwwNHymb1Hc8VxTzRgZQQb1wNJgmkN9PZDyQbGTV5s8//8To0aN9+QYPHozJ1L8RI0ZAwo0xfjVIyiF5TeLqo6Qt9yVdKc97zF/uib+kpAR7s1133nlntObLQo79SPL4448/IHUXJuVcEbKsm/D4kXotZZS6ffvtt5B8xEiSOGJkGpM3vtgceioBJaAEmi0BW2/NOEGKMVAjASzEGBnOSSjhZLXOWmthrTXXxNlnnYUTjzseKa5IyDaTDPayMnTtVdfgTxo0fwz6AyedcCIO2v8AnHzSSTj04ENwykkn49FHHoUYIeNoAJx6yqnYhwP5xRdehN132w2nnHgSLrvkEuZoMIoTxsUXXuifO43xjj/2ONx9510Qo0UMDXHBN+a6EtoQgbVIRxGyNEJ+/vEnPyGkWcbWJa38hH/xBRfgWq5klM+QrRznjS6+6kNWdIoKi7Hxhhthu222xS4774KxNJRkUrn22mtxCMt/T7ir0AAAEABJREFUGFdT7rv3Hsa16P9MfxzIuh179NE45MCDcPhhh+FbGiayGiTG38ms69577ImTWafjjj0W73DVTAw2yed5bsdde801fpstoeEiBsgF51+AZ57uB8drYSfpyvNHH3Ekdt1lF7zOrbsKbj/ddced/rnrr70OD3LrQwwlMR5kW2zlFVfC5n36YGUaP1KO9ddbH5tsvAmW6N4d42i0XX7pZTj4oINwFNPck0beNVddjZirAxNpRAjffffd19dz3332xdtvvYVvWJ+333rbGwUXso0eeegRvMPrK6+8EmJEymR6Mtt2t912x7777oNDDz0Uu7CsH9A4k0l6Eif5Y485FltvvTUOOOAA7LTDjjjm2GNw7XXXYsLECUjT6EuxrYTBlNIpuPyKK7D99tvTgDseMrkffvjhuPDCCyCG3DvvvI2999zLp3PQwQfjyKOP8vL5l18gxRW0z774HPvttx92pR6dfOopOJZG4M8DfoYYI7LtZ6j4lhO9rIAIYzEseBNvM91tt90Ou/G5/dme++23r6/HYBqesor41FNPYgy3Dy+99FLcQmO/lNuIt3JlUep5NNt+xx13gtybyG3gosJCvP/++9hrrz2xL9M58MADfbpSDzFgxOg555xzvPEi+X300UeQsMsvvxx92G5HHXUUdthhBxxxxBE4iVx/5QrbU089BTGGHueqoTwrht9///tf3H333d7YEiNJDN4dd9wR+++/P7bddlvceeedflVIdPfII4/EdtttxzLt5fnsvvvufjVMmImBJCtQxggdAsqf+qsElIASaHYEaMnMu04yDEokEfGDM3bCt91VV14ZRYVFXP25GU8+/gRXT6Zgp512xiqrrIJd+/bFGr17Y8uttsJVV/0fVlxxRdxwww3+zfZqTvK33nYbdtx5Jwz4ZQCqcllMnT4NDz/6CAYPG4pzzzsPt915B/bn5Dhq1EiuoGS4BVYGMRB++OF7nH322bj99tuxy6598cxzz+KDjz6ErCZcTyPr6iv+g6sv/w/+e9kV+N8TT/nVmsAGkG80Hn7kYfRn/MceedQbVa+88CKWpBFw4H77Y3tOdqkwguGKQEBTKzAWfmWFb9FlNDDk7VlWXGQya8U3bZkk5XugffbhBE8DaOAvv+KO2+7Auuusi/vuvg8333QzHLepbrvlVowZNQb33HU3vuFW00UXXox777sf+9M4Gk3jI8eVDQdAPliezhWqqmwOQSjfqTjINyplDJtaOhV333WXn9ik3lKP9dZdD48++ihKeU+2azp2aI8rrriMRsKx0jrcKsnSiAsQJznIxF6QjpiL82HpKEKOq0ZvvvEGPv/0U5x+6ml+K/Accv3f009DVjRkhepbrjBddsWVuPPue9Br1VXwOyf/tdddF9tyMl6RxtQ1NFiOPu5YZGmcyeqJrB6IITGN23srrbQSbr75ZjzwwANcjWiFR8heJvUHH3gQv3Al5Zqrr8Yj3H6UiXgctx+zXGVKkb8YJWL4GGPw3rvv4tn+/XH44UcwnftxFreaZAVlOrcMRQfT6TSmc6Vw6aWXZlqP0IC9GhUzRE+exRCWVQzBKZMm4/Zbb8P9996HTTfeBKVTSiETvJSzxk6WcsdcGSQgyDaWGInl3LrdcMMNfb5XXXUVxJB54okn0KNHD5bncCy22GIQHT799DPw7rvv4Dlum4nh8wh169xzz/GG7bPP9vdGyuWXX4FWrVrhgfsf8EbImnxRkFUXWWmRvMXokvRPPvlkbLrppkzvXYiBcywN5CeffBKyxSWGpWx3tW3bFocddhi6dOkCMaRuYz/q2rUrhJmUXxhfTbYS/y7qTL9+/SBG0H333Ye3aLxKXpLO8ssvjzvuuMPrULt27SDx5Ns9J1AkIRUloASUQDMnYOe3fq4mIj2yrbAMt43OPONMLLfc8hz8n4UM1ldccbnfepDBvpBvvZ07dUL3JZeAvPH/zi0EWdXZcMMNsBwH39322AObbbkFclw9kn8076uvv8IOO+6AnfvugmWXW9a/sa+9zrqIOFnLRPHB+x+ga9duiFIR5B8wlAkgDAN8zaV7WT35jQaIbB0N49bPSG4hyOpANptBYXERetFQO5Fv/zfcfBPuvvduFBYV4cOPPvKT3bZ8C950k40h22zGGMg3KFJVE1gMGz7MT3YH8I39G+azx557suzLscwxVlxpRfTddVf06NkTI7n9JZPK4YceDpnc1l1nPb7N74NvuDU0kNtXP3JLRlZcdmX8FVZYAdtzxWMj5pnm1kyOBleWxqTkF3OLxNgAIeso10SN0VxtGjpsGPr02Qzrk12vlVfBpZddhrv4pi8Tf6fOnfyE3q1bN3RbnHzC0F/HSQzZZkpcTGMo9itgjunLRDmF226ybSLGazFZjOWqW9vWbdCWk6usVskWVgkn7Le4OjWS2zOHceVhN7ZXa06U7WhotW3fDkuz/dtzqzNH4wc8ZOVADAcxEDfZdBOst956WGeddfzKw0Buhcqqw/c/fI+dd9oJfXfp61cLd+CqzoYbbIAgCGjPOBj+J2nI9sxnn32OXr16cZI/AKutthpXgLbzE7kYPaITGa5QRVGInbjCseLyK2D1VVf3aY4YNgI/0HCT7cc92V59aFCswnSOZB1WohEu87u11ucpPIwRv0iem/Bp374DRC9WW211bLTRRliVxp9sIcU0kjp06Ig2bdqiG42Ojh074D1uQbH6ECPizz9HIKK+tucW4Ls03r788kuuiI3GCSecQBZrY10ykdWYlamPxhh5DI4FWnvttf1KzBJLLAHZOluN9RXDUIxIWSXba6+9aES29mXuxD5VxDaTNpL2F+5SZmOM38KSlaDddtsNvXv3hjx/yimnoE2bNvjss8+QJTPxi5G1/vrrY91118Umm2wC2YIr5QqWlEUMMl8w/VECSkAJNGMC82X8yL/74gjBC8dsceW7guVWXAEXXHQhrr/xRhx9zNF4/Y3X8cknH3P1wXFQT/ykSw9kQpMJrpCDtrgcpzmQWxQXFzNVmfccbBCguKiY0R0CG/hnimm4pGgIyOAe0NAZzu2zN15/Ay+88AI+/vhjrjKt6t/CQ044Dzz8EO5/6EHcw62fu+69F2efdw4WozGwPCe80886E9tyoi0qKUYHGgur9V4dYyeOR1llBVcuaBjweWaIhAVLDHxYQuOhM9/wTzzlZFxy2aW48r//wd7cyikoKkSOKyqWRkaQCpGl8SYTsTUWRSyvTNwB69KuXVuIQZV4g8P5t/8Ut3XAPNIFabTitluORo8AkPhSR0dDQtwMV2ZkEpI6i0EkH+3KXzHZwCLhf2IcwVpUZqqQShfABgFCGgLGGM+eP5DySLrGGEBOujK5JVxtSqVTsHxe/vrrtdde89seL7/8MpanUSqT6uKLL46LL7nET5qPPPIILuIWl6xwVFZWwteBCRrDsrC8ITmIP5PJIMeVMim/tLeEJTTsJC1m7Q1O+ZZIwqRcEleeFWPGGBYQtYeU05GbGGCpVMpP2vJMq9atfCRjDOtnEHK1SO5HrHsR26Vdu/ZwNCakbpJ+W076lnETllOej6IUpD1yZECtgw0CWGu8njrmJ355FgQY2AB8FAHjCBNZlZI4AfWwoqIckpbkz6h+q+rtt9/GSy+9jLfffgc9e/TA6quv7nkEQci4EfMJmKyD1DeivokhImk7lle+1RFXGFZUVEC2COVa6mCMQUjG8ozoBHjIc/JyQa8/jcnzkzQljWL2q5r74ooIAxF5QIwncSU9aR/Jq+aepC33VJSAElACzZmAra9yMvGKseNdAxnr/YT/6++/4bLLL8MXX32JzlyGX2/99SCDbpYTt98+4ICdo2FQWVnlJ1FZqfnoww8xfNhwVFVU+g9/v+XKSEwDQD4M7rHEkviCb6eDfvsd2aoq/PDDD/iFqzkZbokUFhRyhWk5v9x/0EEHQb4rkW9AllxySchbs8xScfUEB84DNgjA2RE5TnJ/cuvsnvvuxbvvv4cMy/PH4MH48acf0ZUrJWJQ/D5okN9uy/GeGBoByx1ycuJshVZt22BDrtCsv9GGWGqZpWE5yco/+BgLtMDCcmITY6ljl86c1FKQraQybsXIitH777+PHj16ovvi3bHEEt3x6aefQj7QnT51On7jSsh3XJ1IaGBZayGTq3xUK9+UlHHLRbZFJk6aBPmHCUtYhrZcbfnh558wkqtAU2dMx3MvvUhD7wGUcosppjFkOIFPmzoNleQq6YkYYyAsZFKTSRQ8xCACw2UC7sEJuguNuwPJ87xzz/XffyyzzDLYgCsxE8aPx4ABP2O33Xb139jISsab3DaRLUDPieWW1TjxO3JPeA0YSL4yURvDvKkpIQ0FmVhtELA5DHr2XArfffctBg781f9Z9iCy/5nbYDXlQ/UhaSzNsvzB+7L9JnkNHz7Cr16IcSmTtqTrs+GP+BMaWuKKYSmrG11ZN1mVGTVqFORDZdGnESOGwxgDU52PxE9YfpnwDdshYRqiR1KPLFcNjTHecJH7EtcYC+fjh2RNw5lxVuUqTbt27bDrrrvhggsuwMEHH4QVaXBvtNHGNCZXQEAG73AFTT5cFhE9kI+cjTFImJakK/WROouBIyuD8m2PlFe2omTFTAz9mnoHZCkGjtwTQ0melepIWouxzksttRQ+ZD8bO3Ys5AXlgw8+8Nt28oF/ioakMcYbe/KM5G2MgTFGLiHXko6/0B8loASUQDMmYOdVNzF6kuoI4vfCJ8RAWIzGQxXf9u/mKssNN92Iq6++BmKMyJJ9MVd4Fu++BH766Wdcf/31GDV6FOSDT/krE/k486KLLoZ8z8DRFrJNIkaTfDAq/2+qa665Bpdeeink+5BJEyZwCnV+yX83LuXLNs0DD9zvv52QbxqGDBnsDS7Lyd+xnGKgiQGT48oMR3RYTjzduIpR0qoEDz38sDfWrmdZQ6587NK3L6aXzcC9NIz6/e9p/40NmE6OE7n8D1UlTsR4Ngi40hMjoEEURCHLA67wFEMMp0wu669le2HrbbbBU0/1w3nnnY//++9/aTwM8FsZMunst9/+fJtvhSsuv4IrKhf77y1kQi/iSpdMXhtwO6tz585+K0sm0Bu5kiYGpNRBtpnk+6hRY0bjP1f9H1eg/osHHnwQ+TKG6NCpI9q2bYf7uOL1v//9z38bJBOYTGRcVCAV0DBLQ4wCMVYkQCZ3+ZBWtlDuuvMu3HzLLbjl1lu9wdmufXvIn4V//NEnuOGGGyEf1o4bP44T+fKedU8adGKo3XDDDXjpxZdgyKx1mzY0EkImbVDI7U562LTOT+6Sl/zTBbIVusceuzMckPY977zzcNNNN0H+DSKJX1fEENiWPGVbR/RHmMozo0aORAFXzeS+4wOpVBriF+PJBtbfi7ga1L17dxx2+OEYOnQY5JsZef6uu+4mToM0DQA+6sthYABjWPYUCrkFaa2FGOLSLmKIoM5RRJ0GW1sM1Q40RuUjbbbP4q8AABAASURBVPkOaPMtNsdK3FZ7/LFHva5fe911+PDDj9gmbdGr10o45uij8Q63wM4880wakhf6VTbJRyQIAupFCfOPPCtps+24DStGqHy7c/HFF+M6piffBEl5JL6UQ+6LQSV9SQwqYS4iOiRbffLRs/zbS/J9nLSTbN3Jh+PyfEF1PUVHpHoSJs9K3lImCVNRAkpgbgQ0vLkQsPNTETEqZLJJOJvKIJlwi6ALVzvOPOss9N21L+SNU1YMLqZRI98CFXCAlW8bxKDpyRUGGVw333wLyIC8xhproFu3rthrzz1x0YUXYustt/ITT/75i7DB+uv7FR75aFo+sJXVChtYLL/c8jjz7DOx5lpro0PHjuhL4+Wcc86BrGCwWJA4UkbDCQyckGVSk2vZKjnp5JMhfxEkZVtvvfUhk8qaa6/lV6S2234HSN42CGD4Hyhi3O24886Qb30KOJnLxCNGldRdtox2lO9Wdt0VxTSqQhpEMiGdcMKJkL+y6dmzJ1ZbbXWcedbZkI9NCwoLsM666+CKK65An836oGvXrv4voKTssnolqxRL0FA8i1tz23NrrseSPSDfeJx9ztnYfPPNOKEXYIstt8TpZ5yBFbgtJd/4HHnUkTjyqKNQRONJtqrkI9v11l3XryBJHaScrAYneAf5HmrVVVfFoYccivY0bOR+mkbDcssuh7M4IUuZpAwy6V5+2eUQg0g+Wr/gwgv8B7hyLX+5dughhzC/Qqy73ro49bRTWcfV0JGGl0ysRx15FBZjvZZaqicOYbzea6wBsACWbbHyyqtwNeRg/03MGmusiUsuuQSbbLIpluCqnUzUa7MdUtUGiQFgjEFgLZZaamlcxMlf/upP9GUXtscll17q02rTti1WWXllyEfCK624kjcepJ5Slt24WiX6IfW58j9Xonfv3ujefXEcTmNI2l3C0+k0hJGjMWOZ38Ybb4xTqCNpGlarrb4aTjzxBIiuiIEgZZPvbvbeZx/WvwjC8mzqXe/ea/i2XGbppXHxRRdhO7adfAO0DY22K6+8gnxW9XkIj0tYj+VXWB4rcEXo0EMPRc+ePf29IhpU++67r9cHKZPkJ4bN5ZdfDvnz9S5cURUj9bLLLsPBBx8MMW46UvfFENyH5VmKqzyyZSaroRJPtstEh+S+fHsmRqB8OyTpyfaWiFyLvovRKO2z1lpreTYdOnSAHMZIK4hPRQkoASXQfAnYeVaNA6ExBvn/QBfgfEHXcIIKIAP/Pnvt7Sc8GZyX5tZQyNUWRuAq0BLYjwP7AQccgMU5+URRiLU40R1zzNE49ZRTsBUn9M369OFEuDFkK+HTjz7GJ5TtttkO8qfgK3GimDql1E+wkqcYHStxojv0kIP9pCeDf3caDTKJsYgQVwRy0OqRiUSuRWRbYrvttsVhhx2Ogw48kFtoy/vyFxYW0cDY3H/UKuVzNOpQLbLyIAZaUVEhZGVBvpWRVRqZsLbg2758aCvftsg9G1jIxCcfbJ9+xuk49rhjsT63AWXFydEyM8Zg5VVWxjHHHIMzzjwD2++wPbZleUQKmb48v+JKK3mOJ59yMrbcakvstedeWIuGXipKoZhGzrrrrIvjjjue7E71f3bfrm1b2njGT/ybbbYZjjjyCE7A2/kPwo01QoHiIIaqGIgHHnQgCmiUsihIuLoVsp1ke0Ym57POPMsbR8twq0lWThy3f3r37o0jjjicRtxZ2H2PPdCxUyckrIsYSjLBH3PsMejD9hNj4MADD0DHDh3RtWs37Mlyy0qY6ACj+xUj+cukFA2uzz//3H8TtuNOO+K4Y4/zhoSsgLVv197XI+Y2kPBMmH9ApsuyPPLn3mI077X3Xth6q62w6667onWrVpAVNSlfz549IIyl/eQDazEC5H4qirDRhhvitNNOw7nc1tuS+ibPbr755n61SDjwQe9fY43eOJptI8+sTKNKdHnJJZaAMcaXS4yjnWnwinEh7b/N1lvjOLaxGODCVIyQQw89FLKaddyxx0KMxyAImHaEG2+8CaWlpWz7YyEfXcuLgFyLTsqzu3FFU8omxkiKRqA8tzyN3COOOAKyaiV6LsaX/El627ZscxqGvXv3hnARg25xrmyKsSx/0i5lKy4uZp/aBLLSJM/vt99+bJeukHS7c0VMyinli8hHwqSt5EVFymOZtoRRcfSsh4DeVgJKYNEmYOsrvkQwjDQ3sZwgAmsRWAsz+38MkwHVIn9PVnECG0D+VefAWNSIbDUU8G38rTffwpVcIfnP5Vd6t7KyErvvtjsSTorynBgfls8H1sJSjDEwxsCKwCCYTSTXmjD5928iPhNYy3iYKSGf9eXx6QasR17EsBEJZgsPjIWsMojU3JN6SXkCP+GFnPRCiF/C6opMcCJyr0b8faYproTNcl/CAVhK4MtpEdmA+QeQcvj8JY5lnZi3pGGMgTGzioQHvG/MrOHGGASWafGeGEPWGtRIIOHy/RMl4H1Jo0bkemY5bcBnLPOEFytpMF0xoBIaWU6MSVqv4sqW1SuvvIrTaZBccMH5uPTSy2gYTKUBuplfVbF8Lgwj395iODn+GJMvM/xR6zfGVOdrUHMYY1gGU3Pp/TVl5i1/LTcl3boiYcYYn2+N35hZ0zFm1mtJ1xhD+8mxdvBp14SJkQgeoq9iVNzA7cMzaBTLat8N3C6U7Tz5Vi0kW2Py6dYtj/iNMT5NJuNPY6rzIhMJMCZ/3xjjOdTkbUztdU0Y6hyzhxmTT6dOFPUqASWgBJo9ATuvGspNazixzocYxpGBdRbhwDrLtbWY07VMAvJnt5dccjFkG0T+skbeSOVNeosttoAxBgknUXkWhiXmtTEGPCniGhoDBjJ51pWAEepeez/+evh/wJHBpo5YGAQiXEUK6socwiwWzGE5rUrafxFOgD6s2pXcZcKsX5CfrPlcbVz5qosT+CxhvEYyh7gMnz0eryX/2UXaqq4ENKBkK0a+lZGVFGMM1lxzDRpAl0K2q+S+lMlaA96imL/oShBYGPvPxMpzhs/OLnXD6/hZANQvxsfhr3chh6GuxjFbDv7xg7jiJv9WkHwrJXou21kXcrtXvo+T+kIPJaAElIASaHQCdl45Bnwz7cAtifkR2YaRLZFZhMv0s1y3aYO2lNnD5Fq+Z5B/c8S/Hd94Iy684ELsuMMOKC4phnws27ZNW//diH++dRtufbSm0C1pjTYlbdCm1Ryk5p7cnykSf3ZphTbFs0rr4hK0ZljrklaoVxivhPH/qchWxezSqqgYJYV/lWJu1Ul4XVf8suXxT6WgoJBbYrNJuhDyvxSpT+b0rGztyCpPAbfZ6opsG6215po444wz/MfUZ3K7bdNNN4HEF8Mgxa0x2pksS4H/MDkVpfy/GF7jBgFX1WhEyYrc35VAnuNWn6xwzSLV4XI/LxbepSEUWPrrETGqZhfpN7JNamhoteIWnRjwF1xwAa66+iq/XbUit3SNMX5LTZ41xsCYhpN59Wm9pwSUgBJQAsC8jR8O3kUpToLzIUWcLIsKijCLMKy+ybPmvnxrUpQu4qSXRrs27fx3LoENIFtiMjnKXwylORkWpgog/+8r70b0UwqidHXY7C7vc0LNx6+599ewAsaZk6RTKZanfklJvIjx/o2EfL6OpKKIeadnkRTzSYURhFWKccWNggghRdz6JeSWHOMzjXAWkfA5ScD49UsQWBoMtWKt+PmcN1aYbh3XUqekLcV4icLQT/rpKIX8M9a3t6zEyfXsEtBQ+VdiAwSzy8w0LWq3P1n+2ePN9drmy27oisBA6pZinaR+UbUrRmARDdqab21SbEtjDIwxmL2ec7o2Jh/XmFld6KEElIASUAJ/m4Cd1xOGNy1MfvunXtcyXv1iaW/NSSIb+YmpgMaM/D+5ZHIXt4CGV2hCBCaAd0HXi0XIMokEdM0c0jU+/K+/dg5x5xRmDJ+dTTCHwzCs4eWvKRoptw05WQYwhi1TLQHdgHzmR6ykMV8iudUvAQwCn7+dxWXpeAeziCXLNCf9VBShqLCQhl3KGzsy2Uc0kAJJxzIdGiR/rT1YahFD95+JAWYpj1xLOWtErv+uzOnZmfWQurDOYgQF1kKMIqlrXTFGcoQeSkAJKIFFlcAiWW5bX6llaF5UpL66LMj7Dc3o75Z1fvL/O2nOT3oS5++kqXGVgBJQAkpACTQFAvUaP02hkFoGJaAElIASaOIEtHhKYBEioMbPItRYWlQloASUgBJQAkrg3xNQ4+ffM9QUlIASqCWgPiWgBJRAkyegxk+TbyItoBJQAkpACSgBJdCQBNT4aUiamlYtAfUpASWgBJSAEmiiBNT4aaINo8VSAkpACSgBJaAEFgyBBW38LJhSa6pKQAkoASWgBJSAEviHBNT4+Yfg9DEloASUgBJQAvMmoHebKgE1fppqy2i5lIASUAJKQAkogQVCQI2fBYJVE1UCSkAJ1BJQnxJQAk2LgBo/Tas9tDRKQAkoASWgBJTAAiagxs8CBqzJK4FaAupTAkpACSiBpkBAjZ+m0ApaBiWgBJSAElACSqDRCKjx02ioazNSnxJQAkpACSgBJbDwCKjxs/DYa85KQAkoASWgBFoagSZRXzV+mkQzaCGUgBJQAkpACSiBxiKgxk9jkdZ8lIASUAJKoJaA+pTAQiSgxs9ChK9ZKwEloASUgBJQAo1PQI2fxmeuOSoBJVBLQH1KQAkogUYnoMZPoyPXDJWAElACSkAJKIGFSUCNn4VJX/OuJaA+JaAElIASUAKNRECNn0YCrdkoASWgBJSAElACTYNAUzN+mgYVLYUSUAJKQAkoASXQbAmo8dNsm1YrpgSUgBJQAosWAS1tYxFQ46exSGs+SkAJKAEloASUQJMgoMZPk2gGLYQSUAJKoJaA+pSAEliwBNT4WbB8NXUloASUgBJQAkqgiRFQ46eJNYgWRwnUElCfElACSkAJLAgCavwsCKqaphJQAkpACSgBJdBkCajx02SbprZg6lMCSkAJKAEloAQajoAaPw3HUlNSAkpACSgBJaAEGpbAAklNjZ8FglUTVQJKQAkoASWgBJoqATV+mmrLaLmUgBJQAkqgloD6lEADElDjpwFhalJKQAkoASWgBJRA0yegxk/TbyMtoRJQArUE1KcElIAS+NcE1Pj51wg1ASWgBJSAElACSmBRIqDGz6LUWlrWWgLqUwJKQAkoASXwDwmo8fMPweljSkAJKAEloASUwKJJYFE3fhZN6lpqJaAElIASUAJKYKERUONnoaHXjJWAElACSkAJ/BsC+uw/JaDGzz8lp88pASWgBJSAElACiyQBNX4WyWbTQisBJaAEagmoTwkogb9HQI2fv8dLYysBJaAElIASUAKLOAE1fhbxBtTiK4FaAupTAkpACSiB+SGgxs/8UNI4SkAJKAEloASUQLMhoMZPs2nK2oqoTwkoASWgBJSAEpg7ATV+5s5G7ygBJaAElIASUAKLFoH5Kq0aP/OFSSMpASWgBJSYA5EOAAAQAElEQVSAElACzYWAGj/NpSW1HkpACSgBJVBLQH1KYB4E1PiZBxy9pQSUgBJQAkpACTQ/Amr8NL821RopASVQS0B9SkAJKIG/EFDj5y9INEAJKAEloASUgBJozgTU+GnOrat1qyWgPiWgBJSAElAC1QTU+KkGoY4SUAJKQAkoASXQMgi0NOOnZbSq1lIJKAEloASUgBKYKwE1fuaKRm8oASWgBJSAEmhOBLQuNQTU+Kkhoa4SUAJKQAkoASXQIgio8dMimlkrqQSUgBKoJaA+JdDSCajx09I1QOuvBJSAElACSqCFEVDjp4U1uFZXCdQSUJ8SUAJKoGUSUOOnZba71loJKAEloASUQIsloMZPi2362oqrTwkoASWgBJRASyKgxk9Lam2tqxJQAkpACSgBJYA6xo/SUAJKQAkoASWgBJRA8yegxk/zb2OtoRJQAkpACdRHQO+3KAJq/LSo5tbKKgEloASUgBJQAmr8qA4oASWgBGoJqE8JKIEWQECNnxbQyFpFJaAElIASUAJKoJaAGj+1LNSnBGoJqE8JKAEloASaLQE1fppt02rFlIASUAJKQAkogTkRUONnTlRqw9SnBJSAElACSkAJNDMCavw0swbV6igBJaAElIASaBgCzTcVNX6ab9tqzZSAElACSkAJKIE5EFDjZw5QNEgJKAEloARqCahPCTQ3Amr8NLcW1fooASWgBJSAElAC8ySgxs888ehNJaAEagmoTwkoASXQPAio8dM82lFroQSUgBJQAkpACcwnATV+5hOURqsloD4loASUgBJQAosyATV+FuXW07IrASWgBJSAElACf5vAvzB+/nZe+oASUAJKQAkoASWgBBY6ATV+FnoTaAGUgBJQAkpgkSOgBV6kCajxs0g3nxZeCSgBJaAElIAS+LsE1Pj5u8Q0vhJQAkqgloD6lIASWAQJqPGzCDaaFlkJKAEloASUgBL45wTU+Pnn7PRJJVBLQH1KQAkoASWwyBBQ42eRaSotqBJQAkpACSgBJdAQBNT4aQiKtWmoTwkoASWgBJSAEmjiBNT4aeINpMVTAkpACSgBJbBoEFh0SqnGz6LTVlpSJaAElIASUAJKoAEIqPHTABA1CSWgBJSAEqgloD4l0NQJqPHT1FtIy6cElIASUAJKQAk0KAE1fhoUpyamBJRALQH1KQEloASaJgE1fppmu2iplIASUAJKQAkogQVEQI2fBQRWk60loD4loASUgBJQAk2JgBo/Tak1tCxKQAkoASWgBJTAAifQiMbPAq+LZqAElIASUAJKQAkogXoJqPFTLyKNoASUgBJQAkrgXxLQx5sUATV+mlRzaGGUgBJQAkpACSiBBU1AjZ8FTVjTVwJKQAnUElCfElACTYCAGj9NoBG0CEpACSgBJaAElEDjEVDjp/FYa05KoJaA+pSAElACSmChEVDjZ6Gh14yVgBJQAkpACSiBhUGgRRs/jsQdZv0PvM4Lby74U3OYB4G6LZNvk3yLib/GN4/H9dY/JDAr2/xV/lfIqzQFFv+wafWxeRCQdp15Wy5E/HwwM3SmR26pNP5YMLMB5uCp2x5zuP2XoJZn/AihBIhjh9jFyCZZxMj5/8RN6EsYwrsA46lQZxqZg2Mb5Qg+x3aI2R4xpI0yvBIRf0y/iDQRI7OIejYMAWnqKiaVoSSkDPYPl8RIiDnLMAnP0Y3ZSOxC7EPsS3woVkFjMUjI2lHANvA9gBe+PdguEiwCP2mLT4Q39JwnAaEkuh1LLOHqG5NXOQr5QkTAM9xR8XlChX2f48K/4zD/acgYJCJNIVLdHPl2YLvNLAf9OZaLzjzPlmf8CA6CMQYwRn4cMi6LrKuiW0mp8n5/jUpU6X+NTiAj3F3Gt0XGt0vVzDbJMTyhYRSL9nOAdzJQQY+GJMBegYCGj0loBiWVMK4SltwDMrfkbV0OAdslL/TTQA1UyKxxWFiyNmwPxJyu4yxckoNhX5B2+6secLDjvb+Ga8jsBMQA8mGCTGCKeHYM4EzrMmRdmYWhG2QyUGlcBpbMTVWW/KnvmbxYurYqB5uJEfBewGsvYrT6xpz7T4s0fqjKJCLDheOkmsPEqRMwauJIjKT8OfFP/DlhBEZMGI6hk4Zi2OQhKo3NgNxHTBqGPyexLSij2CajJozCmAljUDq9lJZ+joM9vECPBiUg430oxk2mHJhRCpRNpkyEK5uAhOLK836UjWe4yAS6KiCbxhRXNhFx+RTkyqcirpwBlxMjNWafcJS6KiEtWve6afqbQqlCFsJPiDXI5OXYyoWDGD4zxk1E6ZBhKBv8B6p+H0j5VeX3xmWQGfQbmecl8/tvyF8PZNhAlEub/PE7qgb9jtyoP4Fcji0699O39dxvN9M7NPGNcVzKTyDbXlOmTcb40vGYMHUcxk0bi7HTx2LM9DEYU/YnxswYodLoDEZi3PTRlDGQ9hg/bRzGTx2PsZPHYmrZNLabgzWWg7zhW69rpkq6cKpluLoTxDmYbDkcJ1c3YxLcjIn0TwTKaeSUj6MrIn4R8atgJpfGYZFUTKbRwxeBCkrVDCArxg/brXqlwrF3JF5Ej2QCF1dlbgQsb4jxw2mBPvKyFo6BMQXkCK4kZCZOxrRhI1ExZCiyw4ZQxFXJDms8Bpmhg8m9VuQ6w7bwLu9lhg1G5dA/EI8dDRfHmNfhm3ZeEZrdPcfd8CRfK/nmh1dcRM4iZ7LI2CpKJapspXezhlsvEq6CTKMyqELWsA1E2BZVpgoZy7ZADol1HN7ZiPyl6cNhiQNVvjn1t8EICFNKEpMvxeT8NpfldmRQvd1luBWWlypuizWUaDqGfOdHAleBKCmDTSpg4ypYblOC28FgvxA1kB4irsp8EiAwwy1diPARR/UXUzJHfyJMOZGGVRkUc1ulOJcgzS0YlUyjcyhgG4jUZV+QzaAwm0UBJc0tyVRlJSL6jbQb229uZ4s0frhoUKPj4MiNxMSUHGKbQ04kyNKf5TjiKFAhBq9HjeUys4TtEFtpB7ZJELNdYrjAIeF/NQ0iHx4GtuWpMDVyAZ7CM2D6AZyhK8v+FGek8ROijyn0c4Uo34kY5ttEXTQqhyyMySBEBgGyMJI3m4UN50/x1hUfqD/zIEBa8jVtdYy8Nhs4mpVIEoD6HuayKOILQSTXEq5CWjJeNJ4YMjfU9llELFWKmSkWRiZ5GMzrsPO62SzvkYeM6VR1eD4CSAZ3Dh6Oqu5Mwt/EV91w3TNILFQal4El87pt4dg2MdsFAQcjrvxIkxn5kUb0LaU/DUqAHSNBwBeAEM4YJk3u5J0wPKax6Y0iw00CdiTxq+QNxcbjIMM2xyhDQ9Q45Jso305sMN9e/NHznxCoXvmpedRCuJJxYGloJpQYMdHHJoJK4zPI2ZAvwgFyHHtqJEt/lmNThiJhMeMkDEM9h63nfrO97eB83fK/4rVcBDKziHUG1lmVRmdgvMFpyB8cfBxF3LxZmm85R4MIXqBHQxIwQtUg4Yya8KVAXGmGuDrc8c0r4SDjOA04GkiO1yqWo0ljihhbbBDjwAELjl56eIpHhF7I4dhz8iJXKvUQ8DwljpMfskO1CFNHzlx95kuY9ImYk6tKQAOwcSVH7iIz2VvmL8LwhOOSvJzl+IImbYR6DlvP/YV4ewFlLXosSYuii0uRICNqLpN8EtDYCTimWN4BFZ5TLhXerwip2yg8BLwYnQHbIkgsW8YwiMIJ2YkgPzixkRiuZ8MTEL4xk81RYhiuMNAcgiF36TY2MTCuRkC/iiGyxhTIwb6QVIvjwA8aouC13OLIBWkvcfPX+jtPAtJ4troRGdFSAoq4/lsg3pfvDXNW5gPG48nukMer/kbjYAndIKFuVwu3I42IhIlLsV7YePWc0rb1RGl+tzluE2FtvQyNHhGZcI0LYDnpGoYlHPRjy2VOFTQmh4RGprRFyHaQtrBsE7A9QJVH9cH3sGqfOg1LwJFyzGk058Ugy+Sz9GcRyJ/Ac2AxsjXgGEzXyLUMPCrkVj0gNwILZsa3bkOxzK1mmrZslPxp6Bg4RnP06Tl/BMjKUBhZHKEpwksQJFknyAYJ/TEi/+3PAnY1j79wDuswmel3MfL+BBHHI2kb6RWo55jZtvXEaz63OSqI8UOH+my5cF+DQCx6KjYHDCt3GIkn6+1UyASNLR57vpXyAxHbhorNxvCnYRsh30D+Wn8aigDB0/g0FEvjxkqy4kqwuHAkz7bglAsvDmC4SuNykD4hfcDU9AHD/Cn8ZQtJoxn+WLaVpatnfQQcSSU08R1l1rjkyC0VCXeMIwal9IuAuq+ScP5sAOG4HsynWMajmkMW6Wok4PgjYqn5hn62GMekWVtxTlctrmfQxCEHx6V6S2sx5Nuspd9B/sorDjIQcSYmXIOAKw8BVx1UAjQmA1npkTE9oZY7rro5kwMgKxEJ24UiSs4QI6tBjh49G4yA4wCfcOsk4SSQyHc9SQQkacDR5XXMe846gO3CxgB4rWIWJIc5p03dtzFf3qQpwB/EjBfTl6DmMGxDcPwCWD7oMW8ChuwCRhFWwjCmeQOOOqAbcI5IIWBfSOcsXZC2UaFexQ0gMt44jiPzIzG3d2NrIa6j3wtNMEeJRRiWoyRMj405z9PO825zvyljBuso6k6HpwTIhoq4YLMC7BEqgqMxhdjllJYQVyTfRjWFkBCVBU1AaCPfCwC6jgIejqJnEyAgDSHSBIqyqBdhbhjz4fnRx88FrKgPkyAV+CHhX3JwfD6ZT/H5gVMy4/t2oH/2082H4SPPtGzjRwioKIFFgYCWUQkoASWgBBqMgBo/DYZSE1ICSkAJKAEloAQWBQJq/CwKrVRbRvUpASWgBJSAEmhWBGQLa36loSquxk9DkZyfdLhPaSyRc0+ypqFBvzEGSZJA7iVO7sxPYrVxYj5bk04ujuk1fnvaGAO5ZwPr03f/IO3aXNSnBJSAElAC802AQ7lLHMdjjvkOdE1eYDC/h39eIvN579BdmOO4YdmlTDLBGMN5RurHMLmOczGssbxiOOcaiStlrk+MMbCcF/3cVe3OfR5Egx22wVLShOonQMWVRnY0VuJcDuKKxEnsjZQ4l6WREiMMQxhj6k+vOkYqlUJMoycnaVLpajqHoSJZphPHCUSZgiCofkIdJaAElIASWKAEOISHUQQZgx0zimkc5Cg14zOD5nkaY/w8IOO3sTQoaGgE1kLmkHk+uABv1pRdXtYTzis11zDMlOWVl20p78xwBtd3+mc4J8r8JHWzQQBJzzHNOQka6FDjp4FAzm8yWfm/zVKBo1QKAY0c6RxRlEI6nUYqXYAgCL2hkmG8+U0zx7iijBE7Wo3hJNcJjSrpdJZKaYxBjsbR/Kap8ZSAElACTZXAIlEuDr6ZTAYy5gfWIoxCbwgZw1kd9R/egKiOam3A5yP/kuvD6398gcRglWCM8fOVr09gYVg3R8PM0pVMjQUCGjDGGLmsV+Q5iZ9w+SjHl3ipn7U0gECDj09L+9NKLQAAEABJREFUnjXCywY7WcwGS0sTmk8C0rhinMhqTU3nkA6SsOFRvXITUHnmMzmASibxZXVH0pZrYwwVMGRyzq8qWSqmMfOnjNBDCSgBJaAE/hUBYwxSfCH1EzfHdVkpmTlGz2fKYRjRJADkBZeDOWrGdizkQ+arqsoq/0Idy0s1p5aIL/Pyoi2GUEJjKHHJfJUy4aqPvOzLHFVRUeGfkWfr/lMnPrCBf2wDp6fJzYsAFSSkUePY2PQiU5XB0CFD8eOPP2LgrwMxefIUPs0VmmwOhv/xYv5OdixjDESJAmtRVVmJ4cOH+/TEKJJ9WLknnXDeCZp539a7SqBJEdDCKIFGJPA3h0d5EZVJXcZeWR2ZXl6GESP/RAXHZyl1/eMxIHOFGAXguD78zz8xYeIEJBzv5fkaqZtOXf+c7teE1eeaOSXEh6Qe+TnFIJVKcyUqwdBhw1BWVu5fsqXOxhAUy+hoAPGR+Tv5TOnUqXjtjdfxx5DBSOTZuZRh/hKsP5atP4rGaDACbExu+XJFpgCTJ0zH048/i/vueBBPPvA0HrjjIdxx010YOmgETMwlv9jCJhFMwtWbhM1kLN8ADEQnjA1hEcK4EKFJ08/7TFvCkpzF6JET8NTj/fHT978iV+UQ2AhIAPmHeUWpQz4v/3Sp4YaqkbRjw/sBAqRgkxQQRyxDCkb+Zd9cxHsR/cyPZZHyWBfAyL8wKzmbAPg7hhr0WNAEEhrXMghJPt4vSkP94HiEhP4kxwvqA+hInLpi5hRYN8I/9RtmRjUDdQYImYroc4KYipiz/LUGuTCNKg6CCVUqJ2WkPjrpCz4si2xQiazNAKJzuRR8US0rQnEBVzip4BLdP48sb8egUgNgHIpzvKaLhK5/K5UyOTLJwReL9/0/tsayxHyaKs7YjGv4vM8jQWJySOgH82InAUwCdiMwBlyQ/5dnE05UcU0aBgD9/NVzoRBgG0OkNnO5itkPRGr8EsUwipHG5PgGijQxVRH5NhaNoCYZy2uJifk4HKIoQFiQQhn1rf+nH+Ksh+7Ge99+R32JUEG9qAyoP0HMLBJEVN4oB6pWjIirKalsFplsBfOxmFKZwdNvv4cX3vsE0/hynLAcgbN8zqIsND4OVRMVxqGKeVneCzi2O3aASt4OY4soyz5HBXewyNiA6suwjEXCuNnAQfqQ4dghvTNVmTC+QY75VKQYwrQq6J9qE1Ryh8LFDjHL8fuwobij3+MYUjoBnHqAbII02cEZOM4LcQL+BgDzBft0wHRsDhwBAljxM2/D+SgOI4ysKMPr332FwTTw5NmI9yW+pCDXIdOwDg122AZLSROql0C+3aiJVI7PPv0CH3/wKfpuvxtOP+lMHLjvwRj753j0e6wflSrGsMHDMb20jModIMVJwcUGVVVZ/PnnKEyfOgMyfk8eV4ofv/kJ33/7I8aNHkeVDiAT28gRY/HzD79i0MAh+O3XQZjB+D4NKuL00mn47utv8R074PgxE3x8Cxo37BxjR43HxPFTUDkjg19++g3ffvk9Jk+cCs44yFTkMHL4KPz4/Y/4dcBAGlU5hJyEErHmsHAPzf2vBBIOYmIAGUN9ozgqX5xL+CbpwDEMco+jE/4iPuCv6f37kCSfBAc7cFADB8eYA3xC8wcc0TIcsLMMS2yETAyYdAGcuBy8payxSZBlQByEfMNknThgQg5OIA4OkjrHRnhhmE2nGcrwbIZ15V1W2hgOyASRSOehnzckBRgaK7mqKsAYOZHNZQGmkaNrQotEymiIis/GFFJkXEgAy5LwGcsYBsTrXXAgz2ZZePAhpu3YFoytZxMg4FgGEWkaetlmbE22u4RRO0ClARscbEgYBrIFGTVhVMdbjrcMXQllUH0n042pQ9IXJ3LV562vv8IPfw5H/zfewoyqHBx1I6bRUUEDZ8iYPzGhfDocn8kaBxcZTC2fhiGTxqCKtsPw0in4aNBv+OLPEfj2zyH4c8okVLD/xNTTKS6Db//4DZ8O+AFfDvsdpUyzkv0pQ10dX1mGX6eMx3jmP2TkSHz8Hcf+IX+gNAImJhlMKS/H1wN/wUc/foshE8egInLIMH+wbElgMTFXgW+HDsKXP/6AIRPGYUroMHTKBEykoTI9zmDAqGH4gul9xzL9QLeSTGYkOcxgGQZMHYe3Bn6PjwcPwGjWpSqyqLJATGNwBvMYG5fj8xGD8P6A7zFywkSU04irSAfg7IYcO1PeODJM0cCxFayDbxM00MGiNFBKmsx8EYg5EJZTcUaPHoXCwgIss+yyWGLJJbD22uvgyCOPwNbbbO0H1Iceeghvv/E2JwCHLI2ewIY0PH5Cv6eepoEyET/QCLnt1ttxx+134Z4778Vtt9xOo+Y7TJk0FZ9+/BmmjJ2Cjz/8GI8+/BhG0mCqLK/Cd998jxuvuxkPPfAwHn3oUdx8w6147eU3UFlWhRxnnLfYKe+75z7ce8+9eOC+B3D3XXfj1ptuwWeffoaPP/oEdzKv++6+D3cw38cffRylk6dyamLPnK+aa6TGImA5cBljuCQtEzA4xyfUKfqltzNcBliZ3CHXfymUDDZ/CVwgAWEqQhAGLJuDMQbjOQCWlsryecRBTgY8ThBGVnqYvStAZWWICeOmooqDvnO8x7d3OnC0eAw1MeHbKMd7iBtTnx3DLF8cYCK4HNPjyiUQAjbFwZQGizPI8u0VMCwH49iAb8EJQvlOgwkFUcqnZZhGQqMt5gtIEKRhTRpJEvg0rLwAMB0bpjDwtz/wCPvFuHETENBIY60Apu1YTujRZAgYlsTwx9F1/HFsSTYTf3nBMH/yvnf9j4SLQKJhfg9JIgxSsNS5Ab8MxIyycuyxyTYYSSNj4PAhiBILUCZMmIRHnu+Pt3/+FtNNggyNg+kRaOwMwP2vvoCR00vx+Y/f4Y/xo/HtqCG494Vn8MnP39NQsRgwbiTufuxR3NbvMdzc71Hc+vjDuOHxB/HbpLGYTlX/afRwXPHYvbj15adxU79HcNfTj+PGRx7AHS/9D99OHoUbn34Yd3Ll5p4nGP7YI/jg919QShOvojjCjxNG4IZH78edjzyIu5j2vU88hH4vPY8H3ngR7/7yPX6dOBZvf/0FxldVoP/br+P+Z5/GwMljMD7I4dF3X8OVj9+LW155Gjf0fxxXPXofPvnjV4xDBpNTDj9PGYP/Pn4//u+pB3Hbc0/iwUcfxvsffIDpZWWI+ZITsA8SHNi1vQh4djM05EH6DZncwkxr0cg7sBZhEGCpnj1RSmv+7bfewqDfB0nb0gBaGxusvz6Ki4qw/LIr4L2330fZtHKkOOBWlVXiq8+/RMBBuDBVhLdffweT2GnOPO0snHHamWhT0g7PPfMCCqI0tt58C3Tu2glb0j3lxJOxeJfFMW7UODx4z6No26otTj7+FJx28hnovWpvvPHq6/j8408BDuwjho7AR+99iC4dOuOkE07EScedgMBY3HX7Hfj6sy+xz1574/RTTse2W22H99/+gCtXn4Ajhi879GgyBORN01LPRKRQxhg/oCR82wJt1QQJHP2JjPwyQotIRC+zXPiQhvupm7ZjsoaGSwJrA2T4Jnz//Q/h0kuuwoiRk1k+xg25AhNkkbD8sK3w2utf4Ljjz8GoseMRoxKGKywICpgOjRT2C8NVI3CicRw1aR/BmBRgC+BciJgGj6wqOfYlMWZoG8HZEIaTE1fjAQ62uTgHPkSDJwcHHrwPEyHJWRo7EYKgEAYFvBbDJ2S64opYZJngUPaf5557AWNHj0dAY8gKbBsAxkCPhUVA2IvU5i9tKy+hCRJQVZC4hPoUs815x4hUxzXIh/GX1rgPZBBE/EU9P0wJucRgeiaLb3/5BSUlrbHP1jujdftOePPzT8BMuehpkeGsPnDECEzOVPKa+kJDPWMCjOdq5IhJk5GiLm2wxjpYasmlsPRyy+GU3Q/G5r03wFgaHTe+/Ry+/3Modt1lN1x6zBk4aZu9MebPMbiTBtLwiqmYOn0Gvv39d/w2YQy23a0vzjnzHGy80SZcfXoNtz/5CLossxSOPupoHLL/oSjLJOj/+psoL89xZacc9z3zNH767Tfsut32OPnkk7ELx/3Rg4fhrc8+xcjJk9BxsW7YZOPN0KFtK+y+65445JDD0b7zYnj3s8/x+kcfYJsV1sF1B5+GE3c9CEVhAR54+ikMn17KelZBXsqn/zYSp2y1F/7v0FOw2aabYdiI4RjJvm04dmVkxUzGp2rGwrJGqoP+tWP/dQqawN8mEKUirLXOWth5l53x+Ref4brrr8Vll1+K119/lW8H01HFTrDJxhujoqzCr9bE3EcdO2YcBg8agjVWWxPFBcXsJIZ7tgbtWrfFMj2XxUH7H4z999kPbXndvl07pIIQHdq1R9fOXdGuTXt8+tHnmDR+EvruvBs6d+yCLgzffpsd0G2xxfHlF9+gqrwSIQfqxbstjt369sVKK6yI1VdfHTvusANy5QlWW211rLbqalhmmWUZthPatW3P8gzlmMDO+rcJ6AMLkoBsE9Wkb4zxK0AzuOw9YfJ4TC2bxiE/4aAsE3zCYV2GlJrYC9I1YGbMgK6fYBxor8CvirAI1oT4dcAIvPraB3jnnU+5uhMjMSxjEMMZi9KpGTz44P/w2Wc/o3TaDNjiCNnEcCvYYXLpDIwdOxGTJpUil3WYMb2CzwMZ2jJT+fIwiferGD5h0jQMGzEGk6ZMh+GEIsaPLSjEjMoqjJ84iWGRL6NlfjFXayS9iqqY+Uc0HkNkMsAkbgOP5vbwlMkzUMl7ZZVZlFVkEKUK2G9jlMsqai7xW9fSDob1MtBhFk3mcMjFWa//06ZPxVgaBZXcdspwCydBwramQUQVhchsZZ5D0GwxZr10TITmO0Zwi+pbbi2tv9Z6HI+7oPd66+Cr33/F2KmlfCDgWohFlmMvaIWnqhyKciGCrIG1ESx1vCjHl+XWndHBptGGL7crdO2B7oXtMObXIRg84HccstOe2GD1tdBrqeXQZ7V1sfPWO2DU4OGYPHgU2sUhCviyvf1WW2OdFVfFyp2XwJ59tkYnPm+4Nbv1RptijSWWRZ9e62Cj1ddDxfRKVE2YhtHDx+CnH3/GgXvug23W3ggrLr4k46yO3TbeEq2LWqEkLETbVDGWbNsZrVjeHq06YcVuPZHMqMSP3GFYvGt3iJFVUtwayy+zHDbbuA/K2Q9/+2EARg8biZ+Z9n777I/VV+vNnY8eWGuttbDZ5pvzxb+A/TBAxF0RQyOIdiFbBSAGtg0a9LANmpomNk8ChneNcXBI0I4Gym677oYrr7wCBx10IBbr2gWPP/44nun/DKIoRJcunbH0Ukvjy8++QIaD8/ff/sCJAlhpxZXQvn17bLfNdmjdqg0uPP9CXHPVNf6vxbrRcAlMAPlWwVJxUG05W4ZNnTQd06bMwMPc7rru2htw7dXX4oYbbsSvv/zGt9YsuykQsAMuvVRPFBYWoqKiDIba0bFjB7Tr3Cd06LUAABAASURBVBqdOnVAQboAloERO6DknSlL8lk4VkzPJkNA2l4mXlkBEhk7diwu/8/lOOXMU3Hrnbfgz9F/8qUz4YRO4f68o0aK+AossLakMnktk1zymRhuARtjAOqUoZEQc4TLckD+4stvMZZbR7JwIn8tE8Pijbc+wBhu5fIlGoV8g64om47yygye/F9/nHDyaTiYb51nnnk2HnroETzAbd1XXnoV5TRK3uLq6bnnX4zb7rgTp515Fg48+FDGPx2vcYu3itZRFbeUX3z5dVzFPiHpSVk8s9Fj8Z///Bc//vQLsolFlhNTv6efxXHHnYLDDj0CJxx3Iu6570HcxW3ghx95HNOml7EeAVcRDMIwgmVfSmJSzUrfytcXejQJAkFgMXrMKJxzwTk4/qTjcee9d2LchLHsDzHbLwb3SH055fsu8dRtPQ7fEjRf4qjvWWvxy5gRqODqUi++OEbFBViXxs8Yvoj8OHwwgiBCFbtAzhpYY/lEiID9ADnwOkDI/9JZICrLoIThKeqUpYRcqa+iIS4fJvfqthTSsrpJo5tTC3p0WwKtTArTR4xFSQboVFiC9twtaM20CjMGHbmC2av74j68S1EbpMpyKKGR1L3DYgiZh61KkGLny7J/rbbCSijhc0UmRDoHLNWpK7ov1hUJjf4wm8BW5hBy67iI28BRZYKIq1blXG0awH5z8x2346Z7bsfVN1yLF198EdMnTsGMiaWo5MtLcVExFuvWDaYwjSzrHnLO69y5M0qKixFz2TbHNw3H8QE8TLXQadDTNmhqmti8CfhWNL5xsxwUY76BdKBxsfHGG+Lwww/DRhttiM8++RJl3PcMwxAbb7wRBg0ehE8/+wy//vorreM10a59OxocDr1WXhnnnnsOLrjwAqzAVZpnnumPRx55BFOnlSKdSiHhpJZKRwjCAJbKJQNxx04dccCBB+Gwww7HXnvthUMOOQTnn38eDj30YMiSf8xnRHJ8C0oXRpwSc4hSNKaSLBLuw5ZXlnFuYCV4FpdQSW0WorTssfOut95tdAKOhm/ANz7JeOLEiXj2hWfxwScf4Il+T+COe+7AGL7x5timzlAfGVeMDMfICVc86DT8KYn7VGs8dDkhWOYvgz6M9Xot37/Jyuc333zDwT+FkIN2aek0vP7Gm1hn3XURhhbZqkpYG+J/zz6Pe+59AGuuvQ6uvf56HHnkUfju++/x0EP9MGLEOJgwwuhxE/HRp19iyLChOPbYY3E7B+QePZfEtdfdid8GDWKeBhMmlOLnn7n1bAJfQilPeUUlBv42iAZWFWyUwmNP9sPtd96FPpv1wfU3XI+zzj4LQ4ePwMOPPs1tutHIckKShw37hvSHhEylrIZ1lPBGFM2qLgGqGQcyeGG4XOaSGKPGjMSrXGn//sfvcNc9d+KmW2/EiLEjGC3hWJhBwjEvZryEz8hpnJFmZTqWYiSofmG0co6pnzGPqVOm4I1nX8B1t92EF/v3R2VFBT744WuuUGYB9tMck610OVQhRhmf4SCOydOnoyLHslDnMyxPEBlEoYGUP7YOSUGESvbhsiQDEwXU5QQ2YD9iWjHjhTQsXMwXVL4xpAzDaaRkKsqR0LhIaPSnYCHhAWsiY0GW+cvWeNYkmJ7h6imND5cKkWFeZdyNqCnLjMoK5BgnS922zDexLBP94FxjmC+T8zsb++y5F/bqu7vfkdhvv/1xNuer7Xfewde5KlOF8rIZSNsAlmVMKEVchXVMJ8X+FrK8hsSZtSRHH7jLgAY9bIOmponNm4ADLBUloVL16/ckTjn1VPw2cCCMtb5xU+kU/TGX7aejoKgAK63aCxEV/M233+BAOwSr914dHbgCM23GdDz02IP4+vuvsfiS3bFz377Yfc89MGDgAMxcwjUxps0oRUVVGWT/dOU1e0H+lLGMKzoywfRaZRWfxxdffYGhI4aiTbvWiJi/pfIm7IAVmTLmHaAiW44UDSG+CKC4VRGyLgtHjZTtE+m0WflOYt611rsLmYDjRFxJgyGgITthykSuljyJ2+64DWPGj/EDqWH5ZMCJ5S/35MJrIwMX2MmOwGkGXpgJJxYqFa8MelCfV111ebz77rsonVQOl40w8Jc/MK10CnbZZTtEkeHgHXP7qRRP9XsOG22yKY45/gT07t0bm9AwOfnkE1HMt+uYdXawfJsH2nVoi4MOPoBv3Gtx27Yn9t1vb7RtE+Hrr7/lRJdwopNKsw+aCMYE7KMBOAaD4zHLZPlCMQMvvPQKNtl0c74wHIhV11yd28Cr4KhjjkYXLu87GMikY9iPEz7hKOAruKl2oUeTImDZTiawAMexSk7yFZT+zz+DO+6+FcPHDOPoF0NmWlmlz7ehA3xbGrrzfyaMOnzsaIwYMhSrLr0sFm/fAYWFKXQpaYW1uIL/8acfonR6KYpTaa6sd8TQiWNQGmYxvdBgYlyBj7/+CjHH5Mq0QdwmhXKbQVVcjiqTxYwgRlH3DlTuQrz89YeYWDkN0zjWl8pzX32G0qQCnVfsiaoClj0C/LieYoE6liBTZBEURUg4R1TGlUhap5BtFSAptMgFCWakYnTqsRi6LNEF9z71CMa7KmQ5D81IW7z30zcYSsMxSVmgKESZySFD7+RcGcuXhStKYYlll8Jovlx14ov6Sksvg+5du2JGxQx8wHKNmDwOy6yyAuSleSBf6MunTgNoiFXOKMNnH3/CF5EpkI5H20qaR5rBu2wq7xpWoaFOFruhktJ05oeATEQBLfl11lkHhbTMH3zoATz88IO448478N5772KLLbdEl8U6w7Jl2rZvi8222Ayff/kVllp+aSy/8vKYUTkDjopvmcbDjz7Mt9Hb/Nv8y6++gqWpdOmiNNp2bIOu3RfDa2++wTfWxzBo6CBs3GdjrLzqKrjrnrtx/8MP4JHHH8GNt9yEb77/Bu06tqORUwHHzpCj9V/SphgpKnt5ZgYCdryqpIqWfhZlNIgQOGT5pmGjgNV17EAJ2L3o17NJEahbGI4YId/gYg7rCUeVTC6D5198HnfefRdGjxmNmDO9iKXSiX5igbQoC0EjobZYNVpTE059ohEU0vjeaqsNMX7sOHz39S+oKjd4+433seaaq6Brt9YwHGzTXDKfMS0L8EVitd5roKioEBkuk+eyVVh66Z5YbrllIPUVwzzHurTjINy1W0e+WORQVJxGhw5tkUqHmDq11Bs5fBdhUiFyTFL+OYCEqzhRlGb8gCs6CcZOmIAZ5dOx7vprIAiBnPSLlEHHLp2w4ko9EdAgy2Qzvi/IhAn2I0CmvhqpqWtt7dXX+ATyrSC/Djm+tAUcw6qoMzH7RSbO4pnn+uOW227BpCmTkGUfyXEFxlF/ZpZUHoXhpQidek75q6Vffv8VqemVOHH/g3Ds4YfhlCOPxMmHH47j9t8fHdKF+PTLz9C5sBU2WGU1fP3l57jhntvw8LNP4WaWo2xyKQpojJvIIhcmNNx7YMiAn3DrMw/hk4HfYuWeS2HPNTbEJ2++g7vuvxuPv/U8zrjjanz05SfYa4ttsFSnzqhEBmnWwVRWIubqUSWNpwpUwXF1v4DqWchxYQYNpozNULErUUAWNnLo1KY1dtlmG3z15Re44oZrOMf0w8333IV3PvsIndu0QcQ0EzLq1LkDWrdrhaef6Ydn+j+NaWS3dZ9NkCsrx+X334KbX3sS97z8FG679w7E3NFYplMXlIQR9j5gHzzx9gs4555rcffrz+CBBx/At5znOrUqQcJdEcQxjIM3eMTwqeuvB/t83+YUO99xNeK/JMCxnW2a40BrsOIKy+O4445Djx5LYviwYX6r67BDD+Xb7Y5IF6Qgg2mKBkjX7l3RcbH2WG+DdRFxwBZtKCopQt/d+2JXyjjuVf8x9A+stMpK2Hu/fVDE1Zn2HdtiXyrXCr2WxfhJ41DFJUvJ+7iTTsA2222LkZzwfvt9IHousyROPu0kGkW9INtcy620DP0roSJTzuXWcsgHqYWtCrHehuugfef2MDS4YpsgKAyx+tqrYYXVlwcC8y+p6OONQSARA0cGfLahjN/llRXo3/8Z3HPvPRg5aiT1MuZwxpKYBdWes6XrLx0zlJMXoqAsWIpGxZI9uqBXr5Xw4Xuf49uvfsGAH3/BRhusg9atI4DGW8wtg1RQhITPVGaqqN8Z2DCA4WpPwkETjONofJggYByHmAZ9QKPdcdUyoeFu5D63C2JZ/o8TFHISSnKO/TJEYEIYY1HOPCorc9T5AAWFBTRwAuZTSX+I0MbgkhSMMb6fSl8NOYkwJzimy5ssJ+MwH7AcyJOFHguXgGibq26LLC1dabdUQZr6QfOH7VZFA/bFl17ETXwplH9J2QbBHApMXZ1D6JyCctSvdEEB+m68BbqlShCyDxZX5RBWVGG1Hkth5w03gRhfrYMUdl1/Mxy3z/6wXH0dMXgIVlq8B07ca39sumIvJNz+ahVF6Lv5Fui7wSaIyzk+T52K4myCI7fri1MOPcz7hw74Fe3btsLhu+2JffpsjbY2RNeOHbDVGuugu3ykDAMumyJlDdZafgVssMJKKGB+yNEYqizD0m3bY6tVeqNdOo2iyizT2AZnHXU8WqUKMPrXwSgO0zjyoIMZviVW6dwdxVUJVuq2BI7e7wB0b9MWZaPHoZh9Zo3uS+Hcw49GL94bPWgwpo8cg3232QEn7XcQOrkQXUwKO6y7EY7ccz+0oSE0/Pff0K5VGxx68MHYbtttsWT3JREFIaSpDBvNVov458T5n4bZf/qgPvf3CUjjBexQ/g2bCthrlV447sTjccY5Z+Cc88/BFttsicgbPlnYwCLLzjh06BB0XWwxLL/cchycLQfzBPSgVZtW2IXGzwWXXeSfP+aEo9G9x+K8x+7NVl19jdVwyukncZ/1bKy48ooAlzPbtm+NXffsi3MvOBvnXXQujj3xWCy7wjJwvBfSsNpx5x2wy267wPJNwzB/CWvPznMo31iWo7EWc4Bg6pAtlD322h3b7rAtwLz+Pol/+oRh9zXsE+wN/zSJ5vbcHFAYY0BQ1JX8TfmVdhNjNuYyh41CvxU6gwPeM889w9XD2zFu/Fhw5uZJ/QK9FF7wV56m829PGib59CT9mjQtHN9snRQMDuwSSPh22rZVMTbdaBP8+utAPPTQI1h88e5YudeKtPtpUCSAVK9V61boxLfIzz/7gmWfSOMNXJE0+PGnX/HLwEHU0SzCIPLCpGE48QR8MOGklwojiJ+UENHfsWN7bm1NwehR+W93qjipyPc+EyaV8X6I9u3aomOHDnjvgw+5VTgOCdOJYZjPQPz0y2CAk0wi9YOFMQbyH0sJHxZwAmUYFvThkfqfBZ3TIpu+9SWX8QPUiwBJ4hDSaJbVzpjtF9MQrqiqgnwfd/Odt2D46OHIcMyjylGFHAwVVPQon4JPbJ4/BakUtt20D/becWcsxi2vwDikcwnSxiCijh2z/4HYZbsdEFFvFkuXoO/6m+KCE0/BBSchb3GRAAAQAElEQVScjEP67o5t1lofh+y4K7q1bYcUy7ZMx8VwIg2IS48/GdtusCEKjEVr5tFnjbVx3rEn4dJj+ezhx2G7NTdEiY2YrsFKPZfmMwejF40pw+2lAva3iPXeZ7udsftW28PSWGlFo6YoMVitew/st91O6NmxMwr5YlHCFwIxUs455gScc8JJOPWIo7HW0ivggK12QJ9V10RrhChkPTZbbS1cesqZOJUGz7Jdl0BUlsFaSyyLc/Y5FNccfRr+c8yp2Hfz7dCtsDUKuapaUBWjMw2g3dfdGFcdfSqu5P0jDj4Ia6+yKg7YdQ+sssxy7EMO4MuDjFvCW4RFQkMetiET07TmgwBbUAZF+W4mgyyqAho6rVKI0457pzEStkjsm95gwrjx+Przz7HW6mugU7uO4CsKu0nAjggfL2NzMIVAEfeDY5OBbIfFyMEZh6x0WgOYiJMCKoEwZkeegZypRFRkkCoJmUaOElMSliQH/2/A0fDJwcGxY8VUfsPOwlQ4bzkwiN4EYpTHSQ42kGEhxzCHxjhYHQ5YCTFIvoDjf/7kwCUDWEsTNgohkD0HM4hUc0ho4ACGaLgWwUk/ITjHawmDNf47HxfyfghMr5qB519+FrfcfiNXCUcjl6uE4/OOz4nAWoDpesG/OHwa0m7VQoMnocI5+V+pcBAF9TWyCQoCgwJbiNVWWxVdl+iM7wd8ja222Rzt+VbqMg5prlzlqK0lHQqw/777YNjgEbjlprvw5JMvcvv4eTz0yAsoLu4M4wqYJCuYA1O3fKM2sAQRIuCyeoyAem2tIbYsenNLrW2HVrj+5mvxmPzhwNPP4oVXXye/LGK+gBSkQhx5+KEYPHg4rr7uFjzxzMu4/9Gn8eTTzxGLY39Igbhg2bdDdo6EA7wNC7l1YuA4yDvmhYY+DBsVDr5ZIU3E3iA6wDCGQnDTKzfo5z0GuBYoQEI6FNadje3byFL3Umwfca2lPnC8NDRSEwSIrcOMeAb6vfoU7nj0Tgyd9CcqTOJRGsYLuI1k6TLRes+A7dEmE8Nyy8pvK1FJJP0gsBABDZrWiYEzMQzzaJUzaEODvXNYgJQDYo7ZLBFzzCFmnAQ55GyCkH5rcjC87/iy0C6ToJDq0KZNa7RxEUKO2zH1Q/6KysCiJA7hYOCiCI75GRfCxqw3V5yqGBZkA6R5bcnFUIcdy1XFfBznglQmhw4mREnrQqQRozWNnTTjJcZB6mKYbgGvUznAsl65wDGfgJzh69C6sACFqQiWW8OJ3GP/ZbeHPG/pT9H4bFNchFTCtGkUdWAfL8mSh3WQtORfwHbMC6xBjmGxxd885h69AZOaeyZ6pw4BdkJDhYQomQEP50V+E1BxqEzGWMgENmzEUMiy7DrrrYNUOgVjjRcHxqQiiFLQ559ynDxEQWCYnAgd3oA1lkES4BBGVHqmwQCI5LgNImmI30lk8GBU8RvDzsLLuZ9SYubI+sw9TsPekRwNy8+icdyIYYyFDOgNm8sinBoBCY84jsklgRE+rI6EidALY2rbNUcjJ2FgObdF+7/wHK698TqMnTCOz0pCVAQY/scIfAYi9P7j0z9v8o/LYEYxbEtaKVSiGCH1eZONVsM6a63OODHatC7CLn23x4EH7o211+mNKABKitLYZac+aFNSwGuDPpush9NOOYZJVOC1V5/DLz9/i1123gYH7L8HVlyhB9JRguWWXQJ9Nl4fRRyEA2vZHwxSHHQ3WH9drLD8srDMd9lllsIF552LAvaxd95+CwN++hGb9dkUe+62I7pw5dNwYN54g/VxxmknsJwGL73wIn7++WdssvHGOOywg7BKr5VQwEmkW9cu2GzTTdGmVQnzcfkJjv3DUFiphj2NBUwAw/9krKADY4gStYer9bZs3xxAOBom1gaorKgkN4LjCTJNSEpWgWQF6Kn/PY3b77odY2VVlONjjnrAYVuiMdb8ncYxRep6fpxlQSSfOo9asD8yjDYJc3Ac2RMJgeEzPEG7CSGN6TQjpGNDv6FhwQfAsQ98FqD+A3wYhsGWKVheyJ28AIEUGoaR4OMa6mNQXRQ6kMOJLgUhaDcB7CecLAAmKOULYWAMJQHkfdfyecmQQZA85NrnaSSUKbLghvW2AO/nxYqP92sccTHz4DMst3+Gz4krKSXsm55bdTxfjWp/Qzi2IRLRNOafgDSz88ppqIgilq6I+CnUCrkvjd5z6R44lG+cy3KQjtnxEipGQiWRe44u+LbgKJJ7/slZf72OUkNDDszir2BH92lw0hMrPQhEZR1Lw1JRYfEPhE/yeSnBgpeEq005+XNNLk3HfDvJ0XjLyoeuuRxyLV3IQnjkDR8HaWv5CFj4VFRUoKCgYGYD+TYzgOEgZ2lVVHIrSP6M9flXXsKtd96BMePGeuMySqXgOEmI7sDwAfybg8/zhIjXGJaCgxuLwKAcjYoEB+6/N/bdZzcYk0M6ZbDxJuvjqKMOw2KLdeRYmEW3bovh0osuxJI9lgTYH0qKLLbcYl1cevEZuO2W/+LSS8/ANlttwDR2wg7bbYJUKoONN+qN4487DO3atgHkBYHSnttchx16MLbcbFOk0ylkuP233tpr4vLLL8H111yNc846Awfttw9OPfkELE/DKBUYFKQCbLPl5jj/nLNxM43Ei88/F3132h777bUndtl+W77dhlhz9VVxwnFHY4nuXeFoUAZcXTPss/B1/jfs5vAsG8WRQUI3sJb6H3ObPIu4uh9kq13RCe0bOXgO0kfIRRhVVlYiXZBGwrEwFVHPHRmTo7EBV+y49k2uVRxbnqehe83110H+uYiYYeCYmclkGblhT5nY5c/dE+qK+GUoFgMlYEAowiWPiBLK1oAL2INqhGO4ofjiOBiW0XBusNRzS7+IXIPzhGOihk9KWFBzj/nFDJeVmJhpGK7EiCt/LOB4zegQYRQaXfCqbJm+mS9hfCZS8ywXkyAi18wWckhdRcTf2GIbO8OWnJ9v5JpWJwhDVfLCG97lNYMhjuXb6eI9umOFXitA/AGXIMHJwlETHRUP1CBHv2imAXhpZhV2GPm2gSuViLl0WZgq4JtwyqdlArCDswNzUGe/gaRBHa1OTa7mX5gpn2+ck/0V8u+/XHDhRTjmmGNwzFFHc3I8GkceeWSLlCOOOBJH1dSd/iNFeH30MUfj+BOO94zko/prr70WFWXlM5tqZltz5SXLCdRR1+TbhvJsFf73/LM47fTT8dRT/TBjxnQYQ71ivH/bwlRxOCpb3hX9SuA4QMfZSk7YlQi4hdumbTG3rFKckLj15jKwyKK4MECAKriEkq1Ah3atAU5KfAhIyrkClEVrbuG2a1OAtq3TrGM52pQEKChg74jLuIIU0R/AwFEMheHcympVUgJZ6TFxBiH7UioVIsU4XTq0QZdO7bg6BLRrXeyNMiQZ9qEK5uXQoW2Jv9+mVSEiE6OQy/klxWmWNQcrWxB8Jk2jx1rAMR+pnxMDCA17SJqGPMFOMWHiRNx+22046qijcATbP98fjoLXh2qdyIcd2QL7yRHkIMK6k4XwOfqYY3HzzTfxBaEChrqdkKG4MZtIJv2QxlBMoz/LF63y8grIvzF1zrnnYvCQIajKZhHSYGbUBj0dU5O+Qcefhr9US/mlVlJ7TV4SappDyLAAiRGxSMB7XiS68zEMQy31zrJu1ETG5z1/8r4DJNwwlL0QtKmQkANo2CUGMDSAvB98kvmCaddIvkw1V/N2+XSdJ8Fy5cUA7KfwB4vCUnhvo/+wizZ6ni06Q2lsrxHOUAGs33sNkgCWYrh3Ch/BIabiZrl9YamIhkZKzDcUGAtj8vhEcfMCpmMovMfnTbXwcUA0OQEiG2HC+Il49+136E6AZTqOnULe6nO5GD5LNP3DckYZOnQoJ+an0a9fP/R7up//i6WnnnwKTz75ZIuTp556kixml6fw9NP/Qz8aL/14/5n+/fHee+/5FQ7DJq4ZvKh+SOQ/KpQYQFE6TVPDoSJTha+//QY/cesnyzdcx2fAVTZwMhDvPxWfHwsgKil+eQsFldTSoA8sYFgWk8tQNx2sNbB87Q3CBGCpEpdB4OOxNPIMyxwY9h3qsLzBGvaNFBORNAJqM2/D8A0/JX2Hb/tREMBYZgJ5HszLUBKGAdYaRAUpJDT8UumQbgbesGI+AVcaI95nKNIhU2aaLs7wWYcoMEgHTItlS9kEoUkQ0ehxNOgcn2PnY9pguS0jGSyYgy3IurPK+PTTT9nu/dGPfUH0ot9TT1E3qqUF9o3a8aAfOYjk+0k/sujX7ym88867EG4RDR1Qj6gZkDEXXPnxisGAQPSGDVdZXo4ffvgRw4ePQCpdgORf9gUm+ZeT6l29pQSO5UBiDHLUPflup5IvJ+WRxfSUxQxKbKiLfCVwsD6exBUDRiRhpRwSgK4RYT0Sqp/cE6HyygkrnZC+mHlkqLfiVnIuiBn2zfc/4PsffoJsgTleO5YloXg/rxOm93fEsTQy7tSIZQCTYChLWePxV437w57ZuBm2+Nw4qFZxgnnmf8/g7jvuwX333o87b78b99/7AO67+z689PLLEEOH+gFjrKgvjBE1dpAtjYSDXcBwSAfkXnDADiAfqIU2RJKj0vPMVmXxw3c/YNBvgxBToS07y9dffo3HH34aP//wM3LZmAN1BDF+xDAyYPqSFuPl/ADvkJZBgWn5PDn5GWeYk4hFYNn5GGZpaEF6ARrnsKz3hhtthPvvuxdPPvGE/9+BPEFXBrN+Ygy1QJEVmn40dMR9SurPSU/Y9KNhKGGPPPwI/u+//4dMVeYvjcQxn7pGXYgiyBJ/Qt1cfPHFcd455+CAA/ZHYVERjDGAtRTzl+f/ToCbQ2RJ2lgDy8Fd9BpBADG4ZADOUh+NsVTzGPKBqaFRYX1vcAhYFMMEqYmwCCkBTGIRxBRemxwQmogGkIF/qfA6apCwzxjmZ2goOdYVBCD/jL4NAqbh+AwQ8H7IfDgfgEMzDOOJgCtkITO1DA3oD2jgGJfjMwlcnGW8GFJOEWMMmBlj8qRRZJgGfQ16GmPgWP6AZS8sKsRZZ5+NJ554DE9xYpd2f4p6UCMttW/k6/1UHSb96O+HJx5/nFukl0LGNmGY5UoiUVIPI/aHhO1oENkAsmoeIMBinRbD6aedjt5rrImEEV2DtmQ+MWoMxJDPr8iAGgjk2Mbvf/k57nziEdz42EO48anHcOMTD+Oehx/E42zfCZMno4rjuwtDZJiMxI/5TJZlTKjH8vLseF3BMT1nLTL05xgPrFvsjDdufh8xHF//8hNKy8pYXYeJUybj5ddew7MvvcC0s0jY2bIsTWzB9dcEGSQ+Xo467QKLWIT3fX4Mk3DpbiYVoYr9pIr9Vu7FrGCG5TDUVylCUxBWqSkUo+WUwfINUv5p88mTSzFx3CT88M1PeLHfKxg08A9MGD0JM6aXcf8+540TWXaVvxzJVsUAtScKI4TId8qQvogGT1VZJX0hclU5pMMULJV67o5GeAAAEABJREFU0vhJePKxJ/HBux8gW5FFtjKLNVZbA4cffjB6r9YbqSCFJJMglL1jMe+zYMcL4LIOhUEhCsIC5CpjpmX9dQT+ZyKwN8KwKElVwjwZZiPGMRz4DRrlYDZLLrEEttl6a+yyyy7ou+uu2LnvLtilb1/0/RvSXOLusktfX3epv5eaa7LZecedsPMuO2MX+jfYYH2kCwo4RMGLtBXncRAnCsTIpSGbCkN07dwFF59/EQ468GDI/3AwxdUgxwHTyVMcUOW5fyo+PwfqSo0YSNq05VkoCxOEtC8cgnQRXEI/N6ES6rqhjudix4cAX2DQj+pDjG+RxObTYHxQp8Fr4/35cNAfO8Nh20LeD2AszxAwxk907HCMYhFzm4oJAQZ0EvmpFjrMl9HpkfzzIinmJYYxEl+E9+R5xgTEI4IFcsjLi0zGxUXFkH80dWe2dV/RAXH77sw+ke8bohvNRef/bj2k7rsIE44P4pfnd9xpZ6y77jpIpVKwNBIsdZ/NS/3juMYxTV4iLSxSJkC3Tl1w2cWXYvfd90CH9h3YjobS8Keh2thqET+oOwmltHwGRk+biqGTJuLxV1/BO19/hXFTJqK0Ygbku66wsADluSwSGhvT+VIdc35JOE/kaOCIm2UaqVatMI0GeoUFyplHJTuB5QrWdBp9H379Je7matjE6dNg+GxR61bYdscdsO1OOyJg2rLylOVz3nCKAuQoGSIwBWlUcGeiSgwe8hO/N4Toz1gDMbiSdIQkHaICMbIMS9FIz3ElFnWOfF3rBDSil9VqxNw0K2Q5wBYXF3Mf+jCcc85Z2JOdqn2H9jjkoINxzvlnY68990BIBZs2bRpG/zkar7/yBh568BF8/umXGDdyPBIaKPInvwEH+T9+GYQP3n4fTz3RD198+jkqyiqQ0JgZ8scQjB0zFoMHDcYnH32MEcNGMDyhcVQAMVyyZVn89vNv+H3AHxj6+1C89OxLeOapZ/Dz9wMQ0+jJVeRgY8s36QAjh43CW6++hUcfeBRff/Y1DbSJ+P6r7zF+9HiUlZYhsqlGa9WEM6UxBsYY/4aWsPPxqtHyb3IZGYAn5BBXRPzCSVYPxR9Yixw5ZbJZGd8hD0g8kYAXmYpKGK6IdKPh859LLsfWm2/OSSHyA2uOz9ASAcgd//KQgcYLB1/J2zBvvhTCpgpYPgNaPTROOLhmpbwRcrkAlRxlszRkHA0cmQhgJAXDktR1xT9vkWcTTmaOk5mNUhA3xwlg8qQpGDpsOPtkDo5v0AGNPcNyMYP5PB0cY/5VDJypEev9jNawp2FyzMNSZPVChDkyEKyBv+ld8aEFH1L/uiIowoCaT13KcPLPZXPkBFj2kxSNBg4ssM6AO5lYslt3XHTu+diyz2YoCFKQiVps3IS6goY+mLjXJgNfHjoI2LZ9Nt0MJx93PI476kgs1rEjNuSLzGknnYIjOV906tIRCQs0rbIcH33+CZ55+SX0e/EF/D5iBCqolFkbImMsRvNF+4ufB+ABrgy//M47GD5mHCaVTqcRVYqBI0di1PSp+Pjzz/H1d98hI3Ujn5g82P0wtaoSb370AUZNmYB3mce9jz+KF998CwOHDkMZxxVDI6qS40NpZSW+Zh4PcRX65TffxsBhwzBo1J/4+tefUJZkIX+mPr2ijJWr0VIALCN/F9opo8ZCy3zhZtz4uUtbOyp0qiDFhjcI+ZYhHU4GsJLCYohrqKwS78cff8R/rrwKb735Dv4cNhKPP/IEbr3pVgz7YxiQA774+AtccemVXN35EAN+GoB7uX324P0PYcqUUgz6/Q9Mn1aGkX+OwccffYrx4ydg0KA/cPONt9OgGudXdZ7/34v472X/xT133udXn77+/Dtc89/r8UL/l5CyBczD4odvf8L1V92AV154DUMGDUP/p5/DvXc9gHvuuI+G0i8oTBVz0gCko6IRjoRvGZKNJSMZrMSVzMX119aiRbmG3ZdiRFh3QxEWwiiKIhhjOL44yGAfhAEwW0M5DlqFqTSWXrIHrrriP9h+y62R4gqMRIvC0D/HBMBk8K8PUerq9pM0AQNL/Y8zCWAiTJg0Df2ffRnP9H8Z/f5H99lX0e/pF9D/uVfwB433mM8nfAZgnb1r+BwDOfijHkkAlGey+OKrbzFqNPWfAXxHwJtvv4Pjjj8JI0eOhuHEJ4tbjskyev1ndTzHsvxFCCwxlhNTXuR+/Qn+zRiO8X2BHRICleJYvu0b6oCxBiLwrqVDYbhtaWLIQaSag2H9jcn3CcuwNI1d6Rcyrsh2vxhCvq+wTZfpuTQuOud8bLn5lijiaqSh4RxSXJwgYp8h/QY9pQ3FQKBqsjXBlXggxYsSm0ZRHKAN0ijg6n8RXw4Ko5CGERXAOvw+eBCuvfF6PNn/Gfwy+A989dNP+M8NN+C1d99FFaNM56r/g9wiu/exx/D7nyPx5ocf4dJrrsL40lKMnTIVA4YOxRiu+nz/yy/4/fffMYlbac+++DxeffN1TOOq09gpk3DFTTfixrvvxIvvvIGhY8fg5bfe4tbbIxgxdiwqEodxU6fhrgcfxO333offhw/HJ998gwcefwJ3PHQ/nnn1ZZTT+CmPMyjmS74zfuqbyY6XM/2N7bGNnWFLzk8aOgoD/81NEAWQCcr5Ud1AtrccFSmiYpdOnoK7aZSsu9Z6uOC8CykX4MLzL0CK21ovPvcSptFq//G7n8DpCReeeyEuvfgy7Lv3vpg4cRKy3P7aZuttsNzSy2KzPptyr/oMrL3m2gj4nxX4HPXjjOOzEUKTxr577Ifzzj4fl1xwCbbl5PdMv/4on16OyrIqPPbQY2jXuh3OOv1s5nMRzj/7AvRYfEmMGTGOqz7lSAdpzjuG2iwJL3ixMJA3XMesZJJ3oI8nL1v2ySaYHYBwkhUgcfNzZC0oic4XTbZ/gKVo+Jx/1jnYZL0NublpERkL6yeIBDIpQA4bAAzDvznE8PEFYSJcyUGNmJCrPAYTuAX81jvv4fkXX8Ptd9yP62+4DS++9DpepvxJIz6R+LBscZbel0XcGJB92HrEWmD8hMn47zU344OPP4WxESewQqzCreD9DjgA3botDmElYmwIMJ/6xDFOQoFhdIoz1E2yc5SEgc6LlJeZ8x5jNezJNA3f0GElc5dPm968J/8722U+sCX9ktEcq0tcMY2YXJxjuzu2lEFAlhYWAf+TsfOMU09Dn403QQHHXHA1RNpV/mo24MphtrIKDX1woR3ZAFwh4XDKhhN7PsgBJQiRKs+hJGPRjuVrnbOIjEO6IEJFRTn7ywv+jxSOO+kknH7O2Tj2pJPRZ5tt8Nyrr+GPEX9i0rQZ+JjGSJ9ttsWJZ5yO4045FV05hv/y2+9YdsWVsEGfzdB1qaVw4MEHYdfdd0erdm3hvxUKLAJubVUlMTIA2nbphFMl/VNOxJEnnIBxpVPwOVeKysnwWa44fUOj68AjDsdpjHPCaadii+23xZ8TJtLwiVEmf8gQhagoL0PCujmmJ2LpskPL70IRn/9CybklZuocV10quGISwtEaTkwGla4CMQfvilwVCoqKaAQZDBwwCBUTKtCJe8zTuZIzmCs5YpAs1rkrJoyb6I2fbl0XRy6b4O233sXgPwZjjTXWwBGHH4HOnTohsAFk0kvYwYsKC1FYUIiAnZt6ioTalkqlEIQBVlxpBay62qoo5F5sh04dsOrqq2PalDKMGz8eQ0dw62ziOGy86cbosdSSSKVT6NS5Ezbfcgu079IOUUnoy55lHRwVGo1wGEt1ZV6OdRARAwg112QrdW5JAnIAB0Lvip8iXKQpHFd1iAaBDSDzo0zDsqRvaGAb6kVIY2LFZZbH6SefTqN3O6SjQibDid9RN6VBOToZwjWSGNOiQonvn4skJCIpVLuG5Q0tWIUqrLDi0rjp+v9yZfFWbr31wdprrIybbvg/3H/fndhkw41YhzSqMgEGDByO/i+9gQe51fv+x99iQmkFsog4aQTgbi1++GUwnnrmNTzy+Av47MufMIMrS9PKMvj+24EYPmQSvvpiAF5+5VWMGjMKJSXtsXj35WBThcjwrfrTz3/FjwPH4LPv/8DD/3sJjz37IgYMHoKpmUqffkxjv7zKYOjwSXjhubfx5BP98ennP2D8pCp89vVAjBo3DYmLwBdyvrknXlg9ckXDH9ImbEtJWPqBE0/tD5lKQI1QK1pg/5CxAGALUNfzJMhB+guDDBvJ0CA33LqxfAGVf0iQoyRWWHIZnHLsSdh2i2254lOMyKZg2IcMO5ENJZUswhQTEG8DimFalm1kELPXifmcQP4vADGvo+I0XMqgnKN3luXO0SApo+EzbtJEDB09Gu27d8f4snIMHT8Rw/kCnG7Tzq/6/DFoMEr4crF0p674/ddf8dVXX8Gywx115BFYQ8Z9zgGFCdA2DNGKuxFtXYBWXFnKRqxzHCEdp2CSEGE6jV3W64Ou7CdtuU29dKfu6NSzB0ZzxXT6yPH49ccBWH7FFdBnzXXQhstN3dMl2LxXb6yxwirsCxEKbBGinEEqB6Q4tnB2Ym0TyJYdjFdaXjf+aRs/y5abo2HV01GELPdoQaV23Fg2kaOyAzYd8AUjprIEKOeAnqnI4Osvv8Sz/fvjpZdepLzkv+Pp3LkzCguLsNVW22CPPfbmUuUfeOzxx3H3Pfdg0B9/0EhJs7MaRMxHEjbWorKqimnnmDsgf2KcdVlYrjyFhRH4YkG/RS7J8dkIQUGI6eXTWboYYUGANu3bQNIJw4DzX4KS1sVo06EVKuJydkgqcBCjsQ/LAhlmmh/cAGNMixRWWio/ixhjIIe1FjIpxjm2OydJ+U4hgEHKBAg5Gay09HI4lVs+W26yOd9uCzkGhQg4yDtYMBqMMXCgvnBA5gV9//I0fL5G6PUnJx/EWaRDIIwrUFJgEYU5hNQp46pQmDb+Xkp0mUbZ/555GZdza/aNdz/GZ9ySvev+x3HdjXfhzzETUclqvv72+7jqmlvw3odf4ePPv8cV/3cjXqChNJUrmYMGDUV5WYIhg//EZ59/gomTx+KLL7/18auyOZRXZXHDTffiP9fehgeeeAYfffEdXnrjHVx05X/xyRdfIWcsqrIOnzH8zLMvwosvv4Vvvv4BTzzxLG687T5cd8u9+PnXoQBXDmQ89xMr2RkRhi6I03BClkYSl82FfDsZGPCQHxF6wZvGGDpzlGYdLtWH8b8AGVCjiSyGpRGRyJhH3ZJ+EXHiX6Hn8jjpmOOxzeZbozAspOGThvQhy+eMb9SE42QVx8EYDX2InliWzPqEHQ2DvGS5BFTJ0biSL8gZ3stI36BbmC6gwZ6grDKDQcNH4NW338XTzz2Pl994E19/9z06demK9q3bYbG27XHYQQejK+eNTz75GHfdcxdefvUl1p+JcEUm5WJE3BKGsKCu2sSiMmBJyMPyZcOw35kwQudUMYqo/2K8pKjjcVEaMzivGBqOORpjXXsuAce36yJrYbMZpNEdY/EAABAASURBVBneuWMXhOSInEOhSXHjLoDlKpqRfk+eMheJGNabpWn00zZ6ji04Q/Yh9j9LMVSKAAmVxhj2TEpgLTuVQ0DLXD6ALmpdhM232Bx77bM3Djr4YOx3wP6Qv2zacuut0LZ9O4yfOAFrr7s2TjzpROy7/77oyJWb557vz7fSweBMhtjlYCzVip0niCwsFdrwOqARQ5MFVVxpCphXQsVLkMAEEtfBxQnY41FcVIyYVvzY0WMZ5iB/Ps9+ghlcRp04dgq3vArAx2BgoUfTImCMgXzDYIxBEARI+HYrS/aRCSHuSsstj1NPPgVbbrYFWpe0AmgcQVYSHJueAyAW6mFErSiGmklhHZyx+JYD+qOPPo711t8Ap55+Oi674nIceshhGDpsBJ5/7gVMo16+8+57aNO2Hc459zxcfPFlWH/9DfHpZ18iRetqx522QscOJdhuh815/3Suei6LTLYcY8ZNRsK+4pDDpMnjMWXSWOyz5674zxWX4byzzyWfdniFhs70aZUYzm2E62++CR06t8PpZ52CCy+6CPIPSsq/pv3bwIGorKwEOwT0aEIEzOxlMYg5ARcWFMFSr+Q7nyiIsMLyK+DE40/gS+XWKC4uAUTvZJJGYx01BaXOQ/x0ff4OURgil8lwWHcwMj5TYhrsxTSAWhcXoXevVbDvHnvioH33w4H77Is9+vbFFptuiuWXXxblHOeTANhlt11x6JGHY9Mt+uC7gT/jlXfeBDj+i+Ei239ZZklbB4mNEZuEq6kxTCqg3ZKwLzokASPI3BEaVAScD0KHSkqmMIRrU4jvR/yBKWHsZUahxZikDEPHj0Yml+Vc5OCEJxwIHc4A9KH2YEDtRaP5bKPlpBnRuAHku4KQyhxzQjLGwIjREybI0goPaKDENIhWXW1lLN5jMXz/43eQf+ytsDCNCRPG4oUXn8Nvv/+CXJzB62+8igcfvJ9bVGPQvfvi6NqtC8orylA2YwaiVIQwCjGB21YTJo5HJlPFZ7IQKzumBSPCnsSwHJxXbaoiNcEvQ/ItXMK6LNYFa/bujffeeR/fffMdSidPxbAhQ/Fc/+cxfSrzCCImYWFZfm3apkVA2sQYGTwddc5B/sx9ye5LImUjrL7KajjtpFOx+aaboVVRK77DsQ0Z18iASzWgRtJnFnKFJH9L3WQdWBJHg+yTzz7HhMnTsRp1UlYyx4wbh45duqD7kj3wxdffclUmi/YdOmLU2NH44qsvMa1sBo4+7lgcd+IJKGxVhILiEIb9LEgDxRysE75J5xB77U/4Fmo4uKe49L/eOqv7LbeSggjLL70MtuizJX4bOIR9qRQ/08AZO2EC9j5wTyy74lJo27YNVlxhBWy//fZo264tpO+C9KBHkyUgmhXwhUAKWFxUwvk/xMq9VsZJJ5zIl83NUNKqlR/TROfQ2G3JFVnUHCyok35JydCoTnP1Jc2xNjQW6SDkqpRF53btsUavVTH0t99RNW0aCm2ANPvwFx98iK8+/hiZqkqM4PbuQw89iI8+/ABRYLFUz54oKCrA1BnTkOVKTZt2rf23OCNGj0RpZRmNnZhjRgKpeoarslEY0ODKwdJ17CcWQMi5K8rGXB2LUFxYgK369MHQocPx+jtvY/TkiRg5YTze++ozbiEPgDMALJDhylKGcxtsvk8zlKfhHCJC70I4WayFkGsLzjJbbQnbIEAgCkXrPlWcghgrlZkKJHwLDaMAxx5/DMZNHIv/u/r/cOkVl/j/wZ4M0OttsB5at22F9TdcnwP8VFx7w7W4+NKL8OwLz2G1NVZHj2V6og23qlZfc3X8+PNP+M///YfbAO8hm2QRckvLGSq2BQJa9VE6pIeNEYAdIYtMtgoFJSlQI1FSXIK99twLJRwg7rj9Tlx6yaW48YabELETLrnk4qjikmcYhOwjTAx6NCUCYmBbazmIcSRkwZZeailce9U1uPb/rsY1V16NrTbbEsXpInC29mK48mM5yDIqIG7+MSyMQ7J2LENikB84YWiggIZ9JaZMmYqbb76FKzfn4rzzzscFF12ITz79DBHrUkR9PeCgg7DueuvjsSeewOlnnIH/u+oqvxoTBNRRvq2KqS/bwVluBYapFKyNYHgrlSpAZSYHGwTo2K6ERmLWb7fxFtJRAdh1UJWJuTJUCkcjaZXVe9FsyrKAzj/TvXt3tG3bNo+Lhlreo79NigD1KV8e6hNXTpZdelncfefduOPWO/DfK/+Pq6BbobioFbUN8C+mEnnmM3KxYMUwZ5G80htIP/A5ckVW/qe5CVd+xPhJG4sct6kcjY9WRUXYfsut0HOxrniQdbnpqqtx27XX4acvv8QWG2yAbtwNWLxrF6xO4+6tl1/B9f/5P9x+402omDoN2265JdKcf1ZdbgUUmQCPP/Ionn7mGUyZVoq0MSiKQqQMkONLRFuuMIkBZhMgqIrROgd0cRHaJwHSFVnsuMGm2LXPZnjx6f64mfnfft2N+PmHH7HKyisjlQrZTxJYjkf0IMf6SP8WgTMArK85PY1+2kbPsSVnSKVKU5FgLA2NrFeE3mutgVPPOAmdF+sMscipC2jVpgRL9OyO8y88HwcdejC23m5rHE1j6PSzTkOPpXsgRwNp5dVWwgUXX4Ajjjoc22y/Dc678Dz6j0CqMIWQCrfbHrvhqmuvwmFc6uy1ai+/RXbWuadi+ZVW4EpAym+V7co46YI0Da6EEmP1NVbH6WefhmW4XGqMQc+ePXH22Wfh5JNOxo477oCTTj4Je++1NwoKixDYALJkLEvILblJm2LdjTG+WGIEiSeKUth4w43Qd8e+6LXiyiiksWBoXUgbWrYjOPzICX9whIPzvoXxIzm7ugaEkRBQZ9PotngHXPnfK7ni+RDuvudu3Eu55+47cOEFZyKdpt6HFgcffBDuu/denHrqKVwVHY/rb7gBM2aUIcetDseBN5dLYE0Il+SFL7HIcHs3DAto8weUGJaroy6b4aoYENkQVVUZpGkgtWrdikaPw+BhgxFwK1nGbmMNppROQXlZOcIwhDF59guDneY5FwKzNUkUplBUUITNNtkM222zPVZZcRWUFJbAR6PuBTSCYS1PO5cEF0AwlclQ4EshJTEwxkCOgDrWvnVrnHLE0dhuiy1onFukWMZcRRW6d+mCE448CicfdTR223Y77Nt3V/yX27Gbb7A+ItalVTqN/XfbDVdwC3ePbbbDwbvvwfsXY7kePZDm/VWWWhr/d94FOOXo47DpRpugU4cOOGqf/XE4t9AKmXmvHj1x6alnYOkleyLkmNGKfadtKo2Dt90Z+22/ExZv2x7tEeGwXffGJdxu3nkrlmGnXXEMy7qk/BVlNsu5wsLwFcawHmCdHAxTzotx9PprcRtXbONmp7nFHIBjLv8FHCi5KYHWrdtglVVX5XJrMfdHqwCToILLj6mCCG3atcJ6G6yDHXbaDmtwJadVm2KqUA4QE9w6yP211lkT2+2wLZZfYTlEaQ6+FohpHIWpAD2WWpLP9eak0RVFJYVYZbVVmE8RxEDqvsTiWHyJbki4/C8iI73lgL7OumtD8i7jFtq9D9yLN7k3vPKqK2PHnXfCqny+rGIGtwDGoV2HdojSERL+Bz2aFAFjDCwH7yiKIAO5GAbpqIBvegUooBuYEFGUhjEBAAPDuJDD8Mfwhyd9C+Wk+rJEMQwNEMuRMaBBwxdU9Nl4QxogAb768nO0aV2Etq1LMIlbutfSwH/zzTf8tvCVV/4Xr736KgKuzmy04QY4/LDD8MegYTR+piEwAdKsc0VZFdNPI5cxSOKA/gBhmIZ1AbI0kCzrb2jiiCTcXk6lLNJpxmO/XHuttThpRnjssceY30TEuRwmTpiIZ599FqNGjfFGkvRv6NGkCRi2eipII+R/KZtGyqZgESAwFtYGgDUA9QCNejBPWOYoYvj6wWsaBvyFo4WeMharrbQSunfuArkrLwgh+23AVdviKIXeK66ErTfeBJusuw66dWzP1RuHAqaSZoqtwwgrduuOnTfZDJuvsy66tWmLIoYX8NmSGOjZpgPWWqEXVlxqGbShUbjK4j2xbJfFUMT8S1imjVbtzS01Cz/t8Bnpl0t064qeSy/pdxS+4krT7XffhfadO2KLbbbCmmuuhaioEGNGjkQbvuwXs9/FXK2KOOclrAuzZsnkV2rH+orRx7wkpDGFOc8hOw1agASkwWskn40xci2tL2/dFA60oDhKXuN4j5on138RhlM/4fWHyczu1r3HXgOmBHEl3Lt8ZhaXGuE46aQKI3To3AH9n++PJ/o9hu9++AYffPIhbrvrdhpVPbHMckujvKocUTqEHk2dQE0js3Gl4eXbghpF8Y1fp/yM6nWkTlBjeg2N6ULqVCGNd5fLIM5UgWO8N7x3360vHn3oAZxy4vG44LxzcPaZp7M2Cbbaog+WWLIb3+I3w2OPPoUzTz0F5559Bi48/zzssN0m6NKpIzq174AN1l0Pz/R7BmecehqGDBrMVZ0A6SiA41a0NTm0Kk4j4MSX4UpPIEZXSBMorkQYOK4cVWAJvixcctEF+PLzn3HMUSfgggsuxIknnIAs3247c+BPpSIEgTCGHk2UgKG+14r1VxYB9cg2gRIblqFG4MdquaL6IeAqTcSOGdJlJJbbscwUhsm9wCU05RKkxKUELuYzCcUhosEif31VmADpGFzBcRCjKawJzzmGWwQcE4IEKMzKteNzCQpiEcf84CXHApWnEmRDhyrui1WlDYrbt8ZPvw7AdXffiW9++xUDhw7Gw/2fxtAhQ7DVhpugyFiUcOU0M6McgZ/rwIMJsQZgnvApo9EP2+g5tvAMHevvhW0v7S6GhqOR42hwzCoJ9aJhJWE+CY0l74p/LuIYbiKDLbbeDAccvB9+/u1n3HjbTbjn/rvRdfEuOOSIg9C1+2JIOGFUZatYTqkRK6ZnEyZAhfODDF2eNd68DnKgZZj3Y+G2ZSqKsP3WW2G/ffb0KzyWuuhylRywszj22KPwnysuxUYbroelllycBsjhuOSi87H8Mj1g4yyNn61w7VUXYuONeL/H4jjvnFNw3NFHoDDi4FuUwumnnICzzjiFRtDaaF1cgPXWXQMXn38aUlEOBakYxx51EDbt0wfpwmLICo5DBquusRKOP/4wGlCtQUsM6669Dm6+/lrsuvOu6MGtg0MOPZQrTIejQ4cOkL+aSThZNGElaHFFk9V1kTlWnKpuqPQis99v/GuT74SzZyxlZJ+0NHoC7hqIwSJRWGxx2I0drDd2EhovjiJu4sMc+07M8R7IX0s8S//MF2v6jTzLdLmR4NOTn8hfJ5B48qxh3llaCiLyjzEm8lLA1dHKuApg3+q14gp8ITkBxdxduOO223HPbXdiGA2fA/bYE2ut1AtpGlkmm2M/S9HcMSwzZh7OG0OG1yJ0GvG0jZhXi8/KVRMQ9y9ipIuK0OChsovPSdj8CNP18Wuem4sLhs+PSFox3xyKWhVhy222xLle4D5BAAAQAElEQVQXnIurr7sKV133fzj6+KPRk5NNJqHih0BAI4nZ67mIEPiL3rHcs4cxaKGdIVdceq++ijdwCgs4WHIL13CbWLa+Ig7U63Nb9tBDDsTRRx2OnXfcHj2XXAKOho/jKlErGjRr9V4Vhx64P44/5mjssvOO6NihPbenKoGkEp06tuYzW+OA/XbHEt07YLmlumKP3bZFFFQhCiux9dYbolevlRDyLdVwBcjRuO+xRGdsv8PmaNuuGBXl0/Hay6+ibFoF9tnrABx11NF8Zmv/bZGs/pSUlGCWkR16NFkCovR1Cmfq+Beq1xmO0rOWhlMA1crRoHEwNET8vMBCOoqcEtsLA/JPOx/fj+O8kVCYLBgI8ce8znHmFzehC3+4/D1eSxqSR8KMRWJaRhmO9fKn8BIe0Zgp4GpRiY0gf/UVVSVYc6nlcdrhx+CGi6/A9Rf/B5edeja22XBTlAQRSrjtFcQOAV8MjBTEMUO64oCFyrto9INVbfQ8W2yG1Lk51F2avo7MEqlOOLsE5ipzSPZfBiWccJzkRw2R73uKSgrQtn0bFBUXIuF/JjCw3I9I2BGgxyJBQLRp9oJK2Owye5xGvaaBI9/sULWAOIbjW6gRQ4RvmoaDsDXUykwVClMhAl67OOMnhUDeIOMcDRnL4TRGIbfOxCByXJlMBZbh4BZXAtBoT2QlielYkwVcJYyr4nJ8DmEUQ/60K+FbKqj7QWCZf4yQb7pJrgolhQX44duvceO11+H1V1/DwN9+w/vvv4///e8p9OzRHSsuvxykGJjlcEzfzRKiF02TwCxDL+RKRMpa44Kh4hfBAjyo47OlLjnWCFgKzDzyukV1ZmjeT9WlzlGDqYx+pYYP0taQYC9iAMm1GD7yhHer44ix4+8xphg9XnhPDCVJS741imj4FOSAInafgozjVluA9iaFtoywZOsO6FzQCotFRUhlYqRg2aXYj5keC+hLbegx1T7v1LmXv26cX9s42WgungA1zVCzrBfHQTuhasR54aBvHWCpiX9PAvjn5Nn5kUTyqF8CY9l7EoiT4/JmmA74kEPssgg5mSAHWvIWEXeaDfOFHk2egGEJZxe2KvUPdcQw1sI7jRjW1DGu2HOIjGBNAfUwoMsy0VAJxFChIeS/f6AbUvmss9TCFKyM0DSW5BsdMXLknvy1lnUhpE8ZVDDNHEKmaRKmTSWW+geuEEHSGoY6bbjiGTJzS6PeML3QMW++Jkd0I+r9aSceha02WxOvvvI0Lrricjzw6INYfLEOOPbwA9C9S1tY9mNAGFqW23ESSkAPRc+FQcCwLUT+krdhSB1xMy8ZSH0Cn3MUaT3xw4dZtqdoDOOgYQ9HnUtsDBHxwzDnanHGQQwW2hYQcbDM3LJ0oFSXknHz8diD+OaQsyEkXsAHTXUsiR1w7omo1yJyzxnDNA3A2AF113JlSfJIrITlxfJumqs2BbmE289AEgTIsS/E7COO8TJhzJ6UoJD5sBMiWxQjzYciJICJEXPrLccXiCy3yHIBy8dkDfOz7L/gC4hjvcFrNPLBIjZyjprdfBCgdogizZfMR3J1ovzdlCV+zeOOncOYfIj8GpbPsQPU3G+ubnOvl2EFa4TehXw65i9Ch/oFL8gfHJhlkJSyQvzUR3GNYYh/xPjYMrBKkNyDhDgDiMvBOO/jrw9zyMczMOCk5sBDfhyvAc45zM5AvuMJohSSXBZdu3XFiSedgEsuuRBnnHUmzj37HJxx2qno1WsFJFx5gpQJchj4RPyg7qBH0yfAFpulkH9ptZqAGneW2E3nwlHxREB39jqBh4TVCC+9hoorIuFOPLOJ9AV5ya6573zHYSS6YgA53uDJHpYg8VaFY+68z1PuidAUgrgMqj4d3Rqht5FPX8xGzlOzUwJKQAksMgSMMXC5nH/fNnzrlY+ye/boifXXXQcr91oJBYVpGkoOAePRWsLMUR9yyJQgIn4VJaAEmgoBNX7muyU0ohJQAi2RgOXerwlDJFxtSrIZ2jfchuAKjwXfWl0OIZf+LQ2fIAwgbi0jMXpEakPUpwSUQNMgYJtGMbQUSkAJKIGmScDR6JGPrwNrUWMEmcAgsECKBg/3u2gQxX51CBKXNhH8oYaPx6A/zYNAM6sFu28zq5FWRwkoASXQkAS4qpM3ahxMkiCg1WNyMRDn4CjWOBhZCaKtY7gaJFKbPQNn3QervaU+JaAEFhoBNX4WGnrNWAkogUWBgJgvUk5j6EvE0AGMMXmDR4weMXgMw+ii+R9aQyXQLAio8dMsmlEroQSUQGMSkNUdgwReaADJyg/3vlgER9FTCSiBpk5AjZ+m3kJaPiXQFAlomUhADJ26wiA9lYASWCQIqPGzSDSTFlIJKIGmRUCMnoSLPXTlI2dfOPq9W/eH+2FcH6obon4loAQWPoEWZ/wYPxAZkudA5f9lSQ5gvAqdRZDIvwQb8Ar+X6VMGC3h3r6KwVwYLJBwtgyMMwjoMZxYDBzkXy+FYVsZBkIEbMm8Cz0ajABVHsYFcEKXF4kV5hQkbA8H+VdhDfuKMxw6RBos50UtIcKBMKDLMWLOpee9Od9ogFDmDRmr2FbSHghpiEmYSHXyTlz/Ix6VeRCQlpJ/ukBcGDIVmRk/gTMxHPtCImHGQP7BPxUsHA5sBGFvMOsh1xIe8L6ZD7Wv01NmTai5XgkgAcPpFDEVOuGgLhNsEAcI4xABBxJw4E8YiQyp9Jx6qexOpVFZGNQ9pLUobBPHNoO0GQWYDw2vm4z654OAofFDnfd9AOwjZFzNHNXftjAG6VvKfCTXrKMY1m52YdDMk+y8joo7M7CBPMyXRir8eMVh3PFajLHq1OUq3z8kb5HqG+rMkYChNosIM6ElY7+IcDSI2RtyfC4BpwkkDJQ4Kpip3Y3Fgo0w86zJU9pJ2kRcCWNjyTkz3tw87DVzu/U3whelqJ4OCIcajNrDcVXBC5tT3MQyoqFAkKqgkTkkJkbCNy1nEoj4luIAbyjerz8LiIBj30hmCi2hOvm4ar+4FOlCbB+ooNEZ0BCVPmngaPIkvr3gJ2lHP/KHtI+/8p58mP7OhUANoxoXs5Lz4w6nSxqbOToZLrqpAI3NoGpe3Ln4WUWRMkkboZ6DzVhPjGZ4O6/e+d+61XMcSBIaPYlxDE4ojh1AxZBLYwqYn2MbzBS2hGFLmJoBiH5wyId3oUeDEnBMLSbdvP5LW9RiNrwnknekv0hsFU+JWtt4br5NpI0Sbj2IG7NREgY7ujVndVvVXKo7TwKO9CSCUJOJsUby404+1LFnWBpAgQNke6VG1G1EHmTP92JIG3C6pv7X5h0meb+RhqxHpH3ridIMbxOewBGZtXYSIpIP9WC5nmZV0JgMpAXEzmEzcTaxMBxsTGJh6Vq6xn/rwFvQo8EJCHTnf0DwcJwQHAd8ZyzyYpD4MAO5FzNcxaKxGTjIIT1FXMemStghKNWtI6FeuF3vXf2ZJwES9OQS6jYVmzxBrac4PkZxDJd7iQkgY1AqtlBpfAZpchfx7Lm8I/50ziAlQvs/iulPgJAuW26ep53n3WZ8U/7JekOFhgz0zsBPrOJycrXcSxcF965MuCrVfKoNkAXMI0gCDj6Wgw+FeQVJxPxDgIpv2Da+3XhXmg96NDwBI0nKTwBHzjkTQiSmGyPkRB8yPEDCiSCRaxV4LiCbRmKRsC0cXwIc28f5jiDt5dhwNUKvnn+LgPMcax8xjn6ZH+jIGdsAGWs5DPFFQLjT8HcqaEwGCbmLgG5e99kW1W0A6Q+cLxxd8D6ctNrcpeUZPwQi+pz4f6k1gKMbccAKESFyaaREYrpJAaIkTRFXJfI8GodD6CSfFKJYXIq0ibSFSyFlUmwzw7dcKrW81dJLn54NRUB4OgPHPmHDArigAIktQCxiatwUYrZDjDRyln4V8mk8Dgl5S5s4m2bbpAFey5iGpKGUoOWlw2mBOp8fVnztJUA8MsZY9oc4QS6KkAlTqCgsxNSCSGVhMCiMUFotU8VlGeR6alEKZa0KMSUdYHpRGjPSfEEz0oBzlxZn/PjxgVDCIF/1glQhlujaA72W6oWVe66KVZZcFasuuRpldazSY3WGrabSs3EZrNJD+NfKKmwPaZvleqyITm07I7TVih1wsDI1o9Tclbyx7yzS+TnpFyFsVIhUUVsUtOqIFCXddjGk2nWjdEW6nchiKGhPob9ABY3JQPiHbbvAtumEoHUH2OLWMEGaaseBjYYrPXo2EIFcnEPsEtiSIrRffjkstvZaaLfB2mjbZ12VhcFgU3IXqZN3O16324ThlI591kfbTdZB0arLw6SieWqBjHTzjNDcbprq8cEbQaxcZEIUp4pRFJWghNIqao1WUVv62zKsNQp5rdK4HIrIvMS3QWu2Q620SbdFYVjMBU1RW4OYr7oJByY2o54NSMBxO8twpcdExTBRKy+w9AdFMOLaQroUI8Iwo2IamYELS5CkWgHp1hzki+GiFKTdMNvWDfT4WwRM3di8MHxJjq1BEhgERYUIWxWzKxQCJWSuAtfYDMjfiVTnC/oTL0WQ8Lh1MWIaqrnCNPsDGxBzP2QWmfvdZnjHVPOQSdP4tyQDk1gEcQAr/85PLkKYTSHKRryOGP5PRZ8L4n/GwPK5UNohl0LoJYLNhbBsH7iAWmkoDg6JF17o2cAEHAKyTZNwjXD7i1vD+fAUc+Nki1Sd+zXx1E24HbigJWYeOUrM7ceE4iiw7Bs1A5zfB3NsJz3/DQFHnpwekKWbowEEiiNnEc+bfnWpdwuJg+OLmuMCRv7bQ8sxK0DCa8dX5Pra3dYXobndTzgeJBwYAmthDCfRxBJTCAOKC+EnV8YhRYR0GcI7UKEiNBoLcjfOYKawdSwlMBYhO5kRhQebimIYRkfPBiJA9CB6iJuwZzgaPAknWUfOCfOIDTi48E2YPUIGHOfjyKCj0pgspG0StkkMg1jaQPoEhU2UP43Lu9VO/kJ/50aAak2Sf73rfE+wSHhXdD/j5wzOFnxZDlUwTwYLmk8SIKKkKQWcx9M5iwL6iygFScgWM39t0Dohto6/RXhFdwNrYOkxHDwMJ1N4IQpa9RzTwfE+LwEAq9LoDIR7SO41ItcibAs2G4tjEPC/iA0lLvRoMAKerwGMBTmLWJIGQkOxoPEJBBaw1tA1/jrktQoalUXKgOtuYA8ApJtYgO1l/C/oy4sBeEKPegkIpoCxhKNn5j0gW0vOnFTJNCUSBbCRBb0qxNB0OBgYmb/rlontOa9Tos7rfrO7Z1gjETqznoahPL3iq4smywFg0cxMgR4NT8CAfGcV6NGkCLCJZs474hdpUgWsLcwi45sTQwmTSVJcEV8Z8ajgL4NEYzNBnaMm7zpB9XmlXeuLo/eVgBJQAkpACSgBJdBsCKjx02yaUiuiBJowAS2aElACSqAJEVDjpwk1hhZFCSgBJaAElIASWPAE1PhZ8Iw1h1oC6lMCSkAJKAElsNAJqPGz0JtAC6AElIASWL4NWQAABiBJREFUUAJKQAk0JoGFY/w0Zg01LyWgBJSAElACSkAJ1CGgxk8dGOpVAkpACSgBJbCgCWj6C5+AGj8Lvw20BEpACSgBJaAElEAjElDjpxFha1ZKQAkogVoC6lMCSmBhEVDjZ2GR13yVgBJQAkpACSiBhUJAjZ+Fgl0zVQK1BNSnBJSAElACjUtAjZ/G5a25KQEloASUgBJQAguZgBo/C7kBarNXnxJQAkpACSgBJdAYBNT4aQzKmocSUAJKQAkoASUwdwKNfEeNn0YGrtkpASWgBJSAElACC5eAGj8Ll7/mrgSUgBJQArUE1KcEGoWAGj+NglkzUQJKQAkoASWgBJoKATV+mkpLaDmUgBKoJaA+JaAElMACJKDGzwKEq0krASWgBJSAElACTY+AGj9Nr020RLUE1KcElIASUAJKoMEJqPHT4Eg1QSWgBJSAElACSqApE1g0jJ+mTFDLpgSUgBJQAkpACSxSBNT4WaSaSwurBJSAElACLY2A1rfhCajx0/BMNUUloASUgBJQAkqgCRNQ46cJN44WTQkoASVQS0B9SkAJNBQBNX4aiqSmowSUgBJQAkpACSwSBNT4WSSaSQupBGoJqE8JKAEloAT+HQE1fv4dP31aCSgBJaAElIASWMQIqPGziDVYbXHVpwSUgBJQAkpACfwTAmr8/BNq+owSUAJKQAkoASWw8Aj8y5zV+PmXAPVxJaAElIASUAJKYNEioMbPotVeWloloASUgBKoJaA+JfCPCKjx84+w6UNKQAkoASWgBJTAokpAjZ9FteW03EpACdQSUJ8SUAJK4G8QUOPnb8DSqEpACSgBJaAElMCiT0CNn0W/DbUGtQTUpwSUgBJQAkqgXgJq/NSLSCMoASWgBJSAElACzYlA8zR+mlMLaV2UgBJQAkpACSiBBiWgxk+D4tTElIASUAJKQAksXAKae/0E1Pipn5HGUAJKQAkoASWgBJoRATV+mlFjalWUgBJQArUE1KcElMDcCKjxMzcyGq4ElIASUAJKQAk0SwJq/DTLZtVKKYFaAupTAkpACSiBWQmo8TMrD71SAkpACSgBJaAEmjkBNX6aeQPXVk99SkAJKAEloASUgBBQ40coqCgBJaAElIASUALNl8BsNVPjZzYgeqkElIASUAJKQAk0bwJq/DTv9tXaKQEloASUQC0B9SkBT0CNH49Bf5SAElACSkAJKIGWQkCNn5bS0lpPJaAEagmoTwkogRZNQI2fFt38WnkloASUgBJQAi2PgBo/La/Ntca1BNSnBJSAElACLZCAGj8tsNG1ykpACSgBJaAEWjIBNX6k9VWUgBJQAkpACSiBFkNAjZ8W09RaUSWgBJSAElACfyXQEkPU+GmJra51VgJKQAkoASXQggmo8dOCG1+rrgSUgBKoJaA+JdByCKjx03LaWmuqBJSAElACSkAJkIAaP4SgpxJQArUE1KcElIASaO4E1Php7i2s9VMCSkAJKAEloARmIaDGzyw49KKWgPqUgBJQAkpACTRPAmr8NM921VopASWgBJSAElACcyFQr/Ezl+c0WAkoASWgBJSAElACiyQBNX4WyWbTQisBJaAElEAjENAsmikBNX6aacNqtZSAElACSkAJKIE5E1DjZ85cNFQJKAElUEtAfUpACTQrAmr8NKvm1MooASWgBJSAElAC9RFQ46c+QnpfCdQSUJ8SUAJKQAk0AwJq/DSDRtQqKAEloASUgBJQAvNPQI2f+WdVG1N9SkAJKAEloASUwCJLQI2fRbbptOBKQAkoASWgBBqfQHPIUY2f5tCKWgcloASUgBJQAkpgvgmo8TPfqDSiElACSkAJ1BJQnxJYdAmo8bPotp2WXAkoASWgBJSAEvgHBNT4+QfQ9BEloARqCahPCSgBJbCoEVDjZ1FrMS2vElACSkAJKAEl8K8IqPHzr/Dpw7UE1KcElIASUAJKYNEgoMbPotFOWkoloASUgBJQAkqggQg0uPHTQOXSZJSAElACSkAJKAElsEAIqPGzQLBqokpACSgBJdACCWiVFxECavwsIg2lxVQCSkAJKAEloAQahoAaPw3DUVNRAkpACdQSUJ8SUAJNmsD/AwAA///HklbpAAAABklEQVQDAMugjkuKWHLUAAAAAElFTkSuQmC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3482" y="1747121"/>
            <a:ext cx="5257800" cy="26243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mist/columns-3.webp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QAElEQVR4Aezd6XLkOtgYZmDmyy0ksZ1UOYtd5T9JxXZ+JZX7vxp/55wZqRduwYsWpZZGS0vqhcszI4hsrsBDqAniZbN//Lt/+78Mr6Z/878N/66kf/Nv/7fhkP5DGR6ncfpbw3HZt+bPc/q///f/afhP/+k/D//lv/y/w3/5rx+n//p//3+DxEAdUAfUAXVAHVAH1AF1QB24XB34D//x/xj+3b/734d/W9Lh2mWe1xry7rhduA6Ua3rGjJ/Xgf/x3/yvw3//P/z74X/6n//j8H/95//n3b4O57HLncfYslUH1AF1QB1QB9QBdUAdeFkH/sN//D9rW/3f/Nv/9UvXcj+SfycLDMOQdvt92mw2KeW0gH+KQIAAAQIECBAgQGDeArvdLm23u9SXtvq8SyL3BAgQuKTA29vOOTo4hvT333+n6Pf4+fNf0o8fL9PPtzdgDgECBAgQIECAAAECZxQY6raifR4jX+3u+DMAPJRJkWKrNZXXKVJ9sepfOcdFUUpN06S733flguhnypnNqivFnAsv7wQIECBAgACBmQv0XZciANyVYc6HtvrMiyT7BAgQuKpAzjnlnFPX9bWvI256jyBwmVSmp8eUyr+cc/ntZ5YCMk2AAAECBAgQIDATgaG2y//5++/08+fPmnL+Wjv8x8sS92U7x+nl/NNf92XRSGWwoJ+cc4rY+/1mk379808tWRYErg5+ESAwHwE5JUCAAAEC8xcY0m4fn/7dzL8oSkCAAIEbCuRcOoLK/vu+S5vNfdput2no+xSfNBhTmV1eR29IjEkECMxJQF4JECBAgACBOQnk0ibfpk1pk383108B4OFH6h8+6TuUtv+YUpn6eopVX6YxO8sL/I4lG4fxKYMIAscnDnLOKZcg8GtpXN6QAAECBAhMREA2CBAgsACBoQQodun377sU7fIFFEgRCBAgcHOBvh/Sft+kzX0JAu92JeDblRSB4EjDzfMnAwQIECDwaQErECBAgMCMBOJJPHd3v9OvX79S27bfznlEcJ9tJAK/Eb4dm/bxOtKzhU56EVuJdNLCs1soDkR0NsWdsfHoudkVQIYJECBAgACBFQooMoGlCOTDBVHTlODEUsqkHAQIELi9QPRzxNMVIgicUi7vsUNNyT8CBAgQIEBgZgKyS4DAvASGdH9/l+7u7s+W7R9pKDHgSOMmy3h+SHXeON3wD4EIAkcA+O7+PvX9coPdfxTcBAIECBAgQIAAgfkJLCTH8VjSv/76K7Vtk8abVhdSNMUgQIDAJATatku7/b52QEW/xyHp85jEwZEJAgQIECBAgMApApaZnUDbtKX9vSl9Hd//5O9Y+BL9HUefhvlp1NgHAnF37N3dXTkw94LAH1iZTYAAAQIECBAgQOC7An//80+K76iM76X87rbWtL6yEiBA4DMCbXvogIonnmWdRJ+hsywBAgQIECBAgACBkwSGoU+HNKT4ytmmPuXs+7e6jzv/0ZeG/CFFLPhHKi/rvBjWVPaVS6oTn/2Kuz9fpnGBH2VkTGV0QT9D6Wk6TlG0CALvdrvU7Pfl5XOs4fEAjgfSkIk6oA6oA+qAOqAOqAPqgDrwVh0oDeo3f/alzR03X/b94ZGkw4u2ebx+c2UzCKxXQMkJfElgv9+l379/p6G8556ygUH/R2KgfaMOqAPqgDqgDqgD6oA6MNaB99rQsUzMj7Z2PPr5/v6+tCWfxxdj/ndSRGm/s751HwQiMh+PSOq6CIrHxEOnVIxNL8kRAQIECBAgQIAAgXkJDCXYG8HfeeVabgkQIHBrga/vv7ztpuiI2jfN1zdiTQIECBAgQIAAAQIEXhWI4G9fGt2/fv1O8UHTVxf6xsQSAC4/KdLTVuKTv0+vjJ0iMPR9iu8D3mw29UCNn0o4ZV3LELiqgJ0RIECAAAECBGYm0Je2dnzvb9xwObOsyy4BAgRmLRCfQfj777/Sfh9B4Hg16+KsL/NKTIAAAQIECBAgMEmBnH+knHOKG90vEfyNQv+IX3+m+BTrmP6ca8qfAnEZ1LVtigBwpPiEQiqR+/ITgzfTn1syhQABApcTsGUCBAgQIDAPgcPTdKJNHcHfeARpfOVKtLfnkX+5JECAwHIE2rZLf/31rymeeBbvy2M6lPDp/frw2m8CBKYiIB8ECBAgQIDAFASe2svRjn7K0ZD++fUrbbebp0lnHnsRABb0/Y5vBIHbtknb+ingtm5q+Og7cPpy8KU0MGCgDqgD6sCl64Dtq2PqgDowjzoQ7ed6rPrU913a7/dpv9uV8XKtkj2rqF5k+EWAAIErC0QQ+FfpoIpPJwzDkA6pT8PR+/VhvMyr0wx5qAPqgDpwwzrw8P7sGDgG6oA6oA7ctA4c9W8c2s/leJS2dLSp7+7uS/B3W2+yvFTT/kUAeNxN6VxJYxqnGZ4iUI5daiIIvN2leHZ3KlHhmPZWOmWbliFAgAABAgQIfE/A2gTmJVCa0KUZHRdGKe2229K+PtxcmbMA8LyOpNwSILAkgfg+4PokhrGDoxTu+P26vPRDgAABAgQI3FxABggQmJLA2F5OD23oCATHE862pa+j77oyOZa4TI7fCABfZmdr2Wocx839IXp/uUO3Fk3lJECAAAECBAgQ+JbADFeOMG9tU282abvbXfSCaIY8skyAAIGbCPR9l/7++++0b5oUfR1DX36XN+uccvrhBp3kHwECBAgQIEDg5gIyMDmBaCZHezkyln/kFJ/+jSedNc0+dX1/0f4OAeBQv0Dqhz7tdtvUlAujC2zeJgkQIECAAAECBAgsViDuiN2U4G/9tFnXLbac1yiYfRAgQOBcAjn/qMHfX7/+0ddxLlTbIUCAAAECBAgQWI1A9HVE3DA+/bvfN2cP/r6ELAHg8VHPMRxnl8lpTOM0w9cE4oC9lvp+SNvtLm0296kcxddWNY0AAQIECBAgQIAAgSOBIQ2pa7u02++S4O8RjFECXxOwFoGzC+ScU3RW/f71q35i4ew7sEECBAgQIECAAAECSxQo7ejNZpviu3/btk0/fvxIOeeaLlXcH5fasO0eBOKA/v3PP2nojwPsh3nX/22PBAgQIECAAAECBKYrMMTTREv27u83KR6LVEb9ECBAgMCXBC670m6/T/t4RP9ld2PrBAgQIECAAAECBBYhEH0cv3//TrvSho4C5XzZ4G/sQwA4FC6Ycs71gMZ3l11wNzZN4GMBSxAgQIAAAQIEpipQ2swl9puaZp/u7u5q+3mqWZUvAgQIEDgI/KodWNvDC7+nJSA3BAgQIECAAAECkxKI4G/95G/p/7hWxgSAryS93W59iuFK1nZDgMCfAqYQIECAAIE5CMQngOtXqMwhs/JIgACBlQvEpxj++edX6vpu5RKKT2BaAnJDgAABAgQITEsgnhJ8f3dXM5UfHv1cX1z4lwDwhYHH7weOTzP89de/pnh94V3aPAECBAgQOBYwToAAgekLlMhvPAbp77/+Sn0/aDNP/4jJIQECBKpABIH//vuf1HaCwBXELwIECNxWwN4JECBAYEICP378TPf392mz2aQx8Jvz4dHPOeeL51QA+OLEhx2UPq3Utl090IcpfhMgQIAAAQIELi1g+wTmIxDBXzdLzud4ySkBAgRGgbiB559/IgjcjpMMCRAgQIAAgasL2CEBAlMRiK+4SiXA+/v3r/Tr1++bZUsA+Mr08Z1m8TjoK+/W7ggQIECAAAECBNYmMJPy9kOf/tt/+2+pH4ZUL5Jmkm/ZJECAAIGDQM457ff7tNls63t5vJ9HOsz1mwABAgQIECBA4OICdjApgZxL+3i3q+3joe9vljcB4CvT9+Vg//r1K223myvv2e4IECBAgAABAgQITE/gr3/9K+1K4GB6OZt3juSeAAEC1xaITwK3TXPt3dofAQIECBAgQIAAgUkJxNPNfv/+ndq2ucqN7m8VXgD4LZkLTo8g8O/fdyUIfLg79r1dxV2z0vDsLmIePNQBdUAdUAfUAXVAHZhuHXivbXs878fPn+n33V391Njx9HE8LpheS+N8QwIE3hQwg8BVBcb36rZtUzz1rCvDyMB4ro7xSONrw+mewx0bx0YdUAfUAXVAHVAH1IHT60C0cV+maBvHh0Cb0ibuuj7F67fSy3XP/VoA+NyiJ26v67r0+/fvFMHgWGVIT//j9XmTrREgQIAAAQIECBCYjkA86jm+L3Kz2ZRW8HTyJScECBCYv8DtShAdW/FEh7i5ZwwC3y439kyAAAECBAgQIEDgugLRHo7g72Zzn0rk97o7f2VvAsCvoFxrUgSB//7779R2ber6Pg19CQKXFHdYXCsP9rMCAUUkQIAAAQIECExMIB4RGl+J0nfdxHImOwQIECDwHYHo9Nrvd+nu/i7F+He2Zd0vCFiFAAECBAgQIEDgJgJxo/t+v0/b3a60g0v89ya5eL5TAeDnHld/FRXi77//qbUhKkikq2fCDgkQWKyAghEgQIAAgUkI5JxSpJRS3Ox4v9mkru3qeJnkhwABAgQWJND3Q4rvA47+jgUVS1EITF5ABgkQIECAAIHbCcSN7pvtNg19f7tMvNizAPALkGu/zDmnpmnqd5+Nd8fGMDrGIl07P/ZHgAABAosRUBACBAhMSuDnjx+p7bp0f39fAgNbwd9JHR2ZIUCAwHkFIggcX3sVQWB9G+e1tTUCBAi8ImASAQIECNxQoGnbdFf6OuJJOFP6kKcA8A0rxfGuN5tNisDv8TTjBAgQIECAAIGvCViLwMQEhiHF90JGmzcCwF03nTtiJyYlOwQIEFiMQFs6wuI70ASBF3NIFYQAAQIEJikgUwQI3Frg7u4uRfA3boK8dV6O9y8AfKxxw/H4ePhff/1VPw0c2YhgcKQYlwgQIECAAAECBAicLDDBBfu+T/E40N1um7qum2AOZYkAAQIELiEQQeC4+SeGl9i+bRIgQIAAAQIEVi2g8DcViBjer9+/S/B3n/p+Sp/9PbAIAB8cbv47qkZ0hv3+9esxCHzzTMkAAQIECBAgQIAAgS8IDGlI8cjPoQyjnRuPQ9ptt7WdGxdIX9ikVU4UsBgBAgSmJJBzTs1+n+7v756yNZSzQ0lPE4wRIECAAAECBAgQmJFAtGVL+n13l+Jmx76/zVPOPhITAP5I6MrzIwh8d/c7DSdWmOhAkw4Xjxw4qAPqgDqgDqgD6oA6cPs6UAO/EfUtF0N9P9Q7Ye/LRVE8ArpMSjnnK7ew7Y7AagQUlMDkBOK83JX+jc1mm37/Ln0d5UQQp4jIaMyLFOORYly6/XncMXAM1AF1QB1QB9QBdUAdeL8ORL/Hdrer7duI6b3lFW3cWyYB4Fvqv7LvuBBqm7Z+R9orsz85yeIECBAgQIAAAQIEbiBQO/iHFBdBdyX4u9luayZyFvytEH4RIEDg7ALT32DcDBTnhDg3TD+3ckiAAAECBAgQIEDgdYG+79N2u3l95oSmCgBP6GCMWYkgcFwUxWPyXBiNKoafFrACAQIECBAgnwJ0ewAAEABJREFUQOBWAiXQ2/dDurv7XR/9mfMh8JvzYXirbNkvAQIECNxOIPo64hF5u90uxdkg0u1ys7A9Kw4BAgQIECBAgMBVBPq+q5/8bdv2Kvv7zk4EgL+jd8F1+75P8fxwQeALIts0gQULKBoBAgQIELi1QHzf493dfYoO/5xzyjnfOkv2T4AAAQI3Foib3Df39ykemRfnhxtnx+4JLEJAIQgQIECAAIHrCMTjnqOfo22b1PfTb80KAF+nXnxpL30JAt+VC6O4O/ZLG7ASAQIECKxRQJkJECBwW4Hh8Mnf+/tNEvK97aGwdwIECExNIALAbdel+CRw103/UxNT85MfAgQIvBDwkgABAgSuJDCkobZhm2afhhL8jXbtlXb95d0IAH+Z7jorduXC6O7uLsXwOnu0FwIECBAgQGC+AnJO4PYCd/d36fev3zUj+YfLjQrhFwECBAg8CkRnWds0abcrnWfD9D858ZhxIwQIECBAYFICMkOAwDUFmn2T9vtd6tou9aUNm/P0b3nXI3PNGvLFfUXw99evXymGX9yE1QgQIECAAAECBJYucOPyxaXPfrdL2+0upRlcCCX/CBAgQOBmAtFpdn9/l/75558Uj9C7WUbsmAABAgQIECAwRwF5vqpA0zQpbnbvuj5Ff0fO0QOSJv9PAHjyh+iQwWa/TxEEbluPSDqI+E2AAAECBAgQIDAlgfgM1++7uxSf6kpDvEplMPyRppTnJeVFWQgQIDA3gb4fUnzl1a9fv1PncdBzO3zyS4AAAQIECBBYjcDd3e/U7pvavzGFQp+aBwHgU6UutFw8+uiUFHfH7ksQ+O53qWhHQeCcc8r57XShbNssAQIECBAgQIAAgSqQ6+90+BRXUy6I4nVpn8ZAIkDgKgJ2QmDWAvGJis1mO+syyDwBAgQIECBAgMDyBOIG97/++te0j+BvKV7OYw9IeTGDHwHgGRykMYsRKN6VIPDvEgQehj4+UvGUxoXq0C8CBAgQIECAAAEC1xGIz/rGIzw3m01K5WIo53ldECX/CBAgMGuB+Wd+GIa0b/bJE8/mfyyVgAABAgQIECCwJIHfd7/TdjvfGxUFgGdYG/clCHx/d5+6vk99GmqKC6ZIMyyOLJ9bwPYIECBAgAABAlcSiPZnBH/jgihngd8rsdsNAQIEFiWQc05t09YnScQjoePcsqgCXrIwtk2AAAECBAgQIHBWgejZ6Psu3d/dpd1uX7YdU8pghj8CwDM8aJHl+IRF13WpxH8PKSYep2Eo00s6nmacAIHFCyggAQIECBC4lsAw9On371+zvhv2Wlb2Q4AAAQLvCwylDyMeBX1XOtr2+93svl/t/dKZS+AyArZKgAABAgQInF9gKEG3uMl9szt88jdnAeDzK9viqwJxURQpPv37919/pWYfdyBErLdUy3LBFPMixXcGxzIxLj234cFDHVAHFloHakeZsqnf6oA6cOk6EI3Uvu9TdNLvtrt4KREgQIAAgW8J5JxTzrk+Bvr+fpP2rwSBL31+s31tKHVAHZhRHXD9f9QP7rj521UH1IFz1YGubUtfx32KJ/D2XV/bpznnb7Vzb7myTwDfUv+b+44g7z+/fj0GgcfNlT/3FGl8bUiAAAECBAgsXUD5CFxPoD4K6f4ubTfbFO3R6+3ZnggQIEBgDQLxSeC3gsBrKL8yEiBAgACB9wXMJUDgUgLxyd/7+/vF9HUIAF+qplxpu/Hpi993v9N+d/j0RdzpUKK/Kcf/Gd+ZcCU+uyFAgAABAgQIzF/gyiW4v9/Uxz7Hl43kXFqdn0xXzq7dESBAgMBMBHJ+Oqe0bZvifBOfBJ5J9mWTAAECBAgQIHB5AXu4kMCQNpv7kjb1CQs557qfnHPK+SnViTP6JQA8o4P1Vlbbtkt39/dp//A46LeWM50AAQIECBAgQIDAdwW2203q+wj/fndL1j+HgG0QIEBgqQLxCL4IAsdwqWVULgIECBAgQIAAgdsLbDabw2Ofh6EGfG+fo9dz8NmpAsCfFZvo8m29O/YpCByfBI70UXZjGWmod3Vw4KAOqAPqgDqgDqgDa6gDH7UP35ofj+T813/919R1fV3kq1Z1Zb8IEDiHgG0QWITAeD55WZihTIjgb9zw3nXdojrjStH8ECBAgAABAgQI3FxgqE84i5sO4yuucs7PcjS2U98aPlt4gi8EgCd4UL6apaZp0v39fdo9PA76q9uxHgECBAgQIECAAIGXAr9//0oexflSxWsCBAjcSmAd+40gcHzl1d3v3ylufM/50CkXnXDrEFBKAgQIECBAgACBswvUJmUEf3fp7u4u9X2/yJsNBYDPXnNuu8G4IIovqu777rYZsffrC9gjAQIECBAgQOACAsPQp7///js1TVsuiH6UVK+ULrAnmyRAgAABAq8IlKDvvjnc8B5Po4gOumEYHp/k9coay5+khAQIECBAgAABAl8TiC6NIdUPUm4294sN/gbOj/glLUcgLoLigmi/b0qhSi0uv/0QILB8ASUkQIAAAQKXEvjnn19ps9lcavO2S4AAAQIE3hcowd4S7U1Ns384H0VfR6T3VzOXwFIFlIsAAQIECBD4hkBpW8ZTdOODlPEVVzlHRPgb25vwqgLAEz44X81aBIHv7n6n6Kzruvarm7EeAQIECMxDQC4JECDwKYFoK76Xxo3FMr9+xWOf9+nnz5/1k785L/fCaCy3IQECBAhMRyDORfF9bJGigy4eBx03JZV+uxITPgSBYxnp6RPRLFioA4uuA/W9zzF2jNUBdUAd+FodiFZufHhyt92mtl3+U3QFgOOILzDFxdB+v0+/f/9OgsALPMCKRIAAAQIEqoBfBC4nEO3I+/v7y+3AlgkQIECAwAkC0cE5LhYh3/i0xna7SUPfp+N54zKGBAgQIEBgmQJKRYDA9wSGFDGzuJlwV2Jn8bUi39ve9NcWAJ7+MfpWDpt9k+7u7lPb+iTwtyCtTIAAAQIECBCYmsCF8hOd6RH8jUciHX/yN+dcPwV8od3aLAECBAgQ+EMg56dzT875YX6u39m23W3rd7bFeethhgEBAgQIECBAYJkCSvVNgSE1TZviRsK2ab65rfmsLgA8n2P1pZzG3bHxiKT49IYg8JcIrUSAAAECBAgQWJHAkO7v79LGJ38nf8xlkAABAmsViIBv3w8lCLyvnXj9wyeBY7o01E9Fc+CgDqgD6oA6oA6oA+rAUx0Yg79NfPI3Hp87s4b0V7MrAPxVuRmtF0HgqNibzX29O/Y46znn+kmOnP8cjssNQ18uICQO6oA6oA6oA+qAOqAOLKEOjG28P4blIuj+flMCwJsU7cehvH4t/bGeCQQIXFvA/ggsUuC1c05MOy5svI4U0yLwu9/vHoPA6XD2KrPqWcyQhzqgDqgD6oA6oA6oA2uvA6Vfo22b2l5smib15XWpFI8/0a58Lz0uONMRAeCZHrjn2f74VVTs/W6fopK/tvRxJY/58fp4GOMSAQIECBAgQIDAMgWi7Xe/ieDvfYrxnPMyC6pUBAgQmL2AAsR5KlJIRB9efJdbPM6v7yPwG1MlAgQIECBAgACB9QpEf0aklJq2LcHfXY2L9X2/OhIB4BUd8ggC393dlcq+rx17UfS4aBoeP+E71Onj68MfhAuocJp0kjkCBAgQIECAwHcESu/5NoK/pZ04lPGcDxdK39mkdQkQIECAwCUEcs71KWbjtuO8FSludt/V7wReeB/GWHBDAgQIECBAgACBNwV+/vyZ2rZLcaNgfAI42os5H9qROT8N39zAQmYIAC/kQJ5ajK7r0q9fv9OmdPJFxY9HJJV+vhL4jS3EhdJQx2NaHYnJEgECkxWQMQIECBAg8C2B0ujbbLfp7v4+lVbgtzZlZQIECBAgcAuB6NCLG9j3+yYJAt/iCNjntQTshwABAgQIEDhBoPRz7Ha7FE+IaZp96rr1ffJ3VBIAHiVWNIwgcFT+3XaX4iIp57jj4QCQ84+U8+F1/pEPE/0mQIAAgSkKyBMBAgS+J1AuiqJNeH9/l4YhLoi0/b4Ham0CBAgQuIZAzrn2WxzvayjntOjfEAQ+VjFOgMCCBBSFAAECBE4RGFJqu7YGf9u2LfGv4Y924ymbWcoyP5ZSEOX4nEAEgXf7fWqatqw4lOSHAAECBAgQmI+AnBL4jsBQAr5DvSC6K8Hfvn5nYv7OBq1LgAABAgRuLvAUBN7Xc5zz280PiQwQIECAwFkEbIQAgVMF2q4r7cBdakrsq+/jRvdT11zmcgLAyzyuJ5UqgsDb7SY1TVOWf97pl/OPlEsqM/wQIECAAAECBAhMSeAbeRmGlLq2S/f39zX1Nfj7jQ1alQABAgQITEgggsBtOc9tN5v6nW+Hno7D7wllU1YIECBAgAABAqcJWOo0gdLXEW3AePRz2zapvDxtvYUv9WPh5VO8DwTiE8B3d/f1wiilp4uiYehTpOQfAQIECBAgQIDAggSGFN/5GwHgzt2wszyuMk2AAAECHwtEp1/c8L7dbUvfRrwq6zwMypgfAgQIECBAgACBBQnEJ38j+Ns0+/rY56UU7bvlEAD+ruDM1885p/gkcHQC3t3dpb7r6sVRfDpk6Ic0preKOc43fLJiwUIdUAfUAXVAHVAHJlkHSgNvs9mm3Xb72LTLOaecn6fHmUYIEJiagPwQWLXAUM5jp6QRKZ5ycX+/Sfv9LpVV6ydB4vw8zn85jHmSNpw6oA6oA+qAOqAOqAPTqQMv22t/vB5SOv7kb7T/jpf5qO14vOwSxwWAZ31Uz5f5vu/Tfrd7eBTg4dO/fVwhnW8XtkSAAAECBAgQIHAjgXJNlCL4u9lsagd4zoeg742yY7cECBAg8GkBK3xWIDr8oq8jzn3R3xGvP7sNyxMgQIAAAQIECExRIKfo3IhP/sbNfvHY567znb8vj5QA8EuRFb+OjsF9sy+dg5uqUPoF42+ojvs1QQFZIkCAAAECBAicIBBtvO12W9t4OZeLpBPWsQgBAgQIEFiKQHQGxtcfxCMB45w4fqpnVuWTWQIECBAgQIAAgQeB6NcY0m6/T9HXsd83Kdp7DzMNjgQEgI8wjKb6WKS4YyL+cMIj/pRiKBEgMC0BuSFAgAABAh8JDGlI8USXaNdFyjmXtt5Q00frmk+AAAECBJYkEF99td3u0hgEXlLZlGX5AkpIgAABAgQIPAnEU12iXbfdbutXfUQ772musWMBAeBjDeNVIJ78vK93T+xqp2FMdIdsKEgECBCYhIBMECBA4EOBEuatd8DGYy/jouh4hZzd4nfsYZwAAQIE1iHQtm3aHgWB9XOs47grJYGZC8g+AQIECBwLDKkEffdpt9ul+KqPlHLKOSf/XhcQAH7dZfVT+34of0i7+r3A8cmR1YMAIECAAAECkxCQCQKnCcQNfXFBFAHg4zVydmF07GGcAAECBNYl8BgE3u9T6T9cV+GVlgABAgRmJiC7BAg8EyiNt33TpO12m/quOzzO9tkCXrwUEAtc3XAAABAASURBVAB+KeL1o0AEgbe7Xbq/v09t19bp7pCtDH4RIECAAAECBK4vcOIeyzVRvSCKAHDOh8c+n7iqxQgQIECAwOIFIgh8v9nUm97jnKmfY/GHXAEJECBAgMD8BOT4uUBptB0Hf+NDi13f16+4ikdCP1/Yq1FAAHiUMHxVIP54mqZJm822BIG7V5cxkQABAgQIECBA4PYCQyr/h6G02zY1RY5yzh6HFBALSIpAgAABAucT6EuHYfRz7Pe7FB2IKac4ix7Gz7cbWyJAgAABAgQIEPimQOnmSPtmX290jxv5YnMRt4rhUtO5yiUAfC7JmW4n/lBOSfGHFR+tb+Oj9aWs7pAtCH4IECBAgAABAhMRKKHf+p2/d/f39aIoshVtvHEY42OKaRIBArMSkFkCBM4skPPhCRnb7a6cNzflHNql6FyM3URAOFKMSwQIECBAgAABAjcSiBv0hpSaEvy9v9+UYVMzUialnHNNdUL5NfZ3vByWWav+EQCe5eG/fqbjD6dpmnJhtPVJ4Ovz2yMBAgQIECBA4A+BCPqOqe+HtNtu6yd/h76vF0I55z/WMYEAAQIE5iYgv5cU6Ms5M4LA8bUJMR59H5fcn20TIECAAAECBAicIFD6M+LmvGa/P8Sk2oevKI2JJ6xukYOAAPDBwe8TBOJCqC1B4Lgwik8Cx50WJ6xmkXML2B4BAgQIECCweoEI/PYl6NuXjutm36b7+/v6SKSfP3+k/OPH6n0AECBAgACB9wSif+N4/r50LkaqD4IuHYsxPz4FHOl4uauP2yEBAgQIECBAYG0COZcm2ZD2+13aldQ0z4O/0U5bG8lXy6t36KtyK10vLn6acmEUnzDp2jYJAq+0Iij2zQTsmAABAgQIjAJx0dOXIPBuv0273bY+ujJnzfvRx5AAAQIECJwikHM8Djql/a50Mu725Xw6pNLteMqqliFwUQEbJ0CAAAECaxIYSmEPN7v3aVvaZdvttgSBm9o2K7P8fEFAD9EX0Na+SgSB9/Hc9c3huevxhxnTIr20iWnSkBgwUAfUgTPUAe8lg3qkHqkDQzr8j8BvKuPRWd22bfrhU78vm6FeEyBAgACBTwlE30Z8Cjg6G+MrsOJGq9iA9tfgOsR1iDpw/TrAnLk6oA6srg5E2yv6OqIttimxp67roymWcs6PqU7w62QBAeCTqSx4LFDef1N0NsYfYlwYHc8zToAAAQIECJxbwPYIpHLBU0K+pXe6LxdBXdel7XaXNttNinZZzj9Szjn5R4AAAQIECHxdIDoe46uvtrttapp9OceWE+/XN2dNAgQIECDwBQGrEFihQOnYiHbYbrdL8fTZvj8Ef1cocdYi/zjr1mxsVQI55xR/iBEEjrtko/DjnbExLhEgQIAAAQIECJxBoGyiNLvSjxLkrYHfckG0rY9C2pegr+Z84fFDgAABAgTOJhAh374fUvRzRIrOyLNt3IYIECBAgAABAu8JrHFeCf52JeC73WxS9HVEjClnN7ifoyroMTqH4sq3ERdDcVfGeGHkb3PlFULxCRAgQIAAgbMLlOuhtG+aFHfDNmUYgeDYSc65BIFzjEoLFVAsAgQIELiNQDx2MPo54usW4tyb4mQsHR5HwoGDOqAOqAPqgDqgDpypDsTNd9HXsdlua6Mv5/X2cVSAM/4SAD4j5to2FYHfKHMM4w6N+CRw/KHWv/t0+I6YmP9einWloVxHSuqBOqAOqAPqgDqwljrwXtvorXkR8I07YaMjuu/72nYYl33pNk43JEBg9gIKQIDABQVenj9fe13Pv7ttvQEr+j2ig/KtlKKz8p301nqml/7zcpw5cFAH1AF1QB1QB9ZYB4b6qd/o68g5P+vrKM0DP98UEAD+JuB1V5/23uJiKT4JvN1uUt/H2/VDfiMi/DBqQIAAAQIECBAgcKJAtKFKis7nuMkuPn0U7a1IJ27BYgQIECAwWwEZn4pAORWntm1TdEweumWnkjP5IECAAAECBAjMVyD6NrbbXQ0Ax3jOOeWc51ugCeZcAHiCB2WOWcr58IcZz2ffbrbp/v4+dV1bAsF9imnxBxxpjmWbTJ5lhAABAgQIEFiPQOltjjZUPPZ5U9pVzX7/eCdszod213owlJQAAQIECNxeIB4FfXcXfR3d5TNjDwQIECBAgACBhQpEj0bfd2l8ouxCizmJYgkAT+IwLCsTQxrq45Hi7o2+75dVOKUhcCMBuyVAgACBFQmU4G88SyU+8RufNopPHUUweEUCikqAAAECBCYnEOfmOCdHZ2XXCQJP7gAtKEOKQoAAAQIEliQQAd9IUab4kGBXgr8RO4onncXrnLNP/gbOBZIA8AVQ17rJnMc/1MMwOi3jwig6LoeHQHD8QUdaq5FyEyBA4AsCViFAYEUC0U6KYG9cCEUbqnYwP7Sxcj60sVbEoagECBAgQGByAnFujqeeRZ/HcebiHP5eOl7WOAECBN4QMJkAAQKLFPjx82d9Ymz0dWy32xTtqB8/hCcvfbAJX1p4hdvP+alzMi6M4nuB4w87LoRWyKHIBAgQIEDgGwJWXaNABH7jMZOepLLGo6/MBAgQIDAHgThHj52Xc8ivPBIgQIDAHATkkcAyBeIpKvv9LkXbKYZN0z4WNOf8OG7k/AICwOc3XfUWc8714/o5Pw3LhNS0TX0s9BgEjmGky2FF1Y50uT3YMgECBAgQIEDgXAKl6ZRqZ/Jmk+KCKC6Q0sPGc35qV+WcH6YaECBAgAABArcUqOft7aZ+guWW+Ugp+j4i3TYX9k6AAAECBAh8Q2DBq3ZtW4K/u9S2XRqOOzsWXOapFE0LcSpHYuH5iD/sptnXIHBcJC28uIpHgAABAgQIEHhfoDSO6s1wZRgLRvsonpqy3e1KINgVUZisPSk/AQIECExfoO+H0qF5CALX83rJcgwjlVE/BAgQIECAAIFVCkRbKFLTNCn6OdoSBF4lxImFvtRiAsCXkl3JduOP+NQUF0bxiZbNZpNO/YM/ddvDkNPzNJTXkV5O9/q5Ew8e6oA6oA6oA+rA9etAaaOUtmK0c+L7fruuTff3mxSPfi6T60/MeyvVBfwiQGDJAspGgMCMBKKv4/7+PkVfR993jzkfz+OPEz4YGZf/ePiy7VbaFUOkl9O9Hv7oK2LCRB1QB9QBdUAd+EwdeHrSSIQSX0t/NnDGtkzEgrbb02NBf27JlO8KxBH77jasf3GB5exgGFIN/sbz3k8NAi+n9EpCgAABAgQIEBgFoqN2SNFRHHfD7na7VJpJKec8LmBIgAABAqsUUOg5CkRHZ5zLt9td6rt4vGGc1edYEnkmQIAAAQIECHxdINpEsXbT7NN+ty99HtpE4XGrJAB8K/mV77crF0Sbzf0nvivnk52hQ1k+0hKclYEAAQIECBBYlEBcEMWnhdqmqZ/67dou/fhxaJbnXNowiyqtwhAgQIAAgeUL5JzrTVxNObdvttva1zEMfS34MAz1CWX1xUe/6vxcf5/8K/o+Ip28ggUJECBAgAABAqcJjO2Yt4bHWzks06dtaQttt7vU9Ye20PEyxq8rcOhpuu4+7Y1AFYiOz3gEQFwg1Qnv/vrkBVAeUoqU/CMwbwG5J0CAAIFlCcSngqLtUz8ltNulXb0jtq+dxjl/sr2zLBqlIUCAAAECsxbI+XAejxved6XjMz71MjwEgT9XsMN2Tl4n+j4inbyCBacqIF8ECBAgQGBuAsPDjW4xjLxHH0f0d/SCv8Fx8yQAfPNDsO4M9P2Q4pPAmz++Fziq5nEKp/H18fjDtGd3u/axgESAAIG5C8g/AQILE/j582fqy0VQs9+n+PTveIGU8yc7ehfmojgECBAgQGBpAkMpUNzwtd83aXgIAg8PHaRl1oufh36NNA5j9mvjD9P0fwSQRGBpAspDgACB2QkMpX8j2jfRzxE3u9/f36fdblvLkbN+jgpx41/RerxxFux+7QLlGqg+/nDzqUdCf6QWQeBIHy1nPgECBAgQmKKAPC1JIC6Ihn5Iu2184ndXgsDRLXwoYc4uig4SfhMgQIAAgWUJ9KWzI276ik8CR8fo5UoXfR+RLrcHWyZAgACBSwrYNoF5CwxDn3bxhLPtIfg779IsK/cCwMs6nrMuTR8do7tt/a6clJ46Rk8qlMcdncRkIQIECBAgQOC6AkPp/B36Pu2bfX3qSXwHzlDaOdHSyTnXRz//kSMTCBAgQIAAgUUIRBA42gDbo6ee1bZBaR98uYD6P75MZ0UCBAgQIDA5gYlnaCgxm9dSfcJZac/s9/saz2naNv34+bOU5tDPkfNhWCb4uaGAAPAN8e36T4Gui7tFHoLA5Q3kzyVMIUCAAAECBAhMX6B27pbAbyrtmbgQ2u92KTqBp59zOby1gP0TIECAwLIESlMgtV1XPxnTls7RsXS1rVBmxnCcZkiAAAECBAgQmJZA3L7+lIahL90cfYqnnNSvu9jtUwSBh9KmyVnQ97PH7tLLCwBfWtj2Py3QlSDwdnOfNpu71PdtWX98lFEMI5VJKYbxZtOVN5ySSgfrMJRhTUOZNqZxmuGTDwsW6oA6oA6oA+rApetAKm2VoaTtblM6fDepL22UXD+xE+2X4ait8ud4tHQkAgRWKaDQBAgsVCDnnPrSbxGPR9xut6nr2toWOBQ32gZdGT30c5SR8vPn+GPbpWzncbx0tg6PSfvuyYUFC3VAHVAH1AF14Bx1IEU/xkMaSh9HpK7EbDbb+xL43aa+BoSTp5ulaf4TAJ7mcXnI1XoHfbmA2TdN6TDdpbhIKldGjxhxcfP4wggBAgQIECBAYCIC0UaJlFK5JCqds9HJGymyl3OOgUSAAAECBN4QMHkNAtFOiE8BR/ugaw9B4Jj2vOzxKZvnU7wiQIAAAQIECNxS4NBeGVK0X5pmn5oSuzlMS4K/abr/BICne2zkrAjEG8n9/X3a7bep77oaDI43ljGVRQ4/cRfKYWw5v5WEAAECBAgQmI1AtE3iprXo1I32Swy70nb58ePQ3M4514uinPNsyiSjBAgQIECAwHkEop0QW4phpL7rSz/HLo2PTEwx8zF9EADW//EoZYQAAQIECBC4vEBtu/R9abc0aV+Cv23blf6Nw35z1sdxkJjm70OP1DTzJlcEqkB0psbdsZttCQKXN5r4VE2d4ReBBQsoGgECBAjMTyACvm3bpujMjbZLtGFyzuXCKM+vMHJMgAABAgQIXEwgQrx9P9Q2Q7Qb+trXcbHd2fDEBWSPAAECBAhMVSCCv/F01ujraJsm9aX9csirfo6Dw7R/CwBP+/jI3ZFAdKrGhdFQrpTqG8/RPKMECBBYkICiECAwM4GfP3+maKfEBVHXtfWCaBjiu/tSuU4qDZeZlUd2CRAgQIAAgesJtG1TA8G9IPD10O2JwHQE5IQAAQKTFYh+jUjb3a4+8jm+tjPnXG9yz/kwnGzmZawKCABXBr/mIhAdq/GJmq7rdKjO5aDJJwECBAh8QsCicxIYhqG2R3bDZTncAAAQAElEQVTbbYp0aJ+MQd88p6LIKwECBAgQIHAjgdKcSBEEbvb79DIIHG2NG2XLbgkQIEDg4gJ2QGC6AtEGiTbKbrevN6rF65z1c0z3iL2eMwHg111MnbBABIH3+93jG89/99/9y4RzK2sECBAgQIDAEgXi4ic6aePpJJvNJnVHn9rJOdc7Yj9dbisQIECAAAECqxSIDtamadJ2u03NQyA42hnR3hjTKmEUmgABAgQILFVgouWKJ5xF/CU+hLfZ3Kdon4xZjTbJOJ6zfo/RYspDAeApHx15e1Og6/oUF0XR6Rp3oby5oBkECBAgQIAAgTMJDEOfxlRG0nhRFI9BOtMubGbFAopOgAABAusWiC+NiKeJ7EoAOALBfdetG0TpCRAgQIAAgasJHPo6hvp0s3jC2X6/q30ekYGccwykMwpca1MCwNeStp+zC8TFUftwh2x0wJ59BzZIgAABAgQIEHgQGIZ43HNKQz+kvqTtbpt2JcX0nN+/GIpljtPDJg0IECAwChgSILACgeO2wHvjfd+Xtkaftg/ftzeU1yvgUUQCBAgQIEDgRgJjuyQ+bLepTzjrUukCSTn/SDnnmsasjcuOw3G64TQFfkwzW2vPlfKfKhBB4Lg42pULo0MQOKacurblCBAgQIAAAQKnC3Rtm9quTXEn7G63ryvmnOvQLwIECBAg8DUBaxH4UyD6OSJFX8e+aZIg8J9GphAgQIAAAQJfF3gK4A4pxpumTdHuOERX8rOg79f3Ys1bCwgA3/oI2P9ZBOJNKt6gIsUjk1I6vFWdZePX3oj9ESBAgAABApMSiO/AifZFUwLAcUds23b1YijuiJ1URmWGAAECBAgQmJfACbmN794TBD4ByiIECBAgQIDASQIRS4kbzdrSxxHtjBhGyjnX9XPOtc8j51xf+zVfAQHg+R47OX8hEG9c9U6V7TbFMOmVfSHk5RwE5JEAAQIEbi8QbYrjFN9/EymCwNG8iHk553pBdPvcygEBAgQIECCwZIFod0Tn7L7Zp77vjoo6lG4PN78fgcxuVIYJECBAgMAtBHLOtQ0RfRxxk/u2xFMiIJyzfo5bHI9L7lMA+JK6tn0Tgb70zMajGbe7Xbk46m+SBzslQIDAFwSsQoDAlQSGoS8XO6+nvuvKvKG0IboU43ExdPgOnKc2Rc6Hi6Kcnw+vlH27IUCAAAECBFYmMNR+jiZtt7sUbZPopO37obZZhnfaNea93t7jwmUCdaD8/ToOjoM6oA5cuw4Mpa+jrymCv4cUfR2HG8qG0t5YWRNr8cUVAF78IV5nAeO9Kh5b8OcjoYfSwDq8oa1TRqkJECBAYJoCcjUNgZxSCeoOfZ+6rk9N1x59B07yjwABAgQIECBwU4HoqI0b3qOvoy/tldLBcdP82DkBAgQIfEXAOgRuIxA3uTfNPm2323pDWbQrDjkpfSGHEb8XJiAAvLADqjjPBeJNLC6M9vumdOR2qXeHbLk+7CV3SKsD6oA6oA6sug48by2Mr3L6l3/5l9JW6OuFUNxI1jVtiQcfLoRyPgzHpc86tDECBAgQIECAwIkCccN79HU0TZPi9vah9nOk0raTwkZSD9QBdUAdUAcmXQfKyfs2+RtS07apbbsaJ/Fp3xMbXjNfTAB45gdQ9j8W6Ps+Nft96czd1Te3j9ewBAECBAgQILAmgUPH6ZCaZl8uhpoaBI72Q7kuqwHgnAV/11Qfrl1W+yNAgAABAp8ViE7btnTi7ktfR1f6POJ1JFHg0nq7Ta+6aAt3dUAdUAfUgcnUgWddGOW4DKWtsH/8gFx8OKycLz/b+LD8WQSuvREB4GuL299ZBeIC55TUlze6vutrELhpomPXm9xZD4SNESBAgACBmQqUJkIayv/4JM22fq9ek447UqOdMdOiyTYBAtMXkEMCBAh8SyCCwNvtNt3f33/7hvf8IyeJgTqgDqgD6oA6MP86EP0cYwMjPvW73e1S17Zp7N/IuZTxRRqXN1yWgADwpI6nzFxSoAaB+6EEgffpMQgsDnxJctsmQIAAAQITFsipxH3rBVDXdqVtcGgfTDjDskaAAAECixJQGALnFdiXzt2266J5k1Lp1E3+ESBAgAABAqsUiCea7ZvDd/02ZRivIzaySoyVF1oAeOUVYK3Fb5rm8GXnZRh3vhzfFXMzEzsmQIAAAQIEriCQS9C3xH7Lyf+4PdCWIPDYV5pzCQ5fISd2QYAAAQIECKxU4ALFjvvbIwi8j8dCx6d8LrAPmyRAgAABAgSmLVC6OlJb2gHNbl+HfT+UPpBoJRz6Qaade7k7t4AA8LlFbW82An199v0+bTbbFI99rBkv74XxJlnH/SJwRQG7IkCAAIHLC8Q5Ps75cTG02+3SLjpIuy5Fm+Cwd4Hfg4PfBAgQIECAwBwFSpdG7eyNNk60d+L1HMux9DwrHwECBAgQOJdA9HM8paE+/bQrAWBtgHMJz3s7AsDzPn5yfwaB6PSNO2Tbtkv90KchUtwZI6WBAQN14Bp1wD7UM3XgGnWgXP0M5aoozvt9X875JfAbzYicc8r5eYrpEgECBAgQIEBgrgLR5mn2+xQ3vB0eCz2U/o5DeqtMwzXaY/ah3a8OqAPqgDqgDpytDnTdIZbRl/6NuNl9u93VG8FK94d+jrcaPCubLgC8sgOuuK8LRGdw0+xTV4LA8cb5+lKmEiBAgACBcwvY3jUEhjTUi6A41zdNU8/3cUF0jX3bBwECBAgQIEDgFgLR1onO4LjhvWnaFEHhW+TDPgkQIEBgFDAkcEaBnOvG4lx/iG2Uvo4SCHa+ryx+PQgIAD9AGBCIwG9b3iTbtk0xJEKAAAECBAjMWyACv/0wpK7rUwR+o/MzLoyiQzRKlnP+467YnHPMuk6yFwIECBAgQIDAhQWiIzjaQdHXEbuKtlC0j2JcIkCAAAECBK4kcIbdRF9G9HPUYenraNsmtW2X2q5NcX7POdc+jthVzofxnN8fxrLScgUEgJd7bJXsCwLxRhmpafbljbNLcVEUF0sxjHR4g336HdM+Sk9LGyNAgAABAgQuLTCe/mM/fT+keBRSnNfjrtg4p4/zDQncWsD+CRAgQIDANQXatq03xPV9//Rp4NIpfM082BcBAgQIECDwNYGIQUSfRl/6OaJ/I77qYb9vUozHtK9t1VrXErjVfgSAbyVvv5MUiDfRSPGmGd+Vs9/v6ptoTCtXSDXPOR/92QxDqtNfG5alXUsVBD8ECBAgQODKAkMaUpzLu+joLCkuiCILOecYlFP38G6qC/lFgACBywnYMgECBK4ukHOu/Rv90Jd2UkllGH0dpVWU+ujTuHqO7JAAAQIECBA4RSDO1aUTo/yUsXojV19v6hrXrefzci7/ynDchuEyBY4iWcss4DxKJZdTFei6Pu33+3qRlMrFUk7lf07xu6ZUpr2ZUkrZfwIECBAgQOA6AnGD1pDqOTse9Rzn7/ikyyH4m5N/BAgQIEBgGgJyQeC2AtHPEW2k3W7/0N/R3zZD9k6AAAECBAi8KVBCvqne4F4Cv13fpS6GXZdK98eb65hBYBQQAB4lDAm8IRBvpm3TpPhEcFM/RdSXN9ghne0O2Tf2azIBAgQIECBwgkDO9bwcd7rGeToCv005b/floijO4TnnlPMhnbA1ixAgQIAAAQIELidw4y1HeynaSHGDXAwjEBwpshV9HJFiXCJAgAABAgRuLxDn5f7hkc9x7o6nnMWwL/0dOevnuP0Rmn4OBICnf4zkcAIC0YEcb6xNs693yA4xYQL5koX5CygBAQIECHxPIC5+mhLw3W63qYmndpQLoe9t0doECBAgQIAAgeUKRBD4uHSHttQ+9X2XhrEdVTqVo9tjSPH7eGnj3xGwLgECBAgQOEmgnIcPwd++PuUsztWR+hIMjvO42MRJihYqAgLABcEPgVMF4s013mx3pZM5hqeuZzkCBAi8ImASAQLfFIguyfjUStuWDstyko7X39yk1QkQIECAAAECixXI+fBpoZzzszJGW6qmEgSOvo6+BIIjGDyUjubaAV3aWc9W8IIAgc8KWJ4AAQIfC5Tz85CGelNW27YpUte1aRh8XcPHeJZ4TUAA+DUV0wh8IBAXQOMjJgcXQh9omU2AAAECfwqY8iWBcjEU60WgdzwXd10Xk2rKOdfHPdcXfhEgQIAAAQIECJwsEEHfvu3Sbn948llb2ljR3iq9zidvw4IECBAg8JqAaQROE4j+jXjCWcQdYryem/vBqfg0Pku9IiAA/AqKSQROFYi7cOINua134kR39KlrvlzOn+JLEa8JECBAgMAzgRLc/fEjp67v075+JcOuPgrpeJmcDwHgnL83PN7mRcZtlAABAgQIECBwI4GcX28nRXaiVyNuch9Ke+v4ewZjnkSAAAECBAh8QeCDVUp4Nx1Sqp/4bduu9HX06RD89cnfD/jM/kBA1OkDILMJfCQQb8bNvklN6Yxu2zbFxdJH6zyfnx9ejsOHlwYECBAgQIBAvRCKT58MQ5/25Xy73+9SU4Zd13/hnAuUwO0F5IAAAQIECExZIOdc2l/pkEr7K26+i/xGcDjVeUOKtllMkwgQIECAAIHvCfT9UAO++/2+DJ+ecDZ46uj3YCey9q2zIQB86yNg/4sRiI7opolAcJP6/nB3TlwURfqzkPGn9yP1Qy4plRQXUDGM1zE+pngtHZw4cFAH1AF1YD11YDwPDiXIW86i5cIngr5NuSAqo6Xv8emmqbgoOncqe/RDgACBSwjYJgECBG4m8KX2Uj+k6N/YbDZpt9vVTyZFWywKEX0dkWL8lNTX/g/teQ7qgDqgDqgD66oDr50j46aqtuvSvsQS4lHPXdc+C/7mnGu/R875tdVNI3CyQEShTl7YgucWsL0lCnTlzTsCwXGRtMTyKRMBAgQIELiGQFznxOMH+75LTdvW9JlOxmvk0T4IECBAgMDpApYkMD+BaHuNfRu1r2O/rx3UEUz+XGl0YH/Oy9IECBAgsEiB0tER59Z4imjED5pmn5oSBG7bp0/+LrLcCnUzAQHgm9Hb8ZIF4gIpHtsQb+DD0Kd4Yx/SUIcxXsv+7NfLP8V4HenZQl4QIECAAIHFC9TuwSGlvutT3BEbF0J952Jo8QdeAQkQIECAwJIFFlK26M9oSmd127Yp+j3iUS0xLdKfRYw+jTHVFt6fi5hCgAABAgTWIFACv0PEBvqu9HMcPu0b59HxqRqvEeSc66eAX5tnGoFTBaIlduqyliNA4BMCQ3kHj4ui/W6f2rZJXdzJU6Z9YhMWXbCAohEgQIDAc4EcL0vgt366pJw341FIEfitF0VlXs7ZxU9x8EOAAAECBAgQuKVAdGtEX0d8NUfcrBd9H3/mJx9NivFIR5NWNqq4BAgQILBugdrP0TQpPjAWMYLo5wiRnJ0fw0G6nIAA8OVsbZlAFSh92SUA3KWu7w6Pr+zjE8FdGlJ8mim+K3hMdfHyy59lQfBDYMkCykaAwJFAvdwpPYnlJ8Xjyj/URQAAEABJREFUntu2q5/+jc7EOIceLWqUAAECBAgQIEBgIgLxqd9m7Mzuos+jL/0cKR2+23LMZLT0xjROMySwKgGFJUBg5QLRt9G27SE+0PUpgr+RVs6i+FcSEGm6ErTdEOj7ob7Bxxt+XCTFoy3jJp+4FKo60fP9MtUZfhEgQIDAcgSUpAqU811cBPV9n8Y7YXf73eFu2L4rnYdCv9XJLwIECBAgQIDAxAWiPRefaIp+jnj6WbTxJp5l2SNAgMCVBOxmjQJD6eeIc+OY4ulm0e8xWjhPjhKG1xAQAL6Gsn2sWmB8U49hpPHNPx6V1Jeg8PG0uIN2TLXru3SQrxpP4QkQIEBgcQLjeS8ugOIRzzHsHi6QUs7lJy+uzI8FMkKAAAECBAgQWKhAtOn2+6fHW0b7bhj61A9dTSlFF2SkhQIoFgECBAisUyD67x9SX/o2uq5P8Zjnru1S27Qppo0wOefa55FzHicZEriogJbXRXltnMDrAkM5KUSn936/r4+F7rpyMijTYvrxGjUIfDzBOAECBAgQmKvAw3kuznVxs1PcFds9PC4wipSzC6BwkJYroGQECBAgQGANAtHR3TT7+mSXtrT14nW0/9ZQdmUkQIAAgfUJRP9GnOtqque9rn4VZHwdZD/0yTlwfXUiSjyVJAA8lSMhH4sWiDf6l6kvHeFxYohHQvclADz0bTHoH1J6PDnEemXiqz8xTxqqFQcO6oA6oA5MvA6UM1kN+rZtGvrDJ0GGdDjvDUOXnqehvH47lU35IUCAwJwE5JUAAQIrEiid3aWNF23z6O+IG/5ifGzrfRXisI2324fms1EH1AF1QB24Zh3o49O+pX+jL336Xdekttunfij9HaV/I5Xz4JiGEgM4Tm+dB4+XOR5/a3nTCZwiIAB8itLZl7FBAs8F+nIiqKl2iPcpTiCl57v8+AzwcymvCBAgQGBuAuPneuMCJh4F2PdDPc/15WIppkWaW5nklwABAgQInC5gSQIrFyj9HUNp942B4NAY24cxLhEgQIAAgTkJRB9GTUd9G9HX0cWjn0uKPv46P85/Jc2pbPK6PAEB4OUdUyWausAb+YuO8HqiaNp0uGuoEQB+w8pkAgQIEJi+QHTsHS56UjmvdalpmtTF3bFDl/ohPvk7/TLIIQECBAgQIEDgWwKrXrkvfRpdauNTUW1pB3ZdqkHgEgyO/vBDO9FN76uuIgpPgACBmQnUc1c5j/XlnNbHB7livKSYPrOiyO5KBASAV3KgFXMeAnGy6MuV0CEYXDrIywlkHjmXy1MFLEeAAIElC8R5rKZy/mrLBVHbtGm326VmvysdfvsS+G1rR+CSDZSNAAECBAgQIEDguUA/RDB4SNFhvtvt077Zl7Zhl4bSZoyUSj/I4xoxHmmcEOORxtczGsoqAQIECCxHIPo64nzV15vau9K/0aVyZiuT3My0nKO8vJIIAC/vmCrRggTi+3L2peM8hkNc8DykGJeGeoLlwGFGdUCdLe9hjteC/2bj8Ucl6Buf8o3gb3Tw1c6++O6bPKSc02NK/hEgQIAAAQIECKxCIOdc2oC5lnUov0trOEXQN9qMXdeneGxmX64T4kb4uFao4+V1jEd6+TqmSUNiMHkDx+jo71h9VV9nXwfG/o6urTcwdX1Tgr9dStnTzZJ/kxYQAJ704ZE5AinFxU48NnO/j7tkm9S0bRrKSYcNAQIECMxJYKF5LRf1qaRh6Mv5qqRyforz1hDTHopc+vzKWOnue3ZhFBdJkcosPwQIECBAgAABAqsRyDmXTvNUU1/akMPDp4CHh/FoWwbGUNqTMZQIECAwPwE5XpRAOR/F+aqv/R19OX+VwG/c6P5YyOjbiPQ4wQiByQgIAE/mUMgIgfcF+nJRFN+XE58GjmFduvSnl7NOHfWLAAECBAhcVSAuguq5qU9dvQu2SV3fpL5vSyoXRWX+mJ/8I6ecf6Y6LOPj9NUMFZQAAQIECBAgQOAPgQjytl2Xaj9H25U2ZbQr+9qWjEBwzP9jJRMIECBAgMAlBaIvIx7zXPo32naf4jzVxTmqj/NUCf7W/vh3wmqXzJttE/ikgJr6STCLE5iCQFs62tumSXH30RB3HMWJaQoZkwcCBAgQWI3AkMr/cv4Z4tMaZRif4xjqcDUECkrgJAELESBAgAABAu8LRF96X9qRfWlXRhr6QxB4KK8jvb+2uQQIECBA4HwCXQR6y3lov29SvUGp6w598OU8Ff0e59uTLS1RYGplEgCe2hGRHwLPBOLxEa+ntmtSF6ltUoynoStrvly2TPJDgAABAgTOJRAXPCX18X1tbbkIKhdFfTn/DGXakPqUc+2+K3vr01Cnd2U4pKHPJY3DXOZHEzRSGfVDgACB5QooGQECBFYrUNuH0UZ8TNEu/DOl0oaMdmMMI8X4kA7LpRRty9KGLO3KVJZ7P71PPfRlO9JDm5yF+qAOqAPLqQPvv/u/P/e4HqRyvorzTD0PDX1dMefov4jxvvZ35Bz9GJFSGmo/R8yP15HqKn4RmJSAmnnVw2FnBM4sUE5McVEVj4dumqYEhOMiqT/zTmyOAAECBAgUgXLOiXNN3AXbtOWcU4O/5aKxTC9z/RAgQIAAAQLPBLwgQOCzAtG/UVMJ1EY/x+FrRtqymWhzlr6OaHdGKlP8ECBAgACB8wgMqe+7FJ/2jT6Pw/mnTzlHcPc8e7AVArcSEAC+lbz9rk/gAiU+3At72HCMH05QXQ0EJxdFBxi/CRAgQODrAnEuKSnOL3Ex1JfxoX4S48Umc18n5B85Raov/vil2fkHiQkECBAgQIDAMgWU6ssCOecUbc5IXTx1pqS2aWs/R1/aoZEiSPzlHViRAAECBAgUgWHoU/R1dF3pS+/71JUUr0u3R5l76OMoI2/86N94A8bkiQmoqRM7ILJD4FsC5Qw1PNwp23aHC6ShnLzKNdK3Nmvl7wvYAgECBGYnUC6G4u7X+onfeMpEnE8eCxEXQ2N6nGiEAAECBAgQIECAwFkEhujfeEgRDB5KX0fXdimGhw760hYt89OYzrLX82zEVggQIEBgYgLjuaIM4/wSX6XYNvvUdvsS+G3LqSS+WjE+XjWxfMsOgW8KCAB/E9DqBKYkEBdFkeJE1sfFUdel+MRWpKF03A9lWqQxzzEuDYkBgwvXAXXs4b2H89T/1vo0DKVTraSU+tR2TerL+JDiQqh0sJVpMf2QxjNJDMu84aFJGcNIMVkiQIAAAQIECBAg8AWBnHN99GbOh2Fsoi+d9n3p1+hLP0ekZ5/YSkNpx/YprjdiWYnADQXsmgCBCQnEeSFSnEO6rk9d16a22aXdfl/6O14GfI9fP/RxTKgsskLgKwJq8lfUrENgRgJx6uqHvnTkd+XE1tdUro1mVAJZJUCAwJwFpp73oZwSSooOtUjRqVZS2zblwqgEdt/Mfswb08NCccJ5GDUgQIAAAQIECBAgcAmBaHLWFDeZlr6OIVIZ70sqrdqUSpu2pkvs3DYJECDwroCZkxCoJ4nyK84HJUNxboggcJwvoo+8r9PH/ozjYVnYD4GFCQgAL+yAKs66BXJ+ujv2pcRQTm5xl2yk8RPBL5fxmgABAgTWIlAugUpnWe0oKwHfru9SnB/6rj8MSwdazodzSs6vDB++6ze+7zfSQS2alWM6TFn9bwAECBAgQIAAAQJfEsj5lTZomTZuLDrwD5/m6lP0cRzasl29ibEr7dyhtHEj1WBw6Q8Z1zMkQIAAgQULlPf7Ic4BZXg4R7TlvNClvvR5jN/xe3rpP9m/cfqGLUngagJRi6+2MzsiQOC2AkPZfaS+nAjrBVIZxkkxpTI1v0gxrSzvhwABAgSWJHB4rx/KxdAhlYBvdI7F61LMobz3lyXKmB8CBL4rYH0CBAgQIEDgegLRhu1Lm7aPfo64qbG0cfuSui6Cwl2JA/c1XS9H9kSAAAEClxUo7/ylP3uI9/3HNJRgb6Q+xfmgL+eFIdJlM2LrBNJUCQSAp3pk5IvACQL1BBYnsTdTXOS8kVKf2naf2q6paSgnyhoILp3/dVhOoHX4Tj5iHamvF5EcOKgD6sAc6kA/RAdYWy6EupqG8noo54M6jPEhl/e0SEMZvpP6ssxxejwPdWW9+M7gd04eZhEgQGD5AkpIgAABAp8UGB7bk++0QY+Webn5aM+mo3Zt35c2b0lDKu3TMn1cfih9H5HG16cOYx2pL219ST1QB9SB69aB19+nD8HfNPZjl2GcB/ro1yjv+3VYzhmHdSO/0U8Rj3s+TEkpwmIv0zhvHMbykcbXhgTmJxC1fH65nl2OZZjA9ASGh5NgDOOu2KZp6iMx4nW53IrTZko5+UeAAAECCxCIt/xIh6KUd/k+LoD6EgQu408zDrP9JkCAAAECBL4hYFUCBG4lUPszStu2P0rxCNChH1I8+jPm3ypv9kuAAAEC5xEovRil3zpCv4exYehT9G2Paaj9HWVeORcMD+k8e7YVAvMTEACe3zGT47kJzCi/caKMxyPFd+cM5QKppnISnVERZJUAAQIEjgTKtU6KC56+vJf3fZf6+ji8IfVlRvk5WtIoAQIECBAgQIDAtwVsYJICfW0LPwQISiO4/JQ2cl9TOuHpZ5MslEwRIEBghQJDCf0OJcAbfdfRv9G1XYoUr+OGn+jbHlboosgE3hIQAH5LxnQCKxYYSvC3XAnVAEFfroz6+rikOH2OacU4nyy6xQkQIHBtgQj4Ror376ZtUtO2abwIioul9/MTjzeK9P5S5hIgQIAAAQIECBCYm0C0j+tN7xEQjr6O4eGRoGcKAs/NQ34JECAwD4GxP7oM63t36dkow0P/dXwSOKV4f/+zLNG3EenPOaYQWIuAAPBajrRyEjhRYAwatF2X4sIoUh93Uz287ktweCgXS5FO3KTFCKxVQLkJXFVgKBdAfenE6vs2Req6Jg3ldbkUKvno6/gw5DKM5/tHE3BMZXb9cWFUGfwiQIAAAQIECBBYtMDYVo7+jvbhZslDgUtw4TDiN4HPClieAIFzC+QI9HYp+jm6vkmH1JY+jcO00kVd5pUej9KVEX0dKUUfx5iJMnEcNSSwYoHjv4oVMyg6AQLvCcQlUE1DnHj7cnKNYSon3PfWMo8AAQJrFrhe2ctbc3k/Prwvl3fmVN+vH3afc34YO3UQF0mRTl3ecgQIECBAgAABAgTmKlD6N0oEIYLAbdeUvo74RHC0pudaHvkmQOA2AvZ6boHHfo7SwzHUDyKV3o54ey4zhpKe7a9OfzYlpdoVEn0bkZJ/BFYrIAC82kOv4ATeFsg5p5yfUiwZJ9e+nGC7+J6FSHHyrSfhwwm4zCoBiOfjsZ5EgAABApcRiPfdeF/uy/txvDd3fZeG0oE17i3n5+/j43TDKwjYBQECBAgQIECAwKwE+tLPcQgEdyUQHAGDiCiUPo7o9yhpVoWRWQIECMxMIPo3xtSXkT76OerTKA836kS/dE2lXDk/9XXkXMZ/HFKZdZsfe6clNWIAABAASURBVCUwYQEB4AkfHFkjMFWBesItJ+OhXCAN5YT8Vppq/uWLAAECcxUob71pKL8OqU+H9+H49O/YQTXXksk3geUIKAkBAgQIECAwX4HHQHBbAsHR5/GQ5lsiOSdAgMC0BR77N8Y+5njffej3mHbO5Y5ASlM3EACe+hGSPwJXFDiccA+BhMN4l4bhKaUUd8EeUp1eXtfh0TLj65RLYKJMj6FUzIoHBw7qgDrw1TowxPttTV3qy3trpPp+G9PK6/H9eXi4SBqHf55CyjEo64zLH4bjUtEsHNM4zZAAAQIEPiFgUQIECBCYrMBxO3jMZLR9x/FxeFiuH9rUdvvU921NXRnWtrNr+/TVaxrrlbql/qg/K6wDubzVjin9GNJQ+iRqf0bpy4j31r4Mx9d1+DA/PfwbXvRzPL3uar91fW8u6xyGqUwb0tDnsnbZ8bPvBS6T/BBYmUD8FaysyNcsrn0RWLZAnHD7chJ+meJzaGVyOaGX8seLMvBDgAABAp8TqO+j5T106IfUNE1q2yZ1XZfqe2/fp3jvjfHPbdXSBAgQIECAwGUEbJUAgSUKRJu7ptL+btoSDO760h5fYkmViQABApcRKOHY0kd8+H14Az2Mx+94Hf0a9X22dILEMF5fJie2SmB9AgLA6zvmSnwtgRXvJ07U8dikCFR05SKpnL9XrKHoBAgQ+JxAvIceUnQu9TXQG1uI99KYHu+v8VoiQIAAAQIECBCYiIBsrEYg+ji6TiB4NQdcQQkQ+LZA3NT+mErHRt+X0O+Yytajn6MM/BAgcAEBAeALoNokAQJPAn0JAP9xcTQ8zV/qmHIRIEDgJIHyfliuf+Km18cU68UF0HiBVGfERIkAAQIECBAgQIAAgZsLRPv9EAjuUvR5xOtINWOlfV+HfhEgQGCtAuV9MN4Tx5Ti879DX7o2+vKeeZhZfpepawVSbgLXExAAvp61PRFYrUCc8OPiqG3b1LZdivGYtloQBV+6gPIROEkg3gcPjzcqF0Fdl/qH1HV9ihTzxpRzTjk/pZN2YCECBAgQIECAAAECBC4mEDdtRru9rX0drf6Oi0lPesMyR4DAkcDLfo6u9HO00Rc89nP0pf+jLBTvn2M6Wt0oAQJnFhAAPjOozREg8L5AnNzjDtnu4ZFJfTzyI277itXGYYxLBAgQmKXAG5ku72/lGicdp8NdsEOqn/Qtq5VF3AFbHPwQIECAAAECBAgQmKPAW/0dcQ0Q5RmHMS4RILAEAWUYBeL9LdLLfo5xviEBArcREAC+jbu9Eli9QDQK4pPAXdelSPVusL5PMT0umiKtHgkAAQKzFji8n5XLnxLZjU/yDkP/+Cnfw6d9y+vyvhfzZl1QmX8SMEaAAAECBAgQILB6gbgOOO7viLZ/13alv6MvaXhIh+uEWDbS6tEAECAwS4GhvIEdUv/Q31GGa+nnmOURk+m1CQgAr+2IKy+BCQocGgpD6qOBUALC8bqvnwweHi6MXh9OsCiyRIAAgSoQ72NDCfg+pnh/i/e1MrfEg+snfWNYXvohQGAhAopBgAABAgQIEHgpMERwpEyMtn/0c4xpOL5WqOOHfo+yqB8CBAhMUmCI97MXaXxPi2G8z0WaZOZlisCZBeayOQHguRwp+SSwEoH4JFx8h040Kj4qciwjHS4SOXBQB6ZTB+I9rF78RMB3TA9vaC+P08PkP252GacbEiBAgMAsBGSSAAECBAi8KTBeA8QC43j9GpjxWqEMY16kcX6MfyaN6xlO57rQsXAsllYHxvek6O8YU5RxnB7jkd56PU43JEDgegICwBextlECBM4hUIMoXZ/611K5QDpuVJxjf4/biNvVIj1O+ORIrBvpk6s9Lh7rRnqc8MmRWDfSJ1d7XDzWjfQ44ZMjsW6kT672uHisG+lxwidHYt1In1ztcfFYN9LjhE+OxLqRPrna4+KxbqTHCZ8ciXUjfXK1x8Vj3UiPEz45EutG+uRqj4vHupEeJ3xyJNaN9MnVvrJ4vAe9lko0t/wMKW5oGdO43Ff2Yx0CBAgQIEBgygLyRoAAgdMExmuCGI7XCTGMy5fa71H6OU7b0hmXip1H+uomY91I1v+aQNhF+tra6duPlop9R7L/rwmEXaSvrX3743divuM9K9Jx0DdeR4pN9H1f+0BiXCJAYFoCAsDTOh5yswQBZTiLQDQiIsXF0Gsp5sUds325QHorfSkjteEWb40l1fFPbqWuU9ZNJdVx639KoJoVO36HC4FP4ZWF+RWEb9SfsvYpP+N7TrwHvZrKRuI9qgz8ECBAgAABAgQILFlA2QicQSCuHeJSLoaP1xoPj1k9w+bf3kTsNK69I9Xxtxd9dU5d5xvXX9YvrPyS+neb/p9S+8af8X3ntWF8OCf6PerwGu9LY6YMCRA4i0CcZc6yIRshQIDAtQXqtcI5dhobGlPKn9/iuO6QUrJ++vQ/fofGfjioP5+uPo93PH/V7/N7fFwjdvlaelzACAECBAgQIECAAAECixW4SMFKgCVFeth4jEZ6eFkHL1/Xiaf+Or6Acf15qtrTcvz0X4x1YI5/P081+VNjUeRPrWBhAgQmIyAAPJlDISMECHxGIO6MjeVj+FqKeXHnWgzfTbUVE2+FY/pkANj6hXe0i+Gq/YqF8heE039u/ffzTk7j/eOt9Np7zstp72zaLAIECBAgQIAAAQIECDwTGK8nxiegtW2XInVdlyLV8TKtK2kYDo9bHT4bCb719dey9l+On+v/gnD6j+NfrKLfbExXrj9l76/9RL9HTI/3k1NTLC8RIDAPgXjHmUdO5ZIAAQJfEHiv8fLx5kpjrDZQXywZ0yK9mPznyzfW/3PBN6ZYv3668w2djyfz4/dxLXl3iehQeS2VleK9pQyOfowSIECAAAECBAgQIEDgvAJx3fGYyqajKyIex1pG6894uVJffOvXw/Vz7OBL23lY/0vrxkrWd/0e9eCr6dr152U+p7//x/eR8qZxPF5LUqbVoV8ECCxOQAB4cYdUgQisR+C4wfJyvO8f7ojthxQXR3+kclET67yvVRpwL7+LpKyXYlqkOv7eFnKZWd5mP1yuLPbqj/XTSc6v4pWJuST+X7+IXK9fH+8b5QJovPv+5fDj945S9fysS0BpCRAgQIAAAQIECFxYIK5DIsX1SXwiOFJ8OrjvuhTTv7f7h+u/L1+DP6yv/+OLh4Ff+nLdC/Jcfun/ea3/J/o3Iv3RLxr9HpEe+j7iPeS1VGDrT85hXEf9IkBgRgLlnXFGuZVVAgQIfFIgrj1eTdHAKQ2d2Fw0cGL4diqNnHEjz77jo0x/9vqtLZTlxvVfDq3/FtrRdH61Ef+y7sRr9eeonnxuNC6A3kofvyd8bl+WJkBg2QJKR4AAAQIECBC4lUBcu8Sl4VvXNuP0z+Xv4Rr8eKXYievPY5E3xh/swutl4veG2fFkfl/p/4mbQh5T6esc/+5jWN8jSh/oy+o4vj7WN06AwMcCc1tCAHhuR0x+CRA4WeCxkRMNnRdp3EjbdakfutK+6sqk/pUUTaLSAI07EWuK8bJY/YnxSPXFO79imXi7fS3FvHdWrbNimdfWjWkxry70zq9YJpZ9LcW8d1ats2KZ19aNaTGvLvTOr1gmln0txbx3Vq2zYpnX1o1pMa8u9M6vWCaWfS3FvHdWrbNimdfWjWkxry70zq9YJpZ9LcW8d1ats2KZ19aNaTGvLvTOr1gmln0txbx3Vq2zYpnX1o1pMa8u9M6vWCaWfS3FvHdWrbNimdfWjWkxry70x6/4uz6kIcVFz3HquvhbT/Uu+eHFe0O8jo2NwxiXCBAgQIDAGwImEyBAgACBmwuM1y4xfCvV66Fy7ZNSXAuNKfo7Xst+XGeV661xdh2W16cGMGvfSSz/MsV2X9vf8bRY5uV64+uYd7zsa+OxzLj8y2HMe22d42mxzMv1xtcx73jZ18ZjmXH5l8OY99o6x9NimZfrja9j3vGyr43HMuPyL4cx77V1jqfFMi/XG1/HvONlXxuPZcblXw5j3mvrHE+LZV6uN76OecfLvjYey4zLvxzGvNfWOZ4Wy7xcb3wd846XfW08lhmXfzmMea+tczwtlnm53vg65h0vexiPwG/8XQ/Rt1n+xl++BxyWSm/2f8Ty4zKnDmOd43TqepYjQOD6AvEOcv29LnaPCkaAwFwExoZK5DfGIyDUx2OjSyi4XtNEuypSvI6FJAIE5idQLn7KVU5c6TxPpST1773Mj7//11JZxA8BAgQIECBA4B0BswgQIDAdgdeuacZpkcsYr9dG0c8xJv0dQSMRmL1A/H1/lGZfSAUgQOBLAgLAX2KzEoFXBEyavUBfgkERCI7v0XlM8QnhfnhxWRRvnZFmX2QFIDBbgfh7fSt1cTNH+Xt+a35cGM224DJOgAABAgQIECBwewE5IDAjgbj+iRTXR2NfR/9HP8dYoNf7OnLOKWcpZwY5M8j5ugbjX6chAQIEPivw+ln9s1uxPAECBBYs0A996sZAcAkqpcdHJj0VOi6mnl4ZI0DgNgLjo8xieJsc2CsBAgQIECBAgAABAssWWELp+v7Qz9GWvo7nqUnPXrddfR19IlJX+4Y4cLhOHWhKfYvU1r/BZ3+X9e+2KdOb1Pdt0ie5hHdlZSBwGQEB4Mu42ioBAosSiGBSn/qhTV1pWP3Z6OpqYysuoPoaID6t8LGsNBTX2SdlKPX+2nV5KPt8SvE3GGmof4vxFxjzYigRIECAAAECBAgQIECAwFsCh/6Opxvd4wt/x2mHdXLOh6eilWGSEoPM4Mx/B/FX95T68vcWKZVhpJiTjv49//s8mmGUAAECfwgIAP9BYgIBAgQ+EvizsRXNsUgl+vTqyoJRr7KYSOA0gRLsrX9bx8PX1szlb3NMr82/yDQbJUCAAAECBAgQIECAwFIEas/GUgqjHATOLHDNzZX+jcfdxXikxwllJF6Pqbz0Q4AAgVcEBIBfQTGJAAECnxWIAG+k+BTkuT4h/Nk8WJ7A4gRKwHf8u4q/reMU0/9I8T1WDynnnHJ+Oy3OSoFuI2CvBAgQIECAAAECBBYuENddUcQYSoenTnHgcM06EH9/0gQEZIHADAUEgGd40GSZAIH5CcQ9tDWVgNYYxPqosTi/UsoxgdMFPqr/dX7ZXAzLwA8BAgQmJyBDBAgQIECAAAECBAgQuJ5A9Cxeb2/2RIDAk8BcxwSA53rk5JsAgQkIjI9a+Xg4DPH9pF3Jc5+Ox1N6e91xubeH37vjsmTGD4E3BSLwepn09LfwXv2PeVH3Y/g8jVk+/tsZp0Wz5pA+yvu4hiEBAgQIEPiCgFUIECBAgMCqBOLa7Dvp+TXd8bXcOL4qToU9s0DObz/9K+eP5309O4f6+/W/jUO/3vO/jzE30bcxjo/D4wBwzB/TON+QAAECzwXiXeL5FK++IGAVAgQInCbwUVDqeP5pW7QUgXkKHNf1t8bnWTK5JkCAAAECBJYtoHQECBAgQIAAAQJMSL7jAAAQAElEQVQECBCYvoAA8PSPkRxOXUD+CMxU4K2gm+mHOzDX7jDTai3bBAgQIECAAAECBC4nYMsECBAgMDmBW/ffTA5EhggQIPAgIAD8AGFAgACBrwhMb53D42cOj4+ZXu7kaOoCH9Wf4/nx6KGvpO8ajHn47nasT4AAAQIECBAgQIAAgdMFLHltgfHaL4bX3rf9EbiGQNTtSNfYl30QILBGAQHgNR51ZSZAYBYCn7uD8fC9qp9ZZxYI087kgnIXFxyRnor0vC69Vr/aNAxfSYdPWD/tKT+Npud5OMz4aP5hKb8JECBAgAABAgQIECBAYJoCz68vD9eEb0977frzrXXGZd8aHtY7g4pNzFIg+hgumSK08jKNULHfcXwc6t8YJQwJELiOQLxDXWdP9kKAAAECVxA4bmDGeKQr7NYuFiJwXF9iPNJx0eL1mI6nf2f8+ALote28nH/u/b+2z1OmWYYAAQIECBAgQIAAAQIELicQ137j1mM80vjakMA1Bc61L/0b55K0HQIEThMQAD7NyVIECBBYnMDbd9se7pA1f90Oi6vwCkTgnAK2RYAAAQIECBAgQIAAAQKTELhZ/1Xfp6GPr8aaBINMXErAdgnMWEAAeMYHT9YJECBAgMDlBS59MfPR9j+af3kBeyBAgMCxgHECBAgQIECAAAECBAgcBD7TZ/GZZQ9b95sAgdsKzH3vAsBzP4LyT4DAigXi8UdjGhlee1sflzFM9TtmOfzp8F79Ob5Aifr13TTuaxy+3P44fRy+nD/uf5xvSIAAAQIEriZgRwQIECBAgMBFBI6v08cdxLXfOD4Oj5eL8XH6W8NYpk/D0EkLNvizj+Nw3N+qFS+n55xTzl9IpYrmkp7vf9x6nTG+eBjq33iAMCBA4EoCr70TXWnXS9iNMhAgQIAAAQIECBAgQIAAAQLLF1BCAgQIECBAgAABAgQIzEdAAHg+x0pOpyYgPwQIECBAgAABAgQIECBAgMDyBZSQAAECBAgQIECAwMwEBIBndsBklwCBaQjIBQECBAgQIECAAAECBAgQILB8ASUkQIAAAQIECMxRQAB4jkdNngkQIEDglgL2TYAAAQIECBAgQIAAAQIECCxfQAkJECBAgMBsBQSAZ3voZJwAAQIECBC4voA9EiBAgAABAgQIECBAgAABAssXUEICBAjMW0AAeN7HT+4JECBAgAABAgSuJWA/BAgQIECAAAECBAgQIECAwPIFlJDAAgQEgBdwEBWBAAECBAgQIECAAIHLCtg6AQIECBAgQIAAAQIECBAgsHyBpZRQAHgpR1I5CBAgQIAAAQIECBAgQOASArZJgAABAgQIECBAgAABAgRmJSAA/KXDZSUCBAgQIECAAAECBAgQIEBg+QJKSIAAAQIECBAgQIAAgfkJCADP75jJ8a0F7J8AAQIECBAgQIAAAQIECBBYvoASEiBAgAABAgQIEJipgADwTA+cbBMgcBsBeyVAgAABAgQIECBAgAABAgSWL6CEBAgQIECAAIE5CwgAz/noyTsBAgQIXFPAvggQIECAAAECBAgQIECAAIHlCyghAQIECBCYvYAA8OwPoQIQIECAAAEClxewBwIECBAgQIAAAQIECBAgQGD5AkpIgACBZQgIAC/jOCoFAQIECBAgQIDApQRslwABAgQIECBAgAABAgQIEFi+gBISWJCAAPCCDqaiECBAgAABAgQIECBwXgFbI0CAAAECBAgQIECAAAECBJYvsLQSCgAv7YgqDwECBAgQIECAAAECBAicQ8A2CBAgQIAAAQIECBAgQIDALAUEgD912CxMgAABAgQIECBAgAABAgQILF9ACQkQIECAAAECBAgQIDBfAQHg+R47Ob+2gP0RIECAAAECBAgQIECAAAECyxdQQgIECBAgQIAAAQIzFxAAnvkBlH0CBK4jYC8ECBAgQIAAAQIECBAgQIDA8gWUkAABAgQIECCwBAEB4CUcRWUgQIAAgUsK2DYBAgQIECBAgAABAgQIECCwfAElJECAAAECixEQAF7MoVQQAgQIECBA4PwCtkiAAAECBAgQIECAAAECBAgsX0AJCRAgsCwBAeBlHU+lIUCAAAECBAgQOJeA7RAgQIAAAQIECBAgQIAAAQLLF1BCAgsUEABe4EFVJAIECBAgQIAAAQIEvidgbQIECBAgQIAAAQIECBAgQGD5AkstoQDwUo+schEgQIAAAQIECBAgQIDAVwSsQ4AAAQIECBAgQIAAAQIEZi0gAHzS4bMQAQIECBAgQIAAAQIECBAgsHwBJSRAgAABAgQIECBAgMD8BQSA538MleDSArZPgAABAgQIECBAgAABAgQILF9ACQkQIECAAAECBAgsREAAeCEHUjEIELiMgK0SIECAAAECBAgQIECAAAECyxdQQgIECBAgQIDAkgQEgJd0NJWFAAECBM4pYFsECBAgQIAAAQIECBAgQIDA8gWUkAABAgQILE5AAHhxh1SBCBAgQIAAge8L2AIBAgQIECBAgAABAgQIECCwfAElJECAwDIFBICXeVyVigABAgQIECBA4KsC1iNAgAABAgQIECBAgAABAgSWL6CEBBYsIAC84IOraAQIECBAgAABAgQIfE7A0gQIECBAgAABAgQIECBAgMDyBZZeQgHgpR9h5SNAgAABAgQIECBAgACBUwQsQ4AAAQIECBAgQIAAAQIEFiEgAPzuYTSTAAECBAgQIECAAAECBAgQWL6AEhIgQIAAAQIECBAgQGA5AgLAyzmWSnJuAdsjQIAAAQIECBAgQIAAAQIEli+ghAQIECBAgAABAgQWJiAAvLADqjgECJxHwFYIECBAgAABAgQIECBAgACB5QsoIQECBAgQIEBgiQICwEs8qspEgAABAt8RsC4BAgQIECBAgAABAgQIECCwfAElJECAAAECixUQAF7soVUwAgQIECBA4PMC1iBAgAABAgQIECBAgAABAgSWL6CEBAgQWLaAAPCyj6/SESBAgAABAgQInCpgOQIECBAgQIAAAQIECBAgQGD5AkpIYAUCAsArOMiKSIAAAQIECBAgQIDA+wLmEiBAgAABAgQIECBAgAABAssXWEsJBYDXcqSVkwABAgQIECBAgAABAgReEzCNAAECBAgQIECAAAECBAgsSkAA+NXDaSIBAgQIECBAgAABAgQIECCwfAElJECAAAECBAgQIECAwPIEBICXd0yV6LsC1idAgAABAgQIECBAgAABAgSWL6CEBAgQIECAAAECBBYqIAC80AOrWAQIfE3AWgQIECBAgAABAgQIECBAgMDyBZSQAAECBAgQILBkAQHgJR9dZSNAgACBzwhYlgABAgQIECBAgAABAgQIEFi+gBISIECAAIHFCwgAL/4QKyABAgQIECDwsYAlCBAgQIAAAQIECBAgQIAAgeULKCEBAgTWISAAvI7jrJQECBAgQIAAAQJvCZhOgAABAgQIECBAgAABAgQILF9ACQmsSEAAeEUHW1EJECBAgAABAgQIEHgu4BUBAgQIECBAgAABAgQIECCwfIG1lVAAeG1HXHkJECBAgAABAgQIECBAIAQkAgQIECBAgAABAgQIECCwSAEB4GeH1QsCBAgQIECAAAECBAgQIEBg+QJKSIAAAQIECBAgQIAAgeUKCAAv99gq2WcFLE+AAAECBAgQIECAAAECBAgsX0AJCRAgQIAAAQIECCxcQAB44QdY8QgQOE3AUgQIECBAgAABAgQIECBAgMDyBZSQAAECBAgQILAGAQHgNRxlZSRAgACB9wTMI0CAAAECBAgQIECAAAECBJYvoIQECBAgQGA1AgLAqznUCkqAAAECBAj8KWAKAQIECBAgQIAAAQIECBAgsHwBJSRAgMC6BASA13W8lZYAAQIECBAgQGAUMCRAgAABAgQIECBAgAABAgSWL6CEBFYoIAC8woOuyAQIECBAgAABAgTWLqD8BAgQIECAAAECBAgQIECAwPIF1lpCAeC1HnnlJkCAAAECBAgQIECAwDoFlJoAAQIECBAgQIAAAQIECCxaQAC4Hl6/CBAgQIAAAQIECBAgQIAAgeULKCEBAgQIECBAgAABAgSWLyAAvPxjrIQfCZhPgAABAgQIECBAgAABAgQILF9ACQkQIECAAAECBAisREAAeCUHWjEJEHhdwFQCBAgQIECAAAECBAgQIEBg+QJKSIAAAQIECBBYk4AA8JqOtrISIECAwLGAcQIECBAgQIAAAQIECBAgQGD5AkpIgAABAgRWJyAAvLpDrsAECBAgQIBASgwIECBAgAABAgQIECBAgACB5QsoIQECBNYpIAC8zuOu1AQIECBAgACB9QooOQECBAgQIECAAAECBAgQILB8ASUksGIBAeAVH3xFJ0CAAAECBAgQILA2AeUlQIAAAQIECBAgQIAAAQIEli+w9hIKAK+9Big/AQIECBAgQIAAAQIE1iGglAQIECBAgAABAgQIECBAYBUCKw8Ar+IYKyQBAgQIECBAgAABAgQIEFi5gOITIECAAAECBAgQIEBgPQICwOs51kr6UsBrAgQIECBAgAABAgQIECBAYPkCSkiAAAECBAgQIEBgZQICwCs74IpLgMBBwG8CBAgQIECAAAECBAgQIEBg+QJKSIAAAQIECBBYo4AA8BqPujITIEBg3QJKT4AAAQIECBAgQIAAAQIECCxfQAkJECBAgMBqBQSAV3voFZwAAQIECKxRQJkJECBAgAABAgQIECBAgACB5QsoIQECBNYtIAC87uOv9AQIECBAgACB9QgoKQECBAgQIECAAAECBAgQILB8ASUkQCAJAKsEBAgQIECAAAECBAgsXkABCRAgQIAAAQIECBAgQIAAgeULKOFBQAD44OA3AQIECBAgQIAAAQIECCxTQKkIECBAgAABAgQIECBAgMCqBFYaAF7VMVZYAgQIECBAgAABAgQIECCwUgHFJkCAAAECBAgQIECAwPoEBIDXd8yVmAABAgQIECBAgAABAgQIECCwfAElJECAAAECBAgQILBSAQHglR54xSawVgHlJkCAAAECBAgQIECAAAECBJYvoIQECBAgQIAAgTULCACv+egrOwECBNYloLQECBAgQIAAAQIECBAgQIDA8gWUkAABAgQIrF5AAHj1VQAAAQIECBBYg4AyEiBAgAABAgQIECBAgAABAssXUEICBAgQCAEB4FCQCBAgQIAAAQIEliugZAQIECBAgAABAgQIECBAgMDyBZSQAIFHAQHgRwojBAgQIECAAAECBAgsTUB5CBAgQIAAAQIECBAgQIAAgeULKOFzAQHg5x5eESBAgAABAgQIECBAgMAyBJSCAAECBAgQIECAAAECBAisUmBlAeBVHmOFJkCAAAECBAgQIECAAAECKxNQXAIECBAgQIAAAQIECKxXQAB4vcd+fSVXYgIECBAgQIAAAQIECBAgQGD5AkpIgAABAgQIECBAYOUCAsArrwCKT2AtAspJgAABK2X31gAAEABJREFUAgQIECBAgAABAgQILF9ACQkQIECAAAECBFISAFYLCBAgQGDpAspHgAABAgQIECBAgAABAgQILF9ACQkQIECAAIEHAQHgBwgDAgQIECBAYIkCykSAAAECBAgQIECAAAECBAgsX0AJCRAgQOBYQAD4WMM4AQIECBAgQIDAcgSUhAABAgQIECBAgAABAgQIEFi+gBISIPCHgADwHyQmECBAgAABAgQIECAwdwH5J0CAAAECBAgQIECAAAECBJYvoISvCwgAv+5iKgECBAgQIECAAAECBAjMU0CuCRAgQIAAAQIECBAgQIDAqgVWEgBe9TFWeAIECBAgQIAAAQIECBAgsBIBxSRAgAABAgQIECBAgAABAWB1YPkCSkiAAAECBAgQIECAAAECBAgsX0AJCRAgQIAAAQIECBCoAgLAlcEvAgSWKqBcBAgQIECAAAECBAgQIECAwPIFlJAAAQIECBAgQOBJQAD4ycIYAQIECCxLQGkIECBAgAABAgQIECBAgACB5QsoIQECBAgQIPBCQAD4BYiXBAgQIECAwBIElIEAAQIECBAgQIAAAQIECBBYvoASEiBAgMBrAgLAr6mYRoAAAQIECBAgMF8BOSdAgAABAgQIECBAgAABAgSWL6CEBAi8KSAA/CaNGQQIECBAgAABAgQIzE1AfgkQIECAAAECBAgQIECAAIHlCyjh+wICwO/7mEuAAAECBAgQIECAAAEC8xCQSwIECBAgQIAAAQIECBAgQKAILDwAXErohwABAgQIECBAgAABAgQIEFi4gOIRIECAAAECBAgQIECAwCggADxKGC5PQIkIECBAgAABAgQIECBAgACB5QsoIQECBAgQIECAAAECzwQEgJ9xeEGAwFIElIMAAQIECBAgQIAAAQIECBBYvoASEiBAgAABAgQI/CkgAPyniSkECBAgMG8BuSdAgAABAgQIECBAgAABAgSWL6CEBAgQIECAwBsCAsBvwJhMgAABAgQIzFFAngkQIECAAAECBAgQIECAAIHlCyghAQIECLwnIAD8no55BAgQIECAAAEC8xGQUwIECBAgQIAAAQIECBAgQGD5AkpIgMCHAgLAHxJZgAABAgQIECBAgACBqQvIHwECBAgQIECAAAECBAgQILB8ASU8TUAA+DQnSxEgQIAAAQIECBAgQIDANAXkigABAgQIECBAgAABAgQIEDgSWGgA+KiERgkQIECAAAECBAgQIECAAIGFCigWAQIECBAgQIAAAQIECLwUEAB+KeL1/AWUgAABAgQIECBAgAABAgQIEFi+gBISIECAAAECBAgQIPCqgADwqywmEiAwVwH5JkCAAAECBAgQIECAAAECBJYvoIQECBAgQIAAAQJvCwgAv21jDgECBAjMS0BuCRAgQIAAAQIECBAgQIAAgeULKCEBAgQIECDwgYAA8AdAZhMgQIAAAQJzEJBHAgQIECBAgAABAgQIECBAYPkCSkiAAAECpwgIAJ+iZBkCBAgQIECAAIHpCsgZAQIECBAgQIAAAQIECBAgsHwBJSRA4GQBAeCTqSxIgAABAgQIECBAgMDUBOSHAAECBAgQIECAAAECBAgQWL6AEn5OQAD4c16WJkCAAAECBAgQIECAAIFpCMgFAQIECBAgQIAAAQIECBAg8IrAwgLAr5TQJAIECBAgQIAAAQIECBAgQGBhAopDgAABAgQIECBAgAABAm8JCAC/JWP6/ATkmAABAgQIECBAgAABAgQIEFi+gBISIECAAAECBAgQIPCugADwuzxmEiAwFwH5JECAAAECBAgQIECAAAECBJYvoIQECBAgQIAAAQIfCwgAf2xkCQIECBCYtoDcESBAgAABAgQIECBAgAABAssXUEICBAgQIEDgRAEB4BOhLEaAAAECBAhMUUCeCBAgQIAAAQIECBAgQIAAgeULKCEBAgQIfEZAAPgzWpYlQIAAAQIECBCYjoCcECBAgAABAgQIECBAgAABAssXUEICBD4tIAD8aTIrECBAgAABAgQIECBwawH7J0CAAAECBAgQIECAAAECBJYvoIRfExAA/pqbtQgQIECAAAECBAgQIEDgNgL2SoAAAQIECBAgQIAAAQIECLwjsJAA8DslNIsAAQIECBAgQIAAAQIECBBYiIBiECBAgAABAgQIECBAgMBHAgLAHwmZP30BOSRAgAABAgQIECBAgAABAgSWL6CEBAgQIECAAAECBAicJCAAfBKThQgQmKqAfBEgQIAAAQIECBAgQIAAAQLLF1BCAgQIECBAgACB0wUEgE+3siQBAgQITEtAbggQIECAAAECBAgQIECAAIHlCyghAQIECBAg8EkBAeBPglmcAAECBAgQmIKAPBAgQIAAAQIECBAgQIAAAQLLF1BCAgQIEPiKgADwV9SsQ4AAAQIECBAgcDsBeyZAgAABAgQIECBAgAABAgSWL6CEBAh8WUAA+Mt0ViRAgAABAgQIECBA4NoC9keAAAECBAgQIECAAAECBAgsX0AJvycgAPw9P2sTIECAAAECBAgQIECAwHUE7IUAAQIECBAgQIAAAQIECBA4QWDmAeATSmgRAgQIECBAgAABAgQIECBAYOYCsk+AAAECBAgQIECAAAECpwoIAJ8qZbnpCcgRAQIECBAgQIAAAQIECBAgsHwBJSRAgAABAgQIECBA4FMCAsCf4rIwAQJTEZAPAgQIECBAgAABAgQIECBAYPkCSkiAAAECBAgQIPB5AQHgz5tZgwABAgRuK2DvBAgQIECAAAECBAgQIECAwPIFlJAAAQIECBD4ooAA8BfhrEaAAAECBAjcQsA+CRAgQIAAAQIECBAgQIAAgeULKCEBAgQIfEdAAPg7etYlQIAAAQIECBC4noA9ESBAgAABAgQIECBAgAABAssXUEICBL4tIAD8bUIbIECAAAECBAgQIEDg0gK2T4AAAQIECBAgQIAAAQIECCxfQAnPIyAAfB5HWyFAgAABAgQIECBAgACBywjYKgECBAgQIECAAAECBAgQIPAJgZkGgD9RQosSIECAAAECBAgQIECAAAECMxWQbQIECBAgQIAAAQIECBD4rIAA8GfFLH97ATkgQIAAAQIECBAgQIAAAQIEli+ghAQIECBAgAABAgQIfElAAPhLbFYiQOBWAvZLgAABAgQIECBAgAABAgQILF9ACQkQIECAAAECBL4uIAD8dTtrEiBAgMB1BeyNAAECBAgQIECAAAECBAgQWL6AEhIgQIAAAQLfFBAA/iag1QkQIECAAIFrCNgHAQIECBAgQIAAAQIECBAgsHwBJSRAgACBcwgIAJ9D0TYIECBAgAABAgQuJ2DLBAgQIECAAAECBAgQIECAwPIFlJAAgbMJCACfjdKGCBAgQIAAAQIECBA4t4DtESBAgAABAgQIECBAgAABAssXUMLzCggAn9fT1ggQIECAAAECBAgQIEDgPAK2QoAAAQIECBAgQIAAAQIECHxBYGYB4C+U0CoECBAgQIAAAQIECBAgQIDAzARklwABAgQIECBAgAABAgS+KiAA/FU5611fwB4JECBAgAABAgQIECBAgACB5QsoIQECBAgQIECAAAEC3xIQAP4Wn5UJELiWgP0QIECAAAECBAgQIECAAAECyxdQQgIECBAgQIAAge8LCAB/39AWCBAgQOCyArZOgAABAgQIECBAgAABAgQILF9ACQkQIECAAIEzCQgAnwnSZggQIECAAIFLCNgmAQIECBAgQIAAAQIECBAgsHwBJSRAgACBcwoIAJ9T07YIECBAgAABAgTOJ2BLBAgQIECAAAECBAgQIECAwPIFlJAAgbMLCACfndQGCRAgQIAAAQIECBD4roD1CRAgQIAAAQIECBAgQIAAgeULKOFlBASAL+NqqwQIECBAgAABAgQIECDwNQFrESBAgAABAgQIECBAgAABAt8QmEkA+BsltCoBAgQIECBAgAABAgQIECAwEwHZJECAAAECBAgQIECAAIHvCggAf1fQ+pcXsAcCBAgQIECAAAECBAgQIEBg+QJKSIAAAQIECBAgQIDAWQQEgM/CaCMECFxKwHYJECBAgAABAgQIECBAgACB5QsoIQECBAgQIECAwPkEBIDPZ2lLBAgQIHBeAVsjQIAAAQIECBAgQIAAAQIEli+ghAQIECBAgMCZBQSAzwxqcwQIECBAgMA5BGyDAAECBAgQIECAAAECBAgQWL6AEhIgQIDAJQQEgC+hapsECBAgQIAAAQJfF7AmAQIECBAgQIAAAQIECBAgsHwBJSRA4GICAsAXo7VhAgQIECBAgAABAgQ+K2B5AgQIECBAgAABAgQIECBAYPkCSnhZAQHgy/raOgECBAgQIECAAAECBAicJmApAgQIECBAgAABAgQIECBA4AwCEw8An6GENkGAAAECBAgQIECAAAECBAhMXED2CBAgQIAAAQIECBAgQOBcAgLA55K0nfML2CIBAgQIECBAgAABAgQIECCwfAElJECAAAECBAgQIEDgrAICwGfltDECBM4lYDsECBAgQIAAAQIECBAgQIDA8gWUkAABAgQIECBA4PwCAsDnN7VFAgQIEPiegLUJECBAgAABAgQIECBAgACB5QsoIQECBAgQIHAhAQHgC8HaLAECBAgQIPAVAesQIECAAAECBAgQIECAAAECyxdQQgIECBC4pIAA8CV1bZsAAQIECBAgQOB0AUsSIECAAAECBAgQIECAAAECyxdQQgIELi4gAHxxYjsgQIAAAQIECBAgQOAjAfMJECBAgAABAgQIECBAgACB5Qso4XUEBICv42wvBAgQIECAAAECBAgQIPC6gKkECBAgQIAAAQIECBAgQIDAGQUmGgA+YwltigABAgQIECBAgAABAgQIEJiogGwRIECAAAECBAgQIECAwLkFBIDPLWp73xewBQIECBAgQIAAAQIECBAgQGD5AkpIgAABAgQIECBAgMBFBASAL8JqowQIfFXAegQIECBAgAABAgQIECBAgMDyBZSQAAECBAgQIEDgcgICwJeztWUCBAgQ+JyApQkQIECAAAECBAgQIECAAIHlCyghAQIECBAgcGEBAeALA9s8AQIECBAgcIqAZQgQIECAAAECBAgQIECAAIHlCyghAQIECFxDQAD4Gsr2QYAAAQIECBAg8LaAOQQIECBAgAABAgQIECBAgMDyBZSQAIGrCQgAX43ajggQIECAAAECBAgQeCngNQECBAgQIECAAAECBAgQILB8ASW8roAA8HW97Y0AAQIECBAgQIAAAQIEDgJ+EyBAgAABAgQIECBAgAABAhcQmFgA+AIltEkCBAgQIECAAAECBAgQIEBgYgKyQ4AAAQIECBAgQIAAAQKXEhAAvpSs7X5ewBoECBAgQIAAAQIECBAgQIDA8gWUkAABAgQIECBAgACBiwoIAF+U18YJEDhVwHIECBAgQIAAAQIECBAgQIDA8gWUkAABAgQIECBA4PICAuJNQ6IAABAASURBVMCXN7YHAgQIEHhfwFwCBAgQIECAAAECBAgQIEBg+QJKSIAAAQIECFxJQAD4StB2Q4AAAQIECLwmYBoBAgQIECBAgAABAgQIECCwfAElJECAAIFrCggAX1PbvggQIECAAAECBJ4EjBEgQIAAAQIECBAgQIAAAQLLF1BCAgSuLiAAfHVyOyRAgAABAgQIECBAgAABAgQIECBAgAABAgQIECCwfAElvI2AAPBt3O2VAAECBAgQIECAAAECaxVQbgIECBAgQIAAAQIECBAgQOCCAhMJAF+whDZNgAABAgQIECBAgAABAgQITERANggQIECAAAECBAgQIEDg0gICwJcWtv2PBSxBgAABAgQIECBAgAABAgQILF9ACQkQIECAAAECBAgQuIqAAPBVmO2EAIG3BEwnQIAAAQIECBAgQIAAAQIEli+ghAQIECBAgAABAtcTEAC+nrU9ESBAgMBzAa8IECBAgAABAgQIECBAgACB5QsoIQECBAgQIHBlAQHgK4PbHQECBAgQIBACEgECBAgQIECAAAECBAgQILB8ASUkQIAAgVsICADfQt0+CRAgQIAAAQJrFlB2AgQIECBAgAABAgQIECBAYPkCSkiAwM0EBIBvRm/HBAgQIECAAAECBNYnoMQECBAgQIAAAQIECBAgQIDA8gWU8LYCAsC39bd3AgQIECBAgAABAgQIrEVAOQkQIECAAAECBAgQIECAAIErCNw4AHyFEtoFAQIECBAgQIAAAQIECBAgcGMBuydAgAABAgQIECBAgACBawkIAF9L2n7+FDCFAAECBAgQIECAAAECBAgQWL6AEhIgQIAAAQIECBAgcFUBAeCrctsZAQKjgCEBAgQIECBAgAABAgQIECCwfAElJECAAAECBAgQuL6AAPD1ze2RAAECaxdQfgIECBAgQIAAAQIECBAgQGD5AkpIgAABAgQI3EhAAPhG8HZLgAABAgTWKaDUBAgQIECAAAECBAgQIECAwPIFlJAAAQIEbikgAHxLffsmQIAAAQIECKxJQFkJECBAgAABAgQIECBAgACB5QsoIQECNxcQAL75IZABAgQIECBAgAABAssXUEICBAgQIECAAAECBAgQIEBg+QJKOA0BAeBpHAe5IECAAAECBAgQIECAwFIFlIsAAQIECBAgQIAAAQIECBC4osCNAsBXLKFdESBAgAABAgQIECBAgAABAjcSsFsCBAgQIECAAAECBAgQuLaAAPC1xe0vJQYECBAgQIAAAQIECBAgQIDA8gWUkAABAgQIECBAgACBmwgIAN+E3U4JrFdAyQkQIECAAAECBAgQIECAAIHlCyghAQIECBAgQIDA7QQEgG9nb88ECBBYm4DyEiBAgAABAgQIECBAgAABAssXUEICBAgQIEDgxgICwDc+AHZPgAABAgTWIaCUBAgQIECAAAECBAgQIECAwPIFlJAAAQIEpiAgADyFoyAPBAgQIECAAIElCygbAQIECBAgQIAAAQIECBAgsHwBJSRAYDICAsCTORQyQoAAAQIECBAgQGB5AkpEgAABAgQIECBAgAABAgQILF9ACaclIAA8reMhNwQIECBAgAABAgQIEFiKgHIQIECAAAECBAgQIECAAAECNxC4cgD4BiW0SwIECBAgQIAAAQIECBAgQODKAnZHgAABAgQIECBAgAABArcSEAC+lfwa96vMBAgQIECAAAECBAgQIECAwPIFlJAAAQIECBAgQIAAgZsKCADflN/OCaxHQEkJECBAgAABAgQIECBAgACB5QsoIQECBAgQIECAwO0FBIBvfwzkgAABAksXUD4CBAgQIECAAAECBAgQIEBg+QJKSIAAAQIECExEQAB4IgdCNggQIECAwDIFlIoAAQIECBAgQIAAAQIECBBYvoASEiBAgMCUBASAp3Q05IUAAQIECBAgsCQBZSFAgAABAgQIECBAgAABAgSWL6CEBAhMTkAAeHKHRIYIECBAgAABAgQIzF9ACQgQIECAAAECBAgQIECAAIHlCyjhNAUEgKd5XOSKAAECBAgQIECAAAECcxWQbwIECBAgQIAAAQIECBAgQOCGAlcKAN+whHZNgAABAgQIECBAgAABAgQIXEnAbggQIECAAAECBAgQIEDg1gICwLc+AmvYvzISIECAAAECBAgQIECAAAECyxdQQgIECBAgQIAAAQIEJiEgADyJwyATBJYroGQECBAgQIAAAQIECBAgQIDA8gWUkAABAgQIECBAYDoCAsDTORZyQoAAgaUJKA8BAgQIECBAgAABAgQIECCwfAElJECAAAECBCYmIAA8sQMiOwQIECBAYBkCSkGAAAECBAgQIECAAAECBAgsX0AJCRAgQGCKAgLAUzwq8kSAAAECBAgQmLOAvBMgQIAAAQIECBAgQIAAAQLLF1BCAgQmKyAAPNlDI2MECBAgQIAAAQIE5icgxwQIECBAgAABAgQIECBAgMDyBZRw2gICwNM+PnJHgAABAgQIECBAgACBuQjIJwECBAgQIECAAAECBAgQIDABgQsHgCdQQlkgQIAAAQIECBAgQIAAAQIELixg8wQIECBAgAABAgQIECAwFQEB4KkciSXmQ5kIECBAgAABAgQIECBAgACB5QsoIQECBAgQIECAAAECkxIQAJ7U4ZAZAssRUBICBAgQIECAAAECBAgQIEBg+QJKSIAAAQIECBAgMD0BAeDpHRM5IkCAwNwF5J8AAQIECBAgQIAAAQIECBBYvoASEiBAgAABAhMVEACe6IGRLQIECBAgME8BuSZAgAABAgQIECBAgAABAgSWL6CEBAgQIDBlAQHgKR8deSNAgAABAgQIzElAXgkQIECAAAECBAgQIECAAIHlCyghAQKTFxAAnvwhkkECBAgQIECAAAEC0xeQQwIECBAgQIAAAQIECBAgQGD5Ako4DwEB4HkcJ7kkQIAAAQIECBAgQIDAVAXkiwABAgQIECBAgAABAgQIEJiQwIUCwBMqoawQIECAAAECBAgQIECAAAECFxKwWQIECBAgQIAAAQIECBCYmoAA8NSOyBLyowwECBAgQIAAAQIECBAgQIDA8gWUkAABAgQIECBAgACBSQoIAE/ysMgUgfkKyDkBAgQIECBAgAABAgQIECCwfAElJECAAAECBAgQmK6AAPB0j42cESBAYG4C8kuAAAECBAgQIECAAAECBAgsX0AJCRAgQIAAgYkLCABP/ADJHgECBAgQmIeAXBIgQIAAAQIECBAgQIAAAQLLF1BCAgQIEJiDgADwHI6SPBIgQIAAAQIEpiwgbwQIECBAgAABAgQIECBAgMDyBZSQAIHZCAgAz+ZQySgBAgQIECBAgACB6QnIEQECBAgQIECAAAECBAgQILB8ASWcl4AA8LyOl9wSIECAAAECBAgQIEBgKgLyQYAAAQIECBAgQIAAAQIECExQ4MwB4AmWUJYIECBAgAABAgQIECBAgACBMwvYHAECBAgQIECAAAECBAhMVUAAeKpHZo75kmcCBAgQIECAAAECBAgQIEBg+QJKSIAAAQIECBAgQIDApAUEgCd9eGSOwHwE5JQAAQIECBAgQIAAAQIECBBYvoASEiBAgAABAgQITF9AAHj6x0gOCRAgMHUB+SNAgAABAgQIECBAgAABAgSWL6CEBAgQIECAwEwEBIBncqBkkwABAgQITFNArggQIECAAAECBAgQIECAAIHlCyghAQIECMxJQAB4TkdLXgkQIECAAAECUxKQFwIECBAgQIAAAQIECBAgQGD5AkpIgMDsBASAZ3fIZJgAAQIECBAgQIDA7QXkgAABAgQIECBAgAABAgQIEFi+gBLOU0AAeJ7HTa4JECBAgAABAgQIECBwKwH7JUCAAAECBAgQIECAAAECBCYscKYA8IRLKGsECBAgQIAAAQIECBAgQIDAmQRshgABAgQIECBAgAABAgSmLiAAPPUjNIf8ySMBAgQIECBAgAABAgQIECCwfAElJECAAAECBAgQIEBgFgICwLM4TDJJYLoCckaAAAECBAgQIECAAAECBAgsX0AJCRAgQIAAAQIE5iMgADyfYyWnBAgQmJqA/BAgQIAAAQIECBAgQIAAAQLLF1BCAgQIECBAYGYCAsAzO2CyS4AAAQIEpiEgFwQIECBAgAABAgQIECBAgMDyBZSQAAECBOYoIAA8x6MmzwQIECBAgACBWwrYNwECBAgQIECAAAECBP5/9u5EsVEeSgOsPmE79ffM+79sT1dGwnGWyp54AXEoK+yge0TMcu0UAQIECBAgQGCxAhLAi20aFSNAgAABAusTUGMCBAgQIECAAAECBAgQIEBgfAEREiBAgMCyBSSAl90+akeAAAECBAgQWIuAehIgQIAAAQIECBAgQIAAAQLjC4iQAIEVCEgAr6CRVJEAAQIECBAgQIDAsgXUjgABAgQIECBAgAABAgQIEBhfQIRrEZAAXktLqScBAgQIECBAgAABAgSWKKBOBAgQIECAAAECBAgQIECAwKIELpIAXlSEKkOAAAECBAgQIECAAAECBAhcRMBGCRAgQIAAAQIECBAgQGB5AhLAy2uTtddI/QkQIECAAAECBAgQIECAAIHxBURIgAABAgQIECBAgMBCBSSAF9owqkVgnQJqTYAAAQIECBAgQIAAAQIECIwvIEICBAgQIECAAIElC0gAL7l11I0AAQJrElBXAgQIECBAgAABAgQIECBAYHwBERIgQIAAAQKLF5AAXnwTqSABAgQIEFi+gBoSIECAAAECBAgQIECAAAEC4wuIkAABAgTWISABvI52UksCBAgQIECAwFIF1IsAAQIECBAgQIAAAQIECBAYX0CEBAisSEACeEWNpaoECBAgQIAAAQIEliWgNgQIECBAgAABAgQIECBAgMD4AiJcm4AE8NpaTH0JECBAgAABAgQIECCwBAF1IECAAAECBAgQIECAAAECBBYpcNYE8CIjVCkCBAgQIECAAAECBAgQIEDgrAI2RoAAAQIECBAgQIAAAQLLFZAAXm7brK1m6kuAAAECBAgQIECAAAECBAiMLyBCAgQIECBAgAABAgQWLiABvPAGUj0C6xBQSwIECBAgQIAAAQIECBAgQGB8ARESIECAAAECBAisQUACeA2tpI4ECBBYsoC6ESBAgAABAgQIECBAgAABAuMLiJAAAQIECBBYjYAE8GqaSkUJECBAgMDyBNSIAAECBAgQIECAAAECBAgQGF9AhAQIECCwLgEJ4HW1l9oSIECAAAECBJYioB4ECBAgQIAAAQIECBAgQIDA+AIiJEBghQISwCtsNFUmQIAAAQIECBAgcFsBeydAgAABAgQIECBAgAABAgTGFxDhWgUkgNfacupNgAABAgQIECBAgACBWwjYJwECBAgQIECAAAECBAgQILBogbMkgBcdocoRIECAAAECBAgQIECAAAECZxGwEQIECBAgQIAAAQIECBBYvoAE8PLbaOk1VD/WbD5hAAAQAElEQVQCBAgQIECAAAECBAgQIEBgfAEREiBAgAABAgQIECCwEgEJ4JU0lGoSWKaAWhEgQIAAAQIECBAgQIAAAQLjC4iQAAECBAgQIEBgTQISwGtqLXUlQIDAkgTUhQABAgQIECBAgAABAgQIEBhfQIQECBAgQIDA6gQkgFfXZCpMgAABAgRuL6AGBAgQIECAAAECBAgQIECAwPgCIiRAgACBdQpIAK+z3dSaAAECBAgQIHArAfslQIAAAQIECBAgQIAAAQIExhcQIQECKxaQAF5x46k6AQIECBAgQIAAgesK2BsBAgQIECBAgAABAgQIECAwvoAI1y4gAbz2FlR/AgQIECBAgAABAgQIXEPAPggQIECAAAECBAgQIECAAIFVCPwqAbyKCFWSAAECBAgQIECAAAECBAgQ+JWAlQkQIECAAAECBAgQIEBgPQISwOtpq6XVVH0IECBAgAABAgQIECBAgACB8QVESIAAAQIECBAgQIDAygQkgFfWYKpLYBkCakGAAAECBAgQIECAAAECBAiMLyBCAgQIECBAgACBNQpIAK+x1dSZAAECtxSwbwIECBAgQIAAAQIECBAgQGB8ARESIECAAAECqxWQAF5t06k4AQIECBC4voA9EiBAgAABAgQIECBAgAABAuMLiJAAAQIE1i0gAbzu9lN7AgQIECBAgMC1BOyHAAECBAgQIECAAAECBAgQGF9AhAQIDCAgATxAIwqBAAECBAgQIECAwGUFbJ0AAQIECBAgQIAAAQIECBAYX0CEowhIAI/SkuIgQIAAAQIECBAgQIDAJQRskwABAgQIECBAgAABAgQIEFiVwI8SwKuKUGUJECBAgAABAgQIECBAgACBHwlYiQABAgQIECBAgAABAgTWJyABvL42u3WN7Z8AAQIECBAgQIAAAQIECBAYX0CEBAgQIECAAAECBAisVEACeKUNp9oEbiNgrwQIECBAgAABAgQIECBAgMD4AiIkQIAAAQIECBBYs4AE8JpbT90JECBwTQH7IkCAAAECBAgQIECAAAECBMYXECEBAgQIECCwegEJ4NU3oQAIECBAgMDlBeyBAAECBAgQIECAAAECBAgQGF9AhAQIECAwhoAE8BjtKAoCBAgQIECAwKUEbJcAAQIECBAgQIAAAQIECBAYX0CEBAgMJCABPFBjCoUAAQIECBAgQIDAeQVsjQABAgQIECBAgAABAgQIEBhfQISjCUgAj9ai4iFAgAABAgQIECBAgMA5BGyDAAECBAgQIECAAAECBAgQWKXAtxLAq4xQpQkQIECAAAECBAgQIECAAIFvCViYAAECBAgQIECAAAECBNYrIAG83ra7ds3tjwABAgQIECBAgAABAgQIEBhfQIQECBAgQIAAAQIECKxcQAJ45Q2o+gSuI2AvBAgQIECAAAECBAgQIECAwPgCIiRAgAABAgQIEBhBQAJ4hFYUAwECBC4pYNsECBAgQIAAAQIECBAgQIDA+AIiJECAAAECBIYRkAAepikFQoAAAQIEzi9giwQIECBAgAABAgQIECBAgMD4AiIkQIAAgbEEJIDHak/RECBAgAABAgTOJWA7BAgQIECAAAECBAgQIECAwPgCIiRAYEABCeABG1VIBAgQIECAAAECBH4nYG0CBAgQIECAAAECBAgQIEBgfAERjiogATxqy4qLAAECBAgQIECAAAECPxGwDgECBAgQIECAAAECBAgQILBqgS8lgFcdocoTIECAAAECBAgQIECAAAECXxKwEAECBAgQIECAAAECBAisX0ACeP1teOkIbJ8AAQIECBAgQIAAAQIECBAYX0CEBAgQIECAAAECBAgMIiABPEhDCoPAZQRslQABAgQIECBAgAABAgQIEBhfQIQECBAgQIAAAQIjCUgAj9SaYiFAgMA5BWyLAAECBAgQIECAAAECBAgQGF9AhAQIECBAgMBwAhLAwzWpgAgQIECAwO8FbIEAAQIECBAgQIAAAQIECBAYX0CEBAgQIDCmgATwmO0qKgIECBAgQIDATwWsR4AAAQIECBAgQIAAAQIECIwvIEICBAYWkAAeuHGFRoAAAQIECBAgQOB7ApYmQIAAAQIECBAgQIAAAQIExhcQ4egCEsCjt7D4CBAgQIAAAQIECBAg8BUByxAgQIAAAQIECBAgQIAAAQJDCHyYAB4iQkEQIECAAAECBAgQIECAAAECHwqYSYAAAQIECBAgQIAAAQLjCEgAj9OW547E9ggQIECAAAECBAgQIECAAIHxBURIgAABAgQIECBAgMBgAhLAgzWocAicR8BWCBAgQIAAAQIECBAgQIAAgfEFREiAAAECBAgQIDCigATwiK0qJgIECPxGwLoECBAgQIAAAQIECBAgQIDA+AIiJECAAAECBIYVkAAetmkFRoAAAQIEvi9gDQIECBAgQIAAAQIECBAgQGB8ARESIECAwNgCEsBjt6/oCBAgQIAAAQJfFbAcAQIECBAgQIAAAQIECBAgML6ACAkQ2ICABPAGGlmIBAgQIECAAAECBD4WMJcAAQIECBAgQIAAAQIECBAYX0CEWxGQAN5KS4uTAAECBAgQIECAAAECbwmYRoAAAQIECBAgQIAAAQIECAwl8GYCeKgIBUOAAAECBAgQIECAAAECBAi8KWAiAQIECBAgQIAAAQIECIwnIAE8Xpv+NiLrEyBAgAABAgQIECBAgAABAuMLiJAAAQIECBAgQIAAgUEFJIAHbVhhEfiZgLUIECBAgAABAgQIECBAgACB8QVESIAAAQIECBAgMLKABPDIrSs2AgQIfEfAsgQIECBAgAABAgQIECBAgMD4AiIkQIAAAQIEhheQAB6+iQVIgAABAgQ+F7AEAQIECBAgQIAAAQIECBAgML6ACAkQIEBgGwISwNtoZ1ESIECAAAECBN4TMJ0AAQIECBAgQIAAAQIECBAYX0CEBAhsSEACeEONLVQCBAgQIECAAAECLwWMESBAgAABAgQIECBAgAABAuMLiHBrAhLAW2tx8RIgQIAAAQIECBAgQKALKAQIECBAgAABAgQIECBAgMCQAi8SwENGKCgCBAgQIECAAAECBAgQIEDghYARAgQIECBAgAABAgQIEBhXQAJ43Lb9bmSWJ0CAAAECBAgQIECAAAECBMYXECEBAgQIECBAgAABAoMLSAAP3sDCI/A1AUsRIECAAAECBAgQIECAAAEC4wuIkAABAgQIECBAYAsCEsBbaGUxEiBA4CMB8wgQIECAAAECBAgQIECAAIHxBURIgAABAgQIbEZAAngzTS1QAgQIECDwWsAUAgQIECBAgAABAgQIECBAYHwBERIgQIDAtgQkgLfV3qIlQIAAAQIECJwE9AkQIECAAAECBAgQIECAAIHxBURIgMAGBSSAN9joQiZAgAABAgQIENi6gPgJECBAgAABAgQIECBAgACB8QVEuFUBCeCttry4CRAgQIAAAQIECBDYpoCoCRAgQIAAAQIECBAgQIAAgaEF5gTw0BEKjgABAgQIECBAgAABAgQIEJgF/CBAgAABAgQIECBAgACB8QUkgMdv488iNJ8AAQIECBAgQIAAAQIECBAYX0CEBAgQIECAAAECBAhsREACeCMNLUwCbwuYSoAAAQIECBAgQIAAAQIECIwvIEICBAgQIECAAIEtCUgAb6m1xUqAAIHnAoYJECBAgAABAgQIECBAgACB8QVESIAAAQIECGxOQAJ4c00uYAIECBAgUAoDAgQIECBAgAABAgQIECBAYHwBERIgQIDANgUkgLfZ7qImQIAAAQIEtisgcgIECBAgQIAAAQIECBAgQGB8ARESILBhAQngDTe+0AkQIECAAAECBLYmIF4CBAgQIECAAAECBAgQIEBgfAERbl1AAnjrR4D4CRAgQIAAAQIECBDYhoAoCRAgQIAAAQIECBAgQIAAgfEFWoQSwA3BiwABAgQIECBAgAABAgQIjCwgNgIECBAgQIAAAQIECBDYjoAE8Hba+t9IjRMgQIAAAQIECBAgQIAAAQLjC4iQAAECBAgQIECAAIGNCUgAb6zBhUvgKOAnAQIECBAgQIAAAQIECBAgML6ACAkQIECAAAECBLYoIAG8xVYXMwEC2xYQPQECBAgQIECAAAECBAgQIDC+gAgJECBAgACBzQpIAG+26QVOgAABAlsUEDMBAgQIECBAgAABAgQIECAwvoAICRAgQGDbAhLA225/0RMgQIAAAQLbERApAQIECBAgQIAAAQIECBAgML6ACAkQIFAkgB0EBAgQIECAAAECBIYXECABAgQIECBAgAABAgQIECAwvoAICRwFJICPDn4SIECAAAECBAgQIEBgTAFRESBAgAABAgQIECBAgAABAuMLPItQAvgZhkECBAgQIECAAAECBAgQIDCSgFgIECBAgAABAgQIECBAYHsCEsDba3MREyBAgAABAgQIECBAgAABAuMLiJAAAQIECBAgQIAAgY0KSABvtOGFvVUBcRMgQIAAAQIECBAgQIAAAQLjC4iQAAECBAgQIEBgywISwFtufbETILAtAdESIECAAAECBAgQIECAAAEC4wuIkAABAgQIENi8gATw5g8BAAQIECCwBQExEiBAgAABAgQIECBAgAABAuMLiJAAAQIECHQBCeCuoBAgQIAAAQIExhUQGQECBAgQIECAAAECBAgQIDC+gAgJECDwKCAB/EhhgAABAgQIECBAgMBoAuIhQIAAAQIECBAgQIAAAQIExhcQIYGXAhLALz2MESBAgAABAgQIECBAYAwBURAgQIAAAQIECBAgQIAAAQLjC7wRoQTwGygmESBAgAABAgQIECBAgACBNQuoOwECBAgQIECAAAECBAhsV0ACeDttL1ICBAgQIECAAAECBAgQIEBgfAEREiBAgAABAgQIECCwcQEJ4I0fAMLfioA4CRAgQIAAAQIECBAgQIAAgfEFREiAAAECBAgQIECgFAlgRwEBAgRGFxAfAQIECBAgQIAAAQIECBAgML6ACAkQIECAAAECDwISwA8QegQIECBAYEQBMREgQIAAAQIECBAgQIAAAQLjC4iQAAECBAg8F5AAfq5hmAABAgQIECAwjoBICBAgQIAAAQIECBAgQIAAgfEFREiAAIFXAhLAr0hMIECAAAECBAgQILB2AfUnQIAAAQIECBAgQIAAAQIExhcQIYG3BSSA33YxlQABAgQIECBAgAABAusUUGsCBAgQIECAAAECBAgQIEBgfIEPIpQA/gDHLAIECBAgQIAAAQIECBAgsCYBdSVAgAABAgQIECBAgAABAhLA4x8DIiRAgAABAgQIECBAgAABAgTGFxAhAQIECBAgQIAAAQIEZgEJ4JnBDwKjCoiLAAECBAgQIECAAAECBAgQGF9AhAQIECBAgAABAgSeBCSAnywMESBAYCwB0RAgQIAAAQIECBAgQIAAAQLjC4iQAAECBAgQIPCPgATwPyBGCRAgQIDACAJi3tb4ggAAEABJREFUIECAAAECBAgQIECAAAECBMYXECEBAgQIEHhLQAL4LRXTCBAgQIAAAQLrFVBzAgQIECBAgAABAgQIECBAYHwBERIgQOBdAQngd2nMIECAAAECBAgQILA2AfUlQIAAAQIECBAgQIAAAQIExhcQIYGPBSSAP/YxlwABAgQIECBAgAABAusQUEsCBAgQIECAAAECBAgQIEBgfIEvRCgB/AUkixAgQIAAAQIECBAgQIAAgSULqBsBAgQIECBAgAABAgQIEDgJSACfJMbri4gAAQIECBAgQIAAAQIECBAYX0CEBAgQIECAAAECBAgQeCEgAfyCwwiBUQTEQYAAAQIECBAgQIAAAQIECIwvIEICBAgQIECAAAECrwUkgF+bmEKAAIF1C6g9AQIECBAgQIAAAQIECBAgML6ACAkQIECAAAEC7whIAL8DYzIBAgQIEFijgDoTIECAAAECBAgQIECAAAEC4wuIkAABAgQIfCQgAfyRjnkECBAgQIAAgfUIqCkBAgQIECBAgAABAgQIECAwvoAICRAg8KmABPCnRBYgQIAAAQIECBAgsHQB9SNAgAABAgQIECBAgAABAgTGFxAhga8JSAB/zclSBAgQIECAAAECBAgQWKaAWhEgQIAAAQIECBAgQIAAAQLjC3wjQgngb2BZlAABAgQIECBAgAABAgQILElAXQgQIECAAAECBAgQIECAwL8CEsD/iqx/XAQECBAgQIAAAQIECBAgQIDA+AIiJECAAAECBAgQIECAwJsCEsBvsphIYK0C6k2AAAECBAgQIECAAAECBAiMLyBCAgQIECBAgAABAu8LSAC/b2MOAQIE1iWgtgQIECBAgAABAgQIECBAgMD4AiIkQIAAAQIECHwiIAH8CZDZBAgQIEBgDQLqSIAAAQIECBAgQIAAAQIECIwvIEICBAgQIPAVAQngryhZhgABAgQIECCwXAE1I0CAAAECBAgQIECAAAECBMYXECEBAgS+LCAB/GUqCxIgQIAAAQIECBBYmoD6ECBAgAABAgQIECBAgAABAuMLiJDA9wQkgL/nZWkCBAgQIECAAAECBAgsQ0AtCBAgQIAAAQIECBAgQIAAgfEFfhChBPAP0KxCgAABAgQIECBAgAABAgRuKWDfBAgQIECAAAECBAgQIEDgPQEJ4Pdk1jddjQkQIECAAAECBAgQIECAAIHxBURIgAABAgQIECBAgACBDwUkgD/kMZPAWgTUkwABAgQIECBAgAABAgQIEBhfQIQECBAgQIAAAQIEPheQAP7cyBIECBBYtoDaESBAgAABAgQIECBAgAABAuMLiJAAAQIECBAg8EUBCeAvQlmMAAECBAgsUUCdCBAgQIAAAQIECBAgQIAAgfEFREiAAAECBL4jIAH8HS3LEiBAgAABAgSWI6AmBAgQIECAAAECBAgQIECAwPgCIiRAgMC3BSSAv01mBQIECBAgQIAAAQK3FrB/AgQIECBAgAABAgQIECBAYHwBERL4mYAE8M/crEWAAAECBAgQIECAAIHbCNgrAQIECBAgQIAAAQIECBAgML7ALyKUAP4FnlUJECBAgAABAgQIECBAgMA1BeyLAAECBAgQIECAAAECBAh8JiAB/JnQ8uerIQECBAgQIECAAAECBAgQIDC+gAgJECBAgAABAgQIECDwJQEJ4C8xWYjAUgXUiwABAgQIECBAgAABAgQIEBhfQIQECBAgQIAAAQIEvi4gAfx1K0sSIEBgWQJqQ4AAAQIECBAgQIAAAQIECIwvIEICBAgQIECAwDcFJIC/CWZxAgQIECCwBAF1IECAAAECBAgQIECAAAECBMYXECEBAgQIEPiJgATwT9SsQ4AAAQIECBC4nYA9EyBAgAABAgQIECBAgAABAuMLiJAAAQI/FpAA/jGdFQkQIECAAAECBAhcW8D+CBAgQIAAAQIECBAgQIAAgfEFREjgdwISwL/zszYBAgQIECBAgAABAgSuI2AvBAgQIECAAAECBAgQIECAwPgCZ4hQAvgMiDZBgAABAgQIECBAgAABAgQuKWDbBAgQIECAAAECBAgQIEDgqwISwF+VWt5yakSAAAECBAgQIECAAAECBAiMLyBCAgQIECBAgAABAgQIfEtAAvhbXBYmsBQB9SBAgAABAgQIECBAgAABAgTGFxAhAQIECBAgQIAAge8LSAB/38waBAgQuK2AvRMgQIAAAQIECBAgQIAAAQLjC4iQAAECBAgQIPBDAQngH8JZjQABAgQI3ELAPgkQIECAAAECBAgQIECAAIHxBURIgAABAgR+IyAB/Bs96xIgQIAAAQIEridgTwQIECBAgAABAgQIECBAgMD4AiIkQIDArwUkgH9NaAMECBAgQIAAAQIELi1g+wQIECBAgAABAgQIECBAgMD4AiIkcB4BCeDzONoKAQIECBAgQIAAAQIELiNgqwQIECBAgAABAgQIECBAgMD4AmeMUAL4jJg2RYAAAQIECBAgQIAAAQIEzilgWwQIECBAgAABAgQIECBA4LsCEsDfFbv98mpAgAABAgQIECBAgAABAgQIjC8gQgIECBAgQIAAAQIECPxIQAL4R2xWInArAfslQIAAAQIECBAgQIAAAQIExhcQIQECBAgQIECAAIGfC0gA/9zOmgQIELiugL0RIECAAAECBAgQIECAAAEC4wuIkAABAgQIECDwSwEJ4F8CWp0AAQIECFxDwD4IECBAgAABAgQIECBAgACB8QVESIAAAQIEziEgAXwORdsgQIAAAQIECFxOwJYJECBAgAABAgQIECBAgACB8QVESIAAgbMJSACfjdKGCBAgQIAAAQIECJxbwPYIECBAgAABAgQIECBAgACB8QVESOC8AhLA5/W0NQIECBAgQIAAAQIECJxHwFYIECBAgAABAgQIECBAgACB8QUuEKEE8AVQbZIAAQIECBAgQIAAAQIECPxGwLoECBAgQIAAAQIECBAgQOCnAhLAP5W7/nr2SIAAAQIECBAgQIAAAQIECIwvIEICBAgQIECAAAECBAj8SkAC+Fd8ViZwLQH7IUCAAAECBAgQIECAAAECBMYXECEBAgQIECBAgACB3wtIAP/e0BYIECBwWQFbJ0CAAAECBAgQIECAAAECBMYXECEBAgQIECBA4EwCEsBngrQZAgQIECBwCQHbJECAAAECBAgQIECAAAECBMYXECEBAgQIEDingATwOTVtiwABAgQIECBwPgFbIkCAAAECBAgQIECAAAECBMYXECEBAgTOLiABfHZSGyRAgAABAgQIECDwWwHrEyBAgAABAgQIECBAgAABAuMLiJDAZQQkgC/jaqsECBAgQIAAAQIECBD4mYC1CBAgQIAAAQIECBAgQIAAgfEFLhihBPAFcW2aAAECBAgQIECAAAECBAh8R8CyBAgQIECAAAECBAgQIEDgtwISwL8VvPz69kCAAAECBAgQIECAAAECBAiMLyBCAgQIECBAgAABAgQInEVAAvgsjDZC4FICtkuAAAECBAgQIECAAAECBAiMLyBCAgQIECBAgAABAucTkAA+n6UtESBA4LwCtkaAAAECBAgQIECAAAECBAiMLyBCAgQIECBAgMCZBSSAzwxqcwQIECBA4BwCtkGAAAECBAgQIECAAAECBAiMLyBCAgQIECBwCQEJ4Euo2iYBAgQIECBA4OcC1iRAgAABAgQIECBAgAABAgTGFxAhAQIELiYgAXwxWhsmQIAAAQIECBAg8F0ByxMgQIAAAQIECBAgQIAAAQLjC4iQwGUFJIAv62vrBAgQIECAAAECBAgQ+JqApQgQIECAAAECBAgQIECAAIHxBa4QoQTwFZDtggABAgQIECBAgAABAgQIfCRgHgECBAgQIECAAAECBAgQOJeABPC5JM+/HVskQIAAAQIECBAgQIAAAQIExhcQIQECBAgQIECAAAECBM4qIAF8Vk4bI3AuAdshQIAAAQIECBAgQIAAAQIExhcQIQECBAgQIECAAIHzC0gAn9/UFgkQIPA7AWsTIECAAAECBAgQIECAAAEC4wuIkAABAgQIECBwIQEJ4AvB2iwBAgQIEPiJgHUIECBAgAABAgQIECBAgACB8QVESIAAAQIELikgAXxJXdsmQIAAAQIECHxdwJIECBAgQIAAAQIECBAgQIDA+AIiJECAwMUFJIAvTmwHBAgQIECAAAECBD4TMJ8AAQIECBAgQIAAAQIECBAYX0CEBK4jIAF8HWd7IUCAAAECBAgQIECAwNsCphIgQIAAAQIECBAgQIAAAQLjC1wxQgngK2LbFQECBAgQIECAAAECBAgQeC5gmAABAgQIECBAgAABAgQInFtAAvjcor/fni0QIECAAAECBAgQIECAAAEC4wuIkAABAgQIECBAgAABAhcRkAC+CKuNEvipgPUIECBAgAABAgQIECBAgACB8QVESIAAAQIECBAgQOByAhLAl7O1ZQIECHxPwNIECBAgQIAAAQIECBAgQIDA+AIiJECAAAECBAhcWEAC+MLANk+AAAECBL4iYBkCBAgQIECAAAECBAgQIEBgfAEREiBAgACBawhIAF9D2T4IECBAgAABAu8LmEOAAAECBAgQIECAAAECBAiMLyBCAgQIXE1AAvhq1HZEgAABAgQIECBA4F8B4wQIECBAgAABAgQIECBAgMD4AiIkcF0BCeDretsbAQIECBAgQIAAAQIEjgJ+EiBAgAABAgQIECBAgAABAuML3CBCCeAboNslAQIECBAgQIAAAQIECGxbQPQECBAgQIAAAQIECBAgQOBSAhLAl5L9/natQYAAAQIECBAgQIAAAQIECIwvIEICBAgQIECAAAECBAhcVEAC+KK8Nk7gqwKWI0CAAAECBAgQIECAAAECBMYXECEBAgQIECBAgACBywtIAF/e2B4IECDwsYC5BAgQIECAAAECBAgQIECAwPgCIiRAgAABAgQIXElAAvhK0HZDgAABAgTeEjCNAAECBAgQIECAAAECBAgQGF9AhAQIECBA4JoCEsDX1LYvAgQIECBAgMCTgCECBAgQIECAAAECBAgQIEBgfAEREiBA4OoCEsBXJ7dDAgQIECBAgAABAgQIECBAgAABAgQIECBAgACB8QVESOA2AhLAt3G3VwIECBAgQIAAAQIEtiogbgIECBAgQIAAAQIECBAgQGB8gRtGKAF8Q3y7JkCAAAECBAgQIECAAIFtCYiWAAECBAgQIECAAAECBAhcWkAC+NLCn2/fEgQIECBAgAABAgQIECBAgMD4AiIkQIAAAQIECBAgQIDAVQQkgK/CbCcE3hMwnQABAgQIECBAgAABAgQIEBhfQIQECBAgQIAAAQIEricgAXw9a3siQIDASwFjBAgQIECAAAECBAgQIECAwPgCIiRAgAABAgQIXFlAAvjK4HZHgAABAgS6gEKAAAECBAgQIECAAAECBAiMLyBCAgQIECBwCwEJ4Fuo2ycBAgQIEFwCUF8AABAASURBVCCwZQGxEyBAgAABAgQIECBAgAABAuMLiJAAAQI3E5AAvhm9HRMgQIAAAQIECGxPQMQECBAgQIAAAQIECBAgQIDA+AIiJHBbAQng2/rbOwECBAgQIECAAAECWxEQJwECBAgQIECAAAECBAgQIDC+wAIilABeQCOoAgECBAgQIECAAAECBAiMLSA6AgQIECBAgAABAgQIECBwLQEJ4GtJv96PKQQIECBAgAABAgQIECBAgMD4AiIkQIAAAQIECBAgQIDAVQUkgK/KbWcETgL6BAgQIECAAAECBAgQIECAwPgCIiRAgAABAgQIECBwfQEJ4Oub2yMBAlsXED8BAgQIECBAgAABAgQIECAwvoAICRAgQIAAAQI3EpAAvhG83RIgQIDANgVETYAAAQIECBAgQIAAAQIECIwvIEICBAgQIHBLAQngW+rbNwECBAgQILAlAbESIECAAAECBAgQIECAAAEC4wuIkAABAjcXkAC+eROoAAECBAgQIECAwPgCIiRAgAABAgQIECBAgAABAgTGFxAhgWUISAAvox3UggABAgQIECBAgACBUQXERYAAAQIECBAgQIAAAQIECIwvsKAIJYAX1BiqQoAAAQIECBAgQIAAAQJjCYiGAAECBAgQIECAAAECBAhcW0AC+NripdgjAQIECBAgQIAAAQIECBAgML6ACAkQIECAAAECBAgQIHATAQngm7Db6XYFRE6AAAECBAgQIECAAAECBAiMLyBCAgQIECBAgAABArcTkAC+nb09EyCwNQHxEiBAgAABAgQIECBAgAABAuMLiJAAAQIECBAgcGMBCeAbN4DdEyBAgMA2BERJgAABAgQIECBAgAABAgQIjC8gQgIECBAgsAQBCeAltII6ECBAgAABAiMLiI0AAQIECBAgQIAAAQIECBAYX0CEBAgQWIyABPBimkJFCBAgQIAAAQIExhMQEQECBAgQIECAAAECBAgQIDC+gAgJLEtAAnhZ7aE2BAgQIECAAAECBAiMIiAOAgQIECBAgAABAgQIECBAYHyBBUYoAbzARlElAgQIECBAgAABAgQIEFi3gNoTIECAAAECBAgQIECAAIFbCUgAX0/enggQIECAAAECBAgQIECAAIHxBURIgAABAgQIECBAgACBmwpIAN+U3863IyBSAgQIECBAgAABAgQIECBAYHwBERIgQIAAAQIECBC4vYAE8O3bQA0IEBhdQHwECBAgQIAAAQIECBAgQIDA+AIiJECAAAECBAgsREACeCENoRoECBAgMKaAqAgQIECAAAECBAgQIECAAIHxBURIgAABAgSWJCABvKTWUBcCBAgQIEBgJAGxECBAgAABAgQIECBAgAABAuMLiJAAAQKLE5AAXlyTqBABAgQIECBAgMD6BURAgAABAgQIECBAgAABAgQIjC8gQgLLFJAAXma7qBUBAgQIECBAgAABAmsVUG8CBAgQIECAAAECBAgQIEBgfIEFRygBvODGUTUCBAgQIECAAAECBAgQWJeA2hIgQIAAAQIECBAgQIAAgVsLSABfvgXsgQABAgQIECBAgAABAgQIEBhfQIQECBAgQIAAAQIECBBYhIAE8CKaQSXGFRAZAQIECBAgQIAAAQIECBAgML6ACAkQIECAAAECBAgsR0ACeDltoSYECIwmIB4CBAgQIECAAAECBAgQIEBgfAEREiBAgAABAgQWJiABvLAGUR0CBAgQGENAFAQIECBAgAABAgQIECBAgMD4AiIkQIAAAQJLFJAAXmKrqBMBAgQIECCwZgF1J0CAAAECBAgQIECAAAECBMYXECEBAgQWKyABvNimUTECBAgQIECAAIH1CagxAQIECBAgQIAAAQIECBAgML6ACAksW0ACeNnto3YECBAgQIAAAQIECKxFQD0JECBAgAABAgQIECBAgACB8QVWEKEE8AoaSRUJECBAgAABAgQIECBAYNkCakeAAAECBAgQIECAAAECBJYiIAF8uZawZQIECBAgQIAAAQIECBAgQGB8ARESIECAAAECBAgQIEBgUQISwItqDpUZR0AkBAgQIECAAAECBAgQIECAwPgCIiRAgAABAgQIECCwPAEJ4OW1iRoRILB2AfUnQIAAAQIECBAgQIAAAQIExhcQIQECBAgQIEBgoQISwAttGNUiQIAAgXUKqDUBAgQIECBAgAABAgQIECAwvoAICRAgQIDAkgUkgJfcOupGgAABAgQIrElAXQkQIECAAAECBAgQIECAAIHxBURIgACBxQtIAC++iVSQAAECBAgQIEBg+QJqSIAAAQIECBAgQIAAAQIECIwvIEIC6xCQAF5HO6klAQIECBAgQIAAAQJLFVAvAgQIECBAgAABAgQIECBAYHyBFUUoAbyixlJVAgQIECBAgAABAgQIEFiWgNoQIECAAAECBAgQIECAAIGlCUgAn79FbJEAAQIECBAgQIAAAQIECBAYX0CEBAgQIECAAAECBAgQWKSABPAim0Wl1iug5gQIECBAgAABAgQIECBAgMD4AiIkQIAAAQIECBAgsFwBCeDlto2aESCwNgH1JUCAAAECBAgQIECAAAECBMYXECEBAgQIECBAYOECEsALbyDVI0CAAIF1CKglAQIECBAgQIAAAQIECBAgML6ACAkQIECAwBoEJIDX0ErqSIAAAQIECCxZQN0IECBAgAABAgQIECBAgACB8QVESIAAgdUISACvpqlUlAABAgQIECBAYHkCakSAAAECBAgQIECAAAECBAiMLyBCAusSkABeV3upLQECBAgQIECAAAECSxFQDwIECBAgQIAAAQIECBAgQGB8gRVGKAG8wkZTZQIECBAgQIAAAQIECBC4rYC9EyBAgAABAgQIECBAgACBpQpIAJ+vZWyJAAECBAgQIECAAAECBAgQGF9AhAQIECBAgAABAgQIEFi0gATwoptH5dYjoKYECBAgQIAAAQIECBAgQIDA+AIiJECAAAECBAgQILB8AQng5beRGhIgsHQB9SNAgAABAgQIECBAgAABAgTGFxAhAQIECBAgQGAlAhLAK2ko1SRAgACBZQqoFQECBAgQIECAAAECBAgQIDC+gAgJECBAgMCaBCSA19Ra6kqAAAECBAgsSUBdCBAgQIAAAQIECBAgQIAAgfEFREiAAIHVCUgAr67JVJgAAQIECBAgQOD2AmpAgAABAgQIECBAgAABAgQIjC8gQgLrFJAAXme7qTUBAgQIECBAgAABArcSsF8CBAgQIECAAAECBAgQIEBgfIEVRygBvOLGU3UCBAgQIECAAAECBAgQuK6AvREgQIAAAQIECBAgQIAAgaULSAD/voVsgQABAgQIECBAgAABAgQIEBhfQIQECBAgQIAAAQIECBBYhYAE8CqaSSWXK6BmBAgQIECAAAECBAgQIECAwPgCIiRAgAABAgQIECCwHgEJ4PW0lZoSILA0AfUhQIAAAQIECBAgQIAAAQIExhcQIQECBAgQIEBgZQISwCtrMNUlQIAAgWUIqAUBAgQIECBAgAABAgQIECAwvoAICRAgQIDAGgUkgNfYaupMgAABAgQI3FLAvgkQIECAAAECBAgQIECAAIHxBURIgACB1QpIAK+26VScAAECBAgQIEDg+gL2SIAAAQIECBAgQIAAAQIECIwvIEIC6xaQAF53+6k9AQIECBAgQIAAAQLXErAfAgQIECBAgAABAgQIECBAYHyBASKUAB6gEYVAgAABAgQIECBAgAABApcVsHUCBAgQIECAAAECBAgQILAWAQngn7eUNQkQIECAAAECBAgQIECAAIHxBURIgAABAgQIECBAgACBVQlIAK+quVR2OQJqQoAAAQIECBAgQIAAAQIECIwvIEICBAgQIECAAAEC6xOQAF5fm6kxAQK3FrB/AgQIECBAgAABAgQIECBAYHwBERIgQIAAAQIEViogAbzShlNtAgQIELiNgL0SIECAAAECBAgQIECAAAEC4wuIkAABAgQIrFlAAnjNrafuBAgQIECAwDUF7IsAAQIECBAgQIAAAQIECBAYX0CEBAgQWL2ABPDqm1AABAgQIECAAAEClxewBwIECBAgQIAAAQIECBAgQGB8ARESGENAAniMdhQFAQIECBAgQIAAAQKXErBdAgQIECBAgAABAgQIECBAYHyBgSKUAB6oMYVCgAABAgQIECBAgAABAucVsDUCBAgQIECAAAECBAgQILA2AQng77eYNQgQIECAAAECBAgQIECAAIHxBURIgAABAgQIECBAgACBVQpIAK+y2VT6dgL2TIAAAQIECBAgQIAAAQIECIwvIEICBAgQIECAAAEC6xWQAF5v26k5AQLXFrA/AgQIECBAgAABAgQIECBAYHwBERIgQIAAAQIEVi4gAbzyBlR9AgQIELiOgL0QIECAAAECBAgQIECAAAEC4wuIkAABAgQIjCAgATxCK4qBAAECBAgQuKSAbRMgQIAAAQIECBAgQIAAAQLjC4iQAAECwwhIAA/TlAIhQIAAAQIECBA4v4AtEiBAgAABAgQIECBAgAABAuMLiJDAWAISwGO1p2gIECBAgAABAgQIEDiXgO0QIECAAAECBAgQIECAAAEC4wsMGKEE8ICNKiQCBAgQIECAAAECBAgQ+J2AtQkQIECAAAECBAgQIECAwFoFJIC/3nKWJECAAAECBAgQIECAAAECBMYXECEBAgQIECBAgAABAgRWLSABvOrmU/nrCdgTAQIECBAgQIAAAQIECBAgML6ACAkQIECAAAECBAisX0ACeP1tKAICBC4tYPsECBAgQIAAAQIECBAgQIDA+AIiJECAAAECBAgMIiABPEhDCoMAAQIELiNgqwQIECBAgAABAgQIECBAgMD4AiIkQIAAAQIjCUgAj9SaYiFAgAABAgTOKWBbBAgQIECAAAECBAgQIECAwPgCIiRAgMBwAhLAwzWpgAgQIECAAAECBH4vYAsECBAgQIAAAQIECBAgQIDA+AIiJDCmgATwmO0qKgIECBAgQIAAAQIEfipgPQIECBAgQIAAAQIECBAgQGB8gYEjlAAeuHGFRoAAAQIECBAgQIAAAQLfE7A0AQIECBAgQIAAAQIECBBYu4AE8OctaAkCBAgQIECAAAECBAgQIEBgfAEREiBAgAABAgQIECBAYAgBCeAhmlEQlxOwZQIECBAgQIAAAQIECBAgQGB8ARESIECAAAECBAgQGEdAAnicthQJAQLnFrA9AgQIECBAgAABAgQIECBAYHwBERIgQIAAAQIEBhOQAB6sQYVDgAABAucRsBUCBAgQIECAAAECBAgQIEBgfAEREiBAgACBEQUkgEdsVTERIECAAAECvxGwLgECBAgQIECAAAECBAgQIDC+gAgJECAwrIAE8LBNKzACBAgQIECAAIHvC1iDAAECBAgQIECAAAECBAgQGF9AhATGFpAAHrt9RUeAAAECBAgQIECAwFcFLEeAAAECBAgQIEDFm5e6AAAQAElEQVSAAAECBAiML7CBCCWAN9DIQiRAgAABAgQIECBAgACBjwXMJUCAAAECBAgQIECAAAECowhIAL/fkuYQIECAAAECBAgQIECAAAEC4wuIkAABAgQIECBAgAABAkMJSAAP1ZyCOZ+ALREgQIAAAQIECBAgQIAAAQLjC4iQAAECBAgQIECAwHgCEsDjtamICBD4rYD1CRAgQIAAAQIECBAgQIAAgfEFREiAAAECBAgQGFRAAnjQhhUWAQIECPxMwFoECBAgQIAAAQIECBAgQIDA+AIiJECAAAECIwtIAI/cumIjQIAAAQIEviNgWQIECBAgQIAAAQIECBAgQGB8ARESIEBgeAEJ4OGbWIAECBAgQIAAAQKfC1iCAAECBAgQIECAAAECBAgQGF9AhAS2ISABvI12FiUBAgQIECBAgAABAu8JmE6AAAECBAgQIECAAAECBAiML7ChCCWAN9TYQiVAgAABAgQIECBAgACBlwLGCBAgQIAAAQIECBAgQIDAaAISwK9b1BQCBAgQIECAAAECBAgQIEBgfAEREiBAgAABAgQIECBAYEgBCeAhm1VQPxewJgECBAgQIECAAAECBAgQIDC+gAgJECBAgAABAgQIjCsgATxu24qMAIHvClieAAECBAgQIECAAAECBAgQGF9AhAQIECBAgACBwQUkgAdvYOERIECAwNcELEWAAAECBAgQIECAAAECBAiMLyBCAgQIECCwBQEJ4C20shgJECBAgACBjwTMI0CAAAECBAgQIECAAAECBMYXECEBAgQ2IyABvJmmFigBAgQIECBAgMBrAVMIECBAgAABAgQIECBAgACB8QVESGBbAhLA22pv0RIgQIAAAQIECBAgcBLQJ0CAAAECBAgQIECAAAECBMYX2GCEEsAbbHQhEyBAgAABAgQIECBAYOsC4idAgAABAgQIECBAgAABAqMKSAA/tawhAgQIECBAgAABAgQIECBAYHwBERIgQIAAAQIECBAgQGBoAQngoZtXcF8XsCQBAgQIECBAgAABAgQIECAwvoAICRAgQIAAAQIECIwvIAE8fhuLkACBzwTMJ0CAAAECBAgQIECAAAECBMYXECEBAgQIECBAYCMCEsAbaWhhEiBAgMDbAqYSIECAAAECBAgQIECAAAEC4wuIkAABAgQIbElAAnhLrS1WAgQIECBA4LmAYQIECBAgQIAAAQIECBAgQGB8ARESIEBgcwISwJtrcgETIECAAAECBAiUwoAAAQIECBAgQIAAAQIECBAYX0CEBLYpIAG8zXYXNQECBAgQIECAAIHtCoicAAECBAgQIECAAAECBAgQGF9gwxFKAG+48YVOgAABAgQIECBAgACBrQmIlwABAgQIECBAgAABAgQIjC4gAVzK6G0sPgIECBAgQIAAAQIECBAgQKAUBgQIECBAgAABAgQIENiEgATwJppZkO8LmEOAAAECBAgQIECAAAECBAiMLyBCAgQIECBAgAABAtsRkADeTluLlACBfwWMEyBAgAABAgQIECBAgAABAuMLiJAAAQIECBAgsDEBCeCNNbhwCRAgQOAo4CcBAgQIECBAgAABAgQIECAwvoAICRAgQIDAFgUkgLfY6mImQIAAAQLbFhA9AQIECBAgQIAAAQIECBAgML6ACAkQILBZAQngzTa9wAkQIECAAAECWxQQMwECBAgQIECAAAECBAgQIDC+gAgJbFtAAnjb7S96AgQIECBAgAABAtsRECkBAgQIECBAgAABAgQIECAwvoAIiwSwg4AAAQIECBAgQIAAAQIEhhcQIAECBAgQIECAAAECBAgQ2IrAlhPAW2ljcRIgQIAAAQIECBAgQIAAgS0LiJ0AAQIECBAgQIAAAQKbEpAA3lRzC/ZJwBABAgQIECBAgAABAgQIECAwvoAICRAgQIAAAQIECGxPQAJ4e20uYgIECBAgQIAAAQIECBAgQIAAAQLjC4iQAAECBAgQILBRAQngjTa8sAkQILBVAXETIECAAAECBAgQIECAAAEC4wuIkAABAgQIbFlAAnjLrS92AgQIECCwLQHREiBAgAABAgQIECBAgAABAuMLiJAAAQKbF5AA3vwhAIAAAQIECBAgsAUBMRIgQIAAAQIECBAgQIAAAQLjC4iQAIEuIAHcFRQCBAgQIECAAAECBMYVEBkBAgQIECBAgAABAgQIECAwvoAIHwUkgB8pDBAgQIAAAQIECBAgQIDAaALiIUCAAAECBAgQIECAAAECWxPYYgJ4a20sXgIECBAgQIAAAQIECBAgsEUBMRMgQIAAAQIECBAgQGCTAhLAm2z2LQctdgIECBAgQIAAAQIECBAgQGB8ARESIECAAAECBAgQ2K6ABPB2217kBLYnIGICBAgQIECAAAECBAgQIEBgfAEREiBAgAABAgQ2LiABvPEDQPgECBDYioA4CRAgQIAAAQIECBAgQIAAgfEFREiAAAECBAiUIgHsKCBAgAABAgRGFxAfAQIECBAgQIAAAQIECBAgML6ACAkQIEDgQUAC+AFCjwABAgQIECBAYEQBMREgQIAAAQIECBAgQIAAAQLjC4iQAIHnAhLAzzUMEyBAgAABAgQIECAwjoBICBAgQIAAAQIECBAgQIAAgfEFRPhKQAL4FYkJBAgQIECAAAECBAgQILB2AfUnQIAAAQIECBAgQIAAAQJbFdhSAnirbSxuAgQIECBAgAABAgQIECCwJQGxEiBAgAABAgQIECBAYNMCEsCbbv4tBS9WAgQIECBAgAABAgQIECBAYHwBERIgQIAAAQIECBAgIAHsGCBAYHwBERIgQIAAAQIECBAgQIAAAQLjC4iQAAECBAgQIEBgFpAAnhn8IECAAIFRBcRFgAABAgQIECBAgAABAgQIjC8gQgIECBAgQOBJQAL4ycIQAQIECBAgMJaAaAgQIECAAAECBAgQIECAAIHxBURIgAABAv8ISAD/A2KUAAECBAgQIEBgBAExECBAgAABAgQIECBAgAABAuMLiJAAgbcEJIDfUjGNAAECBAgQIECAAIH1Cqg5AQIECBAgQIAAAQIECBAgML6ACN8VkAB+l8YMAgQIECBAgAABAgQIEFibgPoSIECAAAECBAgQIECAAIGtC2whAbz1NhY/AQIECBAgQIAAAQIECBDYgoAYCRAgQIAAAQIECBAgQKAJSAA3BK+RBcRGgAABAgQIECBAgAABAgQIjC8gQgIECBAgQIAAAQIETgISwCcJfQIExhMQEQECBAgQIECAAAECBAgQIDC+gAgJECBAgAABAgReCEgAv+AwQoAAAQKjCIiDAAECBAgQIECAAAECBAgQGF9AhAQIECBAgMBrAQng1yamECBAgAABAusWUHsCBAgQIECAAAECBAgQIEBgfAEREiBAgMA7AhLA78CYTIAAAQIECBAgsEYBdSZAgAABAgQIECBAgAABAgTGFxAhAQIfCUgAf6RjHgECBAgQIECAAAEC6xFQUwIECBAgQIAAAQIECBAgQGB8ARF+KiAB/CmRBQgQIECAAAECBAgQIEBg6QLqR4AAAQIECBAgQIAAAQIECBwFRk4AHyP0kwABAgQIECBAgAABAgQIEBhZQGwECBAgQIAAAQIECBAg8ExAAvgZhsGRBMRCgAABAgQIECBAgAABAgQIjC8gQgIECBAgQIAAAQIE/hWQAP5XxDgBAusXEAEBAgQIECBAgAABAgQIECAwvoAICRAgQIAAAQIE3hSQAH6TxUQCBAgQWKuAehMgQIAAAQIECBAgQIAAAQLjC4iQAAECBAgQeF9AAvh9G3MIECBAgACBdQmoLQECBAgQIECAAAECBAgQIDC+gAgJECBA4BMBCeBPgMwmQIAAAQIECBBYg4A6EiBAgAABAgQIECBAgAABAuMLiJAAga8ISAB/RckyBAgQIECAAAECBAgsV0DNCBAgQIAAAQIECBAgQIAAgfEFRPhlAQngL1NZkAABAgQIECBAgAABAgSWJqA+BAgQIECAAAECBAgQIECAwEuBERPALyM0RoAAAQIECBAgQIAAAQIECIwoICYCBAgQIECAAAECBAgQeENAAvgNFJPWLKDuBAgQIECAAAECBAgQIECAwPgCIiRAgAABAgQIECBA4D0BCeD3ZEwnQGB9AmpMgAABAgQIECBAgAABAgQIjC8gQgIECBAgQIAAgQ8FJIA/5DGTAAECBNYioJ4ECBAgQIAAAQIECBAgQIDA+AIiJECAAAECBD4XkAD+3MgSBAgQIECAwLIF1I4AAQIECBAgQIAAAQIECBAYX0CEBAgQIPBFAQngL0JZjAABAgQIECBAYIkC6kSAAAECBAgQIECAAAECBAiMLyBCAgS+IyAB/B0tyxIgQIAAAQIECBAgsBwBNSFAgAABAgQIECBAgAABAgTGFxDhtwUkgL9NZgUCBAgQIECAAAECBAgQuLWA/RMgQIAAAQIECBAgQIAAAQJvC4yUAH47QlMJECBAgAABAgQIECBAgACBkQTEQoAAAQIECBAgQIAAAQIfCEgAf4Bj1poE1JUAAQIECBAgQIAAAQIECBAYX0CEBAgQIECAAAECBAh8JiAB/JmQ+QQILF9ADQkQIECAAAECBAgQIECAAIHxBURIgAABAgQIECDwJQEJ4C8xWYgAAQIEliqgXgQIECBAgAABAgQIECBAgMD4AiIkQIAAAQIEvi4gAfx1K0sSIECAAAECyxJQGwIECBAgQIAAAQIECBAgQGB8ARESIECAwDcFJIC/CWZxAgQIECBAgACBJQioAwECBAgQIECAAAECBAgQIDC+gAgJEPiJgATwT9SsQ4AAAQIECBAgQIDA7QTsmQABAgQIECBAgAABAgQIEBhfQIQ/FpAA/jGdFQkQIECAAAECBAgQIEDg2gL2R4AAAQIECBAgQIAAAQIECHwsMEIC+OMIzSVAgAABAgQIECBAgAABAgRGEBADAQIECBAgQIAAAQIECHxBQAL4C0gWWbKAuhEgQIAAAQIECBAgQIAAAQLjC4iQAAECBAgQIECAAIGvCkgAf1XKcgQILE9AjQgQIECAAAECBAgQIECAAIHxBURIgAABAgQIECDwLQEJ4G9xWZgAAQIEliKgHgQIECBAgAABAgQIECBAgMD4AiIkQIAAAQIEvi8gAfx9M2sQIECAAAECtxWwdwIECBBYrUC/Bb1cSaYSpWRQg1I+O3ZW+4uh4gQIECBAgMDbAqYS2LTAqNf1y4wrJWml3pc8lLUffP3uae0xqD8BAgQIECBAgMBmBARKgAABAgQIECBAgAABAgQIjC8gQgIEfiNQk5bRfrOcPjn93vzj9N/s3LoECBAgQIAAAQIECBD4soAFVyzQP3tcj5+ofvP+83h/mfyuv2IgVf+CQPK74yN5b/3j848vVMEiBAgQIECAAAECBK4gUNs+emm9rb5uFfd9cz+VW9XhTPttkZxpSzZDgAABAgQIECBAgAABAgQuJGCzg7DrwAAAEABJREFUBAgQIECAAAECBAgQIECAwNcEniWA++Dz8rUN3HApuyZAgAABAgQIECBAgACBBQkkp29YHr9Rmcf/i/Y4fUFVVZV1CZy5ts+fffThM2/e5ggQIECAAAECBAh8QSA53ic93Ted7qOO07+wCYucTaDfF/TytMHk2A7J2/2nJZc59DKaH9QxeTvw5Dj9B5u0CoEvCFiEAAECBAgQIECAAIFrCyTH+7zk2L/2/u2PwCUFkuNxnbzdv+S+bfsjAfMIECBAgAABAusUSF5eV64zCrVeq8AH/wfw6cB8+YmD5DT92F9r4OpNgMCKBVSdAAECBAgQIEDg6gJJ5n0mx34fSVKSp9KnvVke/g+l5GnZ5PzDb+7bxGEEkvMfM8nTNkvpn5HvZRgygRBYv4AICBAgQIDASgWSzDVPjv0+kuTF/VPy3vjHebnkvfVMT35rcLLv/fe3dWrP3l9q+fWdTfI5QPLxMkvFUS8CBAgQWJ6AGhEgQIAAAQK/E0jevz9L3p/X95qk1FaS43JFR2AggeR4XCev+z3M5PX05GlaX0YhQIAAgfMJ2BIBAgTWIJA8XQ8mT8O97kncP5Wxu+SpzZOXw7eOvCWA26v08llV+jLfK3n4/57KvP231z0t817/s1qZT4AAAQIECGxGQKAECBAg8AuBJCXtHq18cH/20bzTun/v02pxvL/r094uKcmzUu9LWmkrXvSVPNun4ZdtMIDH5wfP8bgsnx7jn23p9XbSfnd6+Wjbff5H5bO9mk+AAAECBAg8ChggsHiBJCXtGrG8c+15mvfR/dPTuv+G+7dN6KX1vG4o8Pq+4NRmvX17OY2/1e/zn0pK0kq7L+73xr1cOrBe+0vv4xhUD+yNcvGd2wEBAgQIECBAgMAAAkIgQOA3Aknm1ZN8eH+WvD9/3oAfBDYukPgd2fghIHwCBAgQIEDg4gLL3UHydC3Ya5k8jScvh/t8ZXyB5GW7J0/jt47+Kgngj4JMnjCSl8N9vSS9pxAgQIAAAQIECBAgsFUBcf9KIOn3VLUlfqdfbcfKBAh8LJCk/Z5drny8d3MJECBAgAABAgQuKZBk3nzS+7UN99J6XucVGGhrSZ7uD1pc9/f35f5vSrlvx04vbdolX20vl9z8ebad5Anpn+Hz7MFWCBAgQIAAAQIECBAgsH6B5PW9U48qSen/d29ZYafKBEYRSF7/fiZP00aJUxwECBAgQIAAgbULJE/XaMlxuMeUpN1X1cd8VdER+KpAO3aSp2Ppq6v9ZrnaHwIstUz1+Iv0T4AvRpMjWPJ2/8XCRggQIECAAAECBAgQIDCoQJI5sqT3axs+lmRqDyn6tDL3l3r/p17RPu3Y/ec4GMqkfNIlKclDacvO3xC4v29DXgQIECBAgAABAtcSSDLvKjn255FS23XaVGq7tyolra+MfN1+idjaEdOPnNK75HhsJcd+n3aJUi+x0XNvM0lJ3i7n3pftLV1A/QgQIECAAAECBAhsTyA53g99FnmS+WFEclw+SdERILAMgflBUk2p75TyvGu/u0nmZyHPJ29rWLQECBAgQIAAgesIJMfrriTzDpPM12xJ5uuxJEVH4DcCSTuGWkla/zcb+sa6q0gAfxRPksdfwOT5cP//reo876P1zSNAYEUCqkqAAAECBAgQ2KBAkjnqJGW3m16XqU2b9mWquzn52xeubdnnpZTaJvfSel4ECCxSYE4Mz7+7U3uWUUrKsUuOQ8mxf5zqJ4HBBYRHgAABAgSuJJAcr7GSp36/Luu77/2X91V9ai/93qqXPqwQ+JrA8ViaSv8medKv+VOS98vXtvr+UvX9Weufk2QOIjn25xE/CBAgQGCVAipNgAABAgS2IJDk3RvA/vDh0aD/VdhTKXmcXObh5+NFR4DA0gVOv8u9P/8Ol/azPa55eD8orUtSkq+VtrgXAQIEVi2g8gQIELi0QPL6uqrfbyV5uetn12cvZxgjcB6BJJ9e5/90T+2O4qerXme9OSNeU/ov37ulAfWM+cuS0rvkqZ/kFWRfRiFAgAABAgQWLaByBAgQGEYgeX1Pkhyn1Xq8PUuO48mx34Ov7Z6o9+cyP4Toy55K5snHH324l+PY08+/bbCX1vMiQGA5Au/+Pmf+ZkBt7wPPf/+TvHqukRynlYcuOY4nL/sPs/UIECBAgMCSBdSNwMUFksz7SDJfV/WR0/VW7/fSp5XH67TMoy9/9HurXl5ONUbgqwLzdX47Br+yfJL5WE1e9j9btz8x+GyZ1c7vgL3ySXpPIUCAAAECBAgQWJ2AChPYlkCSNz/8WnQECGxaoD+I/KwkmR8MbRpK8AQIECBAgMCKBS5X9eR4nZRk3kmSF/ddRUfgRgIfXeMn+dX1/dAJ4N5ep28FJ0eo5Hv9vg2FAAECBAgQIECAAIEbCAy2yyRzREnmm7jkZb/P7Dd/vf/90m/tevn+mtYgQGBpAj/7Xe7vH70kL99bkswBJsf+POIHAQIECBAgQGAjAsnxGih56vdrpo2Ev54w1fSVQD9Oe0ny9AyhLXV/f196aYMfvt65q+jfbe9fX+/lw/VXMPMUy9tVTZ7B/TPc10jSewoBAgQIECBAgAABAgS+LZDk8Uatr5yk9y5Q+r1bL29t+nRP9N78t9a5/TQ1ILBdAb+r2217kRMgQIAAAQLnFEjyeD92SqT9fvvur35vaAs/Fnh2TH+2jX8SwA8Hblo/bdW5/F8p+f9uVPq+y6l7v9/rWfoN0qm0+j8u3Ybb/P7L/VZ5XOyNgaSt2KYneXyTSF4Ot9leBAgQIECAAAECBAgQeCWQZJ6WvOy/dV9ymjav8NmPeXOne5/eb/c8b67Tp7f5i7m/u9V9pf3e7p7+x/ZlvDq/83zj3d/n0+9v+XZ3ej953k/y7nON5Djv2zuyAgECBAgQIEBgwQJJHmvXr4v6SO/30oe/X07XZ63fNz2Xfo3nmne8a/drtGk/dr52FPZj9lT6Yd0Pva+s+ToBPK/ZDuDHhGof/sqmLrHMN/bd6/1Y+nrtQUePoU/7oGontLf6fbXkkw30hZQrCNgFAQIECBAgQIAAgeUKJHmVXOm1TTL/31JJSu/6fUfv/7r0zT2W0/1P7z/fchvvy5TW7/dGc+nDz5cxTIDAdQQ++N3rv6ePpS/XnmecPrhxncotbC+qQ4AAAQIECBD4mUCSV/dlZ7sH6/dV6fV6uF5zf9UxlB8L9OPo+ysn7SDspa2atOHWf+/1TwL4tNjPdnxaexH9Hncvv6jM6Y0hyas3jSTzlpNjfx7xgwCBywjYKgECBAgQIEBgwQLJ8Z4gOfZPVU0yJ39L6/q9RS9t8DKvedfv3ce9N/0yVbFVAgR+KTD/Pv9yG/+sfnr/SeL5xj82RhcmoDoECBAgQOCHAknmNZNjfx65yA/3VxdhtdEvC/Rr++Tz4/ydBPDnK365Jr9a8Pb16JDvleT29fsVr5UJECCwAgFVJECAAAECSxJIUuo/JUmZpjone3v/VPp9RFlE575lEc2gEhsXuP3vYX9Peq8kmRPD/f1t4w0lfAIEbihg1wQIEPiuQJLH+7MkL+7LTtc95exdzr5FG9yiwO+Oo358d7Uk83V88tTv03upqfflqZwWqG2FaQGl1+NUp9v0O9J7pQP3hzu9/94yphMgQIAAAQI/FrAiAQIEFiXQEyNpNUpNu4d6Kqf7gSRt7stXknZfdaUy12vJ93dLuMdUh4TBbQyW/3yjv5f197dpmsqptLewl29qxggQIECAwGUEbJXAtwVqu1BJW6tfv/TSr2XaaEn61D5U5uEkP+vXtt6i82eu65M1G9SStGPsh6W0Lkn7+fqVZN52fT3LlOcCyREqeb/fb4x2u6nUWmfUJM83YZgAAQIECBAgQODbAlYgcFuBJI/X9slxuE0odaqlpl/3Py8P81uVk+Nwcuy3SV4ECBBYhEByfF9KPuq397j2sLM+lN20K/2ZR5JFxKASBAgQIECAwIgC348padcmrby8P0u7Zcu8sSSPw/MEPwgMKNCv2ZPjsZ4c+1N7ZpEch+uAMd8kpCTtpqiW3TTN/an126SiI0CAAAECBAgQIEDgmwI3XjzJXIPkqZ+k9JurUtq0/npWio4AAQKDCLS3upeRtPe6/t7Xn3XsdsdksOcdL4mMESBAgAABAtcVSNoFSttlv0ZpvTLfoh0nFd0KBVT5RwLJ8aDvvwfPS9/YcbyW2keUMwo08yTzwyGflC06AgQIECBAgAABAqsQSFKSpzJN7WapHsePN0/H4bbIKuJZcyXVnQCBBQqktPfIMj/r6O+JnncUHQECBAgQIHBFgSTtWuSp9Pu1vvskvacQIPAgkGT+Xam1PdN4mLbk3nrrljLfHPVPyk7TVE6l+a83JjUnQIAAAQIECBAgMJhAkjmiaWo3SC3pW9uNUp+QZL6eL61Ljsu0QS8CBC4nYMtrEWhvibW9X56ed1TvkWtpOfUkQIAAAQKrE0jahUerdb/2OJbaxsqc5Co6AhsWSDL/HiRP/c6RHH9Hjj/7FOVyAinl+MaUuf/vJ2WTlN4lx34fVk4C+gQIECBAgAABAgTOJ5CkJO+XnvztJcn5dmpLBAgQGFWgvVX25x3TNJXdbmrPPOrje+z3Q7YGAQIECBAgQOClQJLHa4t+n3YqSV4uaIwAgVcC9dWU04T7NquX07j++QTae1O/QeqflO3/h87pTavvIMnjG1qSPkkhsF0BkRMgQIAAAQIEziiQHK+vk7Rr7qmV3s+8h359fn9/Pw/f3/+d+/1Hknm5PqwQIECAwDsCKfN75TTV0p919P7UksLtLbToCHxJwEIECBAgQOAfged/YeS9+7V/VjFKgMAzgZblfTb2ONiu3N8cfpxo4BwCjbnfDCWZb5SS9/vn2J1tECBAYE0C6kqAAAECBH4rkLx9fV1TS3+Y8Niv+e2urE+AAAECJ4H2lpqk9Ae17/0FtKIjQIDAMwGDBAgQOAkkebhXS0m7T5vq8d6t9M/q9lJ0BAh8VeApAdy/7ftY8rT+fRt+nN4WN1zKGQ3u/3bflJT+RjaV0vpvlWQqebOkJO+XtkEvAgQIECCwNgH1JUCAwI8Fkqdr49NGkj5tKrVdT/eS1JL0ab3fr7P78LGc81rftupZ75148nQMrPAYKLX0992p7kovpdT2/ju9WU7v2foECBAgsCkBwRJ4FEgyD6clfueS2sbri+sG14PVPdYZ83OjHk/3f9th0ko7WtrvkNdiBGp7k3teplrbTZJmWkwDqQgBAgQIECBwYQGbJ/B7gSTtIUHKNLVr6VNp19XJcXp51eVhyqn/MKpHgAABAmcTSFKmWuf35ySP/aIjQIAAAQIENirwFHbydG2Qlvg9luO0p6UMESDwHYH6/sJ9Vi/vL2HO7wWS45tY8nb/tIep1tKWaOU0RZ8AAQIECBAgQIDAYAJfCOf+/r6cymnxpF0pt1L7NXPrH6fXMv+ZsOPIGz/b/OdT508R5/kUw0M0I48AABAASURBVAQIECBwJoHk6f31+KH3+vh8IznOS479M+3SZggQIECAAIGVCCRP1wC1tuF2z5dS2/1cGy66YQUEdnGB9lv03j7+thm9tJ7XzQSSlORY+jcYXj7Uulm17JgAAQIECBAgQIDATQSS47Vx8rrfK1Tb9Jpaej+1PlxLt35ty7fSl1GWKaBWBAiML5C09+JWans/zsN79Snq5DgvOfZP0/UJECBAgACBcQWS43k/SamtHD/Em6IjQOD3AvVxE2nJ3seyiP9N+7FqBp4Eksx/MmmqtWT+V3QECBAgQIAAAQIECJSe9J2aQ7tObkmFJMdPjN/Xh28M/1/r/18p8z1Pv99p9z/lobtvyz4M6hEgcBMBO92AQHJ8r017jy4lpY8mKf1h71Tr3K+1jT+UpC/zVIqOAAECBAgQGEogyWM8NVMbrg/laXqb4EWAwA8F+m/UG6u2ByKPD0bemG3SzQWSlPkbwdM03yT1t8ReyjCdQAgQIECAAAECBAg8CSRpyYKU/hdxTqVfDz+WWuf5Scrrrt3fvJj47/iLmUYIECBA4KoCx52lJX6naVemuUyltvEk83t7XyJJ7ykECBAgQIDAigWSzOf25Njv5/vahlcckqoTWKxALfe1PJZX1fRg5BXJmSckteTHJaU//Jp2U6nTQ6kpves/e+nDCoHVCagwAQIECBAgQOCZQHK8su3J3vkBQa2l1qkkmcuzRdt4fSh9fh/uy/T+sTxf9uVwbaO9tJ4XAQIECFxcIKklc0mp7X29D5cPunwwz6wVC6g6AQIECGxGIDmezWvLYRxLPV4DtPEkJXkqpdTm0kvreREg8COBf36D8qONWOnWApnfKPsN09QTwbWW9DfNVoqOAAECKxNQXQIECBAg0AXu758+jJqkTLVd47Z+ktKve3tJ+rSH0q59k6/ez3x1uaIjQIAAgSsKJClJKyWlv89PUy1z6eeA9j5f27yiI0BgGAGBECCwPYEk8zm+tnN7L2XuMv/0gwCB8wq0a+eHByZp/dJKppI+fCo1Jadh/ZIzG/yuOVPK/P+VtX45lVqmumtjU0mm8vQm+rs9WZsAAQIECFxBwC4IECDwKNCeC5QkpT/4r61f2r1K/8tFyXS8Bu7Xwb2UlGPXEsZppfTSp5z6bf7jcilp66dtK6klL0opfTd5Me3fZYzzcQw4BhwDvz0Gyj9d314pmd/b+2d/5tLGU/r7fW3Ta8n83j2V2p53TNO+JG1eqaW8KG3UiwABAgTWIqCeGxRI0s7ltSRppZbepZ3T087nSS15UUppi7Xy73TjeeHEg8f7x0AtL7q8GJtHTs9N5hE/lifQ2qw/0HpeSkpqLWlvBLv+56Hn4TYtT2V5cagRAQIECBAgsG0B0W9dIHm6Vk1S9vt92e12pdappB7nzUb9urdkHiy9/6X7lbZ8X+9U+npFR4AAAQLLEnj9Xp0cn23M/f5so5WpnRf27fwwnyPS1llWEGpDgAABAgQIvCFQay29JP3c3cvDQvP93LPxh8l6BAj8XqCW0n+5TqU869q0/oBknv9sssFVCKS1W+aapkxzEjglSTl1Sebx5OP+aXl9AgQIECBAgAABApcSSLsm7duepv5QIGV+qF978rc+XLO2/pwErn2xh5KH/qnXxt2/nDD0CRAgMJxAyvHfMbCUmlr6+aKX2h4qFx0BAgQIECCwSIF+nj6Wdi5/uPcr7bxe3L+VTXaCvppAe4LSP2LRy8M+T4NzPw8T9dYskPZm2t9g+wO1Y5lK0qaeypqDU3cCBAgQIECAAIFVCiRP16O1JXenWudr1Gnazf1SUl51/U889/JqRpvg/qUhrPOl1gQIEPi5QI6J4Gmak8H92UfRESBAgAABAjcXSFKSlJ6P6OfnXkpJeezcvz1SGCBwKYGa9rDlWEo59vuDl5Yg7A9gHuflYd5V+vZ1Nvfelq3NSilJ66eNt3btb7bHkjJ3bd79/X3pZR73gwABAgQIECBAgMAFBZLjdWht171zaQ/uU3ftIX5P/rZ7kUwPe2/Xr204SbueLU+l3pd2adtKm14flun9tr0oDy7dRnE8LP4YcLx6zzrTMVDL1M4l/dvAvdTmWnQECBAgQIDATQSSzPvt5+M6TfM5upTa7uemp1LbeDtfu15PYcDgUsdALeVv+2XspfW8xhRIWlxpb64pLeN/7Pc32DZ9mmqpbbi24bKITiUIECBAgAABAgRGFOgfNuwlOV6X9uvQadqVqZV+jdqvSdOuS0eMXUwECBAg8JbA+aclKVN70Lzb7ctut5ufdxQdAQIECBAgcDWB5Ol+r9/j1ZJ538mxP4/4QYDAVQTqu3u5b7N6eXcBM9YkkBzfYJOUpJVW+aSWzKWU3X5f7u7uSn9TbrNK2o9eWs+LwPUE7IkAAQIECBAYViDJfK2ZPPRbsjd5uuJMjsNJStJKmY79PvyslPe6fu/Sy3vzTSdAgACBzQgkeUgE78oxEZyiW5iA6hAgQIDAcALJ8Xxbax7u5WppA+XNrt+79fLmTBMJEDiHQPsNPMdmbGN1Au3NOMlc7aSW5Dh8vDFq4/1NupV5AT8IECBwBQG7IECAAIGxBPq3fXvpUSUp+/3xIXz/Zlb/0GH/1m+Sx+vQvpxCgAABAgTOKZDkIRHsG8FFR2BBAqpCgMB4Asnx3m6aaql1avd5LcfQpo0XqYgIrEegltJec/mn0vlbSi9Ft26BU/se+/f3Kb2c2j3pb8ZTC/E4v0/fTfv2Jn0sU929mNfnvyxtthcBAgQIEPidgLUJEBhQoN/r91JrLbvdVGp7CFDbcK27knYN2q8pn1+X9mTxi1L+r1233j+U4zXs8+XLv12/d+nl3+nGCRAgQGAjArXF+Xbp552pnX92/U9DT4dSH85D/Vz0VNrqXgQIECBwaQHbH1AgyRxVrSlJ5uHk2C/ldG6eJz/96PduvTxNMUSAwJkF+m/fmTdpc6sXaG/O9aH0m6OpOkxW36YCIECAAAECixVQsVEEksw3+8mxv9/vy+FwKL1fW/J3lDjFQYAAAQIrFZjPT7VMD/9H8FQ961hpS6o2AQIECCxIIDne/01TLbVO7Z6wtpJ3amgyAQLXFKjX3Jl9rUigvXG3d+pS2nt1TwLvd7v2Bl77aNERIECAAAECBAgQeC6QtIvGNmGaartmTNnt+7XjVJLapp5efbiX03gpxSABAgQIELi2QDtlpabs2nOO/iGlqTo3XbsJ7I8AAQIExhBI2km1hVLbeTU5DidTn/KstEEvAl1AubqAq9yrk69wh+29u05T2fc/lbTfl6kNJ1lhIKpMgAABAgQIECBwLoEkJTmWfsM/teRvknatuCttatER+EzAfAIECNxUoJ2zaq0tEbyfn3dMnnUUHQECBAgQ+K5AP3/WOpWkliTfXd3yBAhcUKAmmX8xk5v31WPpbVDTHuhN7eZoV+ZPyfabo6IjQIAAAQIECBDYmkCSOeTarg+P5XTDf7zpT/r82pZ5XtpoeyVx3c/AMeAYcAw4BpZzDLRz2bSbSv9GcC9Tf9aR8qp+RUeAAAECBAg8CtR2LfPn7q7U2u/5SjtvTqXM/99v6/XXfZveSpI2T0kYJAyS6xq038L+26gQ+LpAkvmNvSeB+5/3S1J+39kCAQIECBAgQIDAGgSStGvBlKnWMk27MrXSb/pPpegIECBAgMCHAsucmaT05G9PAu92+9IfbBcdAQIECBAg8EIgOeYC0u4H79ucfh+YHKe1US8CBBYkIAG8oMZYY1Wm9sDvsN+X3cMnZNcYgzovQEAVCBAgQIAAgVUI9Ifh/da+3+TXdh2Y9LFj1ZPjcJK3P+FdppJWio4AAQIECCxYIEnp57lptytTraWf+4rufAK2RIAAAQKrFUgy131/aPmAdp6cR9qPJCV5KO2eL708jJf7loLqpegIELi2QPvtu/Yu7W80gbQbol1LAh8Od/OfTOo3Sv0GKXl402/90WIWDwEC5xOwJQIECBBYtsD9ff9cd5kfhtdpKtN+14anuSSZb/SXHYHaESBAgACB7wkkaee5Wvqzjl6mdv5LUnQECPxOwNoECKxd4L7sWuJ3P7V7QufFtTem+m9AoOXpMj+0SfQTBsl3DaZ2/EztV6XOZartzb+dAJKppJU2cX4lb293nukHAQIECGxVQNwECKxAoF3GlanWVnZzqdmVZHqoeS1pw0kexnuvth+9tN7zV/6W0kvRESBAgACBJQr0c9fr0s9zu92hHPZ3ZZr2reKvlymlT2uzvAgQIEDgPQHTBxDoyd/+oajS7/9aSdIGp4fSh1up9yVvlbR5SrPikDBIrmPgCnWAN96lhJCktHewMqWWfiKorb/bTW24tskpKcfu9C2S45ifBAgQIECAwDYFRL1UgdO1Wm3Xdv0Gf78/lP3hUKbdrvS/9JKcruqWGoF6ESBAgACB8wuk1rLf78u+nQ+LjgABAgQIbEig3wHu97vS7w1rTTndM36dwJIECNxCoN5ip/Y5nkCSxwRv6cO1JYFb8rcPl9LmpcxdPzk8L/NEPwgQIECAAAECBBYh0K/T2qVcmWq7lpumMrXSk8BJSpLSfrRXHsr00D+Nf6PftpVYPmGQMEgYJAwSBsk6DHYtCXzX/wusdo5M0REgQIAAgfEFdi35u9vtW6D3Lfnbel4EviNg2ZsJ1Jvt2Y7HE3h2s3b6dkj/FvBU6/zwsE7Tq4eE4yGIiAABAgQIECCwLoEk8zVabf19e6i93x/KrvV3u938jd/3o/n7/ixzCHwgYBYBAgTWLlCnOv91jMPdXZnPl+0cWnQECBAgQGAggeR4n9j/8sW+JX/bqOTvQO0rlG0ILCEBvA3pjUSZHE8MPdzkYXju1zLVVtpNUm399AUUAgQIECBAgACBmwokx6uyWlP6n7bs/flaLSktK1xedj3h+7z0uafxPqwQIEDgUwELEBhKoJ8z5w9P9f8qYZqGik0wBAgQILBdgSQlLfz+F6FKu1f8v79/y9+//du/922qFwECaxGQAF5LS624nknmb4/0G6Np2h0/HdtujJKUxP8ZUHQECBAgQIAAgRsJpO13mmqZ2jXaNF+f1ZL0qW3Gp6+e/P10IQsQIECAAIEHgXF7tdbSE8H928BFR4AAAQIEVi7Q7wjrVI/P9EsfW3lAqk9gowL17bj7w5xTeWuJ07yv9K3/WuArbqdlXq9dymneV/qfrf/Z/M/28fH6SUqSx4VqG67txqiX/pDxf//3f0v/2xH9/5t7XMjAdgRESoAAAQIECNxEIMnxZn6a2rVabSVzKToCBAgQIEDgRwJJ5g+8Hw6H+RzbRn+0nWFXEhgBAgQIrEegncSSh/vE9iw/yXrqrqYECDwK1MchAwQuLdBOFD3xW2vKsV/L//zPf+Xw567UNk8SuOgIbEpAsAQIECBwXYF+rdVLvw7b7XelP6DuZd+G+7RTSVKSXLdy9kaAAAECBAYQSFL6h93v7u7Kfn+YhxPn1KLbvACai2tFAAAQAElEQVQAAgTWJZDk8fl9kvn+MDn2i44AgdUItFxc5uRbT8DVlDZ838rzac+HP5v/fNm3hq1f85HvW2bPp13a79LbT+ldStoJpJc6fzp2qlM59Juj3a6080jpXdKW+kLpyyoECBAgsDoBFSZA4AYCtV1b9WTvNE1lSi1Tre3aq11zlczX/+Wfrrblf1b69a5yvO7nwMEx4BhwDGznGMh8Pu3nznYKnc+z+/2+PfeY5ulJO+d+UIqOAAECYwqIamUC01TL4XAovd/Paf9Wv097WVzrbOdaR1uvrq1f/gLfvxx9NfbZ/Fcr/DPB+v+AfHP00n6X3v5TuGkPGpP5Z6k1ZdceRPYk8OFw104u09OCz4b6N1aejRokQIAAAQIEVimg0rcQqLWW/WHfHkL3smvXX7XM3f3T9V9t12bPyzzfDwIECBAgQOBXAtO0K9NuKkl+tR0rEyBAgACBSwskKYf9oUztWX1S5909v0fsw/PEL/+wIAECtxQ4/hb/W4M8PQj6d9Y8/nx+H87fUl6U5+u3eeX5eCmlr1Meuj78Yt22fJ/2MLuUNm79R4154LlPH/6N37zBf370bZ4m9eFzb/9h26dbn5TMU/rPngi+OxzKrn8buE1NMs/tyd/npc3yIkCAAAECBAgQ+IJA2jL9G0hTewCd5PFbSOUWnX0SIECAAIENCKQ/yWjn3KQNtdLPwbuWBJ5qLUk2ICBEAgQIEFibQD87Hdpz+ak9ly8tH9NPV6l96toiUd/FCKjIzQVqeSvB+qJabyRgX8z/ysg/CeCvrPJiGeu/4Pj2yEd+S2jflwElKfNDynayaYPzzJ78nQf8IECAAAECBAgQ+FDgdN1U24VU/+T2/nAo/RvAH65kJoErCNgFAQIEtiqQpEzTruz2+9I/8N7Pz9NUi8fqRUeAAAECCxDo56PjX+c8tNp8lEtos70IEFiNQD3WtP9S90Tgcazc91/5h+G598H8+6mU+90/pU2b13v+49X2jzOt/49dt7yi39wKF2zfefvf/9GPwJ4E3u8PZdpNpd8gJZk3lBz784gfBAgQIECAAAECjwI9+dsvlaZayzRNpf91ld5/XMAAAQIEbiNgrwQ2J9A/iPW8dIAk84ey+jOOWqcytecdbVLRESBAgACBWwmk7fhwOJT9blfu75/lcNp0LwIE1i1Qy/znfXsC8J1A5j8B/N78/vbwznpfmmz9LzG9u9Bv/dqGL9q+bfvvvj6f0aObai09CdyTwYfDfr5RKjoCBAgQIECAAIFHgSTzn3Weptqum/blcLib+/PD5ZYELjoCBAgQIHBTATt/S6C25x1T/1bwbl+S/gSkL/Xe87c+TyFAgAABAucTuL8/nnMOPfnbSjmdis63C1siQODGAvW4/+Mv+3H4n5/928C9/DO5lL5qXk39+gTrl1+9q/7Wrxy73ra9HMee/fzt9vv6vTzb5A8H+1E21Vp27abosN+XqT3I7NOKbr0Cak6AAAECBAicRaB/s6hfF9WpljpN83VSbddNaaU8Pkw+y65shAABAgQIEPiFQD9n95KknaKfSj9v9w+9p237f//3/2s/P3hG1+au7qXCBAgQILA4gZ78vb//e7x/bPeRf//+X7n/ez+XxVVWhQgQ+LFAPa7ZLzOPQ34SWKpAP0p78rd/KmnXEsF9fKl1VS8CBN4XMIcAAQIEziOQpKSm1GkqtU5laqXWOj9ULjoCBAgQIEBgFQJJ2nm8lv6s4+7urpSSoiMwioA4CBBYpkCS+a9G9XNPGywPXwZeZmXVigCBHwvUcl9LefMboJ9ts/89+I+K9T8W+Miuz/t47VL6Mh+Vz9b/bP5H2+7zvrr+Z8t9f36/FdrtduXPf/+V3i86AgQIEFiLgHoSIHAmgSSlvUqdpjJNtUy1ljxsu7YZH5WHxfQIECBAgACBGwi8d46e2nOO/iD+7u5Qajuv36BqdkmAAIFzCtjWwgV20670c1LanWTvn6p7+ibwqX+ark+AwPoE6vqqrMYESjstHUu/OZIELjoCBAgQILACAVX8rUDSbs0fS5k/CHe8aa/HB8Vt3m/3YX0CBAgQIEDgNgJpu+2J335u/3N3N5/n+7Q22YsAAQIECJxVoCd8+znnvtyfdbtPGzNEgMASBOoSKqEOBH4q0G+GehL4rt0cTdP0081YjwABAgQIECCwaIGkX/WUkqQle1P2+/7toKn0rt+4z/0+r5XUlMUVddImjgHHgGPAMeAY+PQYqA9Gdarl7u5Q7v7clVo9uuvXOQoBAgQInEcgbTP7w6G0m0t/+rnoLiJgo4sRcBW5mKZQkZ8K9JPWbprazdFdexi6L3286AgQIECAAAECgwjcP/yHTP3DbtNumq93+rXPVOv8J7sGCVMYAwsIjQABAgS+L5Ck9L94dnd3Jwn8fT5rECBAgMA7AoeW/O33lrWdZ3p5ZzGTCRAYQKCmply52B/zixwDtbn2E9jdnz/FJ2QHeHcSAgECBAgQIDALJGW+tunXN/3PQtY6zdP9IECAwAoEVJEAgV8KTFMtf9pzjrv2wL5W3+P4JafVCRAgsFmBtMj3+32ZdrvHL1ClPU9XUhgwGPUYcOXY3vi8rilw2X0lpex20/xtYDdGRUeAAAECBAisXGCaaukfcOs36v1bv7Vd7GTlMak+AQIECGxFQJznEqg1ZX/Yz4ng/q3gc23XdggQIEBgOwK7dh7p95WnvzA1J7xStwMgUgIbFPAbvsFG30LI/WGpT8gusKVViQABAgQIEPiSQJLSr2cOh7uy2+3LVGtJUnQECBAgQIDAdgVqSwQfDoey3+8e/xuIJMu8RthuM4mcAAECixSoc7L3vp0zSkk7nyS16AgQGFvAb/nY7bvp6PqNkU/IbvoQEPzCBFSHAAECBD4W6J/E7qUmZU7+7g9zP0n5t0tNea/8u6xxAgQIECBAYByB+VlHu0bYH46J4IwTmkgGEhAKAQLLEUhS2msupfThWpJadAQIjC9Q+y+7Ukvam54ypsM0TfOfhH7rE7JJP+m9X4qOAAECBM4hYBsECHxBoF2YH7/R065dap1KnaZyf99WnH+0fnultuuWVtrguy/XtLUkCgPHgGPAMeAYGPMY6BcASeYPiU3Trpz+L8ekXSN8UIqOAAEC1xGwlwUJJP3cUNqz8T+l32Mmx/H7+7+PtXS9MOb1gnbVrv0YqI+/6QYIDCxQay2Hw13ZH/onZPclA8cqNAIECBAgsCwBtfmKwDTVdp2yn//c837f+1OZs7/Pkr/lWZfUknfKs8UMEiBAgAABAgMKtOf3Je3fVGu7dtiVUxK46AgQIECAwDOBWnN8Jr7flSTHe8xn888/aIsECCxJoC6pMupC4JICSeYbo91uV3btwWo75V1yd7ZNgAABAgQIEPiSQL8m6d/gOTx8UK3WWtL/tZv1/FP6BpPae+soakmAAAECBAicVeB4HZBS2jOO0rp+3bBvzzn2h0OZai1tTpvqRYAAAQJbFrifP0h8384LU+nnib9/7yV/t3xAXCt2+1mcQF1cjVSIwIUFartJekwCt+EL787mCRAgQIAAAQIvBJKUJPO03jvcHcrhsJ/H+48+LfU4v48rBNYqoN4ECBAgcBmBJO1aopR+vZCUUqdaehL4cHd3/DZwio4AAQIENiyQpNRaS52mUtu9ZRst6f1Wio4Agc0I1CtGalcEbiqQ5PEGqbbh+ebocJhvktroTetm5wQIECBAgMA2BJLMgSYpU7sZ//Pnv7LfH0rvkuOlee9/VPqyCgECBBYuoHoECFxY4N9rhdIuMfpD/kN7znE43JX+4P/CVbB5AgQIEFioQH/23e83+3mhVzE53muehp+P92kKAQJjCjz95o8Zn6gWI7CwirQbo9SUXXvw2v+fvf7gtT2HXVglVYcAAQIECBAYUWC3m8rUymG/L/2vkiQpSR0xVDERIECAwCYFBH1LgXZZ0a4vpnJoieCpPfNI0REgQIDA1gRSa5mmXekfBur3mklKUkta2ZqFeAlsWaBuOXixb0+gn+Sel5JS8pgIPpSkTSi6swvYIAECBAgQIDAL7Pe7MtWp7FqZ2kPZ+/u/83Q/CBAgQIAAAQK/EUhqyUMpJaU/9N/v92V/OMzDKVfq7IYAAQIEbirQ3++nqSWA6/G8cKpMkpK8Lqf5+gQIjCdQxwtJRAS+L5DHJPC+1Db8/S1YgwCB9wRMJ0CAwNYFkn6TXeZv4hz2h7LrSeDdVEqKjgABAgQIECBwEYF2+VF6AmDfrjvu7u5K/zbY/f39RfZlowROAvoECNxWIO0ec384lP1uX/LwjDtpE29bLXsnQOBGAhLAN4K322UIJLWklV6btJPifrdrD2fvyn6/L4mTY3dRCBAg8AsBqxLYvECSdk1RSn/wemg34v3haykpvUuerkP6uEKAAAECBAgQOIdA0q81ejlurdb6dC2S4zQ/CRAgcGYBm1uAQG33mNM0lbTn3P1+s1epf/jno9KXUQgQGFOgjhmWqAj8UKDdCE1TnRPAh5YEru1kWXQECBAgQIDADwS2u0qSkmQG6L2e+D0c7p5NSxt2GT4D+UGAAAECBAhcRCA5Xm8ktSQpu91U/vy5mz/0novs0UYJECBA4JYC/b19t9vNf/0h7b3/unWxNwIElihQl1gpdSJwbYF+UnxZSul/nvH4sPbatbE/AgQIECBAYK0CSb/tLqV/iKzffO92+9I/hf3378b+r9+1NqB6EyBAgACBYQXSIks57PflcHfXrk/6eJvkRYAAAQJDCNRpKlNLAPdn3EMEJIj1CKjpYgXqYmumYgQWINA/IXt396dM7QS6gOqoAgECBAgQILBggf5ntXr1+vXDfn8oh0Mv7QHrfB3h/9zrNso2BERJgAABAgsWSOYk8P5wmD+w9rymiaTwcw/DBAgQWJPAriV/a61rqrK6EiBwYYFrvCNcOASbJ3B+gf5JqV76lvtD3P7/9vVS/UnoTqIQIECAAAEC/wj05G//lu801TLVqT1QrXPpz1GTlKT+s4ZRAgQIDCkgKAIE1iDQrk0Oh3358+e/+QNrU23XLW1ar3qSkrwufZ5CgAABAssUqP19vJUky6ygWhEgcBMBT6Juwr6lnY4Ra22J3/1u126M7ko/oY4RlSgIECBAgACBcwgkmR+U9g+L9bLb79v1Qtqmfeu3IXgRIECAwGYEBLougZRpmtpzjv4XSw6lTtN8PVN0BAgQILA6gX27B+1fYlpdxVWYAIGLCryfAL5vD616uejubZzAsgWSWnIqtZb9flf+/Lmbb5KK7nMBSxAgQIAAgcEFkpS0GO8Oh/Lff/+1a4RdGysl/fqhTOVbXb/27uVbK1mYAAECBAgQIPBzgSSlf3ht35IHSUqSn23MWgQIECBwE4Hdbiq9lJLyYffde82+fC8fbtRMAgSWLFCXXDl1I7A8gcwPdv/88f8CFx2BTwTMJkCAwBYE+i32/nAo/Zu/SR8rJTn2i44AAQIEmmyctwAAEABJREFUCBAgsBKB/n9HHto1Tf+rZ4lrmZU022KqqSIECNxOYL/bl1qn21XAngkQWKxATTI/pEqmkuel1pJenk8zXMKghEGZpn35f/7n/53/VFJpXXL6Pfpev63qRYAAgREFxERgEwLTVMvdnz8t+XsopV0LlFJLL8nDdfWLa+mU5N/ysNzz5V+s88/803L6zZJNHAclDEoYlDAoYVDCoOSXBuU+Zdeeddwd/iv7/V2pbXulHK9tej9JSd4v7SLIiwCBbQqI+oYC0zSVXnoVkn/fo6f2vv2svLjX/HfZPv5s2bThvnwvfVh5acmDx0qOgdrfHBQCBH4g0E6qf+7uyuGwb294pdzf+3/+fqBoFQIECBAYTmDcgJJ+U5wytcTv8Vsydy35e1dKSdERIECAAAECBNYt0K9nUmp72H/Y78v+cJiHi44AAQIEFimQpPQ/31+nqST9PfwW1bRPAgSWLPB+Avi+vWn0suTaqxuBWwu0k2v/c9B//vRPyO5K+625dY3snwABAgQIELiAQJL5PN9vsKdp1260e9mXv3//vr+3715L9+V7eX+Ly5+jhgQIECBAgMAqBVLbtc5jqaUngf/c+e+vVtmYKk2AwCYE+oeS+/3pl7+U9N17zb58L5vQFOSPBKy0eIH3E8C5L6WXoiNA4GOBlH7CPSaB9/PD4Y+XN5cAAQIECBBYk8Dphnp+MNoSwf0me7fbfx7Cd6+l+/K9fL5lSxBYpIBKESBAgMBAAu2aZ9pNpf/ls2maBgpMKAQIEFi/QHuLLv2+NElJ8rWAvnuv2Zfv5WtbtxQBAgsUeJYA7t9eeF5+XVsbILApgSTlcHcou/3+6yfeTQkJlgABAgQIrE+gJ3/7t3z7g8/9/vB4k/12JM+vpfvwfVus93tpg69effrz8moBEwgQILAWAfUkQGBQgTodk8C73a58McUwqISwCBAgsByB/lep+p/s7/er79fq+b1mH3Z/+r6VOQTGFKjvh9XfFHp5fwlzCLwvsM05SS13LQncP4FVa7aJIGoCBAgQIDCQQJL53P7nz105HA6lJ4L7jXbylfN8v8H+Dka/9u7lO+tYlgABAgQI3FrA/kcXqNNU7g53ZbfflX4J9HHCoegIECBA4IIC/U70+Oy5tvfkPvbVnbk//aqU5QiMIlBHCUQcBJYikIck8N2W/6+cpTSGehAgQIAAgV8K9G+7HM/p/YHn8eY6SUmUhEHCIGGQMEgYJAwSBsmYBv1yqk61HFoSuF8X7XsiuE/sRSFAgACBqwr0e9T+weSr7tTOCBBYpYAE8CqbTaWXL5DST8Z3d3dl2k3Lr64aEjijgE0RIEBg7QJJ5hBO5/Lenyf4QYAAAQIECBDYsECS0q+L/tz9Kbv+319t2ELoRwE/CRC4vkB/H65VWuf68vZIYH0CNckn32C4b/OVhAGDt46Bj39/+gn5vz//ld7PG+8PSdrv1/vljVVMIkCAwJIF1I3A6gWSfl4u5XA4lD93d/M5/PpB9T8DrZTCgIFjwDHgGHAMOAaWcAz050H9eijp10mttMTD3d2hzEngNq3PUwgQ2JyAgG8gME1TmXa7F3tO2vvyRctbz8RN6+dGxXGw9GOgvni3MEKAwNkF+iey/vvj07Fnh7VBAgQIEFiYwDjV2e8PN0z+juMoEgIECBAgQGBcgTz891f7/k3glngYN1KRESBAYBkCadU4HA6lP2tugzd+2T0BAmsQqGuopDoSWLtA5k/H3h0/Hbv2YNSfAAECBAgMKjBNtfz333+lf6OltAeZ94PGeZGwbJQAAQIECBAYWiBJuzx6Kj3YpJbDYV96ErhfR/VpCgECBAhcRqB/87f/lcnLbN1WCXxDwKKrEZAAXk1TqejaBWpLAvc/JdlvjGq7cVp7POpPgAABAgTWLpCkJJnD6Ofpu7s/5e7urtT2MDM5Tp9n+kGAwIcCZhIgQIDAdgXSrpt6Eni325dpmrYLIXICBAhcWKA/U05Skpflwru1eQIEVizQ8lAv3zCSX4+/ehNKbDNhkGzcoL9RNIO7P+3hcivHk3afqBAgQIAAAQLXFkgy7zJJ2e925X/+53/m5G/61Dbt2Ivr2maRcEgYJAwSBskrA++TTBwDGz8GjtdMtV1HHVq5K7t2XdWnKQQIECBwPoEkpX9oOUnpXXLsn4aTOB8zcAw4Bl4dA74B3N8llTMK2NRXBPoN0Z8/d2W/P7Rfyq+sYRkCBAgQIEDgnAK1pj2gnMphvy/9w1n9r3QkKacueRo+TdMnQIAAAQIEngsYJlDaM43TNVO/ttpJAhcdAQIEzi9w/AsLx/+kKEmprSR59h5cdAQIEHglIAH8isQEAhcSeDgpJ8eTc1LnG6NjEjgX2umVN2t3BAgQIEBgJQL9PLzb7cuuJYD7zfT//f2/VvPjDXW/mVYyP1TgwMEx4BhwDDgGHAOOgbeOgTw82yitS1KSY+nXVXd3d2Xnm8BNxosAAQK/F2hvr6X/Jclap/m9tr8n9632fi99WCFAgMBbAhLAb6mYRuBKAkkeksD7+QR+pd3aDYGLCNgoAQIElixwf39feul1nKY6/x91/cHk9PB/1bXZpRzzv30RhQABAgQIECBA4AcCSebrLEngMnQnOAIErifw5+G/Epxqvd5O7YkAgSEEav+UiBLfcGgX6I6Dyx8HyfETscmxX1qXZE4CH/b70n4h25SnV3JcLnm7/7SkIQIECNxUwM4JLF4gSfn79+/8bZQ/f/4rf9pNdPJ0fl18ACpIgAABAgQIEFiQwOkZUvJ0PZVkrmGS+Zrrv//+m7+1Nk9sP5LMH35PXvfbbC8CBNYhoJZXFEjSnhfX0rvT55X/3t+XXvq0Xk7vx/qR4+nHi+I4eH4MFB0BAjcXSFIOd3ftxujweFK/eaVUgAABAgQIfElgPQvd3R3Kn3a+vTsc5m+m1FrXU3k1JUCAAAECBAisTKBfa/3350971rGfE78rq77qEiBAYBECNXV+D02ygPr8/+zdi3qiyhKG4fq7OaNJ1l73f6lr3FVtMjlMkokJIofP2FFR6K4XHoQuQJqAAAJrEkhraixtRWDtAm+PxJJUvsAjLklWOqZ95+jpcpQxnIIAAggggAACPxeIyz23bWfxm79laqfTH0eFluH8u0yATyOAAAIIIIDArgU+6ueQzv0dKWcbHs8E1q6lCB4BBBC4XCD2Y5WSpfS8Bk2+fo1y+dQYA4EfCjD66gTS6lpMgxHYtIAsvtjjspQkgTc9owkOAQQQQGAGgaff/I3v1rZtrWlqY0d5Bniq2I0AgSKAAAIIIPAVAaVkfd+VM4HZFvuKGJ9BAAEEzCLlGz8ZWOXsCeBksf6MYtwQQACBLwqkL37uKx/jMwggcKFAfGlHkWTSc4kv9kgCR4e1LpwmH0cAAQQQQAABs0j+SrK2acpln+u6NvkfNggggAACkwgwEQQQQOBdgejjeFvig1KyzpPAHWcDBwcFAQQQ+KtA5fuwKWc7+V/c/zoCH0AAAQTeCKQ3r3mJwDcFGG1SAe+wjiRwnK2Uq8o06cSZGAIIIIAAAtsXkFSSv23H2Sbbn9tEiAACCCAwrwC1IfBdAT1e9ay1XOXvToTxEEAAgc0L+O6s1d4nnFPyWFUOcPYn3BFAAIGLBGINctEIfBgBBKYXeO/oWPNv+tUkgacnYYoIIIAAAgh8WyAOnGrizN++s/gulWLItyfHiAgggAACCCCAAAJPAt94jD6PGE2Sd3XIUsrWdb3lnE3GDQEEEEDgrUCsJ1Mkf329GVe3evs+rxFAAIGvCJAA/ooSn0HgVgL+JR8d15wJfKsZQL1fEeAzCCCAwFIEJJVOxEj+xu/M5ZSX0jTagQACCCCAAAIIIPBCIHvyt2yvVVz17AXL4p/SQAQQmEdA8n3blMwf7OkgmnlqphYEENiSQNpSMMSCwFYE4os9SonHv+njt4B7fiencPAPAQQWJUBjEFiMgOQ7yDKL35Xrh8FyIvm7mJlDQxBAAAEEEEBg9wLRx/GyBEjOlXVdZzmSwL4tZ9wQQGDJArRtRoGcs8UZwDLNWCtVIYDA1gTS1gIiHgS2KhBf+l1cyrKujf2irc5l4kIAAQTWJLCwtp5O1jZt6USM78yFtY7mIIAAAggggAACCLwjEEmOSALXpa+DRMc7RAxCAIGdCUiypqlLAng5odMSBBBYo0BaY6NpMwJ7EXh5dGx5npL1XWd13XgSmB2jvSwHxIkAAggg8LlAfCO2/v3Y9T2Xx/qcarp3mRICCCCAAAIIIPADgdLH4UmOmEQkgdu28b6Omm25AKEggMCuBZqmsZyyxX7uriEIfjkCtGS1AiSAVzvraPgeBeRf/Skn67q27BhpjwjEjAACCCCAwAuB+C6M5G/8VEJKvmkbA06nF5/gKQIITC3A9BBAAAEEEJhaIOfKIglc1SSBp7ZlegggsB6BOC6mXBEhxY7tetpNSxFAYJkC3kv244YxAQQQmFFAkQT2Du5IAscRYZqxbqpCAAEEEEBgSQLxHRjJ36HvLefYrCXxu6T5Q1sQQGCTAgSFAAIITCqQPNsRJSaaSQIHAwUBBHYskFIu0cv7f8sT/iGAAAI/EIiesh+MzqgIIHALgdgISJEE7jsjCXyLOUCdCCCAAAK3FpBkkfwtZ/7mZCfO+r31LKF+BBBAAIHNCxAgAtcXeEoCxxlwT4nh69dKDQgggMAyBCRxKXzjhgACUwmkqSbEdBBAYF6B30ng7oZJ4HlDpjYEEEAAAQSKQPaE7zD0FslfSSR/iwr/EEAAAQQQQACBKwpcedKR7I0S1ZQksPd1dH1nKSkGURBAAIFdCOScLeXzWcC7CJggEUDgqgLpqlNn4gggcFUBmXyjIFnsFHEmsHGbWYDqEEAAgVsISLKue07+evb3Fs2gTgQQQAABBBBAAIErCqSUrGlaq6r6irUw6a8K8DkEELi+gCRf7zWWOPDl+tjUgMBOBJJ8hUKRYYDBGpeBWE/5nLPYMeo6zgQODwoCCMwiQCUI3ERAsnLWb9u2Je8ryeTbsm8bE8MoZxsccGAZYBlgGWAZYBlgGVjTMpCkcvnTp8fo64jLQcu4IYDAjQSodiaBpmmsirN/T68rXNM6nLbKMMBgSctAer064RUCCKxRwFerlvLjmcDeKR47SmuMgzYjgAACCKxB4DZtlFfb94PFpZ/PR0THXnEUf4M7AggggAACCCCAwCYFIhkS239101hsD24ySIJCAIHdC8hXcOVgl3iyKA0agwACaxYgAbzmuUfbdy+gJIsSEP7MUsrlzKjmMQks+dBPSoxHQQABBBBAYOkC8gZ2fW9xBsjJc76n+OfDuN9AgCoRQAABBBBAAIErCuixn+PpMarKpa+js7rxJLD3ccQwCgIIILAtARmrt23N0U1EQxCrFyABvPpZSAAIPAvInybfWogO8kgC+1Mfwh0BBBBAAIH1CsR3WyR/x3H0HeJ45Rng9YZDyxFYtQCNRzn3kboAABAASURBVAABBBBA4FYCv5PAdf24TXirllAvAgggML1A7OlOP1WmiAACexf4SQJ473bEj8BiBJ6OjH16TEnlLKn47QiSwIuZTTQEAQQQQOBCgdgJjuRv3/d2PuuX5O+FhHwcAQQQmEqA6SCAAAI3EXjq54jK89OZwJ4ETnR2BAkFAQQ2IpCrbHFlx42EQxgIILAQgbSQdtCM1QnQ4CULSPKNhkgC99Y0bXlub27njvQ3A3mJAAIIIIDAQgSekr+c+buQGUIzEEAAAQR2LEDoCCxH4HcSuGmMJPBy5gstQQCB7wt4N27pv82ZVM33FRkTAQTeE2Ct8p4KwxDYgICkkviNy0HXte8YJZXLJMmsnEX1owSwT4M7AggggAAC1xKI76qu7yySv+c6OPP37MB/BBBAAAEEEEBgZoGFVKfo0/ASzYkkcNe1Vjfe1+F9HzGMggACCKxVQJKlFGma2BM2bggggMBkArFmmWxiTAgBBJYlIMk3IHS+HLQngc1vJ/O/Ex3pTsH9mwKMhgACCFxTIHZ5u74vyV//GrPT6dc1q2PaCCCAAAIIIIAAAisUyCl7X0dLEvjK847JI4DAfAKSTOm5zFczNSGAwFYFkpRMFBMGJgxMGzXIOVk/DFZXlXekm0m+MeHFuCGAAAKXCfBpBK4qIJ9678nfwb+zzOTfWSfTRr+biYt9EJYBlgGWAZYBlgGWAZaBbywDSSYvJjOSwMYNgWsKMO2ZBKqqtsr7bKM6KcVDKfJ1XZTygn8IIIDANwSe1yjfGJlREEBgXQJxRlXTNOtqNK1FAAEEEFiIwPWbEd9TwziYpMfKnh4fX/KAAAIIIIAAAggggIALSL6d6HeSwI7BHQEEVisQq7K6rixFstdfSPL94VTKbYOidgQQ2IJA2kIQxIAAAn8X8O0Hq3Iul9Rs27aMIMVGxcelfIh/CCCAAAIIXFlAPv0487fvOotfKTjFPx/GfUECNAUBBBBAAAEEEFiAgJRMXqIpkm9F+j2nfL4cdF1bDIr3KAgggMAaBCRZzpWZySRZ3CSV5/J1HeW8zsdhZgeWPdNGDFKsVCgIILATAZmlJItLaz4lgXcSOWEigAACCCxYIM78HYfB5N9RZnHZZy24tTQNgf0JEDECCCCAAAJLFZB8u9HvcfnUtuss57zUptIuBBBA4JWApHLp5//+++/VcF4ggAACUwkkSSZdVPg8XiwDq1sGks+z55JSKknguBy0plqbMB0EEEAAAQQuFIjvoDjzdxwHT/vai+8q+XOKhIGEgYSBhIF0MwPWx9izDLAMLHQZOPdxmN9Syv7fLPo4hmEkCVw0+IcAAosXeLzyVV3XlpL+aK6kha5/aZeEgYSBtHyD9MeahQEIfCrAm1sQkOQbFsmi071uGt+YMG4IIIAAAgjMLlDO/B3HctnnOPM3GiApHigIIIAAAgggcHMBGoDAegSkZJIsrnZ28O3LOCN4Pa2npQggsEcBedK3rptyFrAZ+8HGDQEEJhdIk0+RCSKAwCoEJJWjYiMJXOXqa5sZxg0BBBBAAIGfC8SubXz/jN45F1M7nX6ZlEyKd2IIBQEEEEAAAQQQQOCmAguvXFLZdpRvQ0ZTJcWDnU4nq5umXPUszqorA/mHAAIILFAg1l85Z5PO668FNpEmIYDAygXSyttP8xFA4AcCkjwJnMrOkW9tGDcEPhPgPQQQQOCnAtEhF9N4OvPXfD83hsVl+yR/EW9SEEAAAQQQQAABBBD4oUDT1Db0vaX03PUpsb1pX7zxMQQQmEcg9ofnqYlaEEBgjwJJkkkUCQMJA2lbBrFSkz6O6fx+KpdIisskvdwxOr+nT9cP8RkKAgjsQoAgEfixwHnH9lR+m+14PJbOuKRUvmfi+0f6/DtH4n0JAwkDCQMJAwkDCQMJAwkDCQNJv7dVJZXtSzOVg93jijOxrekdoBY36fy+9Pox3qMggEAR4N9MAnH2b1Vlk16vjyReSxhIGEgYSD8zSDOtz6gGAQQWLBA7Q3EpzveSwAtuNk1DAAEEEJhFYJpKJFnbtDYOw6sJSnr1mhcIIIAAAggggAACCEwl0LaNRRLYMyx+Z7tzKlemgwACPxdomsZyrn4+oUmnwMQQQGBLAmlLwRALAgi8FpBUdnCkzx9jrEgCd11nXdtazqwawoSCAAIIIDCdQOs7t+NhtLqpX01U0qvXvFiYAM1BAAEEEEAAAQQWLCDp034PM9lTElg6f9a4IYAAAgsQ8FXSAlpBExB4IcDTzQmkzUVEQAgg8G2BlJK1ngRuG5LA30ZkRAQQQACBPwTiyOZhHK3x7xeJzc8/gBiAwEIFaBYCCCCAAALbEFBJAg/DYNHvIelVWOefKnk1iBcIIIAAAggggMDqBdIFEfBRBBDYmIAkk55LhBc7Q5EEjk76lBSDKAgggAACCHxbIL5X4rJ7df36zN9vT5AREUAAAQTmEKAOBBBAYNUCkt70d8iapilFenzPI4zkbxR/yh0BBBCYVSDnqqynZq2UyhBAYFcCaVfREuwPBBh1DwKSSpjRWd+2rVVVbechZTD/EEAAAQQQuFig61qL5K/EN8rFeIyAAAIIIIDATQSoFIFtCkgqCeCnn706eZgkfx2BOwIIzC7gqyPvd61mr5cKEUBgXwJpX+ESLQIIvCcgySSVt6TzY87Z+r63XFem8g7/EEAAAQQQ+LpAfJv0fWfjMP7+jvn62HwSAQQQQAABBBBA4CYCG6tUUtkWlc6PVZXtcDiWS0FH8lc6D99Y2ISDAAILFYj1jtmpHIwiaaGtpFkIILAVARLAW5mTxIHAhAKSyg5SVVWl476qa9OE02dS6xKgtQgggMClAvGdET8ncBgPlnK+dHQ+jwACCCCAAAIIIIDAVQSkZNm3T+P3gKPP4yqVrHiiNB0BBOYRiHXRPDVRCwII7FmABPCe5z6xI/BGQJJJ52Iyk1Qu2xk7RuXynfb6Jql8Rnr/8fWneYUAAisUoMkIXCyQ/DuhizN/x9HiJwXORzhfPBlGQAABBBBAAAEEEEBgMgHpud/CZOXsu2HoS59HVCLJpI9LfIaCwMYFCG9mgbKvrJkrpToEENiVAAngXc1ugkXg6wIy/f5wJH/7YTBlVhm/UXiCAAIIbF7g8gAj+du0rQ39YFXOFr+rdvlUGAMBBBBAAAEEEEAAgesJyPs7UkrW+nZr/GRJ9HlcrzamjAACCPwpIKkMlK+PypOb/6MBCCCwRYG0xaCICQEEphGQfDPES0wtdogOw1gulRSvKQgggAACCLwVyFVVzqZIOdsv0r9vedb1mtYigAACCCCAAAIbF5CStU1rXddZJIQ3Hi7hIYDAAgQklb7Vuq5MknFDYBECNGKzAiSANztrCQyB6QXirK4xLunJBsr0uEwRAQQQ2IBA3/elA81iP5bTfzcwRwlhrwLEjQACCCCAwF4E9HgmcNM0ZRN2L3ETJwII3E6gqmqra1/n0L96u5lAzQjsROArCeCdUBAmAgh8JCDJJJW366a2SASfX5VB/EMAAQQQ2LlAfEUcxtEiASzJkskkGTcEEEAAgdUJ0GAEEEBgdwJx9u/Q99ZEEphN2N3NfwJGYHaB08l+/fo1e7VUiAAC+xNI+wuZiC8T4NMIvBaQqZzdpcTq47UMrxBAAIH9CozDaONh9G+IswEn/54d+I8AAggggMC6BGgtAvsViJ8yGQ8HTwK3xnGM+10OiByBWQR8JSNplqqoBAEE9i1ABmff85/oEfhc4M27knxHSFZVlT083FtT128+wUsEEEAAgT0J+NeCxU8DlOSvkj0lfqXz94V0ftyTCbEigAACCCCAAAKrFKDRlnO2rm0tksFwIIAAAtcSkNhPvpYt00UAgdcCJIBfe/AKAQS+ICDJd4wqOxwPVpMEtq3eiAsBBBD4SOB0Oqd6h2G0w+FgiuTv47CPxmE4AggggAACCCCAAAJLF6jqyuqqtuT9Hktv65TtY1oIIDCfQFx2PqdkEong+dSpCYF9Cvj2zHlFI/EoYSBhIGEgfc2gylXp+I8Nl32uQokagc0KEBgCnwqcTr+sbZpy9q8kO12Y/JW+9j0j8TkJAwkDCQMJAwkDCQMJAwkDCQPpOgbZ+zniCjdd31tK+nSbmDcR2IgAYcwsIPm6xYvfS82SfieDJZ5LGEgYSBhIPzdIZS3DPwQQQOA7Ar4SqqvK2rY1fWd8xkEAAQQQWKDA35vUdb0djkfvFEsXJ3//PnU+gQACCCCAAAIIIIDA7QTiIPdxGCy2eSMJfOnBjrdrOTUjgMAaBJL3p8a6RUoLuNrAGsRoIwIIfFeABPB35RgPAQTOAr7REkfHtl1nsfFyHsh/BBBAAIEtCjx1fsVln+P34J9ebzHW3cZE4AgggAACCCCAAAKmlGzwJHBdN2gggAACkwpU5ef0ZHbhlbQmbQQTQyAEKJsXIAG8+VlMgAhcXyCOjo1kQNuSBL6+NjUggAACtxOQZA8PDxZXf7hdK6gZAQSuJcB0EUAAAQQQQOBZIM7S6/veuOrZswnPEEDg5wKNJ4AlTwD/fFJMAQEEEPhU4LME8Kcj8iYCCCDwUiCSwF3bWpUrYxPmpQzPEUAAgW0IxNm+cbBPrO9PHlK89gfuCCCAAALbECAKBBBAAIG3Ap6gqT1RM3gSOFX57bu8RgABBL4l8CvO/I3yrbEZCQEEEPi6AAngr1vt7JOEi8DlAlVdWVU3ljKrlsv1GAMBBBBYtkDtnV/xW2jxKHGoz7LnFq1DAAEEEEDgEgE+iwACHwlIsrpprGs6Dnb/CInhCCBwoUAcUn3hKHwcAQQQ+IZA+sY4jIIAAlsX+GZ8UrKh76xtO8skgb+pyGgIIIDA8gSqqrK49HNKyeJSeNFCiSRwOFAQQAABBBBAAIFVC9D4vwpIsmHorYszgf35X0fgAwgggMAHArE/ffpFAvgDHgYjgMDEAiSAJwZlcgjsXSDl7Eng+I2cbu8Uq42fhiOAAAJvBSL5W3sS+O1wXiOAAAIIIIAAAgggsAeBlLMdDqO1Xff7gMgtxE0MCCAwr4DEgdTzilMbAvsWSHHUCUVl4w0HHFgGplkGsu8YDX1vfd8ZmzXGDYE1CdBWBF4JSLJI/sZ6vfxO0eO7fF+KbUdfNlgOWA5YBlgGWAZYBlgGWAb2sgyY31LKNg5DSQJL9HY4Cfd1C9D6GwgoJYvysuq9rEeJU4YBBrMvA8YNAQQQmFhAkmVPAh8OB+s8CWzcEEAAAQRWIPBnE+/v763vuj/fYAgCCCCAAAIIIIAAAjsUyFVl4zhY/ETKDsMnZAQQ+KFA8gRwSvrhVKYYnWkggMAeBNIegiRGBBCYX0CS5ZRtGEbjsqHGDQEEEFidQNu2FoVfJ1rdrPtegxkLAQQQQAABBBBA4EOB5H0cUeIDOVckgQOCggACFwqcLBLAxvUSjduNBah+NwIkgHczqwkUgfkFJFldV9Z1nflT44YAAgggsGyB0+mc7pXknVpjuTy82amBAAAQAElEQVSRPQ5bdstpHQII/ESAcRFAAAEEEEDgMoG27by/o75sJD6NAAI7F5D3j0bZOQPhI4DAbALvJYBnq5yKEEBg+wK+WWPDMNjQD5aSth8wESKAAAIrFYjk769fv8rl7I7HozX1uUNLUkkEJ380bggggAACWxMgHgQQQACBCwRim7iUlCwuBR1XzImeDkmPiZ33Hy+ogo8igAACCCCAAAKTCJAAnoRxSxMhFgSmF4jLmxwOB+tJAk+PyxQRQACBiQQkWdPUFr/5GwfuTDRZJoMAAggggAACixWgYQgg8G2B08nqqraj93U0bWv69oQYEQEE9iNwvgS0WGPsZ5YTKQI3Fkg3rp/qEUBgSQJXbEskgbuutbpurlgLk0YAAQQQ+IlArKMj+SufiBT//Ql3BBBAAAEEEEAAge0JENEkAlVd23gYLVfZuCGAAAKfCpzMon/U2Nf+lIk3EUBgOgESwNNZMiUEEPiLQFXV1jSN5cyO0V+obvI2lSKAwL4FYv0cyd+yjmaHdN8LA9EjgAACCCCAAAIIfElA/qmmbuzpUtD+chV3GokAAvMLeP7X+0RJx8wvT40I7FeANc5+5z2RIzCrwMl8M+d0sr7vS8mZ1c+sM4DKEPhcgHd3LlDXtUXyt2kaKzdfX5dH/iGAAAIIIIAAAggggMCnApEEHofROu/viOeffpg3Ebi9AC24kQDHWd8InmoR2LEAGZgdz3xCR+BWApFk6PvRUmLX6FbzgHoRQACBZwGzcfQOq64r6+UTyd+XNDxHAAEEEEAAAQQQQOCvAiklOxwOxqWg/0rFBxDYuYD3hd50n3vn/ISPwM4ESADvbIYTLgK3EpDJTPK7FzPr+T1gV+COAAII3Fbg13//lTN/u0j++jr69Ot02wZR+/wC1IgAAggggAACCCAwiUBOycbxUPo9OKhyElImggACCCAwpQDT2p0ACeDdzXICRmABAp5kiKNjO08Cx+MCWkQTEEAAgV0KHI5H76QaLfl6mU6qXS4CBL1zAcJHAAEEEEAAgekE4lDK+GmVu7s7yzkb29fT2TIlBBBAAAEEELhcICnJHguPWLAMsAxcdRlIUkkyyPzmz9umLWee+VMfwB0BBBBAYE6BqqpsHIZ3O6fYNpRhgAHLAMvAxpcB1nOJZZxlnGWAZWDiZUDybetkbdta3/el/8O4IYAAAn8RYF0swwADloHrLAPpL+sf3t6NAIEiMJ+A5Cs0r04peQK4t7pu/BV3BBBAAIG5BOQVRadU9iRwPPeX3BFAAAEEEEBgNwIEigAC1xboPAkc29rXrofpI4AAAggggAACHwmQAP5IhuEI7ElgplifjuSJ6iSZ/ImU7Hg4WNPU/oo7AggggMAcAsM4lgNwYj08R33UgQACCCCAAAIIILAQAZpxNQHv5jD5X/Inkfw9eF9HSrpafUwYAQQQQAABBBD4TIAE8Gc6vIcAAlcRkO8AleI7RZKsqms7Hu8sfg9YYufoKuifTJS3EEBgfwLRGRW/S6an9fGbx/2JEDECCCCAAAIIIIAAAtMJJO/baJrGmqb1lPB00/3plBgfAQRuL/B2P/z2LaIFCCCwVQHfHkkmUTBgGWAZmG8ZeFqhKskkWfLSeBL4cBgtksDGDQEE5hKgnp0JSLJ//nmwSP5+Fro033cCdWHNMsAywDLAMsAywDLAMsAysJllIHk/h5fY1k6+7R39HE3bxksKArcWoP6FCmxm/Uc/ggkDEwamBRmkha73aBYCCGxY4GklGCH6/lA8lBK/R1lVVXnOPwQQQACB6QXu7+8t1rVmJ5OS6YON0ulrZooIIIAAAggggAACCOxPoMqV3R2PRl/H/uY9ESPwkcDb/fCPPjftcKaGAAJ7FEh7DJqYEUBgGQK/N3jS+QjZnLIdfceIs4CXMX9oBQIIbEugbVuLsq2oiObbAoyIAAIIIIAAAgggMLnA236OqKD8HvA4ehI4x0sKAggggAAC8wpQ224FSADvdtYTOAILFJBZ09TWdd0CG0eTEEAAgfUKSLLRO51yPm/6RcfUeqOh5Qgg8FMBxkcAAQQQQACBeQW6vre6ruetlNoQQAABBBBAYNcC0Qu4awCCRwCB2wtEIuJlibOAz5covX3baAECCCCwdoGUkv3zzz+Pl35eezS0HwEEEEDghwKMjgACCCAwg8DvPo644pnMkj+O44Er8sxgTxUIIIAAAgggcBYgAXx22PF/QkdgeQLx2zh3d3dW5WySltdAWoQAAgisRCCSv4fDoSR/Jfk6NZWykubTTAQQQAABBBCYVICJIYDALQXiimdxwDs/y3LLuUDdCCCAAAII7Ecg7SdUIkUAgT8EFjwgksBHTwJnTwIvuJk0DQEEEFi0QHQuDX3vSV+Vdkr6/bwM4B8CCCCAAAIIIIDAPgSI8iYCUjK9KHVVlZ+9oq/DuCGAAAIIIIDAlQXSlafP5BFAAIFvC8RloJumKeOfTqfyyL/pBJgSAghsX6DrWsveybT9SIkQAQQQQAABBBBAAIHlCygla9vGoq9DMzaXqhBAYDkCkkx6LstpGS1BAIGtCSTpeWUj8VzCQMJAwkC6vUFK2eLSpXGEbKx8SQKHAgWBSQSYyMYFfBVux+PBuu757N+XIUu3X8dLtEHCQMJAwkDCQMJAwkDCQMJAwkDapsHT9njOlQ3DYE3bPg3iEYFrCjDthQtIepUQlngtYSBhIGEg/cyAM4AX/gVA8xDYt8DJ6rq2uBR0/FaOpH1zED0CCCDwRYE4eOZ4OFp+9zL6X5wIH0MAAQQQQAABBBBAAIHJBaJro22acsCm+U2ir8MZuCOwGwFJrxK+1w2cqSOAwJ4FSADvee4TOwIrEJBkXdf5jtGdpcQqawWzjCYigMANBeJKCfL6+36wlLM/447AGwFeIoAAAggggAACCNxEQNJj0sf7NmTW1I2N41iG3aRBVIoAAgggsG0Botu9gG9x7N4AAAQQWLhAJH4jCRxl4U2leQgggMBNBSTZ/cODVfzu703nA5UjsFQB2oUAAggggAACCxLwJPDhMFpOdM8uaK7QFAQQQAABBDYhEEGwhREKFAQQWLxAJIH7vjcuZ7r4WUUDEUDghgJt21oUSRZnA9+wKVSNAAIIILAsAVqDAAIIILAAAUnljF8pmbxUubK7e654toBZQxMQQAABBBDYnEDaXEQE9EUBPobA+gQiqdG2jfn+0voaT4sRQACBGQQeHh4ssZKcQZoqEEAAAQQQWJMAbUUAgcUK+LZ7XO2sbdvFNpGGIYAAAggggMA6BUgAr3O+0WoEfiaw0rHjLODj8c66rifBsdJ5SLMRQOA6ApH0/d///md1XVvK2aTzmQXXqY2pIoAAAggggAACCKxGgIYuUkA6b69L8Zjs/v7e+zq6RbaVRiGAAAIIIIDAOgVIAK9zvtFqBHYrEMmNu7ujtR07Rt9dCBgPAQS2J/Dwzz/l0s8RmaR4oCCAAAIIIIAAAggggMBKBKqqsriaT1XlSVvMxBBAAAEEEEBgvwJJ0u+zRCSeSxhIGEgYSMs1qKq6HBnLjtF+v7yI/NsCjLhBgbZtrW0aS0m/o5PE9h0GLAMsAywDLAMsAywDLAMsAywDK1kGYkO+8iRw3w8+z+IVBYEfCzCBlQhI7L9LGEgYSBhI0xpwBvBKvghoJgIIPAtIydq28dKarxOf3+AZAgggsDOBSPoejwdLOfn6MP0let5GAAEEEEAAAQQQQACBJQuM42hVVS+5ibQNAQRWIUAjEUAAATN6ClkKEEBghQKnskMUR8Y2deNJjxWGQJMRQACBCQTKerBpLaXs60L9LhNMmklsTYB4EEAAAQQQQAABBBYrIJ235auqsvv7O9++12LbSsMQQAABBBYuQPMQeBQgAfwIwQMCCKxPoI3LnnbnxMf6Wk+LEUAAgZ8LDENv0Un08ykxBQQQ2LIAsSGAAAIIIIDAOgQkWdf11rWd+dN1NJpWIoAAAggggMBiBF42JEnyDQqKhIGEgYSBtB6DlJINw2hNXft67OWqjecIIIDAtgVi/ffvv/9a07Smd0KVZBJFwkDCQMJAwkDarQHfB8x7lgGWAZaBFS0DsWkvye7u772vo4mXFAQQ2LiAxHaqhIGEgYSBNK0BZwBv/Avkz/AYgsC2BGpP/rZ9ZznnbQVGNAgggMAnAl3XWZRY951Op08+yVsIIIAAAgggsF8BIkcAgbUKtE1jnfd1xIGfa42BdiOAAAIIIIDAbQXSbaundgQQmFVgI5VJr4+EOQyjjV6SD99IiISBAAIIvCsQHUCR9D0ej1ZVjwe++LpPer1efHdkBiKAAAIIIIAAAgjsR4BIVykgnbfro/H39w/WeCLYB8VLCgIIIIAAAgggcJEACeCLuPgwAggsUSDlbJEMqRsuj/TZ/OE9BBBYv4AkX98dLM7+NU78Xf8MJQIEEEAAAQQQQAABBN4ReNrUPxwOltLjgZ/vfO6jQQxHAIHlCkjnAz2k8+NyW0rLEEBg7QIpzpijyDDAgGVgvcuA+S3lbOM4Ws7py79v5KNxR2AvAsS5EYG47H3X9WZx2WcZ2y++w8z3t1gOWA5YBlgGWAZYBlgGWAZYBja6DPR9b3fHY5m/xg2BrwnwqZUJsE+rso7DAQeWgSssA8YNAQQQ2IhA7BjVdVOi4TcxCwP/EEBgYwLn9Vx9PtDF9MXo+BgCCCCAAAIIIIAAAgisUSCnZMe7O6ubxiS2/9c4D2kzAm8F3ia53r7/s9eMjQACCDwLpOenPEMAAQTWKfC04ZRztvv7+/K7mJEAfirrjIpWI4AAAs8C0dcTl7of+t6SdwI9XRLu+RM8Q+ADAQYjgAACCCCAAAIIrFog+jweHqKvo1p1HDQeAQQQQODKAkwegTcCJIDfgPASAQTWKxA7RW3blCRwU9frDYSWI4AAAo8CcSBLPD0cjnZ3d7Qq1m1x+Wd+ADhYKAgg8BcB3kYAAQQQQACBbQjElYC6ti3BSCqP/EMAAQQQQAABBJ4E3nskAfyeCsMQQGC1AknJmqa17vEsudUGQsMRQGD3ApH8PZ1+WZzxOwyD5VzZyZO/J5eRyf9zRwABBBBA4EMB3kAAAQQQ2JCAfPv/7v7eWk8Ca0NxEQoCCCCAAAIIXE+ABPD1bBc2ZZqDwH4EqqqyODK2rrk8knFDAIHVCkjyhK/ZYRytrmvzl6uNhYYjgAACCCCAwJwC1IUAAlsTiANB40pnx8PBUs5bC494EEAAAQQQQOAKAiSAr4DKJBFYnMCOGnSKy6KeTuWo2LbtLCdWczua/YSKwOYE4gj/31c0iFN/NxchASGAAAIIIIAAAghMKsDENisQSeDYN4hEcEqcB7zZGU1gCCCAAAIITCRAZmQiSCaDAAILEpDKEbF935Xfy9z7bpFxQwCB1QlI5zVX3/fWNq1JisNbVhcHDUYAAQQQQAABBBBAAIHpBKqcH3/yKs4C/vMI0elqYkoIIIAAAgggsHYBEsBrwaOf/AAAArdJREFUn4O0HwEEXgnI/E9mniuxOHPucDiYEqs647ZXAeJeoYDkKzFvd6zDzpd48+Tvic4dJ+GOAAIIIIAAAggggMBuBeKKZ798v2AcR7u7u7P//vtlcVZwlN2iEPhLAZ4jgAACCCDwSoCsyCsOXiCAwBYEZOe/pGSxY9S2nQ/ZQmTEgAACexCIDpycs8UBLHXTeKfOd6NmPAQQQAABBBBAAAEEENiUgCeAI57o6zgej/GUggACCJgZCAgggMCfAiSA/zRhCAIIbEggSZ4EHiySKRsKi1AQQGDjAvG7XnH550gGbzxUwruWANNFAAEEEEAAAQQQ2JRAHOpu3sch+TMv4zhYXBJ6U0ESDAIIIIDA5QKMgcAHAiSAP4BhMAIIbEeg6zpr2nY7AREJAghsWOB8qed+GCxnNtM2PKMJDYGrCjBxBBBAAAEEENi+QFztrOt7zwlr+8ESIQIIIIAAAgi8K/DZQHoWP9PhPQQQ2IRASqn8Pk5VVZuIhyAQQGC7AnFFt4eHe4sDV+ycC95usESGAAIIIHANAaaJAAIIILBhgbjKWZQIMadkh3G0tmniJQUBBBBAAAEEEHglQAL4FccWXxATAgjEsbCN7xAN5chYPBBAAIHlCrRt68nf3nLOHMm/3NlEyxBAAAEEEFioAM1CAIG9CbRdZ13f7S1s4kUAAQQQQACBLwiQAP4CEh9BYLUCNPy3QCSB7+7ubRwPv4fxBAEEEFiSwNPVCuq6tpzOm2hxdP97ZUntpi0IIIAAAggggAACCxCgCbsSiH0ESRaP0c/R973lfN6HMG4IIIAAAggggIALsGXgCNwRQGAfArEz9HD/sI9gzYxAEUBgXQJ911kkf8vl6r0zRykOXVlXDLQWAQQQQAABBBBAAAEE5hVo6trGcTCJbt555akNAQQQQACBZQv8HwAA//9y0Zw2AAAABklEQVQDAEyFWorNZ4pgAAAAAElFTkSuQmC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13097" y="852846"/>
            <a:ext cx="14886432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Методологии и модели: Waterfall, V‑Model, Agile, DevOps</a:t>
            </a:r>
            <a:endParaRPr lang="en-US" sz="3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1"/>
          <p:cNvSpPr/>
          <p:nvPr>
            <p:custDataLst>
              <p:tags r:id="rId3"/>
            </p:custDataLst>
          </p:nvPr>
        </p:nvSpPr>
        <p:spPr>
          <a:xfrm>
            <a:off x="1213097" y="5090622"/>
            <a:ext cx="3017520" cy="8321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700" dirty="0">
                <a:solidFill>
                  <a:srgbClr val="A7A8B7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Waterfall: строгая последовательность</a:t>
            </a:r>
            <a:endParaRPr lang="en-US" sz="27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2"/>
          <p:cNvSpPr/>
          <p:nvPr>
            <p:custDataLst>
              <p:tags r:id="rId4"/>
            </p:custDataLst>
          </p:nvPr>
        </p:nvSpPr>
        <p:spPr>
          <a:xfrm>
            <a:off x="1222241" y="6613188"/>
            <a:ext cx="3008376" cy="24231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dirty="0">
                <a:solidFill>
                  <a:srgbClr val="A7A8B7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Подходит для стабильных требований и сильной документации проекта</a:t>
            </a:r>
            <a:endParaRPr lang="en-US" sz="3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3"/>
          <p:cNvSpPr/>
          <p:nvPr>
            <p:custDataLst>
              <p:tags r:id="rId5"/>
            </p:custDataLst>
          </p:nvPr>
        </p:nvSpPr>
        <p:spPr>
          <a:xfrm>
            <a:off x="5184526" y="5156872"/>
            <a:ext cx="3017520" cy="8321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700" dirty="0">
                <a:solidFill>
                  <a:srgbClr val="A7A8B7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V‑Model: тесты на каждом этапе</a:t>
            </a:r>
            <a:endParaRPr lang="en-US" sz="27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 4"/>
          <p:cNvSpPr/>
          <p:nvPr>
            <p:custDataLst>
              <p:tags r:id="rId6"/>
            </p:custDataLst>
          </p:nvPr>
        </p:nvSpPr>
        <p:spPr>
          <a:xfrm>
            <a:off x="5193670" y="6679437"/>
            <a:ext cx="3008376" cy="1618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dirty="0">
                <a:solidFill>
                  <a:srgbClr val="A7A8B7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Валидация и верификация связаны с фазами разработки</a:t>
            </a:r>
            <a:endParaRPr lang="en-US" sz="3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 5"/>
          <p:cNvSpPr/>
          <p:nvPr>
            <p:custDataLst>
              <p:tags r:id="rId7"/>
            </p:custDataLst>
          </p:nvPr>
        </p:nvSpPr>
        <p:spPr>
          <a:xfrm>
            <a:off x="8778240" y="5156872"/>
            <a:ext cx="3017520" cy="8321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700" dirty="0">
                <a:solidFill>
                  <a:srgbClr val="A7A8B7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Agile: итерации и обратная связь</a:t>
            </a:r>
            <a:endParaRPr lang="en-US" sz="27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 6"/>
          <p:cNvSpPr/>
          <p:nvPr>
            <p:custDataLst>
              <p:tags r:id="rId8"/>
            </p:custDataLst>
          </p:nvPr>
        </p:nvSpPr>
        <p:spPr>
          <a:xfrm>
            <a:off x="8787384" y="6679437"/>
            <a:ext cx="3008376" cy="1618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dirty="0">
                <a:solidFill>
                  <a:srgbClr val="A7A8B7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Небольшие инкременты, быстрая адаптация и участие заказчика</a:t>
            </a:r>
            <a:endParaRPr lang="en-US" sz="3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 7"/>
          <p:cNvSpPr/>
          <p:nvPr>
            <p:custDataLst>
              <p:tags r:id="rId9"/>
            </p:custDataLst>
          </p:nvPr>
        </p:nvSpPr>
        <p:spPr>
          <a:xfrm>
            <a:off x="12611228" y="5156872"/>
            <a:ext cx="3017520" cy="8321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700" dirty="0">
                <a:solidFill>
                  <a:srgbClr val="A7A8B7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DevOps: культура и автоматизация</a:t>
            </a:r>
            <a:endParaRPr lang="en-US" sz="27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 8"/>
          <p:cNvSpPr/>
          <p:nvPr>
            <p:custDataLst>
              <p:tags r:id="rId10"/>
            </p:custDataLst>
          </p:nvPr>
        </p:nvSpPr>
        <p:spPr>
          <a:xfrm>
            <a:off x="12620372" y="6679437"/>
            <a:ext cx="3008376" cy="1618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8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dirty="0">
                <a:solidFill>
                  <a:srgbClr val="A7A8B7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Непрерывная интеграция, доставка и совместная ответственность</a:t>
            </a:r>
            <a:endParaRPr lang="en-US" sz="3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3" name="Image 2" descr="data:image/png;base64,iVBORw0KGgoAAAANSUhEUgAAAj8AAAEKCAYAAAD98zS0AAAQAElEQVR4AexdB4AUxRJ93T2zuxc5chYwEkQxoYI55+w3izmjfvM3Yc4BFCOImHPOEcyIYBYFyRmOeHl3Z6b/qzlODkRBJNPj1nZPT4fqV13VNdV7qO1CV2iX7D9rI2sXoigKbbQQWfa3IEXW2oVJ2gU2ihakMJx3bwNr5/UTMb8AcTyptwAt1M/C/f5xb6N5vdb0LqmULUgR69lFUmjtQj1EC/PH5xF5rE0h+VuAX85z0fehDcMloYD1SOy3Zpw/jcFn2Si0C1L0J24DGwnHS0RSd2FasP/QBhxziebAelJ3cRRGkY2iJaPQLjiXyFqWLBmF1hKDaoqYX9QniiIbRQvSouq5MoeAQ8Ah4BBYtRDQqHVZ5rNBFktCmWwGC1CQQRCFi6VsGCzYTvrhmEEUse2CFNoIMfFZOK/vMM6zvCa1YXWdmrqS8lnAdLEkfbJ9UIuybPsnEp7DLDK1KIgCCE9/plq8sa/4OfsPa1FkLSIsCUWsh8WQRcgaEYlLCxHnXZO3HGM+gXcLkwX37qUnmcdCJGtoYeKyWuxH2iy20r+sYInAoiiaNwfhQSi+p+yieRQyFWwXpn/JjmvuEHAIrHQEHANrKwILOD8CwozZs1E8e9bf0gw+nzlnNhamWXNnY2GaMWsmFqDZMzGT9RagOXMgfS5MMzmOlMk4M+Lx5mAm+VuA2Hb23Dn4E7H+7MXQrLjdXLadT3NKSzC3bCFiWUlpKWrTnBK2WQRJeW0qKS9DaUX5AlRWUYayyvLFUnlVJcqrKhZDrFNZyb4qUVpZgbK4TSXbLER8VhlTJSpZ/w9i/cqFqCpdhSWhTCaDP1Ma6UwtSs/LS/o39Od+FtX3PyijQ53NBqhNQRAgCMKFKEBI51YoiNOQzqBQxHQ+hXQqF3Z+/s296Jojh4BDwCHgEFg5CCzg/Igxr8qmUcUozt9RJaM1aW4UCxA3FilfmNJhiNqU4T2PRrAwBRKFWYiyjJZUR2G4YfHtO67DTSioRVlGYNIL8ZJhP6ECFkuMBMimtgCxbUAeFyBGBmqPGeel7cLEMaOFKMv+0sRmAWL/C/O88H2Gc5IoWZZ1/54CZKUucRB8ZLystCFG2VokPIfEMCI/CxDrRLXIMm85XxsxRvJ3xDo1kZHaKYsXCC9JJEXK4pRr/C9TqcTni/tI+8XViZ8voqIMYeP5RahJI84xJF6CjWWFapIepINaxGz1M+LyR71lm5dRHa0cBNyoDgGHwNqFwILODzduKA2rmalFVi14Dz6L2DJSNP58ZEmy6UsqzyS1bCPEd2jExLo1aSTt+Tz6g4CajTqgQ5HlEU5ACpmPU/YvacA+aurVpAHrWMP9Vog8WZLwFTsB3Ojjegun3ADFuQi5iYXMC3E75DFWxFG5y5E/mYeQ5diW41qWyVjiUEUsq+bNQu4DuRdifxGJPbAfxCR5xbbg8z/IKEi/0v8fZPSCZbyHNguU/akN+7TEEJptuW4V28it9Kk4pua9kOT5mMUKSinwix9NUlBAdTlTegT8VnEZIJxbzKu+QCrPlNSUL9azxFBIyi3nL6lQnOd9JM+lHikicdX88Q3pQ+iPDLGx7LzWPZhnNwBT8JI5/5k4Ipn9o5z1eIs/k2LZfNLESSkdY6BZufp+/nOlqvOCjcynNnEI93EIOAQcAg6B1RABvTDPsjlF3GkiPqjZSJRW8UYub8cBowfcKeLNK8uIBrjBQjZzloRsB82NWMlGVL3FSV/gBiJ3yhhIHrxCOiSK7WQ87ZGNeW0U+4s4hvY8CHk+U7YLWCZ5aVObIO24WUZ8g4/bsm/tGUhe2stzbehEsFzmo9m/zEMbD8lkAtlMFoZOhqRaa1ZXCHk0EnE8IY/1ZJ6hIEAcQtnIOab0rVg/5JwlFf4UyyViFM+Z5UZrwqE5MqCUikn6lPGljWAs8w/ZZ8DojfAXsp2k0l8oGLGd8CObrgLIW0CeMwiyWbBDxBfbxP0ygiG8yjwi5gPKR6Ia8iyifIQvVkUURpByyQOcr8yVN8KTtAHHlLqSZjgO4WVW8YgrC20Mj4Mse4tLxSeAjBeyTymRfJrHYeAVcE5xe3kAFddVirMgKaUg47FadaokZ9k3kSY/AY+tlFJQxNwSn5B9Sd8h52Xj0Wt987nwW1PCoaAUOB5LOC/7B8kYC5KwJnWl1Nrq+mwptwsSKyml2O/f04KNqu9qxpc7parbS96RQ8Ah4BBwCKwcBKp35lpjK+Zrk1SQIxCjNUpLSzD8t+EYMvgbTJowEVrpeBOeM2s2xo8bB8uNKZRNizuKT6chNvrcyHzfB4MnsMyDG5FSHIF1Im6YzHEzz7LYxk6I4TOpL/2wEGE2YFsLj+MHmaB6X2Jb7n9x3pAHqedxU5a6Pp2mTwd+gtdffQ3lZWUAnSJOCVJPs29pp6EgG+nXX3+N0aNG4Zeff475rygv55yEI8TthOcsN/JkIgFxQIyiM8O2ln1GdCxYK+YNMi+WyZyFF80HmvXkdyxaeOWz0jlz8dij/fH5Z5/FbcQhkbrCj0fnS/qWfozmGOTT41hSbomRFpaYBnTUXn/tdZx04omYPm0aDMeIiI/043P+MmYqkWQpOA86oeTLzOtHnimloLSCVNBMIzpXIqMJEyZg2C/DYvrtt18xc+ZMtlfIpNOxTCz5D+gQJohD7HSRaSmL6HQYo8k25SNOqtaoqqqK2yiliX85Hn30UYwYOQJWc1jWhaoeP+DYEddCyD7AIuEDvET2lmVKKfYbcn0FGDVqNNdeKcSZUuSb1Rb4CMRSUJMunJd7Rw4Bh4BDwCHgEKhBgFtSTZap7B4k2bAVUyHuczBKx87OLTfdgosvuBCXXHIJzj//fAz55hvwrAgfffgh7rrjTojz4BsflpuuODYRnSGPG2KmsoqOUQSfDlGC5GvDDVLHDkaaz/Jzcvk8pFPA7iTSwI1WWcWyiPui7IxgnxYpbr7CW20CN2bhEdxIjdYYSp4uuvAi9OrZE6VzSyCRG0s+5LninMS5ykmlMGHcWHQ/62ycfuqpOPP0M3DuOd1x9VVXYfivv8EQiqQvDpuFJgfiBAjf0pbckBlGCDiu5gYtzxXr5CRTyFSlkcdUymQ8cWAEA0P8SktK8OTjj+OLTz7lvCz5MhAcpE5AB0axD6N1jLXML6BzFdDxUpyXrwwEu6SfQJOGDdFuw7bEIgmZu9EcjbyoCJD+Ajos0l769YR7PpN74V0cLst7pRTFFkEbAw6LPn364MSTTkS3bt1wKvE455xz8A1xTNCRyoo8yAObEGYLiSwppRCJ80I5B5SVOCvgJf0bz8AjyQ+qKyrK8cQTT2D4CDo/7MOSZLyQjhyYkXtF/qN5PElfJSWlhM5CokdKaRQXF+Omm27Ea3T6NNeNUop8YEFS1ffgZecRE/dxCDgEHAIOAYfAIhHQtUu5h6CmQPIxccOy3OQGfjyAjsUQ3H3XXXj6yafQuuU6eP2VVzFt6lQM+vIr/Pj9D+jf71F8M+hrbuAG33/7HZ5+4sk42vH1V4Pw+uuvYygjRhINmTG9GO++/TYeuv8BvPXmm/jqyy/jPjOMGsiGO37ceDz3zLN44L774ucyhkRaxJGIeSLTNSm4cYqDZbmhSr8333gTOnbogNxUDsR5EIfsw/c/wLdDhgKcR5QNkaWD4GsP06dMxfndz8PLL7yIO2+/HemKSlx95VUYN2ZsfDQ0bfJUPPXkk3j4wYfw/HPPY/LESXRwqhhVejWec5DOwHBDnsLyXj17xv2VzS3FO2++hXt79sKjfR/B8F9+RcSIjaZzgiCK+/XpdBRPnRbPreddd+PxR/vH0aeIjsR04tnvkUfwGZ2k1195DQ/d9wBe4NjTp0xBSEckQeeyScNGSDH9dsiQeIyPPvgwxurx/v0xZdJkZOmEicMneYk23durF2X1GiQi9sqrr0DkqaBiXsTxmjJ5Ctq0boM33nwDrzJilpuTg56cz9RpU/HYY/0xYMAAvPTSS5g7Z07c9vPPv8D9DzyIB+6/H4MHD4Y4MyGdtQzx+Pyzz9GL4z399NMYQszFCVJKxU7Ms88+i5EjR0FpjYD1X3r5ZUhfSqn4L9AGDPgYffv2wUMPPYwfuJ4qKyswaNBXcT+vv/4a7unVM44skXUsQOClEDtENeWWRe7jEHAIOAQcAv8YgbWiQY2vM3+y3DUkUiAkkRLFCIxUkgiEHC2l6aAUFdbBVXQSLrzwQm6GNj7eyGbS8eYIOksff/QRIynnYAAdppE8VvrfZZfh+muuxY8//YQsN8he9/TCddddB3n2Fh2Fc88+B73v7Q3Z/H/95Recf+65eOXllzCFG744FdexbUTHRTbXirJylJeWxST5KAziiJH0+ySjDOIcnHHa6dDcBQ2/K1hXnIcP338foKPEPRIJiT55jHrwvmGDBmhQvz42bt8hjgBVVXDDpTM3ng7QBf/9b+yYiKPyOB27ixlRmjtrDn758efY6ZjL4z7N+Ur/Lzz7XPybmPt634cbr7+Rx2jj8eH7H6I7oyjf0RFM+AmIo6HJV6YqQ8fhAci8fvv1N7z77rsQngd+PBAzi2fGztb5Z3fHM888g1+G/YI777wTt9M5mzVzFr777rs4UlPFqNAXdDSuveYa3MXnI0eOxBOPP4EeV12NEka85Cjr3O7dcT8dyOnTpuOBBx7AGWeeiTfeeIOORwhDB0wpBd/3oLSCx+PCxo0bo0GD+thk000xe/YcTBg/AXfffTe6dz8Hb771Fh2PNHqzv7POPosOyRBG/obgzDPOiPsO6Li9TAfprLPOxKeffoovvvgCV155ZXyERogwafJkPPf885gwYTxxyKCK6+XFF1/EV199GUd5Hn/yCZxPvIcNG8b2n3DM7hgwYCDKeBSZYd0yyn0a5+EnErGTw2X6p5TQ/lEm+fmL2uUcAg4Bh4BDwCEwHwE9P1udE+dgAeKNOB477bgT2qzTCpfQAbj8f5fhfToTsoG2bNkSu+6yC1ry2QU8EuvYsWMcLWjbti0eeJAb/A3X47a77kBenUIoo/HdTz/g088+w3nc6G6743Y81Pdh7LP/frEDU1ZaijdefR0J38f1198QH69dzCO2od9/h1+H/4Yff/wB/znscBxy0EE4/JBDccLx3fDJgE/itl8yGvExnY3LLr0E+bm5kGMf0GFqUK9+HNWRIy45+hEnLuIxmGWkKJ4x5weloI3hHNZBs+bNMGHiRLzGSFVpWRnn8CAuvvBi3HzjzZgxrRif0kHZbpsumDB2PCaPn4y5M+di0OdfYocu29HVUniBUaTzzjsf1117PXr1uod9tsLbjHKVlpbR0UggZPRn3NhxcSRG6vTt0xd9HnyY0aqOeJbRrlIe+0ShxbZdu+LJp57EHYy0XX7VlRjEYyjBIeT2nqXDJ7+Zkb9oKyiqgwf7PIyedCgv+d+lmDBlEoZ8NxRvvfMOxk2agPseegBXX9sDTz/3LDbaaEOIAylyE5kqxXkzV4GDHAAAEABJREFUCsMuMXnyJPR/9NHYkXmVUZZdd98N8nscQ+foLDpw99N5Kmck5gU6LCefcgoe7f8o7uvdG4cdehheYQRn2M+/4DlGdg7Y/wD079cfj/brh6uuuCI+nosY5QHxlkiZ4K6VhjjX4jhmGKWaPXMmo4AP4vTTTovHf+DBB3HaaaciDAPsvttuaNOmDfbnGulxTY/YaYO7HAIOgeWPgBvBIbAGI/An50fmWvNWLXkh2SwbN2kMcVZuv+tOrLf++ujX7xHceustjHakGeyxEB8iolMhDkNVZRW23mYb5PD4RHGjW6dVK6zTah1kshkeb1RwH4ywxZZbQDHioLn57n/AAXHkwafTI9Ge8RMm4MYbb0R3RoD69++P3LxczJo9G23bt0eve+8h3Yv7H3oQt95+G7puvx1GjxlDJ+UBbNB2I1ilMOL3kajk0dZEbujiJOQXFiKvMB/aGBiOYTmmImlj4t+wGKYWFhJhSLOdREHGjRsXR54kenE6oxu33nIL0tyo59I56bTZZmjWrBmjFl9hLOuNZpToqKOOxoxZszBrzmw8zYjNKaeeigsvuoiRjomYwc1dIh3itMi4kyZNQiKZRAdGm0JGTOox8rTtNttCIjTyg2LLUEkHHt1JnZzcHLRr1w71Wae4eHr15k+wfTolMrdCzk0oIPZt1l0XKR73SdRmNvESx1ScUBATkcXuu+/B9ppORcgidkLhhnQQtdGYPWcOozlDMZXHbmedeRZOPPFE8phgDWB9yltkMHv2LMqvEjvuuCM08cvNy8N223VFRMdm5MjfIb8P6rJtFxQWFiCkw9OpU6c4Lz9C1+RBMJY1YrQGFw3xzsS/fZpRXMy2GbRt2478eahTpw5OPvlk7LfffpQKuDZ8hJyf0YbPDYTzRZFUrimXfMy8+3IIOAQcAg4Bh8BCCOiF7mG5e8TEB/IzFctUNu2feRzx3gcfMJKxDs486ywcfvjh+HXYr5BIhWy83M0AbnA5OSnkMvIyevRoVFZUsthi6pSpPBKbC9kAE34SHAJjRo2G5bFTxM1ffh9kjIFchXUKIZv2sccei3Pp/Eh6OKM9G2+8MbyEj/U33AAb0slpvW4brNO6FbQxmDxtCuaWlmAEN+AbbroR99x3L8aMG8v0Pkyjw1DGoyw5JrJaQeYi/AZ0MISRRILRmCiMj+7kNyqTeTzToUN7NGvWFA0bNsCpp56C/154Ac4452wceczR2KbLtiiqXw/bMDIz5Ltv8cZbb6DTFpthg3ZtY2chRYdgz333wQWXXIwzeDx03IndcNChhyJFB07xqC2wEQoKC2KHQY6AIo5dWlKC8ePHoVHjRlBKQzb52TxSq6yspFOQRYwloy75BQXIZLNQivPIBhAHRJyX+E/ioXicFUApBcEyPz8/xnwKsQevKvb1/Q/fQ6Ytz1kUt5exJBq0ScdN4t/5SMTt4IMPRt26RXT2qiDyDxmBkSO7PM4tQRn88svPPAKrip+PHz+eES0fTZo0AQePeZWjKuFtHJ/JHDKZbMyTJm/yl2QBZV7KKF9Ih0YphaKiupBrxoxiVHKewutXX32F77//HrJWQo7v+z6UUhCnKmZKGKshacy81K15Fuel3NG/RcC1dwg4BBwCaxwCCzg/3D9q9g7IP+QnTpCk3CUh//uIhx/piz6k1954HV9++SXa00koYOQhPz8v/m2G/OZj4oSJ2HOvvTD466/xII+95Hcrj/TtyyjKZFg6OxswitCJEYF+PBZ56okn8CiPWuS3Oul0FZKJZPy2D+7QP//8M+R3LPIblZ9++jEGXjZt2eyFH3FgDKMfHjfjTltsjieeegoP8fjnrrvvxhlnnYnmLVvgwosvhDYG95OPV157FeIEQXPKWiHiTCOOI3+pJj9mfuihh/AI57bzzjtjq606Y5999uWmnsCgQV9DIlFyjPTV4EEoqFsI6WP7nXbAxKmT8cJLL2H3PfeMHbN1eDyz59574atBX2HU2NH4avDXeP6lFwGjoOn4ZBgN8VNJrLve+th8881x77298cQTTxKnB/HFF19yzH3iqEcYhvHvgB7p+wgefuhh3H///WjatBm23HJLJDhfegH8cA6M2sjvsLQ2UJyTHBd6xEQbjR123CF2Qu9ipO4J4tyzZy8MHTIEcmUyGc7NJ8w2dq6MMeyXTiDHVUrFfcv/FsJ4HkCZAdVjtWy5DnbbbXf0JV/9H+2PPjyykx8xb8/omxx37rnHHnjrrbdwX+/70P8xPn/4YaQZSTPkp0nTppxDUzz99DPE+RH20Rci44j9N6KTue++++L555/nUd9TfN4PN9xwI8YwohdxjhIJkt8QyVgSZVIAOapFtjoPXjXPmHUfh4BDwCHgEHAILBIBegILlnMfgTg9srtIXlLZWLfcakucfMrJmMmjnS/5Vr5xx444g8dBqVQKW2y+BXbnpvgzIwIzZ83E/vvvj9NPOx2/8/jp448/RkdGbY468iiI49OkcWPIn1J37rxV/Luh8Tw2OuLII2G0geEm3HHjjjine3dMmzYNH374ISSicCaPYeTYB2SmhjeGkRDzx01fogL1GjSAbLAtW62Djdq2xU677IxWrVojyUiURFpSPILT3ITBzV0cKHHadt1tV0zhMc9nn32GWZxXt24ncE5nMupRF23Zx8UXXxyXv/3OO4y4ZOhUnYXmzVtAeFinVavYWdll992w1dad4zKJzJzd/RxsxCjQe++9h+EjhuOoo4/GZnR08ukk7rzrLui4Sce4/wsZTdpss074gNG0sWPHcdzTscsuu8ROidYa2267LeR47LPPP8Mmm2yC//73v2jSuAnWX2897LrrrvGRovC4C/NyTAeCkZOTi+26bgeJnMmR2mX/uwy5LHvzzTfpw0RstxvAin7Cj50SpRTEwdlqq63o8G1FB8gXeOK60mdRnSI6sntyzs2RSCToTOXg/PPPx7777YPPPv8c33wzGAceeCBOP/10FBUV4ZhjjsGhhx4S/zbr448+jvE56KCD4/ZFdeqge/dzIUd4AwYMiJ2uI444Au15lOkxqnPhhRdixx13wufsV37bdQyjbDvvvAvq1asfH8E1aNAQAwcOgDhDNQ7O4lIsyUXc4mrEIk7dl0PAIeAQcAis8QjoBWZYs5tAMSrAbZKRkYhv5ky48eXhYG5k8huYHj164Kwzz8Q666zDzShEUx4RiSN07bXXxptoHo94Djr4INx22624+847If8o3zlnn41ttt4ac+fOxa+/DEOXrbvgnl69cNmll6IuN85ctjGMjniMXOy0447ocU0P3HHHHfGPnmWDNMbACiNAnCqlODbjNywTZ4G3UEpBoibt2rWns3ABCrnhFhbW4eZ5EvZiNEp+eyK/OWE1Og8p3H77HfEYN99yMy677DLsvc/eceQFdBDk9yldt+sKmdOdd94B+es0ibyIsyAw5fEI6OSTT8Y1PXqgRfPmkDLLI63mzZrFx3XC+2233UZn4FBI3Tp0fi695BLsxSiR9L8unZhz6OTdd999kPEPOOAAFBYU/nF0tcEGG6AH+37g/gdwKTHq0KFD7Bxut9328V/aybHWHrvvEfNdUJAfc9yAEZTTzjgtdpbEcZrAKNzx3Y6Pf0Qsf7EVkb9C8sHKcV+W2FmWHX/88Tju+OOglI4xVVCwfNa6dWvycE3ssMg9WN6oUSN0P+fcOBolvJ944oloyqgOeNWnA3rSSSfF4/Xu3Tt2hq65pgck0icOqhxd9uhxNSNGD+OKK67AVVddhX0YKRP5NWzYEGeeeQZ69eyJu+66C+IYFRXVoTPoYWdG427icaZgKk4Zh1roo+J7+VZKvuPbRXxRqpyXrUUiC6UUZwYopQAI4U+XlCqloNR8+lOlvyiQ+Qkppf6oUZuH2vk/KriMQ8Ah4BBwCCw3BBZ0fjiMYSTF0EgvipK+j8L8fFJB/MNaxc0SUFBMU4wA5ecXcLOSH8kqeHybl828Dp2PJI+z5N/dkTTlJej8/BI7Po8/+lj87wDJ8Y78lRB7QvyPEnJzys/Ljx0R+f2QZiQEvDR50xxrAYJiEEgvQOLkFJBPORIyWjP6kYNUMgnpR7MPozWM1nH/wp/wKQ6K7/nz6hj2qmJeCgoK6JzVRQHn5mnDEywdj2WU9JtbXW68uEz4Mqwj0RaJmkjfST/BsdiO5dJHMpmCUoplOuariBt8IccQvMRBMHQAlVIAP7m5Oahbt4jOUy6M4bhaIZlMoLCwIL5P8QitgPPU2sTjC3b5ufmM4CTi9h+8/z5uuukmPPXkU7jzjjvxzeDBjOTsBa015Ip4pKQ4kGCcl5sHpXinNFPE5JGXAjpWvu/RGRJHs5oSCR8F5FkcqQQjQuClFNsyTRBnKRfyuQZiXJkqpaDJv4wlx1g5jMQJSX3Mu5ILtZVipRTE4ZF+ZExxVsgME4ZsuE4WzsvR6h9l0sESkDgf86uJgyTdS1qLWEHqLStid+7jEHAIOAQcAisJAV17XMUbxT1lsST1uJFpbkw1pJTiBrwgKbXgvdTN4YYu0YKDGRmaNXsW5DdCxx13LE477bR4k5PoBFkAhBkASjEjH6YKCsLwgrSoMkD+pL02aZ5V6bi9Yh/VpAAorRYktdC9POcma8jU0pBeRDuJvLBYkvnECFsUhbFDdthhh0F+gCx1Io69OJINOWIE5w+iU9OiRUtcetml6NKlC376+Sf6AxZXXX01dtt1N+YjSF1u7XEq+dok4y5MShGXhYjoAcS0NrEWsFDZwvdKsdZSkjiYbM0Ran/LCNX3WvrlUykB80tCSilWJ4EX8/zgT+2wbC+lFIf4My3bUVxvDgGHwLJFwPW2piCga0+Ephj169WH/Ns4f0t166NunSIU8bjqD6pbd8H72s9q5euy3oYbbojTTj0Nd/JITP7Bw+7ndEeLFi2Ql58HiZjI73vkNyISPZCoTA3V4bFQ0aIovxBFC1EdRmr+RHkFqFOLClmnYFHEOgV/onwU5C0N5SE/788kkZbaJHNNMirUpk0bHnNdgl133RXyXCIli6WcXEaR5pNEVHJyUth0k01x4QUX8pipD27lEdw+e+8DiaBIfymOlZeTh9wU2y1EOakcLEwS2VuQkkgwCpVcgJJY8D5Rfc/oULIWSURIojlLRyZ2khfV1vBoNCbPi+sYrWH035NEwRZHRmvETtVfOCxKqUU6Mkr9s/LauujyDgGHgEPAIbD8EFjA+ZFhchPc+BZHyZw/b5osy1mIche6l+dJnxukEI/CCuh4FPFYTI5rjDaxcyGbctJPICeRQm4N+TnI8VLI8Uksk2c1lGI/Nfm/S6XewlR7Q15uec5F5lObEosos4zWpOggyNFaHp2ZHB4jyrGd/D+9Fkvc7OXIroYSXgK+8WMSPAvzCimvHCTZfy6PmwRr6VuiXh6PthYmo/VCToOBp+lQLERGa9R2HIxe8L72s9p5Q1kbHhWaGmflH6UeFttOV/NhtMHiaV5dxSPHDgMAABAASURBVFQIio6Ojo83De+F4miT1qg9h3+SV0pBqQUJ7lqtEXDMOwQcAqs3Aro2+4o3GgpmiUiz3t+Txp//M8rEG2nCSyBhZJNOQMpSdGqM8uK8JylYj2TYh0d+hAxTzfuFSbF8YVq4zqLupW/NtrVJASz5M2EZXpp9LTxOwvNhuFn7dApiZ1BpmCUkvQhMjDKQTVtS6bfaeTFxn/EYMhZJc7YLk/nTuIq1sABpIO6rdl2tFDRrLUwKYOmCpIFF1tWs+Xek2G7hj1IKSlVTzTPFzJJQzVhLUpdduo9DwCHgEHAIrAEI6IXnsCSbwMqsszC///Z+Sebyb8dYVPslGXdVrrOoOa19ZW7GDgGHgEPAIbA6IvAn52d1nITj2SHgEHAIOAQcAg4Bh8CSIuCcnyVF6m/quUcOAYeAQ8Ah4BBwCKw+CDjnZ/WRlePUIeAQcAg4BBwCqxoCqyU/zvlZLcXmmHYIOAQcAg4Bh4BDYGkRcM7P0iLn2jkEHAIOAYfAfARcziGwGiHgnJ/VSFiOVYeAQ8Ah4BBwCDgE/j0Czvn59xi6HhwCDoH5CLicQ8Ah4BBY5RFwzs8qLyLHoEPAIeAQcAg4BBwCyxIB5/wsSzRdX/MRcDmHgEPAIeAQcAisogg452cVFYxjyyHgEHAIOAQcAg6B5YPA8nZ+lg/XrleHgEPAIeAQcAg4BBwCS4mAc36WEjjXzCHgEHAIOAQcAn+PgHu6qiLgnJ9VVTKOL4eAQ8Ah4BBwCDgElgsCzvlZLrC6Th0CDgGHwHwEXM4h4BBYtRBwzs+qJQ/HjUPAIeAQcAg4BBwCyxkB5/wsZ4Bd9w6B+Qi4nEPAIeAQcAisCgg452dVkILjwSHgEHAIOAQcAg6BFYaAc35WGNTzB3I5h4BDwCHgEHAIOARWHgLO+Vl52LuRHQIOAYeAQ8AhsLYhsErM1zk/q4QYHBMOAYeAQ8Ah4BBwCKwoBJzzs6KQduM4BBwCDgGHwHwEXM4hsBIRcM7PSgTfDe0QcAg4BBwCDgGHwIpHwDk/Kx5zN6JDwCEwHwGXcwg4BBwCKxwB5/yscMjdgA4Bh4BDwCHgEHAIrEwEnPOzMtF3Y89HwOUcAg4Bh4BDwCGwghBwzs8KAtoN4xBwCDgEHAIOAYfAqoHAqub8rBqoOC4cAg4Bh4BDwCHgEFhjEXDOzxorWjcxh4BDwCHgEFi9EHDcrigEnPOzopB24zgEHAIOAYeAQ8AhsEog4JyfVUIMjgmHgEPAITAfAZdzCDgEli8CzvlZvvi63h0CDgGHgEPAIeAQWMUQcM7PKiYQx45DYD4CLucQcAg4BBwCywMB5/wsD1Rdnw4Bh4BDwCHgEHAIrLIIOOdnlRXNfMZcziHgEHAIOAQcAg6BZYeAc36WHZauJ4eAQ8Ah4BBwCDgEli0Cy6U35/wsF1hdpw4Bh4BDwCHgEHAIrKoIOOdnVZWM48sh4BBwCDgE5iPgcg6BZYiAc36WIZiuK4eAQ8Ah4BBwCDgEVn0EnPOz6svIcegQcAjMR8DlHAIOAYfAv0bAOT//GkLXgUPAIeAQcAg4BBwCqxMCzvlZnaTleJ2PgMs5BBwCDgGHgENgKRFwzs9SAueaOQQcAg4Bh4BDwCGweiKwujs/qyfqjmuHgEPAIeAQcAg4BFYaAs75WWnQu4EdAg4Bh4BDwCHwbxBwbZcWAef8LC1yrp1DwCHgEHAIOAQcAqslAs75WS3F5ph2CDgEHALzEXA5h4BD4J8h4Jyff4aXq+0QcAg4BBwCDgGHwGqOgHN+VnMBOvYdAvMRcDmHgEPAIeAQWBIEnPOzJCi5Og4Bh4BDwCHgEHAIrDEIOOdnjRHl/Im4nEPAIeAQcAg4BBwCf42Ac37+Ghv3xCHgEHAIOAQcAg6B1QuBJeLWOT9LBJOr5BBwCDgEHAIOAYfAmoKAc37WFEm6eTgEHAIOAYfAfARcziHwNwg45+dvwHGPHAIOAYeAQ8Ah4BBY8xBwzs+aJ1M3I4eAQ2A+Ai7nEHAIOAT+hIBzfv4EiStwCDgEHAIOAYeAQ2BNRsA5P2uydN3c5iPgcg4Bh4BDwCHgEJiHgHN+5gHhEoeAQ8Ah4BBwCDgE1g4E1jbnZ+2QqpulQ8Ah4BBwCDgEHAJ/iYBzfv4SGvfAIeAQcAg4BBwCaxICbi41CDjnpwYJlzoEHAIOAYeAQ8AhsFYg4JyftULMbpIOAYeAQ2A+Ai7nEFjbEXDOz9q+Atz8HQIOAYeAQ8AhsJYh4JyftUzgbroOgfkIuJxDwCHgEFg7EXDOz9opdzdrh4BDwCHgEHAIrLUIOOdnrRX9/Im7nEPAIeAQcAg4BNYmBJzzszZJ283VIeAQcAg4BBwCDgHUcn4cGg4Bh4BDwCHgEHAIOATWfASc87Pmy9jN0CHgEHAIOAQWh4B7vlYh4JyftUrcbrIOAYeAQ8Ah4BBwCDjnx60Bh4BDwCEwHwGXcwg4BNYCBJzzsxYI2U3RIeAQcAg4BBwCDoH5CDjnZz4WLucQmI+AyzkEHAIOAYfAGouAc37WWNG6iTkEHAIOAYeAQ8AhsCgEnPOzKFTml7mcQ8Ah4BBwCDgEHAJrGALO+VnDBOqm4xBwCDgEHAIOgWWDwJrbi3N+1lzZupk5BBwCDgGHgEPAIbAIBJzzswhQXJFDwCHgEHAIzEfA5RwCaxoCzvlZ0yTq5uMQcAg4BBwCDgGHwN8i4Jyfv4XHPXQIOATmI+ByDgGHgENgzUDAOT9rhhzdLBwCDgGHgEPAIeAQWEIEnPOzhEC5avMRcDmHgEPAIeAQcAiszgg452d1lp7j3SHgEHAIOAQcAg6Bf4zAv3B+/vFYroFDwCHgEHAIOAQcAg6BlY6Ac35WuggcAw4Bh4BDwCGw2iHgGF6tEXDOz2otPse8Q8Ah4BBwCDgEHAL/FIHl6PxY8iLExH1WIAKCuVCtIeVWqFbRis0ubvDFPV+x3K6qowlKtWlF8Vkz5qLGq3m2FqdYeO41OEl5xJsaknvexh8bt4qzy/1LxnWEGPG/wqG2EGrq1C5b2fnF8STPq2e4sjldtcavxmXRPC1T58dai8iGsKQwChBFIQmOaP2i5UrEnQOExD1A9X9Zm0Usg4ADBxS+0N+tBFZZPh8ZNGTXISKan+ocIGyFXC9W1kiQBSyfklUmknUkWBA6ooKQuFGbmIYxBfG35TcoY5E94V2WH8oFlIsIIYzHBlcVEJEfm41YLGOSFwory+eUHhwhxiAgdjYIIbYvwxVfEZNFmmk2zPI7QiC6SelZYrcsxRZ3JzJip0w4QkS5RXEqekfRIcN1lebzKkeowUDwiJd71kJsUpaIZW1AOGk0aVMpzHjxC6ZChG6FfmTMGv0KyZUlcSGBWyxCshhSpiELAq5Ay32Ak8DaQBENkshLZMeFzjlTLCyDyE50jHnZZ5jwwZ8/S+/8iET+1B8L+VFKQWuFSIUIdRUCR8sZgyz7JykSFSBLClWAgBSZiDIIKQtqiMJKu7gsoOL/hAXecYEqIQTQ5Bc2zadVqy/RlKplTZZ4CC4kbTPESSgLE2MWQNH5EEwF0WVOFJH0KYkQuKkrWllF46q4uWs6rIaUSGeRSGcczcPAz2ShslzTTBPZDFLESCiZDpDIAjqwUEJc6YLv8iI7r2PF1Ia84y5AUwATAB7Jd4TaGGjiIY49uFNaWeuKmImTQfziD/c0KYnzK+FLc0xNvQcqmSsDVAW0ynCfzUJxf1Uo44oqhVIlgF47KJ6r4rw5f6h0jAlUKdNS4lAJTaFqbZnHIi/BdJEPlq5QAfxEXDyWi6i8ogTTSiaSJjgqWV4YEN+5kzG1ZAqmlgpNJdZMSyZjegnzc6dg2typqLQVVGWLlXPJMhOCLA9u3hYqTCOsLEFUMQe2cg5QNYv+z3REaUc1GNh0MVA5i3ZuNlPSPKwEtyx1K8pUEs+QRhDL4aIis1dKit+AJ9/pNMonTUIwaSIyE8YjM3YsonETSBMdjavBQPAYTzyYjpkIkPRopmMnE69JsHMrYCJiayH+pKC6XIgjcG0AinZY0fGZPXUGZk6Yhtnjp6N0bDHKxs5wNA+DUqZziMvsKcUIq+TlQs2TjaAIQPGe2QiUGWnlfEIovlxFmI0gnIwwHI8gGs38WITZiUynkKYhCPgsmIRwLaAgnIAwHIuAFBKPMJiIkPOOwmLKby7xqoBmFO+v5KX/6sFSl8eOD6MNUYTSylKMKx6DcTNGry20UuY5vngsYpou6RiMnzEWE2aOx4RZ44m/5MehPCiDhajvUkt2KRvScHAJgksRvJTwIKHkoApB+Vxky2bBVswmzeT9dBIVuNxREGMwHVHZDNJMhEzDsmIEklbMQqZiLoJ0Oa1xQFS5k/J72X1o6WODX20eNFeOItmKCswaNwazR4/E3FGk30egdPgIlA0f7ugPDIiH4PL78Bib8t9GoPzX31H+20jMGTEK0Sw6+hRXFOvEspNY3BPFNk/N/riFOFrpEDPGT8WU38dj2sgJmDZ8IqYOn+CoFgaTRozD5DETkCmrRLxfWoGQgPIDRoHkVkhKVzQJCwxgcMVkyVsJssE0BHYComg8otgBmEQHaDo3/mKE4VTSlLWEJnP+nLtgEE2K80F2KrLZYmJTSgeoiqIKSYuWXLV14+Nl8ZFwIWg0tdYwWlPvLNI8e6tyhOWHQQZVqhJpVKGKodBK5oWqGB4tj8qR5n3gZanPAbevZSHlpe9DQZwvkhxWB2moqAo+MtBMFZ0hL8zC5zNHQYyD4GGiNCMFlbyvgBdJWgUvrIJm5AxRBpADbx5/YVlLl3osJkNISd90WHUYIskjnURlFZIVlchPZ5FKM1/lKFkLg0SmCglGyVJMc6sqkUuMElVpJIOAGxjRtEAo+JKWXpsW3ZJdi7TihwoKmmPYrOXLRRZ+oOBnAZWx1acEaeYdEQ/wOFAxtdCBhrIKESNmFvMvS9tV+37+kxWT04yXK5JEMpQto2TnQKnZMGouNMrgoQIej8m1HAOtVCojXyuGDOepVSniOUOOusrp8JRRdhVMs1DgZQ1AeTL3p4/+U8m/KFCKw3GF8AOluICYsXSCrDZwtPwwiIxFaEJEJoIlRcyHihEBz/KUOCBlqbrhv5Dsv2/KlVHdCSODUBG4JODzdUaDfFnySg6V1XzkSEXzMBCljR0bwSeAoiS1zRCjDDwVwigLaj74AGAWy/OS/hVg6AD5QVjtBHEz98ifhwiOqjEwxEJRGEaIDqMhPjFxnVsShQfrGUpyeQqrejlYWRhcQ8p48JSHRGRguLkDPMTUjlCDgTLQ3CQ94gPipZWG8XwIftW0fGW1JL3zIAWWPEqq2EBzXWmuIsXAgqwmzbUmZfHvAJlXawGBGCjuJ5qgaIizE4CqJaueCBlSEpA9hblFffSiCpdNmeXAIiZhwhGwvDCYJ0JFvCk4S5UF85bE2/gjT+JyeRaXrNgv9cdwkquhPwoh/PKL64VzoYLDEbG5+pb6AAAQAElEQVTgehEcRJUFMsgV8StiSTXFuNU8q0lZY1l9qtcNWanpMB5DcVgFLQ4aDUskLzmOUIODJRaApqaJC0TSls+ieWQhemk1y7EcLgpMzeuWWQjNu4W2mnLTvCVv5DFibnnS6tW3oFaNDahdcqesyEhyUgJKFLTglk8tVsZVPaqhTEmxXai2D0o440NxAoRADiFlawEp60FFCUCc+RgT2ipVTeD8LcsjrnvCwzp//ug/Fy3LEktRCEVMHSksDwyILzcizbcWRUEbLgLJa+bVPFEqoi/PwBQr47IcNCbFjHwkrUaDNgbgm1Y1sZyfmE2XEhdixLfTSPEtlG+nNRhxCwVVHAKpYGWVqs6zdJl92LmIQPqzMgjHAA1KRFlZEsiP5COmoSPUYCB4gEYX3ColHxKrkPtUpC0iRSSthY7ELAuyy48su45JMaMUIsrQ0iaAMmQJ7+AI+AMDy5yNsaFzCGqXIklKEuXiLSUqtaRgJRAZsMIIebQxJx7vaBdo7/kIitF0xWiw/eM5naS43pqcehSSTxIsFPFgljpmudrjlwwCE5HsX4hL/0X5MinmuFASfkMI5Wi5YCChTs2elVWIHR6mklc0dEqcIiqAjlOphVXgklVBNmiQLSni5iAKyynAUoEjR5iPgUVAxyJQHss8WMrSxsZNDLTgWE1/pdxE+V985vcqOSsC0hrxZh7zZBDN4wfkadGkOf7aRSIfxRcRWBpl4hNxjYcKxA20hQCFCBVaJCxi1Fiy7D7sU/qv6bD2ra3RM8pR8YFiJUcgGvMJ8y5LYAgRn6mY4uKI31LIZGV8hKdIBYjEwYllSY+aNh7kUBYVLQUsnwM1jAqzazhx/jZ+0aCNoZ5Z7h0WISIdxlhECJgSA4VFXmy1yPJlUqhgKZqIm7Kj2EnhGeWyThWFrbjgFZFWXAyI3wR0bGg1paipC0rMrGgPVoVLkQkSP8KSJd+QhQsFqyxixl0a42BVREwAK9hQtpZyFIJcghHlLlnweTVh2VyUDYeST0xg/5YykhSWDyPFkRVCHt/AXQshQHyIlyJOiqngpWytKvPymqmqVbzcsjIIicNB2AEv3jo1IyAil9pEaFCDEWpflCXiB0QuzmMlXCE5yHLcaB4BnAJYCGHJciKW9qK6VJ6sPWRl7pCZWyhiINYJ1RaKpYIXk0V8ZH9cRPGyKSIr7EjeUh1ZbiPLhbgpicdvKWzB2/Jt08pYfAuwKgOrs7DyH9/WASovVvRlAS7I+UOTB35s7LRlWRxAWZCUI1oxVYtkg/RsGr7NwouPSwxfJCwxm2cIKWPwkjZMltknYk8yApcUfN5IzEnWEFSIVBgih2SQRaiDeTUj8uRIETDFdR2pEPL2ifgelFk1cYFXZ0yErJanhG85fRT75RDxkODaqeYtYqklgRbBkSDxByliQ7mBMosBmveluLJBGytkmVo178EKTgwZZawHhrIUkt/3KEqRxfyW/ZVaankMhJXE4ArGIx5O7J/844aM8Agemi/+OvLghSTmDYWVoFjFjsb1F/oS/VioyN2ufghQBRSpFuPz7+bnaj1ewVnhQaj2sHJvqar2j0KZgiPEG1YNDqBpA6jBmH+J0UNcPr9s4dtaT5YqO18qCzaP+eJg1Sa2ppakjqplQhyqwSFwzPP7j1vmq+tgIYnGD5bzF3nhxgnKjrnlPNbq2v2CyCwot5U7pz/zUsNrTbpy+Vspo8fGSOYvVMOBIEWqXVTzaKF0BTo/C43sbh0CDgGHgEPAIeAQcAisBASc87MSQHdDOgQcAg4Bh8BahoCb7iqFgHN+VilxOGYcAg4Bh4BDwCHgEFjeCDjnZ3kj7Pp3CDgEHALzEXA5h4BDYBVAwDk/q4AQHAsOAYeAQ8Ah4BBwCKw4BJzzs+KwdiM5BOYj4HIOAYeAQ8AhsNIQcM7PSoPeDewQcAg4BBwCDgGHwMpAwDk/KwP1+WO6nEPAIeAQcAg4BBwCKxgB5/ysYMDdcA4Bh4BDwCHgEHAICAIrj5zzs/KwdyM7BBwCDgGHgEPAIbASEHDOz0oA3Q3pEHAIOAQcAvMRcDmHwIpGwDk/KxpxN55DwCHgEHAIOAQcAisVAef8rFT43eAOAYfAfARcziHgEHAIrBgEnPOzYnB2ozgEHAIOAYeAQ8AhsIog4JyfVUQQjo35CLicQ8Ah4BBwCDgElicCzvlZnui6vh0CDgGHgEPAIeAQWOUQWIWdn1UOK8eQQ8Ah4BBwCDgEHAJrAALL2fmxsATJKqCGAN7UIsW8ENz17xAQoNmDIsmnJpV8TPOex/mV8SXjx0TOrCEHsvSYZw5cA1jii50orqsogmUWyiCSDLtiCdeZRgSD0Mqa4xeHidce++cdhKBYWQuxHyYhSyP2GekIkoasG7GPINLsR7NMQcqygdRUiPicLdmq+hueV10m/ZIsn0OzHXmUFByjuiZbchy5lyqrKpHdahZlIqQ/7oVh3rDoj/lazjcuZmE8tZo07kHwI17EUZMiykpZBY8w6MgiYl8hMTIsD6xGhn0J/obPdBCxB4WsssjWyDACIpZaytsS/SpjUeFbKNZnFnwEHUbwLGCYKhYE7DMwhuVAOfsqN0CgpKqG5riSU0pDxpQ+KslcmhnNdtKXlrrkUVINzbEUNPvXAPPCDQDOSchyDpbrBmAjrKQr5s2SA1vNQJwoWPJuOSfFJ5xePAfFGkJMwGJiayH4Z20EGz+wIDR8xnKwDPNTEEvFOorAWObBVCtBSENRsJ7yoNiJjaQPViRoVAnqbARJlbJxv8pUP7Pz+pY+wbEUiV2SLdbjM2kTRaKFkQyF6jHZBWRmkiK+IvmOGyoYRV7YA1bXaznxbYmtVcTSpmAjH1CGNlQRyWoKIy/OQwcQWQAeQFmCVtCqKkBloCmQKFRQSvM+gNWVtJVMFdh7Goryhs1DEHJNGPbHcsv24LgyPuJ7y7aUGMukXLEliwF5iOV/kfPlNwinhoggRMpC8vNHUlQMHRMiA9BozH/mcv8IAQKrhNhICUl+Humae0lJK+dDZmqk/0eWnIoDJHIXip/LwyXhUBSSSsbqSqeQTVvMnluGcZMnYsLUSZhVVo4ACcD4sFx7QRRAcfMLaYShqcTacDRLZQ+oaiEipSCbYcQdIUAWIR2gABrjJxfjgwFfIkPlnT5zNnrd2xsjRo6O60OruG+wjWU+DNmPGAftI4zYX2g5hmKeKfuHpiMkis+lHkYhrIrAJ0sy2ZVWR9YOmYSQsvPZkKxMldMEbR8iGipLUqxi6JQIuoZzzoQRKon53GyIcVOLMbl4DoorK2EpC7DMsE2AEFAaOiA+kUHoEz8bwtDx8bPsmZ2mKcOsp0D/A5ptIqPBYdguwqAxP+PTEd+TxwigDLIqhKfYiBWEF6mf4XiVGtChh6HjR+PT34ehgnyBzpiBYTMFRRmqTBaZyip89vuPGDxmGLJBBoZ9KgKgKDOjNSLOScv64eSN0uDAABmTOiB3Fh5rc43xyUr5WI7KuQtAitmY5It5TpKyonQoPM06Hkkwinm3XI/KIrABrFEoz1Rg5txZCG2WXYWcUwTujwj43+yS2SgtnwuoCIQCoL5YHcb3lrhqytGzHnzlw9ABim2/PKccrciWsEVMQ+olpIwyi8jZsBG/4Jnnn0Elxwb5gbIguNVjc6yI9X1Pw/cMZUa+2FZ0VrGeCgNwZlBGk0P2xjSKeVEcQmGVvmSaS0LLcBKKeEeqAtbmIyKVlmQxadIsjBs3DdOmz0Y2kyLGgNXlCG0aoDMURQnWDSmPCogDFFHOCjl0biJAp2FNJfEXJg3vs6ioqsTbb3yNiRNnIJMNoCgvKhQiytsqjZD6Z6kzEXULKgtFh0r4UlZT9Eo6Wu6kl/sIHKBmKiJjUYaIizmkQkRChoASEFZzn+WFgAC/vPr+J/3KQhD6o80CN3+U/l0molHNqiSq6OAUl6Tx9Euv48LLrsR5F/0P55Ouu/FmfPrVYETciMKA6qUSVOYQxqdC895aKiefRZGCYgoYeF4OWJNkqOAK0Aa//vY77rm3D0JuFkFkMZyOT2lFVXyf5X1IxQ2oqCGxFbLaQxAByqORYM9yL3lxjOQ5tIeICi99Z0OpiFX64rTAacQkeSHwqkkV87E9Y4GkvAUhpfsYoYJbUDqp8d24Ebi93wO47rH7cWH/nrjp9Sfw5bTRKM01yCY0Im7AiVBDV0TIz2jklGXhEyMFH+AGikzEKA7rVWQh9XwaXFtl6XMaSs3HF59/g/c/+Rwh5SVOTrmnGAnSmKMCVOQk6MCEyMtY5FRFUGmLYYO/xQdvvg1NQQU0yFazbw06aRGQSMhw+Gjgp/j4k88Q0WnKKo20UshK/5R5VkseCA3ZY1vjkU8BArwU+xBidhl//kF3wgMFEvPElC2rv8kvV7d8sygWK2tK9g/SnCfkCWXy26+/of9j/VGZTgN0NrjMoehQlFdVoF//RzHg008Azr+KDqLIPLB0OBDB6ggR7XlkIpRWlSJrM+wygo3xUqClh/JNLHewP+FBxtAsm1o8HcWzZsR1Qm0RkI9QWcjY2vMQRBGydIAsnTOhjOTpDAUq4mqz0MIn+VCaMmVdQ/lZ9qEUVu1L+FsSWoazILpQpoKYVuHnH0fg1pv74Nwzb8HF5/XERefdjkf7vIzi4lI6RyG0l2a9DB1/Hxr1YNAYNqjPl04fmUwIzwvpKEWI0g2hWB5m8mHDAlSUKTz4wDMYMXw0PD9B7in/IAc2YPtsA+iwAWy2ABoFAB0rWAOrLCkEKFOsgEsv7zEUNw/OCFD2D7KcnFDINKShirjY4a41GAHKfuHZxeshQrwusORXpD1uVh7KaFfvfegRPPfKG9h6+51x8aWX45TTz0ROfhF69LgBb771NiJaZiFFB2jGnFL8Pmosfv99FErLK6F9eWsBIiod4KOcG++ECVMxevR4Km6GCg1UVlTQRvuoU1gPp51+FjZs24EGWGEW+yqvzGDm7BI6RWMwccp0lKezXOYeMtxYDfuurMpi0tTpGD5qPNNihPAYTZqKymyISHmA0ljdL7HZhiIU9RVxWk4o4qaW5aY0s7IMjzz3DGZkK3D4kf/B0fsciNljJuLlp59HJSMspXxbD+vkY0pUieGzJ+Ln2RMwMapAFTexgJtYlDBI0yEpLq/AxJmzMHrKVJSyvJSDTZ1bgjBraZQB2l+krUWGm2ImmcD4krn4fUYxfiuewr40SsrLMbesDJZvmBWZKlSGWZRzuxw/ZzqGTRyDSZVzUUo7VKE1ZaRQRjlKxKqMcsyQlwrOaQb7GD5uHCbPngXhO8M5VtqAjp4Fp0+5sxInLxiAvPBu5XxEICSyghqazwhLhEE+p1rML2ZOce5MILxrrsvCggKMGz8eP/z6M5GKkLEhqoIsZsyciW++H4oOm24CboewxKekohQTpozHqPGjUEKHx9IfzBIZL9fH1JlTEdIhmjl7JqbPmAYqE9d/BtNmFmPUuLGY6UHOPgAAEABJREFUMWcWvFQSacpm406bYte99ozvI63Yt0ZJZTnGTBiPkePGYC7HAZ2kLBEPOY9ZZXNRzCjU7PIyjJsyAeOnTKLsKuEl6Chxbcl8FNeLpI4WREAi5jZbH999Mwq33non0pkSnHfBibjo0rOw91574603PsOt1z+OqRMjvkCk4RkfQcbHmN9n4tefp2H65CwjakVIpQpoP0MumwTCTCNMnFCJkb8XY/LkMg5YiJKSkHZUI+BLZxh5yIaVmDj1W/w26ktMmzWc+lYC7WVBrwmWMuUXuEjmEZPl/FnOFlj9wT5VD5b/SdRHJhpRKaxEfphGXNB/VHSZNQoBkXsUy522VZaDUDxDeSIZSYUkv3iSKIqlA/TpF19h8OAhOPOss3HUEUdiq86dsV2XbXHpRf/FXnvuQiUcibKKNCM1Gl8N+gZXXXYV/vvfi3FO9wtx5VXX4ofvf4Y4QNlA4ZdfRuDGm25jXxfgnHMuQY9rrsf3fG75JhxwwCl0Yh56uB/GT54aOzw9730At991Dy667Aqcec6FOP2s7rj/gT6YU1aJLJ392aXleKhPPxqUS3DOeRfgkv9dgVffeBtXXXMDDfV0vlEHnKgm/YPPCqxqOZZs6pw+hDglShCLvEScQjUPtVIIg4Dh82kYO3ESdtplZ2y2QTvs22ErXHjECThg253hhxraS+CjoYNxbd/eOLfXTTin9024ou89+Hr0CJTlJzGLL4sfD/sOV997Fy695UZc17sX7n3mCdzz4tN48YN3YA2NKRljYAcB10NoEnj7owG49e67cc2NN+KOu3rhvscfRZ/XX8Q7Q75A2reo4IZcSr+z/6sv4pYHeuPim65Dj1534LWBH6Es4ipltECc6xAaDBShgnN55o030OPWW3HD7XfgujtuR//nn0VxWQlCOkARRSiRCQg6yhIqoRi5GjhWbEoe5GUitrPkyXJ0ITImn5iE15oySYW4e3Fzy8L3PCil0KRRIzRp2gTf/vh97CyCzmykLT7/6gt06NAB67ReBzL338eNQq/77sVtt9+GO+6+Ez1798S3Pw1FYAJUhVW48fYb8drbr+G2O29jNG0A5paX4oVXXsTNvL/xtptxZ6+78eU3g1CVzWDk2FF48923MKe8BJYRvF+GD0PvB+/HHb3uwk2334K77u2Fwd8NhaIDNKt0Ll5641X0e/Jx9O7zAMe5Fbdx/Gcom1klc2DolIHzV1rF8yEMq+zHkrMlJVZdJp8oMCibk0KfB5/FRhttSPt0BrbbcSNs1aUNDjtiT1x99VVcC4WYMG4OtMrlC+Fk3HTTXTjrrMtoHy8nXYyXXnoT5eUBl04KFeXAI32fw9lnn4czzrgAF198FV58/k06PRGy4vjQxk6dXIqedzyJM0+7GeeedTvOOfMGPPfMR4wg5bCPHFDoEL/A0iWyK8gfoPouEzyXuBMuR0Q0NCFJwt7SUFO5aMckGy/W6nCliu+X5Zf0K/3JYhMeau6lbHUipRQXjMwCMV78jlOZz8p88cQiLwvhVLYEkbHk8Ydo5a42LbKDBQq1jRBlKvET30BbNmuMHbpugxweodh0OXITCvm+xoXnnIHTTz0VOTn5+HnYb7jp5lvRrGUr3HFnT9x5193EzuCy/12N6dNn8u2kHPfd9zDPuyfj8v/9Dw8++AA22XQzfDxgICoqs/D8BJ2VNH5hPyWllTzLzmDYryPw6WeDcPh/joyPB44+phteeuVdfPjhQHheCi++9AreeOtdHHTQIbj//gdx3PEn4vU33sKXX/2EkjklSOXkEROZ9wJTW+k3ohPChKyjiBxKXigk5lYM0h9yk1ISpyC/+2GgmjeIxWqDEHl0bJoU1EXT3AIMen8AJg4fharKSmyw3vrYZpttkUrmYMy48XikX3/UrdcAl156GS65+GLUqVcPj730AiM3U/DNqBG456nHUdC0MS6mMT7rgv+ijDy9NOADjJ4xHRnqQKQ1IqaW9N133+PZp59Fxw3b4coL2N+Z56EiDPHiFwMwoqQYpV6ETI6Pob8Ow4hxY3HciSfgZjo1m22+BZ5/4018NuQbRjgUlLzlhpyt8fDmRx/h1fffw+7774+rrr8Bhx5zNL797Re89NYbjDymYzNdPWvwIhjkT5wP3qyEj+XoESJGaUJEdPqZZxoLhU+46Mma8FjNmuSsmpdnauj4GK0hjmtBfgG22Gxz/DLiN0yfNT3uq5LyG/TN1+i8zdaMtmVRPHsGHurbB7mF+Tifsrn08stQv3F9PP7M45hUPBmhDvD979/j0y8+RZftumKrbTpj5JhRdIIGYs999sI111+Dxs2b4PGnnmB0KWB0dAqfj4Y1CuMY7Xn08f6UhcYZZ5+Jiy+7BK3Xa4N+j/XHdz9+D8X94vdRoxiFGoLNttwc111/LXbfaw98OehLfPzxR5ytZVvFzTeLcF4UqHqmq8e3pRGXvdHKTJgH02XJuabjPnLkKBTzqHGnnXZEnaJ8KJWB1lXwk5XYonMbXHnNGdh08w3Ak0jceWdf/DZ8PF/eLkCffndg7/12Qq/e99HefU6nOQ8vvvAuHqe8Djl8Lzz25N047/zT8dHHX2L8+ElIJJKM9AZ46ok3MJSRpv+efxkefqg/Dj74WPR56Bk6Ue9zagmuW3FFuBDjNSu7BYuX80dGXM5DsHtl+SUfTi5S8LWPpEnA53FEQidQWVrJRRpCHKKABiuZSnHhBtJgmZExBqLgHpVcKRXnlSI/WK0uyAYVoym8k33JB3zTjiILxf9ARRHlWVVmJcs4HWUQ0iiTRR5ViErLdilP7Dw2a9J5t3+TKCqHsRmky2Zh8w4bIcdEMFEaCW5uUboCimH3ZMqDjQJ4ySQGfvIZmrZoiVNOPZ3HVu1iuvLaa5HOZvHBRx9j+IiRsTNz1FHHYKutOqNVqzY47LD/YOeddiGUFlVVafi+BzFGmpuD0T4SiQR22nlHbL/dDmjWvDn2229fbMDoxrvvvofpxTPw3nsfsGx/HHLooVh//fWx4w4745ijj2U7Rb4UjO9DaYNV5ZL1k8lkYnZk7YQ8hkjzeCgghiEpy/VVmUkjtsNxLUBUWjbPQAMhpyJ5bYGk9mB4FtWsqCG6H3cS9KxyvvnfjrNvvRr3vP4sRlfMRqVn8O23PyCZVjhl70OxbfO22L6wJc7Z7z/Yb+fdkbQaPwz5FoWJHJx81PFYv2FzdFhnPRxz6H/QvGkLrgCuIfYRcKPkSyUq0mkMHDAADQvq4IBd98KmrdbHhmxz8AEHok6j+ohYTxPvLI876yZzcMFJp6NTy/WxXkFDHLHz3ujUYWMMHDQIGR51RVkLzyRQkcnio88/R+ftt8fmdNhy8gqwfvv22HaHHbgB/4i5paWUoYZHPhSBETygIoD6x6+V8gkpt6wNUFFVgYD6VsVjPkvHNWYmZpACIn80wRCSu/jZvK8wjKBpQzxi1a5dO0Ra4feRI9kCGPbbMGS5RtZbtw0MbeiPP/2IKcXTsAcdmUaNGvNouA5233N3pMMMhvwwFJWM/BjjYZdddsFee++N5tTBEBHKs+XQRqOgsBBHH3sMTjvjdAR8EU7mpuAlDPUswk+//Iwsj9kOPuwQdNi4A9q0aYN9qWOF9Qupsx8gy0hRDut34vFb1+26oH6D+thxx+3RslVLDB4yGCFxENdPcRzFOcyb3iqZWHK1MJUzlMIVzhezEmSpf+J4stoy+0S0x3NKJqCwbhLNmjVFFHjQugBaeciGDON4xShsOBup/BL8PnwmRgyfRIfmTGy+VQesu0EjvjgcjAMO3Bv9Hnkec2YDzz//OQ46dC/sf/COaNDEw6abbYD/XngWcvPyUM6jy/ETJmPgx0Nw8CEHY5sdWqFxS4X9DuqCjpu3wbsffEZdms3xNecn8jewkeR5u5w/y3cUKlx1KAtQQExGGYAWKyiPYAh6tjRE/cKG8LQHcUx8bgxlPKM3NCpYhleWm12GRlJSMfaaG5ldhv2vqK6UVlwcEReqQiTeBA1vis6izEcwkzTmhdjH6Ur+imiESyjPOWWlCGJDbMk/KebL8rs28XZxHxq2BFdtQilMmTgBhvPUxMBSvpohcRNF8V/tFBTVoRGMMGvuXDShg1K/UQNk+BZokj7YlJGgdTFy9BjM5vO6deuibbv2SKRy+DYfUWlz0Wb99WC1B80QfCKZiJ1zw7Urb5KCcfNmzeD7HucSMcKUi/r1ijBjxkxYbiBz58xBB26UnucjyAZIsF47biY5jDwopRjqzbA8u7iZrrDnSikYY+I5ihNUXl6OOSUlCIlrRJkprTlXP8YNcln5qiZxeiRXs5lGmQDiBHmMAG3RcRPcfuNNuIFRk45dt8KAoV+j33PPYjoxnzOnFK2arYN6fj4SpWnkRR42qNsI+26zPSNGhQhnlaBTmw1Qz/qom9VIlqTRLFWADbjRajopGW6OAdeCJrYhU7EZ7dq2Q+OGjSB/6q6zIRoX1kOzug3gpYEc9lEn9NCxaRs08wvZp4dUlULTZBEa12uI2XRmZN4EAQYKIfkXDL75/jtGC+9Er169cPfdPfHhxwMApZFNZxDSycvSOVaKgJBkVVu1chwgsQXllRUoLS2DNpoOSwQ/QZlRVxBf5JGlcbbWV438pEjxq4Ya8ehr40060NH7DlV8qfiazmFLrvk2rVsjS6dqytQpKOXx35NPPIG77rw7pv79H8P04mIQPjpglUwtNtqwLRSdWU2SI5b99t6XkdEXcOON12PAgI9Qr35dpFJJZOjQRNTdLJ3smTOmo0WLZijIz4PoW5rj1a9PWTZpgkmTJsXzC1i/CWXtKw3Rf8O0MD8fZeQpoAMo7ZTmbBQJq/JVI5daKfmeM3c2/JRPGx8yTXAClrRsPoorXOsUMukIVVWVUDqEVZXIBuVcM1wwXMthNkLIN5sZxXPRsEFjyqM5kjkGZZUzofmiKU7ptOkzEYYa6coArVpRl+vnso6G4RFzUx6bNmjQgHZDISc3iYkTi/HMU+/jjJNvxaknXo/uZ96MX3+aTsdL7LUPbWh7aW9AXpQWHcJfXMuumDNddp39uScLS28/NgiUnaICWL5Z6cAgyf+icotUlIuquVWwnHiGbxbydpFMJil0NsCyu7QxsYEXBUvQwRo/bhxmz5q17AZYQT0ppblYNRddGI8o9yGNBvUFWW60hDGep4KKn6/sr/EMYR93wrG4+NKL8MPPv3BD5cKWDYIKJiwqiJyFloxTYzxIk3XXWw+/jRiBadNm0Klhez9FAwpkqdTf/zIc7zD6UpVNw08mID+4lDcQ7WtUpiupnAbyJ7vNW7ZAKjeHx1uVmDN3DiqrqtdhVboqNqKKfIY0pGJ8E55GxGiIz3WkCLIYXEXnU5NtyYfc9FPcbLhwUSe/ADOmT4eiIyTOUJZO91y+IkU0KEnyI3WMNmy58j+id0pRCpyTUireXM47/3ycyeOGQV8PQpaRWHmLjgT0RbArjk4sSopAHjfp5asAABAASURBVKuEhwx1vpJO79BhP2MWjyjrN2yAo/c5ECcycjNt9HiUzy1Fbp06GD+zGJVJhXQSmK0zmMmjy4lcL1XcxBVlNXvOTG6cIWyQgZj/kA5uSTk3d4Ke8gwSWsPK2k8Y5DJ0P376ZNCEoyzKwuYlEL81l1fAcF4RHd9EIoGpU6YAbBcIj9xUM4xUVJGSOQnkUDZJysXSDiXoQPi0E9vymOeEE7rh5BNOwAnHdeNx6hk4+cST0KhBI9TIUcnciR+ZheWN3GIFX7JmH+nfDwcffgiPkh6P17RaFA/kTxxVodqOT01VPpZpxA77xoyITZw4CcOotyOHD8dee+zBja4SKdrnAjomdfnScPjhR+CkE07BKSedgmMZ3Tz/vPPQuXNn5OXmAVaDMENbA0NcNRV+x+13wGU85vzP4f/BLz/9gjtvvwOVlKlgGfNAHAsKCjBn9hzKjXYuCMiP5Uadpo7ORt2iOgDriNMDRudEXqKHhpOV9RFxQM+j0wDuPIrE9RH3u4p+WfK5MN1+x23YZ9998cwzz8QnILJnLcs1pZSH9dpsgoqyEN8xAgtipoiVvOSALxtUO3z47jCMHDELJhkgQ6eohC+vVVUhZV8H6aqIspjLl8QkW1ZA0yTPnWO55rK0FxnQ7NF+VqKEjqjVWaSzZWjctBGOOOoAXN7jBFx57SlMz8B1N1/MfeEMFNXPR5Y67pkEbGQA8ocVcOnlOwbFSlDtvEEUtc3XPr795jv0uf8RPPbw43jykafw6guvY8g3Q7jAM9DGIKTB1XrZshYbSfbt0aBlaERvv+UuvPPWe/M4W32SWBH4Ng4a9ATnMmHCBLz+2muYNZvGgvOTzSymVWRK8kb+488/44MPP0Tv+3rjl19/pc3KkjtZFTXE2yX8RDR82k9i2+13hJeTizvvfQCjJ0/DhGmzMauCR1kDvsR/L7sGX3GNSUSg46btMXrMSLz3/ruYyc22tLQEr7z2Cp2mCdhyq83Qtm1bKnEu3nzzTUyfPo1vzqX49bdf8f6H71NpQyRTCUTcyMXBlA1U0VhRQxEx2kARxAbaE9yjCJbrtn69uthi883w3rtvY9gvP6Gc4xWz36f5hpyuCBDQEdKcNm31Es54+VezxNRwDqJzonsjfh+BrwcPxk233ILB3wxGlo6DlLPaAszIPPgSCMP5iLZSvZGlOYySHiaUzMDNfXrj4RefxsyKUmRKGE2aWowU16whtdloI0wvL8FnP36LqZkyTKOBfGvQQNz12EOYmJmLdbfeBN9PGoVPhw3FjLASU9JzMeCnr/HjlFGoAjdE6rAm5qAckjlJbMQoxS9jR+Orn7/FtEwJJlXMwoBvv8YwOlNp3yDNt+gZQRojy2bjqY/fxvDyWShOhvhg5I/48pfv0a4d1wE3dc3NVvrNYTSic+cteATzE1XNIjeVgkeMBn/9NX764Sd4Sseyl3nXgGK5NghFze0KTTOMhIzjC93oMaNjPXv62adiBz/mJ15skhOaz9aCd6CTgfiKqzPXuk0r+HQyX3/tVdSj07Euj598YqC58Dfr1Ak5OSlMmTwZhbmFPPYqwrSp0/Hhhx8hzTXO5kQDyPKlQINODF/Mfh02DE8/+QQqykvRpvU62IVHx2UlczFt2jSqVEgnKYqdrvXXXQ+zZ87E5198hhJGCSsZnRg6dAgmjB6H7bt2hWwN8sLhg9pIeYGRwAR3YMX7gCvQGM1VaAHyiZgLrFbXTzxSnDZtKu7ueTeee+FZpOmkq2U4A2szaNQkhYMP2Qcvvvgm3n/7W0wd72NucV2MGRHg3ruew913PMX9OET7js2Rof69+uqrmFFcxoBBgJ9/HIunn34BBx68KwqKFHbadVO8/cZXGPHrZDqtVaxXgjfeeBdz5sylnczQ8amHzbfcBD/8+D1y+bLZkC8OZWXleOrJ5/EzHWBj6KzyRVIES6mxTbQMZ/vXXdXW3b+utdRP2D29fgXFHiy/o3hi33//I7748kuk6e1lVRXPjifhmaefQ6+778G0ydMBnvmp+K1Bg0eeDDFHsSDCjOW9ppJ6TJkXF9MCYpQ1F7/oAW0iNyHWYRhdhQZB2iJTESDKKlDmCCpDJE0O5swsR0VZmnxp8kT+OGbEPTmuTw83ChW04jgRIP2giiqcNQD7yfJ5ujLLcTXr+LD0VhV8ZOgRg6H1TGWETKWFZYRLRwkg8pGtEj4ihBxSwcTtNDzOhe0Zks+Qr0xFiIBzVHwO4qZJAfuMMuxCeOO4Ie8152Us23Lc0cPH4JXn38K0CdPJp4Wi2keMVsjGHykNSwJYrjgRpljBF0eG8BBw/A8/G4Cbe96GH4YPA2HgFmbitwThD3QwCAYWINS+KCPOTpF8HnW0aNEU553XnW8bZbj8sst5tHIjLr34Mtx7z93YZZeuOPOMU5DPt8+u22yL7btsi6ee6I/rr+2BSy76L15+8Xmcc9YZ2JDRo7pF+ax7En7kJnzpJRfh6quuYB93YZ0WjVGvbg7lUQWf0aY8brA+japCiDhCQB40LEKu4YCbal5+DjcKReX2cNjhByA3L4WrrumBHtdfj8suvxItW7WGSViSYSuuHQVENM7zSe6FKMFa5bURqM4rKFp/+X0GO0INqeqHi/22rCHEJP4opaClvyhExM5CyinUETImg59//wk3334Lvv12COuAyEeIKCcrgxmZB7hhWYrMxnxECuwDCOicy/HTgfvsxdD2D7iv9z2494H78PXnX2DXHXdEi2ZN0XGjDbBn1+3wCmVxzwO9cc/9vekgf4DOW2+JpnxL3HTjDtipaxc8/8JzuOWBu3E96Z1PP0bbVm2QywhORF7rKIMG1HMThNhzp52x/aabol+fvriffd3Zuxe+lL9OWq8NUkah0gRIMUK0Ee9/HvUb7ux3H25/+F7c++iD7HMd7LPj9pxjiCLOqw7lrYMsDthtd9T3knjoHjpxDz2Axx+8H5PpvG/NiIgcuxpiZ4mKEJgXhBQWfUm5jci1GCu5If920VWXslSBJkvME6bzyKR3nwfx7EsvoLSiPJaJpXA07ZnYFAW14BjCiNC8UskqaDTksWHHDdtjzKgx2Lj9JigqqMNSrnoe97Vq3ByH7X0APv2ALzX334MHH7gfL7/wEjbeYGM0qdMYhjYt38+l05hDHQ/iEVs0ao6IRy2PPdIfj/brh5defBEbd+iANi1aIkn7WZDIZ4TPQ9sNN8Ieu+6OgTxivL/3feh5x1148dnnsdMOO2HrLTvTlkfIy8mjo5QD+cGZp/mCElrkJnOQ8lJck4oWVHNdgtdCc2XJIj+K85I9h9VFTkrkJBUjfgkg8xPmls1HurVEhkPyGzFZSivkW0WWbxUzymah5/298PTzT6OUR9FSQ1lA1h3VlPNTMXEpwXL9CbEA1Zdi8hfETpKM6Bz+n12w37674fH+z+CSC3rg6ituxeWXXINRI3/BZZedirYbrYtmjevj5JMPoQ34EldefgWu+l8PXHv1zdhgvWb4z+H7oiDPw38OOwDNmtbFFZfegGsuv5V1bsTsGVPRunUDJBnBLSrMxeGHb4/p037DFZfcgBuuuQW33HAT9+ZydO2ydTwfSgsBjzw1eRNC9QQB3i+S8O8v/e+7+JserKJADXlXVJqQ+QhKKYrXouV6rXH0KUej29nH4ozzTsF555yPyrIsnn/mJchmr0MfU3lO+MKzL+OOW++kAtyD1156CxWzqxDSkXj79Xfw6YBP6VRk4NHxyVIhfx8xlkr1JNvT2SiL8OXAr2m4+uCOm3ri6X7PYsTPo6lkufDDJDTPKkGD4HkJCiHEiGEj8Xi/p3DnrXfT870PAz78hG/tlQAMZk2eg2f6PIcfB/2C155/E3fd1gu9e92PTwZ8gdKSKojD88sPI/D8069gwPufo/fdD+GOm+/GO69/iBlT52DQZ0Nw790PUuB34rmnXsaMaXNgsyCfCiXFpfjw7QG457be6Hn7vXjuyRcwefw09qlQNqcKb778Nj54+yM8/+SLuPOWnnjw3ocx5MtvoeiIzZleggHvfYIZE+bg1Wdfw+svvUZ+5sBQqipWZgVL5GkNECILml5YKvUKJZAHZZCOsqi0aXz81Se486He+HnkaGRobPjSRh4VwM2XX8Q7mkfUcubij2RjUlxLQMDjrIQHbLFZOzo0l+O/3c/EgXvvhSMOOgA39rgMV15yFhrVzaNrCdTNz8e5Z59Jpb4I22+7Nfbdaw8qXw8ceeihccQiaSLstP1WuP2W63HYQQeh6zadce5Zp+O/556BKy49B0mj0LhBQ1x1+eVYt3ULNKxfF2eedgp23L4rV0YIn4ZK0yHoduyBuODC8ziXNJq1bIzzLjgPp599FjptuTWOO+lU7HvQoUjkJAA6pp6v6ERY1qXBpT7YmPhI1ZDiMyEKkvjFGNT6sswrrWA0n9sIcTQQbLsY2crLlaDLalwHbMAbyxeIkG8NZIFjsi92GdLwpk0WlYyx/DziR1x/83UYNOgLBJSR55k4cqc9H7LZRjROlnxTldieGfLr8yaHTB6z74G49OTTsOd222GzzlvijG4nYLftuiLJt5AitjvzkENx3vEnYPNNOmLbzbfEucefjMN32A2N6Ny3Vjk4e+9DcdkJp2Pz9h2wHZ2Ts1j3ysNPwrF7HgDraRzUdWecuPPeSPHFJS9QuOjok3DBKaejc4dNsdsOO+K8E07C+YcdhX033wqJhML+m2+Ny47pxjqn4IA9dkPHdVvj3GOPx/mHHoE2BYVgQBFH7bMPDtp5FxTQAWpVtz6uPPVsHL7fgdi448bYb/sdcOUZZ2CLDdZHgiBqgmYpg1Bp6pbm2tTQnLuggEVdrB9RCII54aEM7DKjiPwE7D/QClmu2WlzZ6LXw73xGCNAJaXlgDbIZCLy6JPUHwQRHmUGkq1FoDOR4Mvbvrvtg0v/eyl23Xk3JLwcrnmPc/eRon3ep+tuOPWYE9B5m80hPz4+9cRTsPeOe6JAFaCuX4RLzroYjRs2hKXt0VqhWf3mOLXbaTho/4Ow4fob4qgjj8JJ3U6kc5rENpt2xrGHHIu6qXpI6ST22XMfnHXKmdh2y22w3Tbb4dQTT8WRhxzBo84k6hXUxX57H4gu22wPj84paEeM8rHvXvvh+MOOpwwAy/3AiCwsluiy7ENR5paStHwtEz1VERvzwwmwQ/mEzJKI9bKwoRQ+eVOUBdcNlUmHiCVgKb9KYlblhZhSUoz7+tyPl15+mVGwEshLjyavss4MZadI1a0UIqXIH2pdinkzjzRTuVcwysBoD/kFWZx62uG47tpL0K3bQdh7721w1jlH4rY7z8cuu26CBDeSJGW+z5474bZbLsMB++2AbTpviv9degZ69DgXDRukoGgTNli3Ba699mR05wvnDtvujBOPORmXXHQGbr75RGzMyHpCa3Tq1BA33dQdx/znSGy7VSeccuIRuOXm/6F50zpAVEWeQNLQCrwIBCKmtaljDzCGAAAQAElEQVSWIGSWSu5Z5V989L9o+6+b1rCvCU6bVutiz933xLCfh2H82AkMnc1Ev779eC48DJu03xQd2nbAzz/+hPt7349sVQYVPMt/7eXXUFFWiSiw0DD44N33UTqnFOK5v/bKq3j+uRdQVFgXnbfojDIaAOlv5IhRXGCcNhc21wpC7r4jRvyOPg/1RfG0YnRs1xGtWrbGi8+9iFfYR6YqjdlzZuO1195A3z6sM70YHTfuiEK+BT375DN47613wXWK0b+OxgtPP48vGKpt23ZDtGzZAi+//CLuvfdeDPrqK3rRG6J9+3b4atCXeOLxx6GURpAJ8OrLr2IA33A22qAtOnboyLessbiXb5pTp05j+LiKzwbi1VdfRSad4QLqxLI0+vZ9BL/9+hs8z0OTJk2R8D20aNmS1IJG3odEfRRXkSKuMkdAwSjNb6z4i5uz5YavtYLSEXkL8MkndIDuvBMjRo4CjI+IGzC0IW+KpKspVmpm5SPF8WKPeEei8TFas11A+Rag67bbYN+998J+3Lg2bt+eERgDPoXm2IaKUsDw/Fabb4ajjzgchx98MNdTe0YBPMgzUXCP/a/fpjUOO/hAHHn4YejEjU6iE7vsuAP7saiTn4cd6OzUrVOAnISHLbfshJYtmhB/xHPSfEvp2KEdNt90Y8qUTvdnX2PAB59g806d+VZ0FHbcbhcM5TFcwuTzTbgOPJVivwpiqhTnosinTK+aLJSUAXzOuZJ/LHQp3iulYmcErKWUBhZRj4V/+rDrBWoqpaBJ4GUlZQVL3dBCLKvkccovI4fj+jtuwTffD0WFOJ6JBHUshAcN4YXV/vjIxq4pS8UnUTZA2w02xI5dtsPeO+2CTdffCLnk1afOJdl/USKJThu1xUHU+33pcGy23oYoouOTk1HIqYpQn9HNLuu1xXF77If9OnfFpo3XwcYNmqHTuhtwbKB1q3WwAeVGXxJihOvSgdm4XVsceuCB2K7z1li/YRN0brU+NmvSGnXYX8fGLdGpaSusX1AP+9AR6rbXAdi5XSc0zi+EbzQS5HsjRgNlLSQUYMhjw7pF6LLFZth3992xXdcuaNKoMWTjA6+IkZyIeDG72I9VgFIKmusW4A2W7cWuwT0TNgqguZCUBmbNnoXeD9yLx556DJVBFRgo5rbOzXsJhlbEwtM+nf2G2HKzLVGvqD5kqooTkfKIMlTQaLdRe+y2y+7YnVGyDm3bozCvgHxoSL3tt9uBEZp8IOJ8ubkb9tmoYSNsJ+thj72xVactUTe/CD7HqVtUl+NsznYgKepnDh2kjbAL182uO+3KddQWSfFO2VcqkUK7DduhRZPm0NLvPGegdet1sWmnzWjTLbQyiMhrNd5Ysots1shW5rpkjf5dLQ75pw4i2oMsX0g0hSj8TOWxoEROn37+OZRXViId8kVW2RjWmqXEW4hiK855wQ4j3grZeWlEGxwSoyzvQxgdol379bDn3rtg3/32wK677YhmzRsQuzS0sew+RCJpsOFG6+Ggg/fDsccegS5dO6NuUQGUCkghoKp4tOVj970748ij9kWX7TqhUdMibLPN1mi1TmtEjAIalYsWzVtir712ZmT8QOzF8erVL4Ti+DyyABCRLEk+goqQ5IVq5+VeSOoKSX7pSC9ds2XbSgRmYLB+6/WRUAmMGzUOQwcPxfgxE3Aq3yYO4JvXwQccgm7HnYBhPDf+ZvA32IKKEwbAqN/HQNMUzp45B0O/GYodttsec2fNwYCPBmKHLjvguGOOx/777Y/j+YYnodIvv/gKZSXl8IwHReOarqjCoC8GIZ9Ke8pJp2K/fffHkfROjzriaLz+4huxMxXRyFmE2HSzTXHCiSfi4AMP4hvLSfRgt8XH7w7AnBlzGbT1IYuvW7cTsPc+e+P444/H9ttvDznT3G23XbEPN+ajjj6S4b/DMWTwEEZ/ZmDcmPEY9OXX+M9B/2Gfh+CQAw/BGaedgelTpmPgR5+wv2qhb7D+Bjjq6KOw7z774kSOn8Nz0x9+/AGi2FtttRU9+HyGD7tiqy23Qk5OLssNRHEieuU2IucE6sdhP+GTTz+JHQ9xPlYUffvtt1SQKCbQCQIXeUB+vhg0CD1798aIMWMBLwFCDFhD0tWE6rkjvmSRk5Slsmg+sbDsQ36DYbSCbN4Rjz4UBeDTIVScs6UBURxL0+FSGtDMW0ZotIrYfxDfe9qC9pj9cUPgpmGMiss1y0MeZ4EyV+wzpLEJMpU0/lmOH0KrkGsny/sAlkdevq8QhVXwyX6ScynMLcR7b7+HO265DW+99joef7Q/Huz9AA7gGhCDrWisFWw8bnUK5mtTzbMIi7osC7XSfEEoxueffoqBnwykXD8lLU6+A/Ep638i9Mn8+gMGzCtnP19/Mxjpqip4NKKG5CcTqCI2P4z4DVfdfAOPwn5D/L8k4DNFp1V4ITt/fLTWxEbkExIP0TGLJMvylILHM+lc1sxh3lZVwgtD5HLmEiVKMm8oI54aI6RBjDz2kdDIUH4614NHKkmXQiU10pSFJk8+1wOj6pC8oWwtHbNcz4NNVyHXM/C5qDQdMI/rIUW8kjIWefG4cet0gBTnkMNn1FyEmQx8PovIo896Ca3o/AQwPP5Kkt/8hIeEMdAsVwBlb8mtZEhL8NHswyNvo34fgS9i/D9Zpvr4xRefY9q0KfCNcBdSnwKA63hOyRw81O8hvPTGK5A/P4+MXQJuAUVcRFUM7bLievUUZcA86GyE1DWP61xBQ0DwrM/14sHQnlo6J4r1aHrg06mht4WETpIVBUt5BGwrZsBXCZZp+CYBw74T7C/ievI8H4b23Fc+pE4Oj86SPMpKmCR50twffEQZC6kllGJ7FQIgaY6d8lOAMvASSchMLWWJJbjkhVHG/+nHH/EZ5fMpbeWnfEn79JPPIBTby0+pZwM/XQI9o2zZNm6zhGk8Fsf9hHo5d+5cvlgZxKxbJkpjcvF0PPToI3j2lReRIbgUQzw/1LpUnJdvIblhYxFQTARI8V6I94prQ1PHlAmhvYAOUQWsSiMIymCRhta0PXRuwNTy7T5kdEZLXZJVGRg/JMwh6waIbCVCNZtl3FeTtB1+GmHIfEpBbK7hCy4oU6UBP5FlvTSUzrBtGlZlyWhIkvHIH4R4G09e5iEk98ue9LLvcil6lPmSjDbQJIlyTKMDUFVZhVcZ3Xn4oYdxT6978NYbb8JSQSZPmow29PJbtWyNb4d+D/krmkFffI3C/AJGVzqguLgYM4tn46effsJDDz2EXj174Zmnn8HMGbMwccIEiCHKMupixeBS8SaNn4R2G7XjW10TeJpKTGrfrj1EMceMHgtRTOMn4n9FOC8vjwskhE9l3aLTFqgsr0Lx5GJoGojmLZqieYsmSKR8UFOxUdsNUK9hIVq1WQdawgvKYp1WLZFgXzLHObPmYNKYKfj0s8/wwH33xxGfFxitKi8rQzEjTCG9/0SOj7Yd2tLByQOtAho2bsh8PqZOnU4F97iIFAwNPXhprWGMhqyfiK8uNrJIMupRzijZrbfeiuOPOx7HHXfcCqWre1xFfkJEPPYiezBaQ/6rpGy/Gfot7qZc5zIfED/UEGsgJgXRAe5RqCYbK5PIT3MjAY2AiitwCBpWkafivA2fGQCKG2LEyIXiRkk1hFEWWrGcyh9nmIYZKjps9TNJiZ+082QTYXtDuXks8xIeZS7YBhwsAPdBjhxA+xrZdCU7tQD7C7jxbr3Vlrj6yv+haeP6+OC9tzF82I844bijcN65Z4HdAewP5Fd4rSaQV1WL5N6yfwuQJ34t8JEfH0vBYL4EnH7GGZRrN8p08bKtlj/rHTt/DYiTfuJJJ+KEE06IHfYrr7yKejITCW0Q0BGQH9KKoa2g/EZNmoC+/fujrKICUSYLoiFsLECq5o6sa0XU6WhYbnhUGtAtAei0WjqTiQR1hPKrqiiLsU9RZhHnmiFAGRrmDHe0Sh6Ppbl7pikHccByi/IgEQzfN3xZDNkf4raW/XhaUT4GVaWlyGXfis6MogzDlIcopVHJ/tJ0qrLSv7HIeuChXoCA8ktzjRi2F948o2FIsi4MZZRQoJNGmXOdsDuAc4pYbrSmvMDLkhb/kU0/k07j0UcfJdbdYurGF6RlpY9nch18zg07pLMmfMr6JatckSFKK0rxwccfYPC3gxk1kE1n8TwrpWCgIPbWp2yUUgg5b+0ZUMXivKISWOosNQPc/VgX8TPw0sSHg8PXPmWlYSgtxTLf+HGZp3wkPDoqXFyZStkAFY/lMgizIXFVJI2IaydiVB/znJqQR1k2tIh7UwZyrGW5tjylgUjmpJhYBFxjShso8l2jK2Tpbz9Ga6Spu3fcfgdlcyJOPulkHN9N9GoexbI6HqIvy0pm1f2wT9rkbqTjjzsWxx1/HEaMGIGQ+5zMiBaPWmGRpe0aN3VSrH8fDhyADF/OFv2XhcSCcquebASIBxtTdW/gpThXbQwjx1n2U0kqh/G5xnUV0xCWehLR8YmodxYhWBWK+mNMBC8BGDpNmWwVojADbQCPOiQkkSJN58h4EeVQARtVwviK8qgC2F/AF8QAFezDcEzqvW/jfrEQf4iNvQYZmU9QWNYXR1jWXS6+P0vt0VQmozWBCQGm0mrKlCkoLy+HRDpCLmCp06hxIzRo0AASLm3WrDn2338/OiFbITcnF5236oxRPDoZPvx3fPvtUGy+5ebIkR+m+l4Men22a9qkCZo1awbJ77LLzth9jz2QSuUQVEBphSpuXGQHwpOQUjrOe8aD5dpJ8g0iw7dHDU2BRpDNAErBaAMoMFWQvwyRjTfiggUNa0jjTm2nzrIDIhzSgIc2S5lG0LRMkXTMPmRh+3RuGjVqiHr16kP+LYvmzZvj4EMOQZcu28BLGI4ZIKBBC4iHJaOa/YFpgm88Uh5xcWa5SVlY1o3mKQ0XKRXfAkjTsTBGY5NNNmWfXbDtttuuUNpkk45QxNmn0Qy4yQj7ATcmwVVxkW9MvpRSnCu1ihhDQK1FVhnOTIM2j3iqOGUBOFGAhjcUzAmK1gZge/lz/4hOrWWflpuiZip4sTKVNYRVzNGIW+KpyZPWil0FbAtIfbDcUNsVMQbrSSrlSlm2D2LOWBPSrdZcE5SNKG/E+qwBP6Gg+Oa0WacOOK/76eh590248carcMzRh9DYh0jlcdcNKiBvXmDNKDbaRIVzARcNhwS74tBcOwBr4E+XNhqW/9WvXx9b83inS5cu6LIkcu2yLet1YZSwC1Pm2U7Wg7TfdtsuPI7ois026wTfCI8Rkn4i5gXECBzT0KnYYostkPJ9GNbxtGAuaFSTmsepJtdGacixl2cMPOIE4gcNKI/lTCMaPAn0+TkJGuEAWeLIYlhucLJhepGGFymklEGSaYKbYuWMOcjXHhTXu89+I74cBJSX1gpiL7LcvOoU5COoqIRPHjJ8VkVHqpT6mCar8luYKkSwSR/iYEV0aAM6Q4r2QsQgMpQ+kvbNVgAAEABJREFUqXBIeh5faFiXa9ajvvrEO+S4EQVkOHfRRUNMFMfGElxKAVprrLvuujH+28XYLzt9lKhvo4YNYWIQuTrIMyGAUDKVpP2rjzbrtUEimZAiLMllOE+Rn/zzIzJfsSeCt/E9GM9AftiulIKlg+IpH5p56TeWJecqbQg314FFSCcloj5mKIuAclPkIqJzE/AlNJlMQhaaom1UWjEPOkEB+9MxRdTxNI/9DfnxuSY121qWUUmoMYpNLYzWcbtSOr+GshM7LeMrrhPhaXEkOgf2u+mmnWL5bM0jm2232Ta2mV143Cn61YU6IvqyzIhroGuN3natHqvrtl1RVFQEpTgvLkorROYUBetTds1aNEfrNq0heSt1sPBF/CDEciaW6yDGW3uES/o0tGOG+mahlIcE1wYXOmVJp1gFyEYZRAzNGcpY9EEpDVnzEQUZ0RkK6fAoykhgFZ7ivYe6ikhshY8qOrJSz/M15ZLmOCXQXgZKp2FMQLLIpOciwb3NcpxYaNSteAzOVZNPIUt7KPxx6mzrsS/OB5yQJMuIuGKWUU9L2g3519rQvoQIqQwmzmcxcdIkPP/C8+iwcfv4/x3TvkN7QGtsS4N98KGH4IijjuBZ4jYYM24UcvNzKKQA7Vi3km9Tn335BUaNGY2ddt4JxA7NWzZDQzoUjRs3xgEHHoBDDz2UZ4x7YdacWcjSmInDYyiciMgWFBbyfLIhfvn1F0yfOR2anmqaYfVB33wFlYjQjH2J0S+vrMDATz9DJY8ERAbpMI3Pv/yci1CjboM6cTvjc2FxkchismLcYwLnyU3TqNjRiuhBK+Y1qUGjBmjZqjlacTEff8JxOPKYo9B5284onjGdZ7sViLhwLXk0smFw4WV5xCL3skCzDBfKgqSZg0dll3JZIRE3fkllwWutIYu4TmEdnHXmmejTpw/69eu3QunKq65CFZ0dWR6WHkxAI+Zrg0I6r2eTp0MPORh5+XlQSmpE/LIxyXfAjQasS/Sgec6f4SYYQiO0Ctb4VCzeaZ/KFABKs04SPh3bTEgF40YFkwDY3tJoqkQComCKWBnPh2CEyMZG2YjxJVaCmTBimRdOpC6MobEIqdTcNpVG3DcfVqazXAt882FfxkvCZx8hDbKlQiuuoWxQhmQKyM3VSPFcx6IKfo6BZfg4yFaQfyBSCor8W0Xl9lJIRxpBqIAEnXMtZSTFeyx4aSho8tJ5663R+7570bfPw3jkkb6LlesjjzyCvqzXh9R3Xl7KhB7u8xAefPhh9Li6B1q0bAGrLEKupaTPbZ9pPidz/FFH41A65pr4GE1eg5D1EBNZglzCraXcNG9ioiDjtUk5yNQyYL9G8U0WnG+I+Ee6bBTRoCrOWf5axws0dOTB4zGKFyiU80jb47FHLr0lzeMqnY3YS/W42nigOGAo30RubrwmIspVohXywOO4ealcpLwEwM2WUXwopl7MTIgEjawm/hnyLOvEcF1aYh5S7xTnaIwB2YPmiEZzRiy31EtOD5Z5Fkt2seSRzyQxPJZv+A8wGv1Qn77o27fvYmW2pPoq/4yEbMqwCmSfpJARvSMW66+3PrqfdTaaNmwCmiRQJIvlV2RfyaPJCto9Tp7r2+drVoRUXg7mlpcioFOpEwYBQdaUWzKVhMcNM6xZ/9xEA0ZcDfVNcbQcyiZkVCATVEJ7xJFciL4EdHoj2jZ4gE4oRGIfNZ9zEmLX2JRqGkGcNkvcMzzaFP6z3DusrBn2lWZULs4b0Jbkct0G8Bl9zzA6EpCkj8WRNpq6movu3c/Bw9SDPpRPrCd9+1C/SH0fobyYUneWVCaLqyd6J2NI2rdvP/bfF30e6YMNKK+k50PWsPDl0dH0jcHmm26GSy+5BBtttBEiOpxUUajaE1sgLyhZKKWQ8JNQoKyymmkKNkrC8woRMhUzSbMF43uQNW+thufno7IygKX+gffieGrKhCYnxtZSdgF1XysDkb1niHkmF3NmZhgt9qEVDZ8FDHWObFMnq2CMhaasQjq+llyIjgbMB+wnDC08L8m+fETMZ/mik2XAQeoYQ7tNBin6aoVHzWWZEWKylB+9lO2Wuln1hAzPp6fhnXfewfPPP4e+/R7FNTf0QG6dHBxHJyCvMBcbb9oBm2y+Me69vzeee/FZPPfSc7j+xhvhJQ2djbowVLyi+nXRsdMmeOfdd7FB2/XRuHkjeCkT0wGHHIABn33EMGEfPP3iU+h579344Zcf4jqp/CRoWSkMhfKqMuy1756YVTobt995G/r174eH+j6Ep559Cv85+gjUqVeHAglZ12DU6FHoec898bM7e94Z/0/89jtkPxQ2LEBoslwnEXGRpRFRkJQVJKVgubAMBZ/KFQFXK7jlYmjZqgW23W4bvPDS87jvofvw1DNPote9PTFmwhhssllHtrZQRiEIQy4kDwlusJr9GCqGOBLJZAJNmzblWDr+s1H5LUcVnbMwYjuAi1BBFlvARVYnvxD5PLLLpRFaoZSTh2QyB5wCPO3zjTqBOnn5OI4b6YH77oumdFBtSEXjsQp3JUCFAGcOKpjWVFgqh40op/I0vvv2Z3w04HN88dVgHvsVQydzuZ8pHsNUYfT4ychwU8zQKOhEDhTHiiLKQ2tE7EPIEz7ofEXctCJiZKG5jhIIgwhyb/wkZWhYP6LiK+EAEZVRaQ+e9OmlMJnHjb3uuQ9TimchkZNP2bCe8qngoEOuAY4LKmsiNwfw2BfnIzJkj4hoiJVS8DkOKyJiPiQPITf1bMbi9VffwocDPkUVj1LjcgHNEo4FPhYR7zM0+EopGvuC+Bg0dwlkm5ebhzzKP0/SvFzm85DLVNZDDh2EwoICFBQWcC6UB/uWoRVxqpPKw0lHH4fTTzgZeeRd2odRCGU0OfnzR7FhDXGPhOaGbDnPiGSVRiRkDOB5zAOEOMa6nOtgJjfCiVXlGDrmd7w3+Ct8NuwnzGXVWZUlsIW5yFDvw6THTRfIWnATViSNDNkoq6yMyz06ymQPHgwMH2RL01CVEYZ+PhhDPx0EzXyOTSDXJmGqLBTxV7I2uN7SNLrSb8wjjbRlv9WkwFss7SU6XMXIlOf7yC0sRE4qBcF9WVFOTg5SnIMSbANyTOcux09hu223wz139ETLJi1Az53qZcGZYHGXpp3RCSCR6xPTACMpj2++/wYDPh+IcZPHoTxbiQoeY4CRs4h6Jv9LjQx1WCcUZRqAKhG3reILW4KOUUnZXFgvQio/RScqIEUwXD9ewmf9CFU8RpkyYzJml81GxP+4aJBllCFDUgaQ/gOuDUNbKi9/PiPm8leJFeTDz+MGSccqa7OYPH0y7ux1Oyp4nOonNHXNw5JcIW2EOHxJkUt+HnUjN7aXeXk5iCmf+kK7lb8EerakMs2jLuZTF3Nr+pzXv6bdyDBCJjpmaasUJdZp401wDY+kO3XoCBo9mhbNdbuomVkWCjGRD50Xmn9kqiKUl2Yx8ONBPIr/Am++9jF++G445sxOw/dykE1TQ1UC2iT4opdBwitg/ymOnEAqmce8D9EppQyM8qCZAoYpsQ8MZhSX47xzr8drr76DyvIsbESbyKiepEmfNiWrkEnTZiARj6dNTtw2QbuqtdRlG6ugmJf7FG2OjCe2WeRixF7IfGKS+QnFN0v9pZe65VI2VBRm+3bteES1BQErxpSpU6H4OnL6WafjoksvQsNmDVFWVYoEF/TpZ5+OXfbYEb+N/BU/DfsRu+69I048rRtyClPU4zQ8GsEuO26H3ffZDbvvvQfyivJQUjGHxiWFHXfdAdJ++uzp+O6n77DOui1x3gXnYr2N1kOW/22z3dbYdMuOVMYkn62DCy4+Dx3ocP32+68oz5Tjgkv/yz62g0lqhFTuwoJC/OfwI7D55pvF//BZwMjLGeeeht323QVZXYUWGzbFznvsAGUUVTdCaCM0b9EM8v+7MUZzk8wiovIW1CnAHuRVi2LSsBx8+MEQmlI8BT//+hN5aI9LL78E9RrWRU5eChLN2qjthmwbIOJqCLhB7LTzDthsq02IG9CseVOcc87ZqFOnCNOnTaMDkIXSCrI0pK5SmvcasuFDKWitVygJH+KUaJ2AodLULSjCaSechBOPPRaNi4qgGbnzOCdNc4gaosNAbYOiAZaNsYpv+9ddfwuuIfV/7EncekdPyusyRut4Ng6DDz7+hPeXYvK0GVAcx/NTUPCQpvJl6RBZ7SGKBAMgojFQJgFxkiJlkMnQ1FpFvAwy8RsHZRcpGD9JZY8Q0DGiWUAYkkO+Cc0uqYT8T01LmGa5wSiTZF8KgTyPDLIZjkPFDzKKyh7BUMnTdGykfcRyeR4GHqp4vAMqeiV5tMQlIH8//TIcI34fi5D3VhnaOAVrLRa8FLQx8LiJKoV5z1nGm8XJVmkFpVFNSvIkIgVe2mhiE8HS2bEK5AHwaITrct2fdtwJuPCMc1A/lYcc8pYur+AaJ1+UD5v+6cPmca81qWaHXqhgOEdNUjVEWejQwKfRTVJuoZfAUG6sPR6+Dzc9+jCeG/gh7n/xGZxz3dV47avPMNsHZukQ5dSxrEwkmURFNkRZJgvabugkN1btISNzYCrPyoMQUYLyNhq/j5+AYSNHI4yfBbDGo+NkUMbdoYxOT1kYUZcNAmMQsf+IGFWnmveKa0RhaS9N7LXW0MaI0GCURnwvZcuAFMgjUQ8DwOOaNJxj16274NoreqBNi3Wgs0COTsHnGlWsh8VcEW2NT/taxpfD9z96D73u64lnX3gGb7z7Rvyn1z1uuBpjJ42lA5oFh4LSgDglaTpEoQpQni6lDQyIWUjdyCJBZyVj06gKqlgvS51Jw+oIXsIg5H/lmTL0f+oxvPHO65D2IeUc8bnUyYgD5FloRlQDOjjy4lhKviokiupFlH0GaTpZ2SiNkvI5+PyrzzlmmjqbgVKLmei8x0or1lVA/OEXgLitZIWgoJSKC5eV3JQmaDIu2K/kmXAAhFyzlmsYvLTS6LTpprjm8iuxefuO0AExk/pMpboQq8UfaiRT+SYpktSDhlIefC8P48ZOY+ToXvTq2Q+PPvoCbrj+Xpx6yoX4ZOA3tJVAKDYsNPBYN53xEAQJiNMUMGIUhly2XDuWuis2yZgULOtGJKoP2/jYZutNscH6GzGfYmUfCVPIOjmoqvBgs4XU87pQSEFsYyUdpIgR3iADGJ2EUj5Tj/YzC60NgmxEfgBFXBK0xSF1EwtcMr8FCv7xjf7HLf5lA8OohYTrzz7rbJx19tk477zzcerpp2DzrTeDYdQmazOQtw3FhZ7I87HX/nty0+uBq6+7CgceegAK6uYBKoTyAE0HYqP2G+KkU0/CJltsgiwVQPFNJMsjKcXnHTfbGBdfdhFuvOUGHN3taLTeoHWsWNL3GeecgU3ZRhTJmght1m+No449EtfdeC3O+++5jLxsgsJ6hTR6HMsoRFyM8ruhvffdBzfdchMuYb+dtuoEeZtB0qJT501wyOGHQJtqSB7iQbgAABAASURBVCMboXXr1jjooAORk5tiuUEmk0HdenXjcerWrxP37XHOO+yyPa64+nJcff3VOPr4o1GXjk/A9638gjzst/9+6LBxB26EEeQ/6X/33XfHjjvvGJf5ySQ6d+6McxiuPfSwQ1GnTh0o/qeVglxKK/Iesm5AQyQlK5YUF7L2ElzIFkV16qHb8d3Q7djj0aheA2guaEOcVKyoERkLSCFJPpbOh40V4vMvGAH47GtcdNGlPLp7lPjfBj+Ri48ZJZk5ey6+//FnTJ48nU7JF/jy62+QpeKk2XfxjJn44OMBeP6Fl/Ddjz9i+oxZ+Obb71BWXsl1oPH14G/4RjsGg4cMpWF/ER9/8ilmzpkLxTWaZXsYH9OmF+Od9z9kdO5VfPvdT6iqIn+K86EhUFRann5hwqSpeOudD/DyK29i2G+jUVxcih9/HIFMWmH27Ap8M/gH8jcTH370OX79dSyUyeORWYDB3wzFy6++jvc/HIip02dAe0lk6e0JZqHI0BhAVcsRta8ohCVusV9U/VX76T/KiwkRQ6s5jtYGWiuSBm0c5I30sIMPwZknn4p6OQXwlAdNo5sgPoYORWUmvcg1JRwLaXZeQz479GkoPeImZEKwL9AhUvDoGMnx1viRY/Hsk8+hcb3GuKD7Bbji0itwxSWXY7/d98ZLz7yAge9/xA08Ad8kePRSjm9//AkfDByIz77+GhPo+JdVpaH9BAyptLQcwydPwEtfDMC7336F3+ZMx0zfYi6PHufkaJTStkwOK/HZbz/hvS8+x5dcA1NnzQL9VITQCIhHqDSqSUGcIPzLK4oiUHDcEKjJ8Zr/lx3Wak6o2bdCLENlsMN2O+DKy6/CRrIZKW5EENmB34b1sNhLGU1HYi4jrR/g7fff4gvm7vFL2cX/uxhndj8DhfUL0fuh3phaPBVZ7mABoz4zZ8/A4KFf450P3qZsvkXxrGLixjlrYPyk8fiVL5bjJo3Dp19+hk8+/wS/jfgVWTo2IULIS6c4UxL1/mboYEyaPBETKL9fhw/D5KmTYoemeNZ0ylejMl2BX0YMw7t0yj7/+gtMmDKR8gqgPc31GJECJBKcr0Js+xY72XkVxGaDbSzlFPCFLFatec9YPC+3/BOZgdEGSinIb+wuu+wybMqIj7EKvtKgTwiftkF0i5ONGeIjgExaLHwpaOqtOCg8MUQqYXDuORfinp59cOedPbHRhu3w5JOvoUyio0jQZgFDh/6Cl198M/5XmkeNHE97aiGR6W+H/oCJE6fAUoejSDHVPMGZhe+//wFQGWy2eTs0alyfLClo2sYpU2bj4w8H48XnPsLAj37C5Inl3AcMZhSXMOr0M2XjkQydZEMb+S1++P4XGO0DnIz8cdJ3332Hqso0AnpexnhY1heX5bLucn5/lAUU177iZEC1s1Bc5gEVIoNIZ+DRwQFYgeVZSsbQyTDzFjDo4GgNhDT0olghPX7DBeHRsGUpyciG3ByzbBlBczX4rGu0RorPA7Yx7DtEAEMHSVLpT5iJWBbI2wmdLN8zNEQhPGMohBDKWPKXheECUWQ+DLLwOGaoKAA/A+tlEPDtRfriY0R8W/R9H5ZakuZxitKW/FjwizxJDRunMidWgueLACN5DOlfce7CD3SILPsV+Xoy/3hunB83OM37LA2L4vyUJy1ChMQm5Hm6ju8DRAmSTyJ+IL9QhsNZEA6AfQAaHjdsBQXhdUWSx7HzqVQt6zXl0cmJOPGYE1G/qC6MAa+ArCpoWR9864ASfDhR3suasXRAoiDELDotShk0bNgYnuej3UZtcfWVV+KgA/bHzOlTMXb0SMydXYbPPhmIb4cMQaaiEr/8/Csd1CvxcJ9H8fmXX6Fvv/64+57e6Hnv/Rg/ZTrmUNmvuPo2XN3jerzw/Iv4/LOv0Pu+vrj5lp401DMo5wS++4l9XH4F+j/+KL4a9Bn6PHw/nnnqKRqKShB0ZKsUBnzwGS67+H946YXn8RWjE3ffexduuvNuHtf2w9SZMzBy7Ehcy4jVVdfcyLL78fu431FWWYW+fR7DddfdiAEDB+C1N1/CHXffht9G/IaAzoVnPMqL0qLsFP58VcsPkGcqFjJgQeI6rH5mYReRZ5W4DRGWbEyKnWjD9ULnHnS8NI1arkmhWZ0m6Paf49H91O6oV1Cf/Pisr6knEfxUElUV5UhQ11j4p0/MC0vZFWpI/tVaqyIpJQ8RZW6hOXikLaMtFnOpk19x0/PId7fDDsMmLddBY67l9Xlce9Suu+L847qhEAYe18MUOil9X3wJjz7+NL749ls6QANwx7298NngrxExSljKaNpjb72JW++/Fz8M4VHXR5/g4ScexfdTRiNNHjw6YpWMFt3/7NN44sln8d2Q7/Heex9ybdyHr2lwQ/KllCaPCjQJTMHLAgpLfXFase5B+qZjoaDivv5OXv/kmSG/eX4eChIF2LnLzrj0/EvRtk1beKDchHVZJwYIaf/mDR2P/1dfYRRhGnF++/0PsPtue2LH7XZCwzoNUYf9t2vdDqcccyp27LwTQCxVwuAHHk/ec19vvPHm23T8f8EzzzyPx554ks7RNKSjDAbxyOzmXnfh6aefxFDK5DNGZ+564F58Mujz2I6PHz8ek2dOx5iJ4zGEz2eWzMIXQ77CHb3vRu8+92PgZ5+gtLIc02YX45FnHscjjzyKYd/9ig/oEPd+6H4M/fl7ZBhxClXEdaWpRxZQPlRsU7DYy1AchIfzYYa2xngJsCNAATEBTERzVCzHfyKbv6rLjiA9smN2Lvwq3msUJfORsj627dgZ11xyNbbaZEskqKNKUWeEUfJkESHkPU1lrPvgt44AxSNcWPYaP2CfrMea0FxzlmsvpLxy8/PRqEk9tG7TAl3pJI8bOwGVlSHVP8SDD/bHjdffg4EDv8DrtEv/u/ImvPn6NygpC/Ds82/RYXoUGUaCIp1mmkvb+TH69Hscs0uLcf11j2HQoJ+gfQ/Dh0/GFf+7F/c/+Bg+/3og+j7aF9fecDNGjp6AsePmsp9+GD12MqzSmDWrBJdf0Ztlj6GMfGQYdfrg3cF44dk3UFZWSZuv6TRlEF8yN6IE2oL4/l986X/RdomaGoJP+0bZcNFQyhGVT/khJ50m2DUT4lQoGGoBYhKjT2uhSJ5WFGgET4vhZbsQ0ARMegOdBGUDwmBjA6W4WdIvoMFSNNIBPKMgdbSykIUDhHEqQ1m2BQ2+4WJQNPomLozAYTheyP4s+yE8fObzTXG99i3h57M/k4XihKS+RyWhvkF+mKkpFA3Wh4WqIVZXJHAe8Xicl+SVjCu1eC/jWTJtDFklfxGdGp9G31MawrNlmdSRMaUPK3hqQk8ll7JIZZHVlchwMcpGwhnyIbHimFLNsj9Acaqa3wpKrVhq2aQZbr7yGlxz0RU4+ahuaFTYgPJSsOLQGQtLDEAjBU1jw2MlQBwgBbkICXxOfuvOW6F+/SLceutteP65F/Dd0CGQf2l5HR75rbvuOth91x3Roll9nMOj01NOPCHu88EHH0adogZxlOiKK3vgtDPOhESJJk6ehYBvLlVcesU8787NLUT3s7vjumtvwGWXXYVhI8YxOvQLZpdUoWev+5BI5dJ5uRY9rv4fLvxvd4TZLEpmVZHLBGZPL8GD9/VBx/YdcMuNNzCMfCXOOO90jGcUYvxUvvVynWSjSsyaU4LGTVpA/qXk7XbqzEjVj3j9tXdx5BHH4Kabb6QD9j9s03VLDP99OIznIQqiGCNPCwpWvmoR77l+NOUIwmRJSvOLNZRSUOpviHWkS8WU1YB5GSvrVWmuXoWGdRug+2nnUF5X4/Rup6NRvSbUBa4n8OKGCK55y7di32hUry2WL/QRnmpTRP0LdAQhcYAU17DimOwYlg582oSYFZTj+99/RtsOG6BunVwa/yzqcI3n8aWokGtkt223xo5dtgGXA776+Qd8TUfx0EP+w8jxf3F+9/Ow4SYd0P+V5zGVEbTvf/8dL9Op3Hu/fXHpqafjf91Og/zL3b9NGAOqE3J5RvbuW+9h0E8/ottxJ6L76efgXPax/oYb4aXXXse0WTM5N1D/SRGETc6QuMNWQ8Y79TfER4v8aDIv7aofquq+FNNlQDmpHBy0zwG48qL/0fG5BB3X3xhJ5cMoHY8T0O5y0SKgrbGcRzUPf/PNdhOmTYeXzMGGG7aHjyRSOoVEmEAi66N5nWY4bJ/D0bRBc0xnxOfl115FIV9qTjvtTJxx+tm44L8XYwadp5dffw2VjMiXZqtQyiOvbbbeBmeeeiqj/adig47t8PIbr0H+CGKHrl3ReoN10WnrLXD8ccejzQbroYxtZleUoetOO+Dk005BvQb18MXgr/DTqBE4vttJOO+083D2md2xznrr4plXXsDkGVMQcX7ykwPDCIKlAxHJQvybadY8EtsKWRyWJYprW4hZKgViAJUkilnSMpCXUvP6AcBs9RczigOeevwp6HHB5bj58uuxVbvNibnPUkBpBZkOtxqEivsF9cqSZJ/QtPd8yr1L5K2gABInQx2KGDiwxMUyDxOhvHIu7duk+I+HPvnkS6yzzvrIzSvARx99jBde+IDR+bNx40234MZbrsU+B+yB/o++gxkzS7HFlltiyJBJmMSIjuzhxcUZDBzwHbbaZiskcg1fCvMZyfOQps7ee18/pNOFuOnWG3H9rZfiyusvIs8BnaEn0LTZhrCow5e98dB+AsOGjUZZeYDx42di1KjJyGQS+P7bMVx3nVBYWAeigNoAnBzAWUEAkDQmLPWll7rlWtJQcZ4tmjdH93PPQetWraCU4ltFgFA2Aj5bNT5c5ItmZKWX1uEx3OF8k99///3owNSDpZJCLcmys3TYQuINtOLx4fXXXxuHgD/97FMq5s245vrrMHbCOKRyUlQgj/pgUFBUxCPGXGQZkft68Hc4/vjjse5666Oobj2077Axjwp3RjLHgxYHg8gk+Ma6zTad2X8L8lbEOm3RpHEDjBs7JqaxY8ficB4ltlqnDeqwjzbrro8DDjoIhmfQVimMnziBRmQOjjj6KDRttQ5ycvPQgY7Qvvvsg7zcHBgjqwcoKMjHXnvuibYbbYgUoyY//fwj5J9fOPTQw1G/Xn1GtBphn733if/KA7DQ2kDxPwJALpf/J5YJh9FaI59vhQcceAAOPPBANCBvEaOsiuUUnLDGWkv/UbWb8iZg3zKm5lx9zrmSEbu8gkJEHC8gvunQIjSGTpOmg6/h5+VhbkUFvvnuW2zcvj2277QFo0M5aC7/u4P998ckGvURJdPx86QxqNuoPvbYaRc0LqyPQva53VbboN16G0IbjYhvpgO/+Qq6MAdVCY0RE8Zi3KQJKOLmOmbyeJSWlcIqiwW0Kr4h01g1L9/3sSU3p/8ceSTatW0bz1NBg9BiwSueyIJFi7gj/AgpH9GvRCoB7WlU0RmJECHgf6Gibho2VBGPdmdhytQp2IPH8c2bNUVRUR20bNkSu+xhhnUxAAAQAElEQVSyC74d+i3mzJkNWT/NGjdBZ/JYt7AIDerXx2abdsK0GVMZRaxEbiqFBDfCJHUrn/JS5F0rE/8TJ1226YomjZoilcjBFzwC33LzLbBxh/YoKMxHgwb1sRvHlTEmMGpkY6nxWwFRLMMlmy9WoUv+au/EE0+E/DbWGAOt9d9wt9D8KBfOnPWlXAgQHAWWiHtWeUUajz3eD1defTH+e96VGD9uKo459lDUr5+PL78Yz1iBT1yTGDNmNEb9Po0vIo0xbfoUHj2Ow2577kD7FcR/eFJZBvz22+98oZyKLl23oKnKAKoS2gQUdZZH/J/QWeqE6Wz72y+/YeaMYjRv3oKOzmQkkhG27rIJhnzzDR2mAB9//Cl22KEzGjetj2G/sM9iOmezZ6J9+w3h+waWJzkReccyvv4O1WU81OrbXZKK2bhxIwrClzUUT8TjBhpn3NffIqCUguf78DwfSikqh4blmzz+dKk/lRi+6VBzWR5REdrj9DNOY5SkBy674gpMnjINElbPhhGMl4DUo9tAs0zVp7EIIg/16jegUrKUhpuDxw6HGPOIykTzCNoVyA/QPV8hYmje8K3IYyQi5JtqZWUFfOMxwtQYnkmSBwPtecjnm0gipZBlH6U8+imkw1VUtz4jQiG8RJLGIYl6detwvoZlWcgcEkazLwWJXia58VZxk2/RrAWS5FugiAKLFN+wZUOQBSZl1akFoLA8L0tnVKnqMSRvCIrRGr7nQ2sTkyIPEevhX1yqVttI8hxDKQUbcTvlmb7HsRpQXlOKZ/CYxCINzWimRkA+qpRGRGxLqqp4tKGQYdS2blEhctgml515xC+vTiHSSQ/FQSXKbRpF9QqRl5MLwdYqD0k/FR+3KrbJcFOcm6nErNISvP/FJ/jo84EY8OkAjBz1O9q1axs7q1rWnvD5B+k/cqtkRgEe11aKOCnybjhPpVgoS2gpGJbNJi8/F2VlJZhbMgdWR4gdQs8iYLRd8T5LnVEGSGeqUFCYj5y8FHzKIORzz9dIpsRehpA/TzdGIZVIgb4SZQ6urySM8cmZQkQdjjIRfMXOyK+sQ8/z4mc5lKFRGgGPKSMeeYZM69WpCz/BvtmZ5jipZAI+7+UvXdko/lhEgDgCih1i9boSiQSUUjHJXzot+QxYUwWI5x3PX+6BiAZF5OlzfSSTPnbaaXts0nEDzCouZ/T5KGy33VYQ+xdlLGbPKMe777yFF557Aa+//D4+HTAYHTfeiE5oLh2kHOy915546fn3kalM4e0330OnTm2xTsvmHDIfBnmIsjnQUR1UlUYYwiOwd978HC89NxBvvPQFiieXY+st28OYCmy15Yb45usfOV4FvhvyK3naFjvSARo65Af8+MMvlKdG23YbgNyTtxBaK3AB8l6T5MO5QUjyf0d//aymp7+u4Z5AlBGgktJQi7H2fR+yKOGuJUDAwkY2jpRx+cb1lfqrZVdTI64G2W/DIIuvvx6Em266gWHUCjRs1ACbb745z6q3w7jxE5Hh2ylHoBpQEagg0neWR1MNG+bj119/o8IAASNBEZ2VH3/8ASUlZVQ+BdoWaI/PGIqvrCil46KhaSzF5lZVlaFJk4axjL///kfWT1ABFRiIwNhxY1FRFQAKaNy0MWbOmoHxE8bTwGcBbtSzZs7EuDGsw+iB7xl4RnMeIfsGr5D3CuIcDR/+GzeVEnajYIlP6dwSjBgxEp72uRkEkLkr9sdGy/WjlIr7lzUukRhJlVLIEnfBNX7IL60MyCz+zVU9UnUPVhKOo6HpGHrIocHfvNNm+OGH7zF67FiGyMmDMajkoKWU3609e6L/00/BUsZ16VyOHjkC8s9URElDBwmYOGkiPG6iLerWRb2CAowZOxrFM4thcnLAU06U0ZkdO3IMN+oM0tkMWjdthlaNmuAIRiWPOe4YdDvhOOy3/77YYbuu3MRzsGpFdrFEV0DnQGSmCK5sdrLpLVHDRVTSWqNpo8aoU1iILwd9Gf//Dbm70enPQv4oZfjo4TwOvho//PgdUrlJzJ47O9aDsvIyeJ5BVVUlpvH41094qFuvCLLGTaTgWUMHSMHXHpRV0FZD9mm5Z8ew2Yh1WRQC4PO4Du2FISWpD/LXomNHjeFRWZrNAqmEKVMm80UjoF7V42phEQiAsogU+5K8FK1GFNCmeZ6HGl38Z6zT6QPB49wJID8W0pdHmWSDDJLUl007bYwjjjgcm23WDu+88zZKS0po6yLavEK0atUU3c85L/7jkiuvuBpnnXEeDjpkbzRoVIggLMd+B+yC32mnvhsyHCNH/o49994Rnk/bp8uhzCxAzyGVYf2NmmDPfbfFOeeegCuuvBgXXHgWjjr6UOyxx/YoqKOx3obNIfvo2299QNsaxNGjTTZti+JpM/Hddz+gecuGKCjMhfyel5KE4nr8ZzgsvrZefBVXQwyBODuGC0i0K+KbqnKwLCECCqJ4Xhx9mddELyl6VNycBN8CDN566x3cddddGDduDD75ZCAGDhyIdu3bUjkUjWtdVNJh+eLzzzCJm2Befh4O4tHNPffcC/kf3I4eNQpPPfUkBgz4GIYbquWbKSRGxDciQ16SCQ/ZqnLIb8PkX6H2fYPmzZpg3733xnPPvoQnHnsCY0aPwSsvv4wnn3yCYwZQdJTatGmJLbfaHLfeemvc90/f/4CXX3oRr7z0AoziHKOA/VYyD/hGw/M9bqohtuu6LcrLynDTjTfwWGAIlX0oj/JuwJzZs+ATJ+ER5C3KZMBesKKuBB0QPc/IJBiVUsSK3ti84bmhzMstTcK9aH4zTspyfkxonCMoOn+GG+PWW26F1i3WQZ++ffH2e+/RCRqPr4YMxd333YcfRozA5jwyEdl22WorTJs8Ef2efxJfj/8NA374Bg898CDaN2iBTvVbYNsN2iHX89D7oQfw1U/fYfDwn/HIY/0xm1GllPGQ4rOj9z8IpWMn4ov33kclj2XGjx6N57hGfvzhW4b+w3m4V8/Z8s5SnpJiFb6M0eSUqJJXow2ElpZdS0eyIY89Dz7gIMj/ULr/44/hm2+HYOz4sfjw4w9xd8+7kEvHcr11WzOi2hybdtyEkYA3uZ6/xfDfhnNTfQevv/kaDjn4ENbLhbIKOtTwlBfng2yIiG8Ths5QkA6Qm8xDbiIXY0eNpa6N5otOFecC1rUw0FBcH0mTwB677YZhP/2MV155GXI08+WXX+CZp59G63VaYaP1NmQEAjBct/H6UuDGGkGu1YmSyWTMrsd1GmfiL04mThf3ZREDB7mq2wR8kQnCDO0PrR7lGvFFUP7y9qhj9uUL18/46MNP4ekEHZudQO8TfR9+HLNnzcHYsb+jd+978cYbzxLHNG0YeJzZOD6+v+XmnpRrkrZsC3hGUUbCcwC5lPVxUrcTqZO98fVXXzO6U45BXw3BNT1u5rHWj8hmy9CUR1xt27bAww89hU6bborCwhTWXbcFx9f46KOPsVXnTSnHCBHttJ9IcK0sezlqYdbR3yNgGfGRZRRx4WilYeW1/O+buKcLIUB7jJj+dsUJykLS2ELC7CHfILfaZitcfuWF+GXYbzjllPNxMxWvHUOi3Y47GkZZ7LB9V3Tddmv0e+QpRohuo6IGOPGkbtim8xa4r/fDOO+cC+L/meR/Dj0QG67XDBGjPfm5Ppo2aYIG9YqgtYFPgyNOUdMm9VCPRyZiRc88+zQccMAeeOrJ53Diiefh7bfewuGHH4pOnSR0a6mcFpdefAFat16H4zzAt6RL8D3fWrp3PwubbNwOCc9HXm4KLVs0B1+tEPHYhidsaLNuG9x2682YMG4Czj/vKvSgUWi74QY48MB9UbduATJpxjtUBE0nDArL/VJKEQONmkup+XmADMhzZbC0F3tYoKnlnZBSKtYlRX1KaI0mdevhtG7d0GXzLfDhhx/gpnvuQp+nniB0Ea646EJsQSOpaMi32WQTHLLvPvhp1G+47M7b0ef5p9CgqC56XtYDDQMf6xXUx9UXX4g5pXNwx329cO+jD8U/lt1nl13QtH4RuLNi24074sJjT8DvQ4bGP1bv+9DDaMCjs2P/cwSPx+pw1hFJuCSzq8lHKQVjNMRGKXIPuZR8/XPyjY+kSqBTx01x8QUXI1OVQf9HH8Odd92Jt999m0cl2+Gcs89EQX4+8lI5OPbIY9ChXQc8+cwTuO2OW/HWu2/i6EOPwi477iyqhIZF9dGoqAHkaMVXPnztIzeVi0aMvhUVFrE8wu477Y7K0go88OBDGPLNUNStU4f62QBU8TgyGDKiu82WW+Owgw7BF199gVtuvwWPP/E41mu9Hk7tdhryE/nI9/PRqvE64K7JiG8Wvu9hdbuUUtDUB/ASB8jQmWN2yT+2dlUFpTTXBRj10Vh3PeKpMqBx5Yvbhth3v+0xeNC3mFFcjOYtCnHLrZdh/JjxOP2Ui3B296sYwZuL888/BS2aNWMfHu2Zh0MP3QMVZSH23X9HRmcSlI+iHU6gTesWlGkO7z3IbyWPOOJA9Oz5BE4+8QL0vqcf9tyzK44++jDUqVPE9VTO+51QpzDJdEeuWYv6DeqiU6f1sd56jbHBhq2gdACjLSI6bkopAEJYZldtK7fMOnUdOQT+OQKysGuourWm4bKwiLjh7b3PXujf/3488UQvPPV4b1z5v4tRn46C+Ad5KQ833dCD59R9cP21l8Cn41BEp+O6q69k5KYf+jx0F+65+zYcedghuPWma9F2w3VRtzAX991zI3baeRco7SNTUYXc3BxczE3zmGOOgKcj5OT4OPOcM/HYkw/jyad6456ed+KYI/+Dm67vgXUZ9UkkNJo2bcg+r0HfPr3x8IO34I7bb8I+PBe/6MIL0bB+Edq33Qi3MzK05dZbImTYOeSRi2c0Om+5Gfo/9hCeePJu9Ot3F04+pRvOu7A7na19UFCURzUPATppYISkGo3V+1skKzNgAAC1ibZN/gClmni81YRHVscefAhu73Edel59A3pedxMuv/hibNC6DWy6CrlKIcFNcN+ddsYt11+LHtf+D9f06IHLL7oEhYwMqMoABZTn+i1a4JZre+DKyy/DZVdehiMPPgjHH3oo9tppRxRyvURz52DPrbfGLddcjTuuvhp3XXsNzjv9DDSrx82BfHjcQGTTreE5ksxaRHJs5kUaOSYHrZq3wgXnX4Abb7gR1/a4nrjfjCMO/Q8K8gpgeGzlhSb+t5lOOPoE3HTFTbjh8hvQ66Ze2GOXPSB/fp9QPnbZbiecfdpZaFBUH9mqLGRZb9JxM1xxyZXIT+WjKL8QW3baArfcdAuuuuIqdO3SFTvvvCvOPPMsJP0kLKNEEjXSjADttdueuPvmO3HN/3rg1mtvxhknn0mntilUVqFlk3VwwzU3IMdP0Q741LkQa9elOV0DMKIGyoYZWEZPrArQtt166HnPNei8zaagaWUkKMSZZ5yASy/rjgYN69D+Rei4yXp4uM89tEs346mnLsP999/IBa8ahwAAEABJREFUdq0Anh1n06IUEY+Hd8Yrr/fGsccdQAezEmAkvUnTXNx658XYZ/+tkcqtgPZm4exzD8Krr1+LPo9cjedeug3nnn8kCgo8BOksUslcdO26BV589V5sseWGiGgbNT3W0886HnfcfS1at2kOj0poeYSXyaQ5pxoN/MOSsOzffQSpf9eDa+0QWE4IWG5yoEKIs+DzeKqgIA/NmjamU1EXPleutjRsUQaax0uK1KBuHdSvVwd5PCrTtK4e1b55gyKs32YdFOQm+XYS8M0lydB7yHyIwvwUcjwaChrUpJ+SoZCflxMbBp8DeHRuQAekYd1CrMNxi/iWq6joDeh0FeT4SOgQmcpS+AznNGnUgNGe9kglfCRJ9RhRkjc2so2iwnzyyDHp9Hgcz4YBZxUiJ+Wh1TrNIH9hprVFis+TCY9vwZWwNgv591PoBS0ndFeBbu18HhTzCSHK3ONxXx1G4hoU1kFRXh58Kacsk6yuaQj9IEA+yxroBDrUb4ZWhfVgshGM7wNJDyB2Hh3mfBr/9i3XQcv6DVDPT6A+j/LqpVLQlKEhIUjDmBCNuG6a1ClCHo/ENMcWPjSP4jTHk4/lF/0AcsDMWvIx0LEzoehQ+PAZvTFoULcR5EfpOdy44h8vU/1sJkKWDmemIoOkSaJZo+Zo2rBZnJf/T1u6Ig1fJegkechL5bEfC484gx6w73nUgRzk5uQxklCB2GHRPo9ACpHgUUdeTi7qUi5SPwpC4QgJtg0YhcojD82btECj+o1huDGrjIJEfRJIoDCH7bk2qGTQjHpgbbqsrH/DGeuYLHEG7aTWdB50FoV1cmD8LKEpp+MSIT8/Bw0apaB1GcIwC+NFyM2vQqt162O99ZvDS1YAupI65cHTuQhpD7PhbDRtXgCLudC0W0bnsTzFl9EGMFoc1QQiKozhEX5RURE2WL8dGtRriFSOgfay8EwKCkn4VLSiIoucvAiG0S1jPOTlRyiq67Fv8kgdFecnQXsKtqgmLLNLL7OeXEcOgWWGgI17UlQITYUQ/a3KVFGhQhgFGkAwtZA3BW0jhJlKpFIJhlsDmr4IQVVFrJSaCq9khfOMW4kiUbkTRkGzTIVpvnH6UEohlP/njDLQJMUGYnhppRFlq0AWqKwcT5MlGhHD8Sw3VjZCxOOpvLwUqwbw+VjRqTGSUnUV68k4RrwfyXMcJTs88yDZKAtNO+XRQICmSKuILbPwPMU0gCW/YLiXGd6v3h+ZttBfzYL2EzJrwoEc4pSiDHzCoenk8OWPG6mHBMsM8fV5BJ1gRx6PoP3KCA2qNArKIySVQXmURqizJEsHx4J2FDmZEClunIl0AI+bpvQBvk16KUrMRAhp7BNJHyZgH9bCZgKo2PFRqOFZ1p/lmDGTkq4FZEMb/0ZHcxNj4CB2TEJGxGzAcsqCEMIQEI+4J70Un+dC0wkJ6Ajl+jnV94w+FOYWUlUiyDGXOC6KYGpQcyk/y7w4UUE2RB4doICOp+/57JXKFiHenLOUB9UJSUZ/AsoyopzkuCwUZ5f9GI6RoKMjZDOIec5L5Mdjesqr7mstkFf1FBWTeUTHHySlFIzxeNJbCc8HPK73MKoAdDkxpWwoB23KAVIYKuIVIRNNA0wpQtpLq8qh+YIAOlVB1sD3qYupENlgDrxkFkqDJooS1QFiJ0lVIIjKYPwqRKoEEeZCMQ9dynwJoDJQSMByXRnykswJkM2WQhtGhKinSqWZT7PfCCyCpa2MaL8lEollfOll3J/rziGwlAhYtqshZuOPoqIAigoqb/+GTodPSxgv2iiCAWj+gGRuHiwjBmBty41L3hQUnQdFC62oclopiGNjtIGmQdCM9BjtQYw5qFzaWCZZgNEj+ReGPfbh0zDLxivOjlaWY1lGjEhGQyJR2hgYj8aVG7QCOHJEsqynOAb7shVAGPLeh9ERlM7EPChLC0TexKBYacuxDA244hzF79EMT0PmSP7Aupa9Yk29BDjOjeJATJYzj1igFKy20BqI8adsFTdIw00O3FgjkSE8RHQcfW2giVeKbX1iGCUMG3nwAk05GCilYWhoPUpCaiq2Vcxz+YDiQZL/aSljPxwUOQk6s1AIuS7YBbgfQC7a6T+cIblfZYk4qHnMSRr71HLPckmWlJRhaw+IEMLS6bcES1NIhlj5ygf3I76MEHniKxuU5UDSxmPkUv53BOn4ZSVClg6r9jTYCUDHKassQvbNEphMFgnqU8CyKnZolEc9DilPBY/j5FAHfBlTGWQpMM2+ecuxI3iegdIKAfu35DIiZfiy4FH+VXwZ8pPkkW0Up7Gkc17964mQI8QLlZjShMWwR7QxCS8BUD8UaMOIp7IJRLYK2mRZAmKehGa59i38hKJDErCthkedoypA6YiOj2VZCOnP83w6pxzPWt5nAco/tJWsk6RsNCKbZn8KRok+pREwyqr4ikiRQOpZeqqG40WBYZQvRZlWMbUIyCO7hKUtlrpKJaB1Ekb7qL44vzgjK0jFuaX9kh6Wtu1q3s6xv2ohQEWiAUOsirKoSVRa6hQ0FSLJndCjNmiSVNFKlq7iNqVAjYlTxfpxeawf7E8a1/QploBvpoqOhhhhzQ3Rp0JVR2gsFI2FYVeamqc4nuabb5xacBO1ULCEi0RLoJgD6yDmhWU03FoK+UyGMxxXIwsDDXBMcAOBDXin2Y8PpSIo1tXsRzZeQ0PvyVOWKW40cV9sDTo/YDmrrdYfgV5oUZOQ8gUICvEGR3nIhmqYGsrEsJIlZfkcNMgRccnSW2ScB2CquQmKmY2Yj7gOkjyCoQgh/1iiEseG7ayk2kPIfiKS5iaeoHwsN2WrFKyt5lASazRCTfGRFIsNCzWJ2VX3U4s/4VkoZpblkieU8e2SfEVciwECcPFDcUEqNjJQXJUEJAJzLFGaWqEor4iYhqQAzCFSIcT5CBjdDLmJWa53rRTXvEKgFbK8V2zpC+B8AQh5Lw5RFNnq/lmumdeM8gjuivcBdSxkm4h5BcBS9yzvLSclFAqvrBxQz4xvkMmmAWGV9Vh9rflYYmkRCTKcs43lpONvRTg0KCTKwQBREkoTI4nEWA82FO1RxDVDUnR6+Bws5zNFqVg6KxEdGrBnj84IxQpDx0QpQFMxFHs3lG0UcAzaWK00IlEgm4K1ITxxvqIEx/ahVBax02UVu0tW11MBzWmGffosM6C5Z8rnkSFvmn2AVzSPbPUz8DlLlvajl7aha+cQcAg4BBwCDgGHwGqKwFrOtnN+1vIF4KbvEHAIOAQcAg6BtQ0B5/ysbRJ383UIOAQcAvMRcDmHwFqJgHN+1kqxu0k7BBwCDgGHgENg7UXAOT9rr+zdzB0C8xFwOYeAQ8AhsBYh4JyftUjYbqoOAYeAQ8Ah4BBwCADO+XGroDYCLu8QcAg4BBwCDoE1HgHn/KzxInYTdAg4BBwCDgGHgEOgNgKLdn5q13B5h4BDwCHgEHAIOAQcAmsQAs75WYOE6abiEHAIOAQcAv8eAdfDmo+Ac37WfBm7GToEHAIOAYeAQ8AhUAsB5/zUAsNlHQIOAYfAfARcziHgEFhTEXDOz5oqWTcvh4BDwCHgEHAIOAQWiYBzfhYJiyt0CMxHwOUcAg4Bh4BDYM1CwDk/a5Y83WwcAg4Bh4BDwCHgEFgMAs75WQxA8x+7nEPAIeAQcAg4BBwCawICzvlZE6To5uAQcAg4BBwCDoHlicAa1vdydH7UGgbV6j4du4pNwK2PpReIYCe09D0sdct5w65qq2mp57PCG84DcIWPO29AJ7h5QCwqWcmyWRRLrmwpERBZCv1186V3fv6yXz6IFUxD8T/NvOb4jhD/j9SWOQ5WAdYjwkxVBKgAQEgysJhHikKIy1i8gj+WXFhE8TeXQ/Xo1kBFCVKSRN6tjZ+HWiNwVAsDQ1wSJGLEbyjKlfJWlLeKUrxNAZEPeVQN7LL5VuxQUWaBtsiQwnn3oJwyxqLKcEguNy8CHP0ZA8WFTmgQKZGHrO1qvEQLLZ8htgTybPmQyA6osQPCCUeM143hyFxTCjFvwt9S0BrZ1oqtpF7B6lhCRIkp9S22m9HyEdQ/6NWSP1jqOmgL5vEozZXY0pg8xHnKXSFL3tcCikxsA7XMHxHnTOI6j3GKsTKESJMW/fnrJ4uuv4Sl1C6yAgt+RPkdLU8EQJNWLZiICUkReOZAhbFUFJHCfIofrNCvam6qv+OB4wVq5imrYlHE1RLynql1pGphUC03Oo+Km5nKgtoe6xR4KaJW/RxxDsvoUuyn2jBUr1oZQ4v4hPhMNkxFGWpSyIqBI/yBgYBHJ9EQK01SlJYUSV4TL8UyMCVkRHIZf+K+a/cZgUqF6otcKBJXiuL41TnwzpFgIShYVS2V+J4ylHUPbqri9EOwxcq7qoeX7xBQtAV0yhR5UwukluIWJ8hnuhYQ9z0VCyaEom1UdPwgL4jEBXG52E3RASzyqpb2Ih/9+8KIyhZqhT8MA0dzeSxTPARfW0tUseLWul/ZWYXq/8AU8YIkt0pIFiY31zhaxXsuWG0DGBs6+gODgKgFsCogfCQaOlDJ51MGSqVJ/2ffTrjbtq41DH/7gKMoylKapL7urXOH9nqIe9smbVe7Vv//H+paTSwKOP02KJpyrLa2xUnkC3MTByAFHDwbwwaY5GdpqM0MXlSmpfHSho6Bw+mR2tCgLRq4oA5fQCXfY/qYfttIxNJgYYtiv3wi1vi8uyqCcl5O945dl/fv1tNmh/hwcbdpUueEZlR1Pr6k7AuxdshzU9rUqEvE0J38eEJ7HvKi3h/7N+ov8M5njqvPDdXzl+FzhYau1fy0uJ5AyFkrb1XLtc+RC4e3Pz1KjvNG8Vqyjb+l+wafuu6bvbl5natpomhrBv0h6oOzOrLtcfjiVLIqdrt4Xngsj7WXIftVvOYc+8QSDi0Ln87t1gVydfTdy4/yjovw8ZoYZpPHdsqT8vvhK6sPdPkRt/KOJ7+XX99ULFfrvUi+i3T+Oof3q8hE1ZD8SfW4cQy6ELE0SI8sdJyy3qizU2uz6qnMnzGd206lVs/1zK2/QrnOtnRqm1Y5dgfcKxFaG3Q+J3XFP/A6cd6l/Um+wlTe73eUqVzj/VE9u/MR7mPerer+VGevc9T++ip13umy/53PCZ0v/qcSbW63c9Zlqnwdqf61Q/bJfV5q3XQR5NzqniEze8/szcwq7kTjk+agbXzHSGzDofHvnsXGpTYq2fYFqmTkvJx2NP5NNOdtJqufvpTwQRrKId+rfOZXX/gU757eYVsfwDV8xxK+WyFUbw06jZRRNVZXJ257nG1H7e/w8pmMEZN2GxE+qfoYdsYk50ml6Lo0+nHQ6AfHohn4CYIv+i0xuDVoPL7x0+63g7BT2Knox2Hx2G5NUW2MWqqqs6ltDFEVXrrX4qUv36tbeXG8iU6LpnV4XIjFHYO2uXFheKPqeellsvdfprx3/vvf2tKUV+5zqPJ5YR37yc5UtZup1nOfF2aOqdB1GzEAAAvjSURBVCPPDyN1LnxqPgk5gWijLLe7zt5Z1O5MtZuq+smXfI5UXwzdn5Zy/+zPn1t8gowILRYLTYdTzTTVuc6ILRqclakmMdW0mWji9rhM3D5zezkeekcYxMAnxfj8xD7kL2v+ca57GbWTqveRGAxVGx+w7vd1THQ9mOvt4IK4NVjYo4u5L5MOj9tyoT7CB3s5VxmcGXJk3KHkE4E2NWSaGunGe8wiI8J5Kl63xxcz/TAd68f5TH+bDPV2dqbr2ZS4NXjr8Q/nE/3d8cP5VH+fO85nWlxe6MZmWRSpqbqOznntD4xNZU1OlZZDuFn6kFeRaxrORi5cfXGfhG6moQWxNjgL6axocj7yPn+jzj9Ltm1/kpKqP7NkuppSGdnedZS8iNczRVyoiS/U3Vypdl86fqZaM67U1Ut364n7eHkSIW9vrVfe/itvuw26L1W7K5eJV6rtubp2qPANpDzHMB+8ygdzNjAjIjQYDHQ5v9Sbb77Vt89fE1s0ePnNa71yvPA6Xj5/pYwX37zUr3/5Qi//65V+/fyFzsdzZzYcO37V2/Wtxt4dw08PBiMXZ2eXmlx8pdGTn2v85KnGV880Id4ZpMf48pkyRpe/0DL+05//QuP512rGl1KMfYJuHNrokOnqnKvWS8248ZmieTLX19++1LPv/l9P//g7/cdf/6T5n3+v878QK4O5LS5t87M//E5fOZ5+/51+/v33+vK3v9Gz377R9OnXumkaP5A3qH3Nu8FXZi1jtcjl8T6ajPXf//e/evOn3+j1H9/o9Z/f6NVfiHcG9njx3Wv9z6tf6ckXTxRNqHGOos9P5kn7H5zWyJvY5krjsc+TZ881nmR8o8n0uSZuT8duj15qMnp1EjEd/0rT3O6Jt9vRe0x/qfH0mYbDK0WcqfMvH7XGvfnbaGYj1isppWjYDDVp/NynmeuM2I6Bnw7MeuOZZiXjXLM49/O2M03Lmc79+Xx4oUHNKji0l8EH7mq9VaGuNo6BVKZSM5OKCzP3vXq6KxMRS4NqCxUXN31M7JTh6YHdBmM/jbGhj7mauJFvm43VInP5rd/aJhR+eqGLc9WziVo/3bi+nOn68py4Y1Dtk0a6mKvOL6T5XHHxROWJi9XhWK1PxtWpyvBog6/VEp0nH2dyRLjtvI1mY40uJoppo+KnHM0xx2ds29BPfcZ+ShfD4idynZ8gdJL9/Ahl4zcW+oyh9qkN92Uk+Wcd+ScvVe9P9UpyVOXTni+k7qnUnkbU+pXT84VjaZAO6uY28PnRPw+GfyYsuf+bTfcM5Z55D56Vjw2rs1VrKPLnlvCFl7DFFhw07AuboR/vDRw57sNPBCYuJpp2oOam8W4wkPeSB+f24QsIOxSFf+6q7qPqxP0aO0YKNcRPDOSbCJVG1ePqcZcRoc7hw0s1qmoxnzY4VPX/vWAjeb+Riscl/ObsVF8Tqp/qtqORFmXofgzV+tgmlg6dLWr+nOtY+OavD7dr8fHnu1BX9hq67aPSmmm6yXDilJHL7BPmQsvTTmAnJy6qYuh9pXif8U9vlVBvYI/8P6ek1nqdIoqKjzdPJOS7qO9ae2g4ncv1O5k+5/fnTfm86YTWHMs3kTpzxxpHfucUYuAUTRy53Y5w0SNfT9JHof7cGN7XtZQzzHuvFHpvxkMmsuDJv+93HDeqO5B3OUT4JLSd6DofFRltqHRF4chxRuRvFfmbRZX+Sf79wY5e2YfbVXUedzXUtr7Lyr73V+8i/1CrqC1xa5Ae1SfkNlq10elGHvfRqfN017dbp7a16B1gTz345UUWJ2rgxfqyrbw+OEPyIe2ndlU31R/4NfZTvIkv6gcY2kefxraIaNQ6OpeNrXwSlmzmt+JjtUpOXe/pKW1+eH+pJfqsKbzumntKt1D4gpC9Iqp6A3s4VcrEtO2Nlbzj67AGny7lzi7DuVQWZ/LgrvaHor/Q+Qu1LHQq0V866srA+72vfcpE9j5S+LwpLeSjz/Hha3lkfDj/wXMiQn0fQoxD2zPIDDoiI819UBQ/HciTns+/6m/dfbfnBwpSaPdDrnMVt2svHjee55/V1fcxb1YGnpET/Yb4G4yl3qBR6f81TuHQMXLkeOC5jSM/Dac2tLEhvKxMkEd5DDdecHF4JQrPL97HRtFo7PBXFH4jtHaQnCP1958jtweOTKWT1X+QVv3u7vkbfeVKcuGKd4vtJz0VEQrnrfipk1v+Bu93BYwj+Uld48gjKyyUrz5KAqrPaTY9tfNXhJThdyl7khPZGR+cTquWx2lR+LOIRnECUWSJkPrdPif68FvOkMdp4Qtg9G19MOQ3Ppj5uTMi3JOf/HGugFDPvw2HSO98W0VOOyI8w6/3Vuz5e3llPzK88hytIg/a7KZWM3Iid9xNxiNfVhgnnMTyLyI/16aHPhfLhYZHeXJNSncnX+5NeBzyG2GG9xykfjKP90aylSNWDY/d9suNTb9yqRnL5WYrYzm1fI/VQdfn158ylnoDZ8s7eHGE8p/kkeTZ/VhajbSPIVYrfddXz/Fr1al1Mzt8GrHa5hz3PNnow9vvPKpPntsrpP5L67f8ZD1FCwEEEEAAAQQQOHKBUyl+jjyNbB4CCCCAAAIIfKwAxc/HSvE9BBBAAAEEHqUAnf6pAMXPT0WYRgABBBBAAIGjFqD4Oer0snEIIIDAWoAWAggsBSh+lg68I4AAAggggMCJCFD8nEii2UwE1gK0EEAAgdMWoPg57fyz9QgggAACCJycAMXPyaV8vcG0EEAAAQQQOEUBip9TzDrbjAACCCCAwAkLFOmEt55NRwABBBBAAIGTE+DJz8mlnA1GAAEEEHgnQOMkBSh+TjLtbDQCCCCAAAKnK0Dxc7q5Z8sRQGAtQAsBBE5IgOLnhJLNpiKAAAIIIICARPHDXoDAXQHaCCCAAAJHL0Dxc/QpZgMRQAABBBBA4K4Axc9djXWbFgIIIIAAAggcqQDFz5Emls1CAAEEEEDg8wSO/68ofo4/x2whAggggAACCNwRoPi5g0ETAQQQQGAtQAuBYxWg+DnWzLJdCCCAAAIIIHCvAMXPvSzMRACBtQAtBBBA4LgEKH6OK59sDQIIIIAAAgj8GwGKn38DxMdrAVoIIIAAAggcgwDFzzFkkW1AAAEEEEAAgY8W+Izi56OXzRcRQAABBBBAAIGDE6D4ObiU0CEEEEAAgYMVoGNHIUDxcxRpZCMQQAABBBBA4GMFKH4+VorvIYAAAmsBWggg8IgFKH4ecfLoOgIIIIAAAgh8ugDFz6eb8RcIrAVoIYAAAgg8OgGKn0eXMjqMAAIIIIAAAg8RoPh5iN76b2khgAACCCCAwCMRoPh5JImimwgggAACCBymwOPrFcXP48sZPUYAAQQQQACBBwhQ/DwAjz9FAAEEEFgL0ELgsQhQ/DyWTNFPBBBAAAEEENiIAMXPRhhZCAIIrAVoIYAAAoctQPFz2PmhdwgggAACCCCwYQGKnw2Dsri1AC0EEEAAAQQOUYDi5xCzQp8QQAABBBBAYGsCOyh+ttZ3FowAAggggAACCHyyAMXPJ5PxBwgggAACCHykAF87SAGKn4NMC51CAAEEEEAAgW0JUPxsS5blIoAAAmsBWgggcEACFD8HlAy6ggACCCCAAALbF6D42b4xa0BgLUALAQQQQGDvAhQ/e08BHUAAAQQQQACBXQpQ/OxSe70uWggggAACCCCwJwGKnz3Bs1oEEEAAAQROU2D/W03xs/8c0AMEEEAAAQQQ2KEAxc8OsVkVAggggMBagBYC+xKg+NmXPOtFAAEEEEAAgb0IUPzshZ2VIoDAWoAWAgggsFsBip/derM2BBBAAAEEENizAMXPnhPA6tcCtBBAAAEEENiFAMXPLpRZBwIIIIAAAggcjMABFj8HY0NHEEAAAQQQQOAIBSh+jjCpbBICCCCAwCMVoNs7EaD42QkzK0EAAQQQQACBQxGg+DmUTNAPBBBAYC1ACwEEtihA8bNFXBaNAAIIIIAAAocnQPFzeDmhRwisBWghgAACCGxcgOJn46QsEAEEEEAAAQQOWYDi55Czs+4bLQQQQAABBBDYkMA/AAAA//8CALynAAAABklEQVQDAJKY74qGoC4UAAAAAElFTkSuQmCC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0058" y="2155399"/>
            <a:ext cx="5257800" cy="2432304"/>
          </a:xfrm>
          <a:prstGeom prst="rect">
            <a:avLst/>
          </a:prstGeom>
        </p:spPr>
      </p:pic>
      <p:pic>
        <p:nvPicPr>
          <p:cNvPr id="14" name="Image 3" descr="data:image/png;base64,iVBORw0KGgoAAAANSUhEUgAAAj8AAAEJCAYAAAB7Z0YaAAAQAElEQVR4AexdB4AVRbY9Vd0vTCJnMKCCYATMAVHX7JpzzlnMYkQQBEQQcw6ra/y6rq5pXXPOOSAiApJznPTe6+765/bMMAOiIMIwM9y2b1d1dXXVrVO3qk7feoPW/c4RRIGrkJwL+V9FvCqtOpRny5Icy8qFucryApYWLor/XrlV6RXvVbwbxm8ufo2YFkVMCwMXVYqrDEOGNUXyORe6aolcGIa/kSiKXBRVS8g4c/HN6mvANi1NliwviqrLiaKKeEi9AsGjhoSMS3oUhS6qFLmvKRHrjCqfLRayvGgliNQVuMitTImcY4mrRgJikWO7JRQhcm5pIjqEzvFZDWFfhNQsZHpUQ+S+SiSdj1bojKLIRVG0Qu/qS4qAIqAIKAKrFgGLpRycspHJZVBSXorS8nKUlJVUxst4v7gUl5ViWRKXkylHaaYslpJMKUoYLykvwyLhfdXzxcKsvCdSFr8rz0ri90tRGutXijK+m8lmUCXljJexPklfTBaVJeWJlKGc+RaXDMsrX0zkeam8W0PKGF9SyjMZlrcUoT6iU5VkctlFutbUWTCXPBLGEjBfTZH32C/xsxphluk1JRfkEITBCkkYyHsh3/3rEoYhwmhFJeK7fyzkFuDwQEWIOJT4khLrILrUlChi/kpxDJ1DJGHN9L8QF71kaFWFEldRBBSBuoaA6rOmIrBU8iMT9vyFCzF77lzMmT8PsxjOnlcRl/tFsmAe5i6HzFswvzLffMxbsKBSGF9YQ5hn3kI+W1KYPlfSihdCns+lXvMWFmM+ZV5xMeZS5vHZ/OIFqCkLSoqxoKRkcWG+BYvJUvKUFmMh36spC+I0Sa8hpSVYuBxSQoJWIgRykZSRtJUtRq4qiFo50ykkY6WVUs6wplTlW2ZIslW2AiLESyRDErcsqUm2fj+eQzabXWWSy+WQy5GsCWETwheHVffVoZCw6PeITA3CE4YkQb+Xr0a6jI9liUwokqdmKHEVRUARUAQUgdWPwNLJjwFCOOTkS5lhAC4KDMMlJOK9YxuWJZF8VTOf5Jcy4ntJW0KWLCfiO3Ea88lCEscNv9CpX0RxlRIyDKhLLMwbUOJ64rySv0roHWBeebdKnGewmFjei9RIB+9/K4TOLiks3GNaDQnZhpD4VYuLsQ2p72LCV0NToaekR/I8TgOkfbHEZTnI8yoRjEJWWVPitjGvPKspMX5M/6MQYKVYxrHcWaSmZZT1O4+NMTBm2WLZN8xWmReV4eLvIT5El8WFZgLCHD+tjlTncXwY2x0z1gwrX/jDYMn8Ne9rxv+wEH1YawhoRYqAIrBmIcBlc+kNjhdXEyHiguy4usjiK4uqLNCOC47EZWF1hssGpYocWN9DVVxCeQ5bUU0YuXhxiu9ZhmO5TIjzR7LQyD3zSlzKNpV55L6iLAPD5446iV6x8D0YUE8KmyLvOQmZFreBzyXMyfYL40KMJI+ItCXkl3+cnwuckDJZmGAMTxtv/YTyxS/lVT1fLB4vjwhdCNlacUZ0qEgTnSUGpkmZIsYYWOovz6R+Ecc0CeO6AUj7JM6MkKNKtzik/pIu+SUMRSdCK/dSjojEpW/ithGnqjCgjhX1OgTEQvJELK9KQKyDGAtqzXLjuhk6SYvD6nTuNYGvxuLYpyJV9xLKPV8B95GYteI90V/KrBLxxLg4U0WKMQSKUUkTT03lraSgIi7lSOuYxEokzVE3KSdkH1UVJWngcxG+AXnuqh7KqxRJM8ZUlGuYwNMYE98bI+FfFxa56Fyy/kUPNKIIKAKKgCKwWhDg0rn0ep0BrO8jlIWDC6MxlkuKLCdAllsMfjIRk4OAWw0Vi5WBxEUAAzkk3WcZjguvR1LkWRsvRiHfFxJgWa71LLdFcrBWVHGIWJ5nLe8N07PMH8KzHkMu01zs5DcpspCKyFIoevIJ124L41nINtFcbtXN5TadPBORdoiwUEQsgwXC+BZSljUVoSyIojOMifOUlZUh4SfgeR4Cbq9IPgLAxwbSLmaDvCPpBga+52Pa1GkY8/OY+HlMAFig5LXWg7UWZAII6E3zeO+zXGMMJB+Icfyc+WWh/O7bb7Fg/nwmEw9uxRhj4vflvYj3Ui94eFIG647byLiQgJDti1ieYFJTpHxjqGml8HXwVVQdxhrqx5NkRtIiliO6yHuOcamztKwUgkv8nIRDtsakfXI/c+ZMjBr1I9sXVOjN58aYGCNUViR5pf0SgoejniLGmHj7iknxu8bIfY5x6WHAGOoGQHQJaDt8jc8cBRXPmGBMxTuoPJjExtBKDBDxJorbxRuIMI33UrcUIqEIUPlyjcAYA2MWF8krItmMqXgmcRVFQBFQBBSB+oEAV+SlK0qnAURkcZDQyiTPtcRjOObnn3Hv3ffgnrvvxkcffoRcJhvLyO9/wMe8z5aXw3GRlvfCXMByTHwfhYyzujDgZhDLcszjGM9LJmOiEd9zoZLFUd5NknxY5otIGBbV7/swLENEnkk+wxSqhS8//wJXXXUVjjryKJx33vn4z7PPIVeehTQyzseyPGsRkmBlysrx+muv45F/Poz/e/L/8K+nnsboUaMQZLIA9UqQTAjpEf1SiSREB8FCCJBvPUTUWwhMxLJMpT5PPfkk+l1zDWZMn8H2eHE5QopAIiDvG+oZZnPEgy+wnZb3hlFrGHOAx/uffhyFs886G99+/Q2EGBk+d9THEQOpS/SSe495JS2kHnTQxW2Se9/wCcuuam9VKH303rvv4jlisnDBAr7NgkNHPf24b7JlGXjWwlrDJjpErDMSvUkSjLGQxf7+++7Hddddh1ISQyEiiYQPIbfSX48//jguv/wKTJ8+HZMmTcR//vMfFBcXQ8iw9E1InDwSRM9WlCW/1fGIsfwmiOpSGdbJ+qQe3pBkleO5557DtGnT4jIi6hHxudRnqaMxBhJKfms9kqcc7z2ILsYY8KSYWG/BNyBpkvwRvV6iE9hK6KEIKAKKgCKwRiJgf6/Vhg9EYoLBeLaciyMXq2+//hZXX3klhOj8+MMPGNCvP154/nmULizGc//+N54hiZg7e3a8oAppEPJTsmAh5s6eE3tHSotLIOkeuDBxgS0tLY3Jgryfy2ZjYuByIeQ9qXPhwoUoZx5Z8K2saHynakGnWiwFiOiZmTNrDv750EPIS6Ux7IYbsM2WW+LuO+/C3DlzIESnhOUICbF8I8lFuJg63XfPvbjzttvx/tvv4MXn/oNLL7wYkpYleUsxT5LtzZIkzZg2nWWUgStpTI48Y0moDGbNmIUMcXFBBCEXu+26G0454US0bt4CZQtLICRq4bx5mCdt5xsSpkmkArZz7szZECJUPH8BSqlLyDTJ3651G5x39jno0nnDmAyVkUDIs5lTp6OUGOcyGUgZPnVIGA/yfO7cuQhJMgNKpryMNRm2EovEAsxXioH9+uMaksP333kPlsTHY/rCufNRyjpAclHGvilj2wXrUnp5xHtWxlBIQyKRwI/07Iz6aVTslZrHdonnRwiJVLTnnnvg2GOPQbOmzfDV119jwIAB+HnMGORIegISNFaFefTGyXvyQ+V0OgVjDNLpNIlOKUpKSmKy5JjRI8GdPHkyhg0bhs+/+ILvzUMmU85wPslNRDIUwlqL2bQzITshSXVx8UKmBxB7KmOflbMdGWI1e9ZszKcn0BhDghRA9DXGwlBYlZ6KgCKgCCgCayAC9vfaLASjivhImKJ3JqTX4rVXX4XHRfeiiy7ETcNvxBGHHoqCVB6++uJLvPPW23j/3fdw+qmnY8L48ZjBbaBrr+mHk044AX0uuZSL77UYMmgwJv36K4QA/Ptf/8LZp5+Js884EwP794+f/+ffzyLJhXYsF87+fa/BKSeehDNPOwOPPvxPhJkcHD0ghkqLTlUi3pVUIoGzzzwLl158MXps3g177rEnsiQmQi7++9LLGHTdIEydMgXybkCyFH/4czun5w474rabb8H9996HM08/Ay+/8CI+YBtkcZWw97nn4mQSmrOo5ysvvoykn8CUSZPQ/5prcPrJJ+P4Y4/FE489BiESI7/7Di8+/wLKSNaE8A0aeB2OO/oYnHP22czfD+exrIm/TsDUSVNwysmnxLqeetLJxOdEPPP0v+K2CdF78vEnYuy+/vJLnH/ueTjvnN44l2WcSByf/r+nkOPCnuXC/n9PPIkzTjsdJx1/PHqf2zsmpY/885GYBFRhIyFIbH784XtMmzIVRfmF+Parr4hNOXzr48P3P4jruObqq3HzTTchIrl86+234/KOP+54HM+yX3nlfywzh1QyhUkTJuKKK67EEUccgTPYb5988jEsicVnn30OySdEbMSNIzCF5OXSSy/F008/jfkL5uPee+/FCcTx6KOPRl/2608//UQyksNk9snVrPvQQw/DMccci9tuuw0TJ07E448/hvG0of79+sXePPEonXbaqZgxYwY8z2IOSe0111yDzz//nPG5JF7H4vrrh+CCCy7A1KlT8OOPP+L88y+A1CdteIx9JCRJPEXibaLKtCI9FQFFQBFQBJZAYI24XSr5EYIgEiMgn+KMyL1sOWzUtSsmc/F/j96SyZMm41guWPvusw+6d+uGrbbYEptuvDGuuOwyNC5qhOsGDMTHH32EU045FXvttRc++/wzfPzxxyjll/kr/3sVt916GzaS/PQkZUisnqXnaPr0aZg1fSZGkFhN5xZKby7qO+ywAx76x0MQ4iVbTiO/+x5fk2xVyFeYOW0GGhUVocuGXUiqcridC+gZp52G7bffHuutvz4K8vNJWrhdxrZEJE9CYFIkc+IpSaVSSOXnobCwkDruiXXWXQcfcuvus08/Q/9rr0WTJk1wTd++6LT+Brh5xE345suv8AE9J99/8y3OOuMsbLPF1njh2f+QrMzAzBkzMeaXMRDvw4P/eBD/e/V/OPSww3AoCeLX33yDd955hzwkgnhTvqJHQzxkp59+OrbcYgvcefsd+ILbdmWlZfiSbcty+62c5O2TTz5BKbeZzjzzbGy91da4acTN+OqrrzFy5I+4btAgNG7cGH2Id6tWLfEst5qmTJ5C70gYcztwhWeTIb+zefKp/0O37t1x+pln4PU334z/GYOAHpMZs2bizbfewvf04m299dYxcRg4cAAKCvJJci7HhsT0BnrSxo0bB+n/SSQ1m222GZ9dgWJ6026+6WZ6VubHpER+qyT4Hn3UUWjarCkuueQS9NxxR7zy3//igQcfxN577xXr+t1332LIkCEkRQswZPAQfMH2XnLJxTjgwAPi7TLBvlevXmjZshXOPPNMnEvSKNtk0m7x5hhj2MYIX5LEiWdw3ry5sf7/+tcz2HrrbRCR7En54mW6/IrL0bPnTrj55pvx3vvv870wbltIkkez1lMRUAQUAUVgDUTALk+bHTNFUcS11EAWpYvpXXmGROWss85C7/POw3fff4+iRkVo1aoVWrRsiU023RSy8HzDRe48Pt97v/1wIEnAadzOKSSZtLvx7gAAEABJREFUKM1l8QE9Butv1BWncDHuttVWuIbbJBtvuknsDZjEL/efRv+E7bbbDum8NLp07YJ8EpiP+M60KdNw5y234Ybrh8Zy/ZDB+OD99xBya0V0LOU2zRR6EwpIZsrpIRHZfffdY6Kw1tprw3oeMtxiEi+A9TzIj4XlB7ESplhH+7XWQpak4LMvv8DcefPwN76b5dZN9+49kMsG+O6b75Di1trCBcVxfLfddsdwErVGjRrFZRt6JSZOmYwPSPJOOPkkHEvPySGHHYrLr7oC+cRItpWkvry8PJxy6mkkBHvjVHo0kiRhU6ZOhXil8tjmHHWIiHsByz3iqKOx62674bAjj0KL1q0x8qfREPLYjrqOuOVWbLfjDjin97nYetttELgw/ss3+cstUBdwe2jWnNn4ml6p3fbaE1tsvRXyiwrwCYlojn1Ktw0aN2+Ku++7F3uQnIwf/2v8Q/MrSEiFNIhXRshPmzZt2f4sttiiB0488UTstGNPnHrKKfEW2ER6gxxJpWN5Qn46bbAB0sRo4402Qrt27fDaa69hk403wXrrrQ+PmG+z7bYkPF9gGtv77LP/pmfnSuyxxx44/rjj4t+RbbPNNujYcT0UkdB27boROnfuDNl2M0YouIv1s5Zx+bEQjTMpRJZ9dM01fUmWzsCECb+SIH6FXXfdNSZsHTuuGxOp57k969NzF1JXQqunIqAI/BEC+kwRaMAI2KW1jetJvIAKIRCRPLKoZ3I5eNxe2m2P3fHEk0/i1jtuR4oL9Z333IW58+cj4oIkf1IuC2qC6bIQN6NHQhZ7Y0zsXQm4qEv5gEFrLuSpdDpezGQBK+JCL8RCfr9RSm/HW/RI/JPbXf9+5t9o06ZNTK7ar9U+rvfJp/8PTz3zLzzJbZUDDz4YQhYmTp6Elsw3cPAgPPLoo3jn3Xfw68QJML4H+Yf4giiEsRZ+0odj/aJXSA+AkKaQW2Dy25CpXJALiwpJkDKUbLxt8/DDD8ceiS4kYU3o0dhr771xMhf+MePGos/ll2H4jTdyUfeRIamT8jzr0fsQxb9/caxJ1ui8dF68gIckCJ7vQ0hJfmEBpF7L+6LGjYjhPATMX8YtLT/BPNTRI1nII1GSd5o2bcpFvCUCLvQOQMsWLVivhWcpLKNZs2Ys1kK2djxrIb+tYRH4jp4yIYRCBL/99ltk6FUSj1L8L0ETk1Q6Fb8jpEDeSZGICfEwxsTkoStJqqSB90EQwqdOCerXvHlziH5UGdbzkCLhgRzMJ1uRkhcwyNKr98PIkfjnPx/Ggw88gNHc8tqaXiZLHSN6aVqSMBtjYIxFhw5roUWL5kgmE9QpgnjRktxuQ3y4GNcEbVD0lCTpQ/EKRexH8YIFxEbwEo/Qyy+/hAfuvx/PPfcfevAaoy1tAwZxm6xlRApQUQQUAUVAEVjjELB/1GLHhyLyb8LIoi3/vs6/n3sWF1x0IUaP+Rmt27bBWuuug4ALOjwuulwFZTGXrZQ0yU+z5i3w7HPPYRa3VuT3Nm+TzMgCnEomsV7Hjvjis8/xAxfm0pISfEFPhGz3RCQhbdu2jcnOrn/bFQMHDsSZZ52JDehN2JFbKKJHgou1eEUCfsGHXLwdF87prOPa6wbihZdewORpU/Hz2DEwXJDFoyKk6LuRP6CKAIGLLDwuflwAy0k0hPRMmjgR//d//4dffvkF226zLTbZZBN6HgpxzDHHYOiwYTjhlJPRfu210alLF3zyxecoLi/DxZdegn7cGnufW3tjJ/4K63lcsF3speqwVge8/fbbmEivyGSSsv/97xUUL1iAtJC9IAckLLLUPTIOor/820mGJC1EBJPwYkwFC+t5cS9ExDgkccxkM7DWEo/1IUTm/ffe53bbDHxPUvMlt9KEdIQkAJ613OpLxD8gf+LxxyGYfvjRh7FOQmQ+/exTTKJe8uf8rAAu/g9o1rwZyVWId995FwsXLsAnn36Cq6+6GuO47SXEQt4VchWRtETUCWQTQkSsMXwvR9KSYoqJcZAfJMsWX6dOG2CtDu3jbbAB3Art1WtnbqdtiDbs5/XXXw8vvfQSZs+eg19/HY9Bg67DG2+8UUHcgHhLbR63tXxiU0Bv3quvvoqp06ZByNucOXNZZwDPs2D1CGkPlu0WkrjRRhtjN3rLxGt1wQXnoyu3a3vutBOoWEygWLSey4eA5lIEFAFFoMEhYH+vRc4AQnpEhADJvUfvQo8tt+CCE2L4iBtx/Q03xL+7OOTQQ+Jtrw25wPxKEnHjTTehuLQU5553Ln4aPRp9+lwG+Q3GyB9+QJtWrZFMJLHXnntCfj90E/PKn6ffffc9EM+FLKhrcTvniMOPwNtvvY3rr78+/qufCfTgyJe9MQZCgCK6UyISJS+RAKxBm3ZtsUPPHfF/Tz2FIfIOt6J69toJzVu2iH/jcuttt2ESt8PIHCBtCfm+eJrGjBkT/wB30ODBeP2NN3Ect15ku617t+444IADcfc9d0MW0BE334QSbqm1atsaUufrb76BwUOvx4MP/QNdN94I4hESj1Fzei1atW6FE044If6z7759r8bA667D++9/APFyyW9W5P0m4qUhsTGeH+Nc2KgI4gny2Z6mfJbOzyORSMa/6QEM1baxyG+b0iSWu+yyK3beeWe2dQi3ja7CfffdTxgs+4YEhGUIEZAtKCF1v7CN/a7pxzz34b7778NNbIts043m9plg2LxZcxhj4HseupDc7b//frjn3ntwxRVX4pZbbqHHrgBt2rRGfkE+8qiXIcFgdpIOD02aNKFHy49JXWPGwaN9+3axV+/222/D66+/gcMPPxyNGjWOcRw4cABJ5pMsry2KSGYuu+xyfPTRx7jyyivQr18/EqBf0YH9L1uo8nujp576P9x1113Iy8vHESznKfbv5ZdfjsdI6IToFNJ7Zq1Hr2Br6pGAELN11l2XpPVovPb663GZgwYNwqRJkyB2Jc/FU0Q19VQEFAFFQBFYQxH4XfIDMh4hIp6VLC5eHCN+7Xfu1Ak3DLsBxxx7LHb7298wgIvZbrvvDut52GXXXdD3mr445NBD4x+87sQv/GHDh+GgAw/EQQccgKEkJRdecCHat20H2eqQvwY69dRTsTvLubZff6y33nrxgiqL2eFHHM4F8Ur07Nkz/oujgfQAdVy3I2Sxlr7y6AlwXIFjzw+VtdRTFtl+/ftj7332xgUXXhCTgkbcStt1l11wzjnnxAtyRG+FeCoaNyrCueeeA/EK7H/A/pAfbg+nrkcceQRS3PYRD8gZZ5yBiy+6GFv06IHzzzsfl19xOQqLirD11lvhuusGYX+26aCDD8LgIYPRvn0H9NqpF87r3Rv5XKg32Xhjkp6B8cIv7Zcf/4oXKo/EpS09Hv2p5wb0iAT05sjvpc4591xsu912aM2tGSGWa9PLJN6uK6+8Et26dYPoXVTUKP7xeM8de0J+AyV/NXUR8dxjtz1wHt/vSuIinh/CAcP/rLEoyC/Atf2vxZYkrbJdJIv/WtxaknI33HBD7ERviMRbcAtNPDvyw++zzz4Hfa/uG2Pfm+25gHU0Ink54fgTcP7558f4OHZCp86d0bv3uVhnnXWw5157QTxEQlCl3BtuGIqjjjqKum+Ozp03JPkdjKPpRdtzz71w8823QP5aTIjebrv9DSNIpOU3P+JlE5K8IfPncatvwIBrIfaxM0melCu/HxPcDjrwIFx5xRUkRXdCPDwtSHCH0SY333xzGGMgnkWp+1pi/DfalvTj9dcPJUFqBZ8EXnAADBALr3yHVyztcARTMKspxhgYY+LsVenxjV4UAUVAEVAE6gUC9ve0lKndkCh4MNw6cRSADhbw0xptWrfGrlyQ/rbrrpC/sJIF1+PXd1FhEXp07wEhG425WIonQRbCA/bfH/Jv4KzXcT3IX4Tlc2H79utv4r8Gy5VnsPlmm+PX8eMxduxYCMFJJPzYO9R1o67xXwD9bde/xWTJxApQY4OYDFjeG8MbV3Gf5pbSxiQde+yxJ7bfdls0b9oU0sD2JBs96MnJT+fBZ/4EiZpPfbfbdjvsvtvu2GP3PSBbau3btY+9H6wBYRDSW9EI8uPbww4/DD136hl7YTxrIURLiMn+bNe+f/875IfUIUnM+tya25Zl+r6HF198Effff39MZtZeex16yL6EEIvmJBnirdiV2MmCLnV51GerLbeEkKIiekPkWSOSNvGE7bjDjpDf1ki+JLcLt9l2GxKtdpjGrb0zSc7kNzGbb7YZ5nILaOrkyVi7Qwck6E2ybCe4cDdr1hS7kpRW1SXlpLhtuMUWW2D9DdZHB+bfseeOEMJnKttWUFgAqUcIqJDPpixDSMAmm25C4rd17JEi6mhOD9V2JGyyzbQ+ietOxEj+SswYA/mLsD3p3ZP+l/6UHz7/fd99cSi9hN26bc4y6KWhfUmfdSaJOuSQQ7DPPvtgbZK+ZDIRk2Dx1EgZUoeUIb9D6tWrFw466MC4/F1IaluS+BQWFMRbXC1btoz7xhgTk0MhjUKy5C8NW7VqiTRJrTEGPGuIEUiWLrQrOgiX/uxPpBrzB3X8iXI0qyKgCCgCisDKQUC4wW9KMpz0PWfgw4OJAMu9L0OvjxcBHu+rRJ65MMIfCfeouAazQC7EJl5JGGcoi6V4keRPvC/v0wfDuIW2N70HstDFX9PM71mP7wIR88dpDIV8Sb2LCVvgwYi2lUKd5Z5tkHZUCNP4vrSjpoCHrE1VwltUxatCSZN/L2dxccSlWqRMIRzGGngkP1tutRXkt0xXXXkVLrn0Erz88suQbZ0iEkTLgj1jUVPES+PBwPI/j6FnLYRkGWNgTLUIoQRMTKpkm0+2DS+84ALcevPN6EYSud/f90PST8T9tggjQk44sWxhRmIkGP+RVPXFskNWyfKWnY/UarF8gHi6lkeqywZVXrKcynv89ojfY7KEDHhW5l1Mjwo8JM+fFWOq+4yFw5jqe2Oq4/JMRRFQBBQBRaB2EVg6+TFAPr0ojQoKUcgtnKL8fBQxLOQWyuKSj0I++yMp4HPZBhLJy8uHhLJlI56Aiy68CPfccw/6c1vmgQceiElC23ZtkUwkIT/ETXOLSLY/xFMk7+Wl85Cm5FG3mpKfSiOf6TUlL5nCkpKfTKOAeatE3ovrkvr+QCRPis/lX1auErlP+UnUFM96sccimUhBPB7Dhw/HLbfewvb1xxOPP4G9994bsu2S8hJI0duzpCTpsUn5Pp/5sffGYx7PZ5mVYj0LIYLGGDTiFpj8G0j/evppbmv1x5133gn5bUsbbptJHQl6TxZJIkFME0gwXFni+wksW/zlyLO0cnx4xGGZ4hEbirWVocSXIp61MEsRu0Tab+49GxNQy3xV4rF8Y8zvkhljKp7JMDbGSBDnjSN6UQQUgXqOgKrfUBCwS2uIeCEaFRSheZOmaNa4McNmsTRr1AQrIk1Zhmy7NJGQ22GNixqjcaNGkN+ZdO/eHX/jtpb8NU6b1rp2cKEAABAASURBVG1QSMLVqHEjNGnaBBX5GjNv43ixlwW/cWEjNF1CmvC+MfVdTCSNBKFxDWlEr0sR81WJtLFRUdGisqV8kSLJV0PkPZGa6XJf8a68XyGNWVaSW1OyQApZa832bLvNtui1005o07YN5J00t5wKCwpQmF+4FClAQSVBLEiTKMaETsJqSbF8KUO8IoVFhejUqRN67bwzunTpisZNmnBrJx1vYUm+mpJIJZFcHmH5yWQKfyRSboLkKrk8QsKVXBHxE0guQyrIl0+CJeLFhFG2/JYU6Q+fpKWmeJbEhuTEs5WhYci4Zy08WyEyDqpIT1VojInJjDHLDmVsGWMkUFEEFAFFQBGoQwgslfyIfgYG8eQvi8JfFVj+J+WJAJYLgme82DMjC5woUZBXAPnfLUi6Bw++8ZnPUgt5h+9X6hA/57s1w9/Tk2/yfSmjQizfW1wsPOpiDVhXlfCtOG3ZoQFYfrVY6phOpEhg8hYt3BZAimmFJDOGuVN+gikSW5pY6lElhnERMKwQA7DcJJL0HKVJUOL/vxe9ReIlyyNRqsDPMr+Ix7BaPCzff3wTlnoujxjm+yORMgx1XlVi2U+GOlgDXnnB0g/RY0nx2FciVenydlV8USjl/0VZukaaWt8RUP0VAUWgfiNgf099WchNvKTY+FoRX7Gr5QLiUaSkCgEXWLDcilC+yC0kbuBxUZIfI1s+FZF7CavE4LeHYd6lCus0hk8q5bdvIn6zquyKELFuFtWhYXxppzEGxtQQZqpuJ9gWA2mLX+lJiJ+xfZZiliqGJVSLhaEu1eKxLhHBS8oUD4eJ81hYKU/i1uNVUheXJcv6/XvA4o/F8PnyCLOt0lN0sMTExC0Gr0sX6KEIKAKKgCKgCNRAQNa5GrcaVQQUgeVHQHMqAoqAIqAI1EcElPzUx15TnRUBRUARUAQUAUVghRFQ8rPC0FW/qDFFQBFQBBQBRUARqD8IKPmpP32lmioCioAioAgoAnUNgXqpj5KfetltqrQioAgoAoqAIqAIrCgCSn5WFDl9TxFQBBQBRaAaAY0pAvUIASU/9aizVFVFQBFQBBQBRUAR+OsIKPn56xhqCYqAIlCNgMYUAUVAEajzCCj5qfNdpAoqAoqAIqAIKAKKwMpEQMnPykRTy6pGQGOKgCKgCCgCikAdRUDJTx3tGFVLEVAEFAFFQBFQBFYNAqua/KwarbVURUARUAQUAUVAEVAEVhABJT8rCJy+pggoAoqAIqAI/DEC+rSuIqDkp672jOqlCCgCioAioAgoAqsEASU/qwRWLVQRUAQUgWoENKYIKAJ1CwElP3WrP1QbRUARUAQUAUVAEVjFCCj5WcUAa/GKQDUCGlMEFAFFQBGoCwgo+akLvaA6KAKKgCKgCCgCikCtIaDkp9agrq5IY4qAIqAIKAKKgCKw+hBQ8rP6sNeaFQFFQBFQBBSBNQ2BOtFeJT91ohtUCUVAEVAEFAFFQBGoLQSU/NQW0lqPIqAIKAKKQDUCGlMEViMCSn5WI/hatSKgCCgCioAioAjUPgJKfmofc61REVAEqhHQmCKgCCgCtY6Akp9ah1wrVAQUAUVAEVAEFIHViYCSn9WJvtZdjYDGFAFFQBFQBBSBWkJAyU8tAa3VKAKKgCKgCCgCikDdQKCukZ+6gYpqoQgoAoqAIqAIKAINFgElPw22a7VhioAioAgoAvULAdW2thBQ8lNbSGs9ioAioAgoAoqAIlAnEFDyUye6QZVQBBQBRaAaAY0pAorAqkVAyc+qxVdLVwQUAUVAEVAEFIE6hoCSnzrWIaqOIlCNgMYUAUVAEVAEVgUCSn5WBapapiKgCCgCioAioAjUWQSU/NTZrqlWTGOKgCKgCCgCioAisPIQUPKz8rDUkhQBRUARUAQUAUVg5SKwSkpT8rNKYNVCFQFFQBFQBBQBRaCuIqDkp672jOqlCCgCioAiUI2AxhSBlYiAkp+VCKYWpQgoAoqAIqAIKAJ1HwElP3W/j1RDRUARqEZAY4qAIqAI/GUElPz8ZQi1AEVAEVAEFAFFQBGoTwgo+alPvaW6ViOgMUVAEVAEFAFFYAURUPKzgsDpa4qAIqAIKAKKgCJQPxGo7+SnfqKuWisCioAioAgoAorAakNAyc9qg14rVgQUAUVAEVAE/goC+u6KIqDkZ0WR0/cUAUVAEVAEFAFFoF4ioOSnXnabKq0IKAKKQDUCGlMEFIE/h4CSnz+Hl+ZWBBQBRUARUAQUgXqOgJKfet6Bqr4iUI2AxhQBRUARUASWBwElP8uDkuZRBBQBRUARUAQUgQaDgJKfBtOV1Q3RmCKgCCgCioAioAj8PgJKfn4fG32iCCgCioAioAgoAvULgeXSVsnPcsGkmRQBRUARUAQUAUWgoSCg5Keh9KS2QxFQBBQBRaAaAY0pAn+AgJKfPwBHHykCioAioAgoAopAw0NAyU/D61NtkSKgCFQjoDFFQBFQBH6DgJKf30CiCYqAIqAIKAKKgCLQkBFQ8tOQe1fbVo2AxhQBRUARUAQUgUoElPxUAqGBIqAIKAKKgCKgCKwZCKxp5GfN6FVtpSKgCCgCioAioAj8LgJKfn4XGn2gCCgCioAioAg0JAS0LVUIKPmpQkJDRUARUAQUAUVAEVgjEFDys0Z0szZSEVAEFIFqBDSmCKzpCCj5WdMtQNuvCCgCioAioAisYQgo+VnDOlybqwhUI6AxRUARUATWTATqP/lxa2bHaasVAUWgPiHgUPEfGC4pDWgSW7Ipci9Sn7pKdf3TCEgX15Q/XcBqeKF+kp8qlEMitqREnFgiZogYifhQBVgGBvXhuWN/BuxXnmwP+53dC3YvJORyEjESMkFCPq27J02T6la3gfo7NipyEbWXFqg0TASCGv0bIYjtNapMk7uANivGwaC+nrRjBByUAdtBu2bjsEikeUzjCcfHi9KZXePs8HqMA6cu5NgEEelmkRzXHOlmJiOe7+RGJE6oG5f6R34IoOPoEYEhiGyBi9ElxsYhNCEiE0EGGeIMkkmlvmPhpAst+5V9Gzr2sUy04CHpDCpOGkdFpG5fl1DTGAPLdhjasUFYabWGoUrDQACVR3XHS7tQ2cMWHtj1cqI+HzJGIx8IvAgZG6Kc4zXnOUTWIWSYY5hhKzOcpyVdxaEhYBCwX3nCcl02FJANmXpgyKQOVVrWj9Bx4MTkxkSIOLhCDrLQBjSiHAKbQ2iCCmFvBFxUVAwaAgYhJ80Q5QhRBucFcOx3LLJeEy8jqE6ow8bMBdBQvSqRyYKtAum6ZWgoNF3QtFX4BdMgcGCXk94IxQE5QKU4ePRmxu1zFiayQBWhp3nUxzMyDhkTUUIEtGNnGBrOyRyrEeORpPGJo58gVCEaxKYB4OBcAC9HCSJ4FD+kbVfOyHXZjjni6rJ6v9XNcRF0HGABB1VZWAKRcleGsojxqBTlUVmllKPcZVQaCAYZV4psVIxMtBC5sAw59nOELLhqoOqo4BNyrUqpa6H7rULi8hGbjnL8YMqyOXQeB+X8fM6oBA0Igxz7ViSQMAOTo4Q5mDCAyzEkCTa23k3HS9izg6FX1gty8DOlSGfKkVdahkRpCaUUqbJS5JeVIa+sHOm6KKrTCvVLkn1qSkphSsoAhsjSxmnPnNYq7KOOTsn1crSF5MzFmYWYMGMCxkz9GWOn/YKx03/BL9PHII5PG4uxU0dTRqlMbSAYTPsJv1B+ZR+PY99OmfErMkEpB5ejIP7OMBBzrqMjDZXHUtSLggDZkgUoWzAb5QtmIVc8E0HJDJWGggH7M1cifToTYcm0WHILpyIqncU+no3yhTPhghKAxKHSSupl4HHfK50JYSbNQMkXo1D2+fcop2S/+AEiuc9HIvjsR+QomS9GQqWBYPDlSJT9MBLzf/gBs38ajbIZs2jKFfOyXGOReU+kDlm2rBZ1SJ3lUUV8PxFCThTzS+Zhfuk8zOYkMrdkNuaWzMG80rmYXzKX4UzMLZ2q0mAwmI55ZezfMvYt+7m4vJi7BI4fF/HQig1HxpZIfFOXL1SS6wRigUP8wR9lEWVLgdxCegLmIsrNUVk9GKwC3KU/51X0a3YO+3hOHHfZuQgpjh5NGHr7+FFXl812mbrFQ5FLSkkGZtY8+NPnwps+C6BEM2YC02bBTJ0NK2EsM2GmqdR3DMA+DGdMRzhrJrJz5yBH7w93QEnm45Mz3DItZ7VkoKWulnr/eqXxAhIh8iIEXo4SMB4ilP3lWHK8z6p4DQWDHEL2dchRxZ5FaCJUkYfYmOKJlzEJGdTNU5RziKhcRYwRMMY2Wab6yMF3WXjIUMpV0DAwsCZDn2Q5LLfnfZTB4xZugiEolm20JguYABBb4LXenpyT4dOS41XFsc0RPbIyTgOO1xCR/MDJRGwe0xCytRKqyIxQn8WwL9Pczk1z6z7pAvZ5yD6WeQ3sY0Z5imkwqFNnbKZ1SqNlKGMIreGwAg/CC/n9j0hEwiMhuIg48D/rIINNJWoYOJAghAYIjWF7KIaTLG0AtIcKwco9VnFpse2yDglBe7X0ZPqcODyKtEwl4ihvGGKctMOxPQ7ymxggZBhReM++R2zD9W4qxpJHxLGZ8wyyJECBNYhkvHIeznoOIhmGOQ8IGIZMV3FoEBhwbvZcDj7Jj8xjMp+JRDQQR6mrZz0ccYZfUDYW8HCcPBYJO6ECbAPnPEpCxTUMDCL4iOgLiQz7tWIZAUiAXLxwoN4cjppWCaOVZ8RWUEh8TLwwWi6MvoprKBh4MFFFWxAlAMbB+QlsH2R8gmMUSdqCpdTv03GMWmfgh+BiyDByHK0RYCpmaQawZEXkP7AcCCqo9zjIjAzOXVbmLs7S4JoMY9jncUzuEB/s7zisIxdbR/RYbjUM+B8HV/yCieBkNPHGVqYL5o7piO8rJhzDSWYFhWNWy6gL2IF9CE6sjv3KuZP9LgPLIT4qgzheaQ9xvA5eDHUSYYBFascRx5ZJKsVZNs5TiQlC/cfBsB0iTmzYkPyQ7CBOq+jnRcSINIG9X29PQwv2OTcnA4MUyY8NIwjRSQQWKZHQkBA5eCRECT5PqqAhYCBEV9ZdMVzL/rcSoTiKxA1DyI2Ri9zUDRHd6oYmf1KLyIQIbA6y3SXgepGHROixFMe0LJwJOBQjFTJx0wDEg+PEaSBuVcd+DylguzwONgbgYzgTMRqhrh+GClZJrDhnjogerdD4YCv5VE6ZKFRifIhKfQ4NZC7KwXHyDyw3NCmwEYyR33eVk9Ln2OERRfqbQT09RfsQtOAohOU2iPNCZBJsvU1ybk4iSQIU2gDZRABGVbj61n0csBz9ZJDxk3AuSY+fz763iDxHPxAYp4SOzyLOzWIhdce4CX/dUeZPaWIAmUwIa8Vri3BlhJMMnzKdcag0DCwAdjnkqOhzLhbSzzW6tyJdctQ3kZaZ2FJjzaVd8V2Nxuk9oanveLAJtOKqVoDLQdzr8m+ixP0rz+u7VLdOYhylbJmhB92y5WyuUTSxAAAQAElEQVQxbVvSnQFUGg4GYdy70qliv7FVQ/qZJs5GSlp8J5E6I7bOaKKKKAKKgCKgCNRJBFQpRaChIaDkp6H1qLZHEVAEFAFFQBFQBP4QASU/fwiPPlQEFIFqBDSmCCgCikDDQEDJT8PoR22FIqAIKAKKgCKgCCwnAkp+lhMozVaNgMYUAUVAEVAEFIH6jICSn/rce6q7IqAIKAKKgCKgCPxpBP4C+fnTdekLioAioAgoAoqAIqAIrHYElPys9i5QBRQBRUARUATqHQKqcL1GQMlPve4+VV4RUAQUAUVAEVAE/iwCSn7+LGKaXxFQBBSBagQ0pggoAvUQASU/9bDTVGVFQBFQBBQBRUARWHEElPysOHb6piJQjYDGFAFFQBFQBOoNAkp+6k1XqaKKgCKgCCgCioAisDIQUPKzMlCsLkNjioAioAgoAoqAIlDHEVDyU8c7SNVTBBQBRUARUATqBwL1R0slP/Wnr1RTRUARUAQUAUVAEVgJCCj5WQkgahGKgCKgCCgC1QhoTBGo6wgo+anrPaT6KQKKgCKgCCgCisBKRUDJz0qFUwtTBBSBagQ0pggoAopA3URAyU/d7BfVShFQBBQBRUARUARWEQJKflYRsFpsNQIaUwQUAUVAEVAE6hICSn7qUm+oLoqAIqAIKAKKgCKwyhGoRfKzytuiFSgCioAioAgoAoqAIrBMBJT8LBMizaAIKAKKgCKgCPxFBPT1OoWAkp861R2qjCKgCCgCioAioAisagSU/KxqhLV8RUARUASqEdCYIqAI1AEElPzUgU5QFRQBRUARUARWLQKOxYsw0FMRgJIfNQJFYHUgoHWuRgRkCVyWrEb1tOo/hcCyelKeh8YgZy0CSsRlzzgLG1WIxMF7SY+YLzLAIqEmroYwuvSTmQzFikRg2YDc8xbLEqzkIzRAlVS1Q3Soqkb0Eqm6X1NDJT9ras9ruxUBRUARaAAIcK3H8kpMTsgEZPGvekcgYBLiQrD4IXkkRUIRiS9TljtjRUlx3RXRlXKtql7CuJ2sQOIrpfAGVIiSn9XbmVq7IqAI1DoCshQsS2pdKa1wBRFYtMDLIv87IqTHo0dGROLS+4tVV5kgZVnmq5L4fillLvau3FS+z6wVnh7eO4o8qm2RNopIG2rqHytGZUQvEUbX6FPJzxrd/dp4RUARUATqNwLCMZYpZCUxIWAY52Uora4MJBqLPBNyVFMkrabEGZdyEUJRtc0k4ZJlL+WVVZIkunusXEIRIUBSkbRBwrolq08bJT+rD3utWRFYfQiYiqnQOc6StaDFYvVU1l2z2trRQmo0/AC2sUSoCN1SQsmpUj8QENuqkAp9xaQrxCEOmWy5pxVbPBMkb2SBiFYghEWEWcDb+Hc6kq+myDPHi0gkoTyUGxHeV52LbmnfUqaUX/VMQqlXwlUqlUoYY9hiLBLo8RsEaAK/SdMERUARaMAIhGGIgIuATOTgJLnkJL0qmh6xPliDOGSdIe8D6pELA1lzAMupiOmVc/eqUCEuUxaluA7qEickfMBw3VtCoEetIrCilRl2nvG82IZIdQDaEAz7U1IYN+znMAiRi0JEjDvfQ+RZZF2EKJGIfxgcjwNAXltMwEPsRWzWsSzH92TcOOZiFaDFxmSJ2aQ2gOWLxydk2aGk0KajKEJIccwkYpjG6Co7DUuWOji8kOXYClh3rAvT4/p5iT1BDJm0Rp/Sf2s0ANp4RWBNQ8DLy4PhYmB9WfhN5VS+alHwWJeLHKxM/pyZPS4UfjIBP5ni1zlnYk7SYJoxZpUqYoyFkK7IsR7Gc2UZ1s84liarVBUtfCUgIMQk4CIf0W4c7UcWfFoTHO8jdqks/Mm8NGzCQ3mYQ3G2HKVRDiYvidJsGSSPYz5RRbaIwJd5SgBJj+QBCVMmyKGcYliOiCQvKUJyAo4reAYhHxrPQuw+IbYvNi8kTeycz1bVKTqXRgFybEyC7TZJv4L4SRtFKiuuEa1MWfMCJT9rXp9ri9dwBKJMBuDCD07EhrOg42WVu+Q5+cd1WJKPIIjrD7I5RIyzesSH45X5eF1lZ0Bvk6EO8kWeY91CwMB7R/JTLYBbZRpowSsTAUPC46WSJBsuJjKWnryAvRdyZXPsVyFDZbksykmQhPDY/BSKgwymz54FLy+FOF+lQrFHhHEhRDWlPJeDn07CI1kXAlUaZJlr8dNxHBljENsWjSeiDmJf4mUVgia5c7R363kSXWUiZC1KWmRIfhaS6MXtIwkT/aoqNYyIMFijT5rIGt1+bbwisMYhYDgBW7r8HclPcUkpxo8diywn+FUKhKmYboXsyKKU4+20adMwe9YswFieFo5fzTFBwqo7PE+8XRb/e/U13HPvvZg5czY5oCwZNeukcjxrpmi8jiJAspyh7YaIMH3mTMycM5tbWiGs53HbJ4dUfh5mzZ2NKTNnoIyen/FTJ+Oya/rivn8+hIVlpRCSQ65C6otYwEPuJb1KQrKiJ55+Gk8/+wx8Ei2QTDDbYmf8DgmPjC3x/kTc+prOOktLS2nXEV+x8PheQF0Xe3El3wjpWpgpw8tvvIpnX3oBC0pLYHyPmlVUJGbN5lTcrOFXu4a3f6U2X9h1TakoPDY3RitCEw8xw/uVc1bUR5M3VeLgaN0V6WDcxAKz8upcOZr/fin6ZGUi4FiYSKUtgHbAr2CIC9/z8f6Hn+H40y7Djz/9QjvhJBkxn2RnNojNWB+hoXgp5EwCziYQRBYhPDi+LwtESNsLHJcfY7mYJCvKAe3RGkRxWSQcYIG8t1wAPJY5eexEXH71UPzjsaeZk2WRiFFRRKzT8XkIlsV35H1nPNZn+ZVuEbHOwFjkWG7EvKyFdThEzBuKbtQrZH5QwghwLMcxv5TnfHoI+F4YOnz0yWf417NcHErKYOghMFxELYVaUg1eHYUxPes4Auwm61ss5CJ/28P/wL1P/R9KSDBC2lrAZwvp5fzHM89g+J13YtrEqShM5qFZo2ZI0qaTzGAztCD2fzkJQsA+D2krOWPifwwx4AeCpa1n55Xg7Q8/wjsffwpumCGkbQUsu5y2XO55tD0Sm8jAB5dTehNTXgI/jR2PvsOH4633P4TxfGSNQ+gBlu8a1h0yDGigOaZl+FrEelkQ6zXIeMxL8iSjhiYZpzk+D9imnCTQ1o0zsPwvYlx0ijhmRH/LMcBi8b8PP8Drn3yIDD8oQHtnzSzeAHwPfAd6gLArCisTgcg42helZqE0OOMsYok8PqER8rpyTi46NkBkJawU6hCxishw8aGhywDhnL9yqtNS6hkCEfWNIP0fVQ53WehpIghzBvNKDX6cOAsLyzkvOp/5PFoMjYd5I9rtnHkLMXbidHz63c8YN20BFpQ5hDYPmTDB9KmYOmsmcob2l7BYUJ7Dz+OmY8qMuXBikyxt1uyF+JWLTml5FoaTd8jJ2MQ1JDF28lxMnFWOyKTiZ0wGuFAEnMDnl+Yw7tepGDVqDEaPmxCXXe48zC7LYPTkKZgybz6yXLRMKo2IxKk0k8WP46dgGheqAEmUBx6mz5iHn8dMJLEbRz3nozQA6/LguPBEJHNZm6KXwEC8TRZcQhx1JIlzVIRNJ2561nUEhAtEJPNCKH4tKcavJD45jyQ3x7mQNpmlbUxi2hjai0fbbVvQEsccdDiOPuAINHb5yM8lUMr+/nHBbPw0eSJtazJmkjBNLi7GyOnTgMBH2hSgNATK03mYXZLBqAmTMWrSrxifKcbcpM+xYJHgvO5TjzwyDy8bopQG9MPcuZidi2ifBtmEQ2AieI5FhhazuQU2kWPnq8k/46cFMzCP27GILIoR4psp4zB93px4vbDWQ9bzsDAT4MfpUzG9ZCHCiGUFESbRazpq0iSMnjUD4xbOR4bkPsp5SIVJFCf5TspHxDGTDD3Q6DluLWAMxwAQGqzxB9GoqxjUY71o4KJ9RAMTMhTZiIbHwVhJUABZkCTHXxcHVhILy+KA46rDiKQxkFOiIhJXUQSWioCBLzYSBXD8LyLxCTg7fvrlt7i8b38cdfQpOOXEc3DqySfjtjvuwsxZczGHi0lfPht8/U0oIauISJzeffdjHHLocbjpptsR8r68PMKjTzyFM8++DFOnT0dsnlIPdXAU8CLeFgkr7NYiCBymTZ+NIdcPxwknnY3jT7oIp5zSG0OGjsDoMeMxY+Zc9Ln0agwdegsymRAhFwz4abzz3kc44YQz8M67H6CsPMDrb76N3udfgmNOOAdHH3ceTj3jHDz7n5dQRvIkZAcyZpyD5/moOKhMRUSv9QgBWcDyA4v8codGoY/8jEN+1qCQ8TyS+zSfFZCYhOzrBWmD6ZmFGPrUw3j8/Vcxzw8wJ8/hmU/fRr8RQ3HBkGtx3vXX4tq7b8Hgh+9B72HX4efMHMzKCzEjEeLHBdNxHZ9dNLAf+gwYgCHDhuKb77+FSXiISOplvhfoDC+G9hUxzHDOtyQ2+bTVwhwTSMAnzpmJ/vffgRMH98dJQ4finOsH4MGnnsSsefNQMpf63XQrhj/yAIq5bngcRyHffe37L9B7aH988c03yGQDPPLhazjp7utxytABOHZAX5x/34144eP3kSyLOHoNh5QIqAVgnYQmjvMBSZWBHiBOisJKRcDEJmZAC6uUCM5EiCiyPRByMMgigJV0GNZnWGAs7E7Dck2chmoVaPzQQxH4XQQcbSVL6wngmCeiV2Tc1Fm4sv9QfPvDGBx11EG46rIzsFmX9fHQQ0/invv/gUQ6Hy3btsOX34zD3PkZkpA03nr3I5KcWfjux9GYPqsYxZyIP/n0KzRtVoCmTZsDtEuaKpwhxaJYuHhi9sBDKubDcnqPBg0ZhhdfeRN77rsvBgzqhwMOORivv/Eu7r33IRTkN8ba666HN998BzPpVQK9RsX0Er30yhtw/Krt0nUTfP3NSJKlWwCbjyuuuhxX97scbduvi0FDbsKbb70DY7gw0CMQgXpwUawgQ9CjHiIQUecMvRylKXo6yGOn0hvz85wZGDVzCn6cORU/zJiMyblSyPOALCBBsjuxdCEml86np8Thq59H4bZ/PohcSSkO+/v+OOygg1Gey+LdTz/G5AVzUOxHKKa7Jkh5mEJPSyqdwglHH4m/7dwTo8aNx+P/ehqz6XWJPMs5np+1hgrxlEAk9sibMN7Kmp90GB8uxOV334wvR/2IE3bbD/cccxZ269wdz7z+Kp548QUUFTbGOh074pUvvsS4EupIO81wTLzx1RdIuRTW69ARr338Ie558gms1bQNhh5xJkYcdAoazc7hwX89iXemjgadVJDD8CLCoOKUMVYR0ysRsBQ9VyYCYmC0OAkcIkSc5CMSH0cWH5H4iBfIcdJdmVXCcfmIRSpml0rlS1TAJ0uk6K0iUIUADSbKAZykredxywj4D8nEqLET0OfKK+l5OQ2HHnQQLutzKbbddnv879U3MWXaNGzevQcWFs/GhAkzSIDK8f4Hn2PLbbpj5px5+GXCNEyZAC8wLwAAEABJREFUPhe/jJuKHXr2Qn5BYaXV0/ppjPKV7Bgax2opIPUS+XXiFLzx1nvYauvtcewJp6D7FtviwIMPx9923wtvvv0Jfp0wCXvuuTfKsxHefuf9+PdHU2fMxyefjsT2222D1q3a4r+vvEYP0UKccMpp2G6HXthux51x4smnsfgUXnjxZRQXl0AWTVHIGBOTIehRLxGQfhQPSVnSoowk6HOSmf43D8NVNw7BpUMG4NpbR+CTUd8jTBjkw6dXiPYnhJfbUwl6N59/7j9YOG8Brjr1XBy51/44Yvd90Ycex83X7QyfHqQ8L4lCbicl6UHq2LQpzjr4SBy561446sgjsc3222DUL2Mwv7QEhttfEW0pNmWAHxMUgGEEch4U0OOTykT48fsf8OXo0dh6112w0992x2YbdcN+++yPdbp2wUtffoSpc2Zhl+17covMx38+eAtlaR+zFizEp99+je5dN0J+y6Z47tP3UZ5OYv+jjsJaW3dHxy2646ijj409Rx+M/Bo5+T0fwLqB2MapVDzOeGtqCKNr9MmVco1u/ypqPK0tLtkg4iCTL0sDE6fIXwFwjAC8WM9DSJeoMYa3Bit2GC4bJD9RRei4HwyuKgbyn+NVBPEg4FXPWkRAfotSJVJtxL6We4mL8KMOnIclWvvCiuU3ONYa+LLnxZkgtlPfh00mMW7CZDRv1Q7rrLMe8tN5kCztWrbCDiQT02fMwoSJv2LrrbdCKpWP7+kdGvvLZCxcmMFBBx2AHG1w5Kix+GHkz0gkU+i2eXd6ivLYRkcBAuJQEZNbAxipXEIPEydOxpy55fj8q69x3HEn48ijj8OJJ56G/3DLqry0FHNJrDbbZDNssMF6eOLJf6OUW1xffTcK8xbMx7ZbUp9EAuN/nYD5Cxdg8NDhOPDQI+IyLr70cszmwjKLX+8BF4cEx54MiorxyLpRZ486pViV/UooIjYjCtaMy31tifRcynhIyPyXC9G2eQv02m77mED8ffc9sesOO6ENvY5eLoLPLVWbdbEtJ60HZHKYOH4c1m7TDpt37IQ0yVBBzqJTiw7YrMMGaOwnYEsyMJT8EFivUQt0bdYahdzmLczLx1prr4UM5/dMkGWYk2kXVIVm5Ug8HMDZN5M0yJF5cLjBcFxMmjoVxVEWL3/8Hs4YdDWOufpiXHP9EIwcNQoTc+WYVV6KbhtshLWbNsGHX32DceXz8MUvo+AyAbbtsQXK+SE9Yd4szCAh6n/TcBw38HIcN+AyjLj/bo6/YsyYNRMyz1jWbYzh/OJgjIEBQDVigYMeRMBS9FypCNS0LIOEl4TP/8JsCBta+JGPLAcdeMifQSYSSRhrYyNl0p8/OehdxNdIeCT0WV+Cg7bK0Ct+3BpnYCY9awuBqsXAVvZteXk5jDGxBEGILCdqGIBJqPWDrn/I4s8ZOZfjVhdNVoiYpJWVlZOQB1TJoaykhMTIJ5mh/XgJTqqg7WaR4Fe0c1msu24HEqAt8MnHn+GLz7+C71ns+redsEHndbkd9h2+/u47bNCpE7p07oyQxMUFAfOQXJHsiN1L433af8DKqQJyuRxatGgBS8zatWuHvfbeEz179cQ+++zNL+0jcMpJx2H9juuiaaNC9Npxe4z9ZQLGjfsV4gFq374d9txtF3ic0YoK8tCoURG232F77LHnntib7++11+446YTjcMwxxyAvL48ELIjrsaulAwhvPTsD9l2VTWcymXi+MoYGzHYsIkAktbyt1ZPdjRTnVq+kHI2cxSbcFjp67/1x3L4H4Nh9DsBxjG/KLc88esYzLkRID7z8CNp5nJsL85HKL8C0ObORE88NvSxlbGcxbbWctpgNIni0ewsDaTsviDh2TRggIAbye7WwkkmEJEFZvpMjBpb26xlL76JDhhBlfYtSkqBsQQp+k0YI+UzGxfZbbIPtum2JXgwP2X9/7HvY/mjRoS1aJPOxR7etMHr0zxg9fzre+eZTrE/StdF66yNFnfJCoGlhIXbosQ326rED/r5NT2zXY0scceRh2HLLHkjwA0Y+qh11kn9bSPquqlOoDlvDO0dZw0+7hrd/pTc//j0DSxXyYUlIwHXEdwmkkEaeKWCYh3x+LcuEUVhQyPHE4cPJ3xgxS774J0/LLxgDD4BFwAU14GIWcoAyQc/ViIAxBpaToCzoEiaTCYRRVV8DnmchZBX8GsTyHCszDydvkPiA06AvRJm6BsbnpOzDJhIAp+1Nu3ZCUF6Ml198HkEmh9LiDMaOn4hnn30WHdddC5tusiHfzmKH7bfGl198iXfefBvbbbsFWjQvxK679MR7H3yAkSO/x2Ybd0XjogIk2V6f9bhsVnbXENJWRYUMF4vIWMjiEhmgUeMitGvfFEl6jI455ghcdumFOPrIw9GkqAhF+Uk0b1yAvJTFLjvtiGQixGuvvYHXXn8Du+22K/Ok6Iky6LLhesQX1G07XHDB+Tjt1FOwx+67QTxHhSRGyVQKoPbWeLwaoHIBY0TP30HAI1mWPjLGIEEbMaaCEEiaLLTymvU8CWpVZA3P2QCRT7JOj0qWE64hOU/lJZEg6UglfdD0kHU5lNNuSvM92jlQxrFYjBw23aoH5tHbcv/L/8Isl0FJnsV3Uybg3W+/RCnLKrMRMr6BkJgMy82lPWSSBimP5ZKEJMWCIrAOi2QqiVQyyY+HUFKRT7tukkkgGXgwXAccvTcbtu6Adf08bOI1xYV7HIK+R5+KQ3feHYZjrGkqjSRxTfO9w3fbCx63Z1967b/4/pef0GvzLdCqWVO08pLYYe1OKAwM9ty2Jy7Y9wj0PuAobL/FFshly7G2eLm4FvhstPRLkn2VoOfWslcMRU4JRSS+Jotgsia3f6W23XHRcHRLIp5MDV2MFlEmRLY4QFjiUDKzFOVzMsiUZePJPpPNwHoeIq4CIiuijGyrWePhvy+8gltuuhVzZ89lveDgqykyRUCPWkZAFgZZNIToRiQ50lcBF/uQX2RCfDjPAdbUslasjhM3r4i4AIgOEe32mRdpP3fci1tuuwOffvQB9ttzN+y9W088dN/DuOCCCzF0xK044bRzMG/OTJx43BFo06oREJVhE5KkNBeZTz/5BHvuvgsaFSbQqfNaKClegF/G/IJttt4C1snMLxLB8j+fxAacvA2/qr/9YSTuuu9e3HX/ffjvf18m8WmNY48+AmPH/IDzzjkDt918E/pcehHuv/dOmCiDAi5gSY6x7pt3RffNNsY999wBz3PYZ6/d6F/N8RMjh/323RMbd1kf/fr3Rb9+V+G222/BWWeehq+++hgtWzSPvVm+70MGiQPg2DcM9PwDBKLKDzQh81kSWAllcZV0ay2MWQ12TH0dbTdrQmR9MpAUCRltwZGw5OiZzIUZ5HJlJCSWZMWLPxHLOfAaw6CATDttfRy8177outZ6eOjpJzFoxDDc9c9/oP+NQ1EcZCCk3DeWdgUkPZaNCOVhVm7gsboEJc2yPM7fFmJHEeTD0/cTkDGf5Trw+qjvcOdzT+O+55/BO599ig07bYh9/rYnXvjgTZz30I0465X7cPb91+N12n7rDNCMHyE+6+lIz+eOm22G9159jd6mHHbYogeCZIh8eo/23XFntOIHdL8R16Pfsw+g74v/QO8br8O0n8egiynkeHMQgurTxkXCTDmVo4J6LoaAXexOb/4SAs7QxkQqSzFMePH5l3HVxX1xxQVX4+pL++G6awbjsX8+htE//cTFJ4K4JI0xHEKVL/1x8JunhoMzU57F2LFj8fUXX2Pq1CksN/xNPk2ofQRydIMbYzgB86uT215vvfUWnnziCfzwww+QhSPWiBNnHNbmhaQHtE1rPbRs1Rq77747Jk2fjc++/QE//PgjZk6biiaFafS74lJccsHpmD59Jj77/Fv02HJrjOACsf/++9DrAk6wDmut1Q4HH3gADjlwP2y1RTfacxm6dFoPRxxxAA44YC9suGEnTt5cMCA2KVQDCPmVW5BXiO132AGt2rXFZ198he++/wE//fwzZEvl1FNPwuBB15KoNMHbb75JT2kC/a65DCccfwzy85L0cJYinfRwxuknoucOW0Pc/Wuv3R4RFzvDVanjOh0wZMhAHHn4QRgzZjTef/ddHECdhw8bjC16dEPIrY1O3I7bZZddkJeXrk3k63VdsqCXcCv0jTfewOOPP46fOIdJmogxhpNfRf/WZiMtK2tEItPcedi+y8bYZv1OaBZa5M0vR0sk0JQfn1u1Xw+7dNkcrb0Ckh6LPbp0x9btNkB+SYgN8pvjhov6YI+eO6N46izMmDgZRx56GHbaZgcUwCJZFqCARH2HjTfBjpv3QD4Ju6F33WQDdOywNj0uWyIvmcecJiY84t2NSLAKiwrRk2U09Qox5qcx+OaHUZg8Ywb80OCsg49G/+POQKsFASa9/yU6tGyJSy66AEfvuBsK6B0KEMCQ4B+9/wHo1W0L7L3rLthg3XVQGACGH0/dN+qKIWdcgMM33hYTvvwO4776Dqfu9XdccfpZaNqmOSz7YsNOndGjW7e4TzySPFQepva7qLLmuhfYuqdS/dXIcM/ZRj4MLCriHmZOnoUfuKg0a9kYrTo2g9/M4aN3P8SQq2/Eqy+8ioh7uA4OxrNwHMQlc8tRMiOD8pkhbHkSvqOLngPbcbGiVxe5BQ4l08shHiRkWRPfM/wa3vegv+P0c0/ll8V6SDHNcq2JSPiL6WmaN70MZcU5mGwCZTMD5DKOS5EBShOsK0cdPBQXZ1AyK4eyeTnYwOcg82D5FRJRt4gjhqqBKiwS6LE4Am6JW+fg8ctLkq3nYcr0aRgwfDAuuvYKXHZdX7z16QcoCXPgXAiyVTjaQRKWuLOc0APY5+C9MxaRMbEI/nz6J0/L/AaGV5bEK0+WCUQwNJIdttoE9998HR6773Y8eOctuPf2m3DIAfsizwdatWiEE487FP9++iH864l7cOvwa9Cr5+bw+aVtuCCYnIemhYW4rM/ZGDa8L9q0aQLfJiA/jL72sgsx4OqL0bJZCj7tE2wLHAvlGOFHNFq1b45+V16IB+4Ygfvuuhk33TQEF55/DsvLRxE9SQfssQvuvmUoXnrhYdx/93AcuN9uaFzow7M5SgTLL/te2/fAXbcMRr8+Z/I9lm0ogaN+Dp07tsdlF52NZ598AC8/9zD69jkP3TfuxGaXc7EyOOawA3DFhWejQ6umxMYRFOIU4yKahhy/ksZkPWMEHIiHNRg5ZhQGDL8OfYf2wzl9zsUbH72JcleGALRliqGXT/7ppYhYmshDggZuXYjAyyH+U3M+9ClxoSvlwn5jeQXpApx24GE4ed8DaLu0E25t0kyRTufjiL33QZ+TTkWHZs2RV5DG2SefhKP22guNfA9zZkzBrEmTcOIhR+Km626gzfaPPwYsPV2NjAfDLa+iwnxceNzJOH2/Q5Dgh2aKFpPnpbHLplvi6jPPRcd2rRBxW81nuu8nwaGPLm074OoTTsUNZyRufWMAABAASURBVJ+LYVf2xc1X9cfx+x+CfLa5bV6KRKcXbrnsKvxrwHDcfG4f7LRpN6Q4X6RIxiPqJR6qbXtshcHn98G5Rx0PLylYWljqFFqHTTqth4tPOB7/HHoDHhowCBceehQ6Nm8Fy3yFhWmczrrkL9Ma5+UhMAEikinOIpB3Q8O+pB7181x5WtNyVl5ha3pJ1hkYDnjDCR4cCBJ6zkfzps1w4sknoHefc3DeVeeg/zX9sVnnTfDIA0/i+6++50RukeUXxmsvv45B/ejK7DMAA68YzIn7ecybXYwodIhyDp9+8Dlu6H8Drrm4HwZcORDPPf0sHLdQOB7w1ddf4CNuVyyYPx+OC8BsfsX836NP4cpL++KKPtfg1pvvwOsvvoXh147AF59+CVC/z977GsOvuwXP/Os/uP6G4bj8wmtwff9hePfN94HIIEf3NoyRrHDGQYaMCPRYOgICjkjlU89aYuZIgjx4CQ8lYTnd8zl89sOXGDxiKD747GMU0yMkXiDP89hvEfgCBHtwQgftyMHAsQ/ikPG4aMerzLAMln2y/2DjbIbvsLQ4DpZpuCglUc4JuRRpMuV845CmJChWBBES3EZIe1kU5UXwUUJbLUaaC4JHu/aQoK4BfFvOfGXwTQ4IAY8LXoGJkOZiaF0G4MIAw2q5IEK+Qq0jyStFns0iz2RI1gOkk4ZbC4APB5+eKY/EMEkvToJkJ8GFM0k9KnQybI2BYVtkUS2Q91w5EiRDnvFhRVzE8svhc1FO8/0UJ/803/e4MFs+Q5CN8xf6jrpm4bGdgAEohvVLuRJCj0UIGEtbtgZZYlhGD1sp7eWHcT/i6kF98do7r6MsKCMBCIggF1rmy0XsdhJ4n7YgmAc2REibsPTKSNqigldCJGKfO8/S3gzyuIUpZhZyvOWMQY62almv/MvLSc5pMld6PisVm/RCTC6eieH33I67HrwfP06ZiBnzZ+ODD9/Ft998hR5duiC/KB9sBlIkQ0XOIGnl3UisBGneN7YeLO3Jik3zUcg6QKy8MEJzotGc6WnacqMAEB0StDnDMeFRLAJ6knw0ygJNiJMxDjIXWGLnU1E/yzL4Md2kLEQytnfaqGE/eAYR8fQ43tIso4jJeXyeZH1gaNhHTUMp03GERpDfQ8FE1M7F5CeiTlSd92v2adfs5q/i1sfGTKunQabTaU7wKbrtC7BWx7Xw9wP2Rlga4rP3P0d2foD//vsV3HPL/bDwsM3226J1+9Z4/JHH8Y/7/4FsWZbbZD/jjlvvxPy5C+nq3wn5yUI8eO/DeO6ZZ7lgWMydPBejv/sFQSlQuiCHB+9/lNtr/wf5UfXGm3TG1ClTcc9dd+OTjz/FrBmzOHgB+bPfzz7+BE8+8SRSqWS8RTF+7K+4ecSt+OLzz2E9D5YD2a1imNaI4glijpOk4cTFKQijR/+I668fjC+++BQhJ6tsrhyOX3wEHDKHofLgvFYZW9UBFYytYmn1iBYVYqgczXqJTI6pFWJp6+Y35TjmF2EQP5OJOCKRCmnvFLa/4r0oLofLJjOaSrG8TSxbOG4Qk5iQ70WxCEGqEEB0tpzxJYQefxoB6Y0lX5LPoYn0mlw3eBDefe9dyIeYxx4NaOfWs+BKvuQrYAeD3YC/evzZ960Dia5Dih+S5MEQjpKhMbTuvD622G0nfDJ2JPrQi3jZgL54+IEH0K55cxzO7dy8ZIKkLqTOEQLmJ3cjiQNyLDBnI5IJ2hrTF+lDkhHKMxL3kM8NWLEI8ziGIcMcFchSykmEyihinCl+sMbCj9w043mVks97kTyGLHZRNRr56wjQQv96IVpCFQKGEZo4B4CjRDR0w6+gIAw4D0ScFizHPvk+v0TX6rg2mrdqjAk/T8K8SQvwv2deQ9f1N8J5556Hw48+DKeefQr23ntvemHexcjvf8TkiVMwd/Y8bjv0wsEHHIzzejPfYYeSBKVhuP/scVR6Abl/kKY3aQw+fPcz/H2/v+PSyy/AaWeehGsHXo1tttkG2UwWMvlE/JKRxcJSq3333xvnXdgbZ55zJi669EI4zgwffPghIn6B53I5tknPlYGAZy08LgpO/jcSXPB/Gv09Bg4egO9Gfgtx9GSZniPmYB52C2gsgGMgAsS3kEPMTETiq1wMVaghNB6qE+slk/Hi4khoIor7Ha0kPeIzkZBzfsi8QRwCIdPlOQOeEnPGsm6PdflAxPCPhF4yGJZRJZA6WFB8Eix5LlKNYvxELyuGAM0AHsl6eXkZpk2fzvllIN58+y3OcwH7zMDwmSz0YseWVYidyDuRAZ8zodbP2KLg0TPkUwlLWwi51dw4VYDTDzsG1198JU479Ajsu8suuOisM3HZuedi047rI4+vkXpDzEbGqMzpEUlNQK+RkBsnczxbxCSIGJL/yESQLb4KcuQQsfER84nQ2CGhvCfpgedQQaocQuarkqo8kq8CMSoCPVYmAmKXK7O8NbwsjmwZJUQhMhGNnEKD9hI+kr4PrndgMpgKJ4OHgy8sd5g9ZS5KZpdixpSZeOyRR3HjzcNx212344eRI1G8oAQzZ85E5w06YaOuG+GxRx/D8BuH4/3338Ouu/4Ne+2xJwedg+XM4oU+wxRGjxpHkhNgx547ok3bVvATDo0bF2LXnXdBo4IimY/g0QMhqibzE9i822Yo4L5248aNsM7aa6Npk6YoLSmB/Nk8m1Ix9uKIXv4KAs5FCEg+PUsCHGS4UOTwEz1A5198IT7/7htk2SdROkH7IOSGwsrYrbyuntPRQBy3DkASAvGsGBIQiRsDUOQ5I6g+HKMiDMA8Eiwm8kykKpFkJSY9ERvLdJ7yxNFCHeuqCFmODJqlSoR4QC16xgJMpaDG4VhGjVuNrgAChLXqraooeQSSeXkoz2UxYdJEDLlhKF577TUE3E4tDvmRlfTA3Zz4NcuXpBciXkTixFq8yM/oAs6DUrcRe6CkuV2WX+qwXsS5sVUnnLzdXjh534OwY/ctsEGL1mjCD8o0t54SnKcN9a9Q18DyXXCUGpIej2THpxmLA0eEXIbPHS04gqNdZjhkslxlq3CQchIRIJLke+mAJVmgNFlDyPXLEkCZhCKMl1NEd+ix0hAg7CutLC1IEIgHt4sNX4yfI4FfSISZlutxsIUZGRQOM2bOwMKFZeiwVntEQQj5XU95WTmmTJuKXydOwOSpk+h5idBlow3RrFlTrL/++ri671U444zTUVZaigcf/CcuvvgyvPvuO/C5mFpjuNxYGH7RgIPT95L04DhYawAw5NP8VB4cn1lrEQYcdXxiOUzT+WmECJDjhGU9y2XOgzGWT0HdPcCgzhyyJ+4461q2QcI6o9gSijjH2ZJ9EuvLqNyyG+B7HowxsJ6FsewZ6zBlxnRc1rcvvho1CqUR6FIH5CvTkQwBBoYZDcC+xSo8qORipRuExBl+Epz7Qa87IhKSLCfsgB6YwHngugDnJeCMjwgGjgLrsRRLexaN+Yx2KE7GiJdIQDBMp006CtiHsJzdHfh+pTA+6ucxmDVnHjIcF1J/ZEI4rhZO/j0XZBEZeiO54oQuC+5lQNIDl4t1DGnPOSrsjI31cZ6PuA+oF1Wgboay+k/DjyEO8FiRiKSYAxOxxCl18xKFgi4Q60sYJQzoqXSxHRuM/XU8rr9xGF7/8D1kEhay8MfeHzbHsl/5CvuO70uEabV5BtSx3I9A00UOEcqoUCnHV0g7tLSzdASaUgiTC1BAW8nnAExyrk6ArCMXwdKePD9Bu47gscFJ2rofOnDSREB7s5w1Dd/xbAIpjgk/ZIEGmFG6AD9PmYByfvkKVr6xcLGn3iBpEkhmQpCTcf51CGkH8tdi1uf8TOsNwDKoH2SuoCfNsTyxZc/zYK2FeOVdbYLYwOqyDaw9q705pD3UgVcaqjNivEB5ppxDxcBEBik/jZL5C/G/V16P82253RbosF57pBslsXG3rrhu8EDccfttuPWWm3H6WafhqGOPROcuG3Jr5Du89uZr2LzH5rh++FAMHTYIIQftc8+/gJLycgQcODkuBhGHdrv2rQB+fX3++efx/w6gaZPmCDlQP3j/A3qEyhBkc/BlgIWcBrgg5eiFMJ7h4AsQcTKDLHqxdqgz87GjnkGQg+f5SCZJ7HhPFeOzLl5kgpI/2xZ9RW8rk5ixgAhAexAxvFjMLyHpnTWLBKgfvhz5IwIm59i+UFZrxkO2m3MhVv1RPZU6Y+AlkpCtgUi05cT/9bff46PPvsJ7H3+Ojz//Gr+Mm4Tikgw493PyZts46TtYTtkWgZ+CEKVcCJhkGgHTkUrTSxAgJAZZLjKOC4bjYhFwMTGJFALjYeKU6Tj55HNw+pnn830H+dF9ZBjmyhGRBOVkERGJaKv8zM6SsCPtQ/CKTBIBSKaSBZAyRa8MFxqTzkOO9ZlUErRoyuo/XeXHB7iQyb/FYgw7evWr9fsa0DR8a2MztF5FGElu6u1oHyHtlbMJRk/8Fbc8eC8++uFrFLO/2GuQfNI6diM4BcLJjbxbiyI2JEQsIO4h9R89Zxpe++lrvDb6G7w75gd8MvlnjA7mIFeUiqc/+RgFbTai/XAgoJyNKOe86PgxENFebeBovQaGBCbyU8iwYYGlHYYO5aXl8PmuYf5HnvkXzr6kD7798UdYjiEh5mD+iPnDshwM4zZnkB94SDIs8vIQLcjAzzrIX5QZ+cKgGH59GADy7/eUZzIQEpSUv2hjmp4rhoBdsdf0rT9GQMhPxEHukMllkCPZeOnFl/H8cy/iuaeew3X9B+O1/72BnXbfAdvtsi0aty/CTvv0xKdff4Z7H7gX33GRefSfj+PyK6/Af197Gcn8JOYsmIt/PfMMBg8dhHc/eAffjvwOZSRVLdq1BBIeHH2uLhEwzGDrHbqh21ab4Nl/PYf773sIL7/wOm4dcRv++/IrCLIhfM+LB4/jbMS5C+Kd4noE6xkYa8BxC8P/rLGIyZD749bWxlNjDBKcPECd5R+HDEj8JtLVPn7cOEwcNxETxv2KcYyPGz8W8m8e1aaMGzsW4ykSVskvv/yCyZMnYfz4cZg0aTImTJiIKIgIlWUTDNdgCu8c2+WnEijjZDpuygxcNWAwCcZnXLxD2g+zOcf1McHeYOaaZ8XrNVP+Ylw6uUpYL2vMcaFwDG0ihdmz5mDIsFtx8hkX44JLrkTv8y/HEUefiUOPPAH//d+bKCvLQohMll/JDj5CtscmhXQAC0uzJDwJCAG3SS4u1FQ8MoHxkQ0MIi+NXGhgvCQSqXxs2LVz/K80pzm5e8wfOoMQCXqCwMWTWCTzkYuYnwtHjgtRNhPBJvIQmjRxS8VlBc5HSD38BNOyGXh5Kdp+OWAta1/9pzEGoD1HJGU5bhtNmjgRY2m/tWm3f6aucePGYtzYcZhBL6V8dPkJH9IEdg0c4WR3wJFUZBPAr3Om487HH8bHI79BmLRgFzFHxRnnZ9Mr7mrv6uiJoaUhHc99EZ7+339x3vWD0eeWG3Hp2YiBAAAQAElEQVTpTUNxwbDBOLbfxRj22P2YNH8OxFMUsX8cPXQZNjSTTGAuPzCzJPIh7TLHeTSbDSB/kh6lU8jQe74w4aGM5Rt62D2P+LDhrdq2w/obbIBUQSPOzUnkOLla30POOGS5LVhqGQqAJDhJJFC2oAxJ2qyMH5BewUvA0s7LOd/lciHHUMTnSXjUS9aV2kOw4dVkG06T6k5L4gHOKcEhQrPmTVCYX4RXX30VTzzyJJ596gXkJfJxwfm9cfJpJyFKBgjzA/z9yL1x+EmH4Kuvv8bAawbh1ZdeQ69denKxORnJvAS23LYHTjzjeJRkSjGUruVnnv03tt9tCxx53FHwOPAS9By1Wqs5TCpAYeMkTjn9eOy82w748N1PceuNd2HG9Dk45OCDUVRUQEITwTMWjRsVofXaLZHkwA75JR3QE2SMQYu2zdG4SSMC6mCtBThQsboPkoAocgg4ASQTSfw85mece25vHMQ2HXzwQTjw4ANx8EEH4+ADD8FBBx1U+0IdDqqSyvoPP+xw6nEwDj30EPQ+rzdmz54HcLsontQ4MYITobQpZDy0PmwqH+Pp+bhhxAiM/GkUHPtCPF5OvHGOHSAigWExDFfuKYWLVJfqy+TP25ALh/WT9PIEWGf9jri6/wAMvH4I+lx5MTqsszYuvbwfnn3+5ZgAeZy4OY9jyvRZeOudD/DWux9g1E9jUFzGr1V4iIxH4gLMmD0XH376JV567S18+f0oLCwPSFws8hs1xomnnIwjjz6GjTSQhTYb+Jg0ZQ7eee8LvPP+Fxg7diomTp6Ld979DOVZn2QngW++G4PPvhqJiVNn4aNPv8Yb736In8dPIPEqhaW9ZMoYJn2EYcAW1YGTUDuSS2MtSkvLcP31Qzk+D6W9HFQn5dBDDsXBhxyCq668CnPmzoUQ44hjks2gnSKWHCKU2QgLTYAJ82bgkX8/jR/HjoHko8muVtAJMzwqYbnNlOZYy5VnkPQNLjznHFxz0UW49PTT0GvLrfD8a6/j9qcew5SyEmRJdgJ6yOdEOXw5/he8+903ePNL2t+MmSD7QGg9zt15mFCyEG//+B3+99VneI8fpZMXzEOWdg7jY8seW+GoI45Cm3btmWZiwjN23hy89/MPePGbT/HxtPGYkC3Gp2NGY/TMaSjPT2Hcgjn4cMwo/LJgNj6ZMAYvM9/nk8ehjLZr2RBHvSKOSZ8ENGagqxXZ+ls5V7b6q3xd1NzESsnVxBPC4UcegXsfuhsP/uMB3P/gPbjngTswaOAg7LLzLiholA/5LUOUyCG/eT4OPPwA3Hr3Tdz6GoAHHrgPvS/sjQ5rd+AYEhoVYrc9dsXNt9+Em24ZhlvuvJGLzqXx80yYxeHHHIarrr0SbUlmApTDSxiccOKJuPX2W3HDsOFxnT169EAUAZ618PiFsutuu+LGm4ah04adIeTHJiyatWiGAdf1x4knnQSfXxe+58OgbpiJ9SxkwMtk6nsemjRtjKZNmqBJo6Zo2rgpmjRpjMaS1rQpmtamNGF9NaQJ482aNUOjRo0g/6POJtSxUVEjWONVYOkMwJgTcQBIcjwvQU9eFsZ6aNS4MRKJBPsqisWyv7CUIy5mKekrllShU813Q5KuiITTGAsHQxsBmjRthq222RY77/o3HHzoYbji6r7YtPumuOW2BzF12kwufxZvvvMeLry4D+VK9O13Hc44+zwMvWEEppIQlfOLefQv49H7gktxVu8+GDT0Rpx6+jm06TuxsLiMBKsUgwYPxYib74X1PJSV5/DSf9/EGWddhPMu6IeLL+6Ps8+5CP2uHYre51+FceOncSH2Wf+9uOiSK3DJZVfh7HMvZfwqnHDSWXju+RfpfQ2Q5JaXY3scNazZxtUVD7mAGbYPEhqDgoJ82mwTCm2pNm33T9TVnDZdWFRES0Dl95CJ447WAR7Gs6AjL/ZqJPPykC7MRyHHANg+yWKYZ3WeYsU+x1IaFqYki3bpxthhvY2wb+ctcOgm2+Oaw07Bofv9Ha9+8hHe/vpzlHIOnUCicttDD6LPwAEYdvcdGHTrCPQfdgPe+/JzhByjk+bMwR2P/hN9RwzHbQ8/iP63jMDQO2/HL5MncLyE+OjtD3DbHXdh8qSpyLHxX5LkXHvHLbh42FD0u/cuXDRiKAZyfbj09hvx/FcfY1Ya3I77Bucxve/9t6E38115z204b/h1uPOf/8Ds+fPgDFsidkPyaSiAY8kA9PqnELB/KrdmXgYCEXeQHBKhRZJfq37kwU9Z5DVPwTYBUs2TSDdNI0jmEKUCRCYESEZ8l4DkTfo+ipoUYP3N1mVevltgAH5FWa5yKS8J6xmkmvhov2E7tKCXx0/6MCzAeiE8DtS8/HyExsOMuQtw21334Y677gWcRacNNoz/7Z/X334LyaYe2rfvAH5mAwU5+E0lSwTP+ijzSpFLZuAVGiQLPFjfcKsmhKGONjJsG2IxDrV/cAJ1wtw42CMuYh07dsTwG4bhkUcfxT8f/yceeewRPPrYY3iM94899igek3gtidT7COuSUOSxxx/DI488EsvDDz8ch8M4YbYgcYgnKwIYWYfARpDtSiALG2ZQwEls264b4cre52LjdWkDvE9wQXEuRNwJfA88JDC0CbMS+yEyJFsUR5xBu7TUyaMkPRf3uQsMnfIeGrsMmvtZ5AULkXalaNuiEPvuszsmTZ2Cz78djbGT5mLg4JtISMowaNBVuO++O3DSiSfg5Zdexb13/wMI03jxP2/ih29+xSXnnYN7bh2KPXbdHu++9jF+GTMGQZTBgpISlNMLWRpl8e2oCbjuhtthvSSGXHsZ/nHXMOy7x8746ssvMW9hOQLiUZ7NojyT5dbiVKy7VmvcdXtf3HDdhWjeOB933v4wJvw6F2HOwLPEGTnUhcMYs0iNgoICXNKnDx559JFatds/M0Ye+eejePThR9H3ir5o3qRZbBNWFmB6jD0XwKN3xA9yyCe8rXMJ9GrXCZcdfhLWbdwCnKSQ9cCZCkiF4PyIWj/kr7I8etpEC/knJWwygYzcJyyyJqB9BUiaDHpusQXyudX61ajvMDWzAE+88Azefv8dHHfggbixz1UYePYFaETydO3TT2DkuMkY9eVIvE5v0d/33B23nn8ZzuYHwchpv+D1z99Dig033K76xS9n+T7JfSmGPvYPvDt2JE49+gj0638pzjj0IMycMBmTZs9GSJdp0zKLsDTHMVCG7Iy5GHLqmRja+0LssWE3/OedD/HSl98g4yWogeGmbogEx4ilTRuO2QpQbUWg12UioEgtE6I/k8Exs4MsStaZOAQXsJBTdGgDRDZEhBDO46JnHZ84eQwmxsZs4rf5nIMxoji+F8+R8vXNZxKPuBBGNHR5m0nxaVgSKoUlcqutBTbdbDOM/GEkB9g1GHz9IIb9uBXwJnbavRc22qQrhyW4/ZCNvUqGL1nRVxTgggwTIc4AxIEki2B1HwJApQ4ev5pbtW5NItcebdu3Rbv27eN4exK7Cqm6r4Www+/X0a4ddWvXDq2pq/FE+QhOAJdOF5y5gFjeJy3QfeOuuPKiC7Fx5w3hs62WoFf0rby3asWxp91iVUQQomaMiZ846gnGQPtzQkKpf8SFL0nXe+fOnempsvj559F49733MHXaDOy2++7YoFMn5HNh35LbCetvsB7eevsTzF+4EKlUHotymDV7DvLy83Dsccfhqqv6Q/rQsVzRw3GcWB/48MOPsJDvnERP5D5774mttuiOU048Hj17bgdQt2wui2SSwFK/Du064HRumfXcbhvss9fuOOiAfbnVuACTJ8+AgQfDcWQFVKz+w4gK1NkYQ91M7CFsv8iGf9+eliNP5ThY+WW0pX7iyZSxR6XlhGcsTSLi9OPgcQ4p5MK8dZdNcdqRx2H91u2Riixo3uC3E+0ecVzuUcuH2FREjR0ldFSXM27ED6kE9fWtB0eb9qhkk6LG9H43x8SZszCjvBivfvkpUm2aY6Oe2yDTOA95Hduic8+t8Ous6Rj142jIEE4mk5g+Ywbk91vdu3XHWeedi40370bPj0M5x0smaWCtxU/ffI/xP/6MY/baDyfuuh/+1qErju3eC8futT/8vDz43Fr2iReon/UsjjjgYPTstiW23XhzHLrnPkgW5WP89GkozmZgPA+W9iwtMZCDL7Fthn0gdyrLRsAuO4vmqNsIiOkbVBt9hARX0gMP/jsuvuw8DsINEXEbrN06rXHOhWfhhFOPRzIvxYHJqcDIexaW3iHLQSdh3W5rPdeOM2VEcumEvBrHqSoCnXmQRXmjThtgQN+r0Hn9dUgkfFhOfognN8BYg9o/qup0rLpCHC0ppHcoS1sJyOQi65NAO8ybNx/ZXIS2bdtg8qTxWLCgBLfd9g8ccNAJOPDgY3HcCWfj40++Q3m2lPky2He/fbD/QfvjkcefwDHHn4kbb74NcxcsRAEXHsNFIp7QpXx+mU+dPBWyhbiB/Gg0lUbAL+mCwkbYZJNNYYhhOpVCFAYxji25ZduyRQtYePC9FFq1bA1yM76Tg+f5kH9mAoaMii3S888hEFsA8RbiLnExTQeDHLHPy8uH/C7MI/I9t94OF53TG+1btAYfksRb5kIsDtKzFMNILZ+RsQgoEe1L4kIw2By4XAjybFibZJwWXhYgM3chGvkp5ErKSbxLMJ5bVmddQq9On8tx2qV9cN9TT4GuRmRLF6J792447Kgj8NXI73H+dddgxN134QcSnHZt14KhDRoh5lIZidaMyVNgMznstvWOKKQftVnOQxFlw3XWg2wPBhxfAcmSjP0k9WzP8SToGZLkQm6L5lNyYQ5Zer5D5g1ZrjOWVxOLwCpSy9DW2+psvdVcFa9EgObupBsZ8uTUAo4HpAsS2Gb7Hjjj7JPQ++IzcPGV52On3XZEftM8BPQqeQkvHjDghGWdx682PyZBxpnKcjVY2QgItI4EyBF5Eekr8ItzC3rprh94LdZu2xIF8VYmlwmef6n+P/1yVOMN2oAoG6eIInxGvXlFYD2YZB6yoSGP4AIROrzw0sso4Jfrlt03QZNG+chLJ3HY4Qdi4MCrcM01l2PgdVdgyPX9cNllFyGdn0Zh4wKcfMoJuP+hh3DS6adAfgs0ZOhwfPnlVzEkLBlhLgffGpZXiAXzF2D+/HkVC2wiiSxJkfyrwuCSmikv5QIL5nXwPMQ2DOrGnRhYGQjEGlwoLIkaSNxAW4cefxoBMYeIb4k44m6IrRCgVCKNkuJSpGgTvXbqhb6XXoHOa6+LtPHYLx6iXCDw803EPeEYE2FQq6fUGVKnEJb1mljIKWATCZTTniKQQOTn46cff0LZwhJsudHmaFXQBI1tAl1atcMVJ5+O/mf1xpUnnY5rTj8Hl51+Jrbfagv4CYsdd9we/QYMwHkXXYxEo8b497Mv4N9PP88PTLaZZN0PHEJW1rhZU9qpwY9jRyPgB2oZ7TWTn8SU4nlYkClDQIQSySRfcrRYIJVIVzgN0AAAEABJREFUIKSXJ0HDFg9r3AYSHxiWJ+BzLMZ6sy8QtwvSCuixfAiIJSxfTs1VZxEwNPkq5RwHRi7MwPMNB1AOzg/QvFVj7gqXIVnkQ7beQnoeZDAaDhrDWU0k9vxEpqoYDVcCAo5fezWLcZzcRCTNcibzuBBv1b0HRtwwFJ3XXReNUkm4TClcyG86eddU9gfzyju1L5X1G5liA1YfIWBSCSfkLCffGbNm46GHH8Wbb7yHffbZGe1I3npuvxXy6aERwrLjDjtgn733Rps2bfHii8/j5zGj4HvAgw/chz59LqFjIMChhx2Gk085DfPmz4//SYBsNgvLOhJ02VguGN27bYwc63vyySfjbbLybI4k6Wu88uobJEMOhdw2C3NlxCyDKCjnwkFd+TEgNm2shWVhQZgF6EnzUvngoGA79PyzCHCawGJC+/SMRUCPn0dP247b7YCrLrsSG67fCT7v8xO05WzAeSgBU1UZI1JG1W1thga0hcgjOfaoj4UcEW2ihFu38xBgju/w/Gcf4L5nn0KTtq2x+XZboLBpI2zMLd3Mgvno2Kw1dtt8K+y9+TaY890YjPr4U9ggh08+eh9DBl6LCRPGY+Mem+Po449DYboIUyZOpd0GSPDjJp8fCGKHm3TfHHnNm+GB55/Bu5N/xuR0iK/LpuHR11/EgoXz4cQ4afMgwUkCMGGEpO8jYj0+5wLfMo2s3rOGuPokVIBjHzi2CCKOVwr0WC4ECOdy5dNMdRQBzieVmlXHZBwEHCTOOngJg1JuN3BG4hZFlsMrhPFM5aCRV6ve46gxFElS+csIWGsR/yOFhFRIkDEG8o8Vym8LQOJg4WGLbj0w7Pph6LxeJyT5dWc56fnsjgpHNlXgAoMq4e2qP6PKKmRaMKJmvGXEdQPWc5QQ7777IQ448FCSnQOxy8574Jab7sJOO26LSy+9mB6fBLpsuAHOO/d4vP3mWziY+U4lsTn7jLMwbcpM7NJzRxQVFWLbrXpg/NjJOPeMM3H2GefguoGD0aZVS2zUdUMkSXo8y7q4CMhvobbfdlsccujB+O8rb2Df/Q/BYUcch9POPAeGX+RCpCJuA/jGwCdBS/oRF7eAuDsYy+2tKGAbQiS5kmSFVHKhhjQGevxpBCrt0MiLjHvWAyKDBPthx+17YvC1Q2jHG9JGPHi05YAenzSBt1z843fkvUpxlWFtBjQPeCFgaAMJYWAca7PnzsSp556BMy+7GAecfiKuuvUmtEoVYcCxp2PzZu3QOpmPQw4+CF7TQpxxfV8cP+xq7HPdBRjx0QtYa+32WIeyUZcN0SidjzuGj8CgIYNxbf9+CBcUY6vNNkc6mUKS9pbHeuUvDQvTeTjn1FMxb848XHDF5ehz+VX0yl+CsRMnQrZvfZKakOQ/yQncAkgaC8EvEeOZg08ylDJgOi9CqEjyOZHDsQ7HdxAL9FhOBATj5cyq2eoqAsJZRDgKKlTk2HCMOWPgOIAcB4WL0yKmysl0BovS+XL8OxTIc8cnev5VBBwXiATd1vLvoTAac5iUn4TPCSvlpdBt0+4YxAVj/XU3oBfbcpIDQyc9hdVy0AaoQEXVTgJLXQx8tsG5EMmUj8OP2AunnHwk9tlzF+y9Ry9c0eciPPHo/RgxbCg6tGkNj2UkfYNTTz4WD953K3bZaWs0a5zC6acehwfuuYlkbzO4IIOdd9kZjz58B/bfZw80a5TGMYcfgPvuvh2bbdQFRfkpnHDsMdhnjx0hJKhxk8a44ILzccstI7DddtugCxeb4SNG4PAjDwNNG1l6hdLcwj3g73vikAP3RirpIeH5kIcbbLAeTjv9aKzdsS2EvBlj4nTo8acRIHIkO1EsQiTEjtNeApt22QQ333AT+789rEwytBopXExIpCouYZXEZVXd1FJoqJdnPG7vAx4J2XZbbYmjDjkYvbhlteWWPXAgSU7fAdfgimuvQufNuyBnApRnitGta1fcPmgwzj70cLR3PnqttQHuvPgKnHrkkUhwy2v9ddZCvwsuwLlHH4cC1rHTllthQJ8+OGDvPfnhUI5NNtsYB9P72bKoEZom8vD3rXbCndcMwuG99sQmhW1wzv5Hoe95F6ENPUI+P4pSxqLr+p1w9IH7o0XTJsTUwdETXFRYgAP33A3bbLop0qzHY1d41ueQtQDnFE70tYRkfavm9/Ulcr//UJ/URwQMlZZuNXDxF4ElpbEcJOCQQY3D8jnHDa8cXog4ozluh8m2WY1MGl1BBIwxiDjJGmNgrCH5cWjXph1aN2uFXtv3wvUDh6DTehvCc9wW4ORFR4d0xgrWtjJeq1qqqssyljbCNoDKNW5ahCOPOBh9r7gQ/a++GFdcej6OPvwgdN9sE+Snk/AQ0fOTpI0FXBSArbfeHEMGXY277xyBc886BV3pEUqSpCSleBIW+WLue+VluO/2G3Hlpb3RuWMHeFEWjbiNddIJx+OIww+NbXbi+F/x8ksvoW3btrjpphHoP+Ba9NplV0ydOo1baMn4t0ZS7qGHHYxjjzkEhYVpRCzfcKtgk027onfv09GxY3sY2nbARQTCREUHleVGQIh8ROw8Y9g/hejQug1aNGmGntvugPvvuhdtaNNpm+RC7QGWZkyJDItnyGudOKt4meM859NWd956K/Q+8SRcQs/kRSechJP3OxA7bdwd7YqKkMhl0dj30dh5KCjNoGOiEL33PRj39bkGN5zSG3usvwkKSfwcy/HoYe/UsjWO3nMvDL3qSpx+9JHYqUc3bnfRU5Mw2Gyjrjjh4MOJUXNEpeV4+8VXsGD6TJxy7PG45sJLccg++6F03gLkikvRNF0AP4iwaafOOPHIo9C8UWOBE5xI0JQfAYf/fT/07L4l8kl6POYz9P6AOUwNhON21rjX6O8jUIfM8/eV1CfLQMBw4RKBDANDOsNFK16OPBmevOcXAgeJrcxm4hFSmZdBxAkh/i2Qld91LKMufbxcCMiCAS60PifRMAjQrl1b3DDkBjxw74MYQuKz0QYbwcpvENhPEGGfOAq4wCxXBas8k0HkaDC0HsNZIgqy8GyEhAmAoCwmKkmmJzwD2XoSkR8fewmPTQhpbRkE2YWwLgvfdwjKS+AxryGRSieTQC4HZFmOyTFPDoblWy4kUgcYyhahYf6IXif592j6X3stnnv+eXz/w0g88+9n8fY772KjjTdAh/btYYmZC8oRhOWAY3k+FWMZuUwJDG06chm2IqRefCxNWuXYNawKjDHwSYQNifDGXbpg6ODrcf899+LGG4ajHRf+pPWBwMG4inaHBoikC3grJg3eM7paz4gzYZYE2HhUg1ul+QwKSSAaZyI0KQvRtDRC8+IAhYznMT1RlkGC4zbP82jzbBjtKgwz8JMG4vEJoxwcbTNXVoYk215I8TPlaOwzP8l3ykQwUQZpEpR0CMYd4Fl8+t1XuOH+u/DE26/gkwmj8eL3n+LZ115Bs/xCdF1vfZad4thyyCO5ylEHj4PPWsOt3JDEqFK4dWe5BQaWbRYBbFgJaOfQYzkRoIkuZ07NVicRoMnDOFQIeFTFOSjMYmKZx+M8xJDZDCcDI0OlcoFjEk8pjYGeK4aAwCfCt40xsLYCa89aJP0EOq23Ad3om6FN89bsC8sFhYsGLMBecXGIisNUBLV5NZV2U11nbB3UkxOqTLR0yRsK6FHx2Tah1Y6LgYhHksIkJElqXBDChQFb45ASIkSy47Ll8PgV7EhwfOYFv6zTqSQSPmCigHwlh1SehwS32AwXWMljqJDjgrJW+7a49KLeyCfTuvGGwbj0kgtw603D0L5Nc/S98lIU0OsELg7G8n3PEskIQAhZaBKpBERXESoFzwOMhR5/FgHahrxiPY/biil06bwhemzWHW1btIlt2BoP1vNgjOGsYmFl3mE/OvZhaIHIMI1syHMG7HBKZYGovcMYA0dCEtI2HCIkqUsyGyJFomNzDjYXIj8bcVs6gvGoJ+0t8iLkSJgyJP1Zj1w9ZVFMMl3ihTAc0wnfj20WJPIem5RnPHgsL8G42DU4bpL06qYCQIq0aQ+HH3MkOnfthMf+8zT63joUNzx0N2bOnY0TDzkUnddeGx7184ldkvOy2C1fh4VhOkV0ju/AXKyE9i54GjjmcLw6gFde9FwOBOxy5NEsdRkB2rvhoKgQcOIRcQwjeFx4KoSD1bERcT7AcGBZPhORQevTA+GHXCjCJJ8Z6LECCCwFNmMMLMXjwuxTksZH2k8hP5EiGbIUE09a4JUZIVsFjn2D1XBY2oeIYVhRfQSfEblP0P3vBxaJ0GdaAlwLYAHIb3wsPSwet6s8fgXL16hHG0uYJEzl57/h7O3RM+CxXEuiYzltAwHAdyBeJJZobQpwJQDJlWFdCPk1zcXGCz2kudDs26sb7r6pHwZefQEuOPM4DBtwKf5x6yBss9n68KIyOJbrpB7asBHNpCGsw5A82azhNobHbQjROATi+hnoufwIGGaNF1oLSxtOsn9TJsWe82kDHqxvwRtECUt0PRIKII8k2CKHnBWfi0fbSdBDYmnjEQKmoZYPj+MqRRsMfYMg6SGM5z9QFyCbFjHIJaiUsQBJDPkQn3lwMCRKHlJZID+gPXIcJNnYBIUmhjiv77GdhnOnRdIm4nciluHxg4fVQMiQF9H26AnaeK22GHFWb9x86jk4Z98D0O+QY3H3uRfjkK22QxNiHPkBpIQ0iZlvDXIcgB4nBp/jwncG7ADkOJjCtEXWCxDGWEbUUsTBMT/0WC4E7HLl0kyKgCKwEhAwnKRMXE7FNY42sMvKaVlVKRJ6XFzatG2D3Xb7Gw498gjssvPOaNWqJWIPEzMYfoHLItXAgKz/zXE1m8CO4u1iSbyvC6dwCpFl6VLRgmXl+u3zmu8JN2la1AjdN9sce+++B3puux23btvRo5aAkP+AXh9HqfnOb0vUlJWBgJKflYGillGvEFBl6xkC/AI2xkC8YvJj5oiLQxSGsNbCcLvFBQHkvp61StVdAxBYklSJDSMCvUQUAB7tN+klYlvmLWjkcQB+JkGPVYqAXaWla+GKgCKgCPxVBMKIi4OB9TyEjBvDOImPLCTylSyhn+CXM/RQBOo2AobqWZJ5jzbMvTcY+dGyJDrAGBOLkHroscoRWIPJzyrHVitQBBSBlYCAkJswm4MsGgmSHGNMRanOwXpeHA9yuTjUiyJQlxAgp4GI6CRWa2m7ccgEiYNeTPkHIR1zGWNgLD2cfKbnqkdAyc+qx1hrUAQUgb+AgDUm3h5AxGWEhMcAqBJw8ZDnfiUJgh6KQB1BQLa8aoqoJXbr6L20tGBLe07QbmMvEB8KARKi7+RX0iRDTFq15xpeul3D26/NVwQUAUVAEVAEag0BIUBVIn+YKPFaq1wrWoSAkp9FUGhEEVAEFIE1DgFtcG0iQOel/MXXklKbKmhdFQgo+anAQa+KgCKgCCgCisAqRUC8PEvKKq1QC/9dBJT8/C40+kARWIMQ0KYqAorAKoZyJNMAAA3iSURBVEcg/g0Qa6EDiFc9VycCSn5WJ/patyKgCCgCisAahUBMgOj+iSpF7tcoAOpIY5X81JGOqCNqqBqKgCKgCCgCikCDR0DJT4PvYm2gIqAIKAKKgCKgCNREYOnkp2YOjSsCioAioAgoAoqAItCAEFDy04A6U5uiCCgCioAi8NcR0BIaPgJKfhp+H2sLFQFFQBFQBBQBRaAGAkp+aoChUUVAEVAEqhHQmCKgCDRUBJT8NNSe1XYpAoqAIqAIKAKKwFIRUPKzVFg0URGoRkBjioAioAgoAg0LASU/Das/tTWKgCKgCCgCioAisAwElPwsA6DqxxpTBBQBRUARUAQUgYaAgJKfhtCL2gZFQBFQBBQBRWBVItDAylby08A6VJujCCgCioAioAgoAn+MgJKfP8ZHnyoCioAioAhUI6AxRaBBIKDkp0F0ozZCEVAEFAFFQBFQBJYXASU/y4uU5lMEFIFqBDSmCCgCikA9RkDJTz3uPFVdEVAEFAFFQBFQBP48Akp+/jxm+kY1AhpTBBQBRUARUATqHQJKfupdl6nCioAioAgoAoqAIvBXEFg55OevaKDvKgKKgCKgCCgCioAiUIsIKPmpRbC1KkVAEVAEFIGGh4C2qP4hoOSn/vWZaqwIKAKKgCKgCCgCfwEBJT9/ATx9VRFQBBSBagQ0pggoAvUFASU/9aWnVE9FQBFQBBQBRUARWCkIKPlZKTBqIYpANQIaUwQUAUVAEajbCCj5qdv9o9opAoqAIqAIKAKKwEpGQMnPSga0ujiNKQKKgCKgCCgCikBdREDJT13sFdVJEVAEFAFFQBGozwjUcd3rHflxcAj5X+QcPOPBGIPIRAhNgMDk4FwEExnmYj4j6SphA8CBvQuRyDj2LRDxKrHIRoBYsQGss7HU3TFnFqnmqmJsD9gyR6HhwrGvnAvhoNJwMBBLZY+7ADbKwrocDPsXlb3sPD5jvyO2hSrDqH+htDLiyMx5gEjIuGU7nc0h62eZFrLtYNsBGccqrsHgkAwNLNfdiKbMLocNDHwAXJ7jizEGBnXrkGWjbmm0DG1oLogXPE4UhmC7gMONi0Xo5RD6AWQC8ZzH0EDyqRAf2wCEC0ToRVwuAN/4sMZC7gKSBuljyMEBCFfXhpgoVkOon8wPkuIg/4VsB22XC6PYbiyWOdhnnE2gIuS2vouBsx4M+9XyI82YHGBC8PsNYrIR053LgJSAUn9PthLgx2dMfKylKTt4UQ4w5SQ/Zch6AbzQwmejlfg4NBQM2OlxvzqQ6nJeBnyat8c0cA2meIAwH4O6ddi6pc7yaGM4qCgcRIaSRBIpk4IfJTjQfHjO53rh8d6nJFSIi2BT3yXBduS5fCSjNBIuhRTyYElyDQcc5DC8iDCo66eoKQLOCI6CyAdox5FLIoooEqogxqMB4BC4BCl6gu1JAIyLRLTn0DCN/Z7jPBZEHm2gHk7H1LrqtCGQzFrkl3tx6IdJ+FkP6ayPdC5B8WFDD17ANDKktAoxqf9YJNmfzveR8QwJrkGUMIinZYP4qAzieF262LqkzPLoYrhYCMHxuGB4HFyWg8pwgHkM/WwCXo4DjHEbhxJXaQhYeJkEEpkUUrk0bDn7lJOskB/LUSYS247hVYRB3TwdyNxR8zDwYEjejckDTAEiFCA0+Q1P1uA2RVb6Mw85hiKBLUDkFyEyBcghDWdJ5L00QFvmpR6fhuZtEbIdOeMhR29X1kui1Eug1CZQ7CdQ7nso83zeq5TaBoIB+7c46WGhb1HqG/a7gRO3pqlpyrxxlJpJqzleP8kP3WqF6UZYt+166LzWhujUfkNssEg6Y4MOG/C+k0r7hoQB+7VNZ6zXan32dyd0aLkW0jYNw4kWcsi4qhK5r7Pi4s0uUS9WV7xXNolkqhFS+c2RKGyFRJFIS4YqiaL6j0GSbUixT0V8hl5Ra3gM/fxmSBU0RX5hM1g/n3ZR76ZjMeNFEvHLP0h78Nq3ROHmXeBv0gmJHpugoNvGKOy2EcONkOqxMdI9NmK8Kwq6qzQIDNjXBV02QIuNOqNtl04obNUcSJAAVVqGcYzExEdmPMbryGnriB5/Tg2CmfSSaFbYHC3yW6FVfhu0zm+LVgVt0LKQUsR7hq15r0Is6g4OWOH+YH+2atQGLRq1QsvGrdGUfe9z28CQ/iwyHrMoVmcjNN1YN1FVJL4hgTOJfJh0E5gUJVEEk1RpMBgkCmETBTBV/SphqjFsXhMk85vATxUA9JTIxzLq8cFdL5Rwpcs1LoDXsQNMp3Vg118bpuPa8Cm241rAeh1g1lurQnhvVIgP8ajPOKy3Nrx11oK/Tgek2rdBohE9m4ggU/OiOa5q4kPdOeol+bHWwJJJ+sanDyiBBPfN5eoz5jGlQiRFpaEgIH1rnYX0uYSWhMFay/FlUHU4DjjH7+eq+7oZGuqMRUJTRnzEPxS0AG0aJPawKag0EAykP0Xo4QO9lZAtLpNERT8nANqyYf9bYxivv6dH1VMck9b3EHkWzk/CcbvL8SMl5Nwc0rZD60HEcctHxSc+DUOQoj0nfMAX8eBJSHtYZNGLIkysI6ddLXr8xUod33cE0zBiYEiEPE4ffqV4khLvPRvHuAqxaAg4GPzRUfdJD+BomSIV7ZCYq4jKVZpnGRHhQggVNBgMODOxMTy5FcB+dfTyQCROBw9Hy2BQz0/rgDQ/+JMUSzGxGHiRRSIySPJ5guJTLO9VDBoEBlyMnfER0aYd7Rvx4Sps2sU3dfJi66RWf6BUjKUsFFV54gTeSCgSQy4ZVNDQsIi7lJ1cwXpR/464AbHaXAYZsi2IVwiQoVKAuMugx5qBgPR/lcimkcTrcctFfZozWX7cCLldFJH0qiYuehA/XSMvDarR7E/5kXsEevw4gbl60rh6R34EVxlHIhL/Q5FeUBGXQ/0XdnQE+ectKyQiaXCLxHHIgWIpQjBQTw6x4sVF2gS2S2VxXBoOHhWm6cgQRCraVcUKKp7V26u4fjyOTA/I2ArJMox4Twc8RELe51TQ0DCQ0epiw5X5lyI3InFa5YXJlbE6EdAM64Qey62E4CdKi3ClQyyoPORhZTQO5F4FMUYNAAfDbQJbKWaxRoGHodT9U7Q0i3T3qLBYcpUY3qtgET4NEQvUOKR9YgMiYgM1HtXLKNtjTNx7PvUXkZYxCiYDJj7pH4AKGhYGVX0tVmyqOpptXHSaRbE6ExFd64wyy6uI4CiyKL/ciCxKYETuVSB22CAEYDMMxVaKxKsF9eAw1FGEAU+JiVjGRSRu2DbDexUQiYYo1T1r2EID8AoS+goxqP+HiVskpKfmgijtMryIpatgUY83NCwM+7jiZIxnbAwSViTWqatgX6cUUmUUgTUNAW2vIqAIKAKKQO0ioOSndvHW2hQBRUARUAQUAUVgNSOg5Gc1d0B19RpTBBQBRUARUAQUgdpAQMlPbaCsdSgCioAioAgoAorA7yNQy0+U/NQy4FqdIqAIKAKKgCKgCKxeBJT8rF78tXZFQBFQBBSBagQ0pgjUCgJKfmoFZq1EEVAEFAFFQBFQBOoKAkp+6kpPqB6KgCJQjYDGFAFFQBFYhQgo+VmF4GrRioAioAgoAoqAIlD3EFDyU/f6RDWqRkBjioAioAgoAorASkdAyc9Kh1QLVAQUAUVAEVAEFIG6jED9ID91GUHVTRFQBBQBRUARUATqFQJKfupVd6myioAioAgoAmsaAtrelY+Akp+Vj6mWqAgoAoqAIqAIKAJ1GAElP3W4c1Q1RUARUASqEdCYIqAIrCwElPysLCS1HEVAEVAEFAFFQBGoFwgo+akX3aRKKgLVCGhMEVAEFAFF4K8hoOTnr+GnbysCioAioAgoAopAPUNAyU8967BqdTWmCCgCioAioAgoAiuCgJKfFUFN31EEFAFFQBFQBBSB1YfAX6xZyc9fBFBfVwQUAUVAEVAEFIH6hYCSn/rVX6qtIqAIKAKKQDUCGlMEVggBJT8rBJu+pAgoAoqAIqAIKAL1FQElP/W151RvRUARqEZAY4qAIqAI/AkElPz8CbA0qyKgCCgCioAioAjUfwSU/NT/PtQWVCOgMUVAEVAEFAFFYJkIKPlZJkSaQRFQBBQBRUARUAQaEgINk/w0pB7StigCioAioAgoAorASkVAyc9KhVMLUwQUAUVAEVAEVi8CWvuyEVDys2yMNIcioAgoAoqAIqAINCAElPw0oM7UpigCioAiUI2AxhQBReD3EFDy83vIaLoioAgoAoqAIqAINEgElPw0yG7VRikC1QhoTBFQBBQBRWBxBJT8LI6H3ikCioAioAgoAopAA0dAyU8D7+Dq5mlMEVAEFAFFQBFQBAQBJT+CgooioAgoAoqAIqAINFwElmiZkp8lANFbRUARUAQUAUVAEWjYCCj5adj9q61TBBQBRUARqEZAY4pAjICSnxgGvSgCioAioAgoAorAmoKAkp81pae1nYqAIlCNgMYUAUVgjUZAyc8a3f3aeEVAEVAEFAFFYM1DQMnPmtfn2uJqBDSmCCgCioAisAYioORnDex0bbIioAgoAoqAIrAmI6DkR3pfRRFQBBQBRUARUATWGASU/KwxXa0NVQQUAUVAEVAEfovAmpii5GdN7HVtsyKgCCgCioAisAYjoORnDe58bboioAgoAtUIaEwRWHMQsHBsrAoUB7UDtQG1AbUBtQG1gTXDBtTzw37WUxFQBKoR0JgioAgoAg0dASU/Db2HtX2KgCKgCCgCioAisBgC/w8AAP//ePoCVwAAAAZJREFUAwAUDKodV+1qeAAAAABJRU5ErkJggg==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91472" y="2164543"/>
            <a:ext cx="5257800" cy="2423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mist/image-bottom.webp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QAElEQVR4Aez915cc55kvar5fZBUMAQKgBUDvrWhEJ3pSJCVaUWq75+zu3nv37Jk1a+5mzTpzNzf7atZczB8xa3rO7m61LCmK3nsSJEWRoidB70AShEdVZcT5vqwqoOALQNmoJ5lvRmSYL+J9IquWtH6IrOof/+mfm93Xf8/Lx9Q//p+bfxxb/zRm3e7mR7fd3TrLmn9ksFeDf/rH/94M1z/n6T83/+Uf/lvzX//xvzb/9A//2Pyv//f/W/Mv//IvzRNPPNE89eQzzdNPPds8+9yq5r4HHmn+X//v/0/z3/9P/9ddxy6fx23m/5zXj9Z/z/PK59FnwGfAZ8BnwGfAZ8BnwGfAZ8BnoPWfAf/fZ9v/J3St/bz7DPgM+Az4DPgM+Az4DPgM7P4z8L/+P/6fzV2//2PzxOPPNC88+0Lz4nMvNi88/Wxz/x/vbf7H//gfzT/9t//a/ON/+W/NP/yX/9r803/N2cV/++fmn/7L/zH/b+1/HlP/Pc/nKrlEr/4vTS9f6/3v0bHbjc7nbXvrRqa9fXImN3aZ+cZnduTzMc7PQhUec1hg9rSeUoply5bF5ZdfHnfe+fM488wzor+/P6pO/giniFdeeSX+/Ze/jNdeey02b9kczexpzZkSIECAAAECBAgQIECAAIFJFjA8AQIECBAgQIDAvgQ6nU588snH8evf/CaeeuqpWLt2bTRN06tDlyyJG268MW668aY48qgjI+X/yrq6W/fW72ts6wlMtUBOz3Y+ZFlUamR5k+dLjbw1ITCZAiknt6XKMcovz2aoG/P758Vpp54Wt99+R/zwhxfn4Hd+bN06FIOD3fjggw/iP/7jV/Hkk0/G1s2b86/cKlLqlN2Hq3x2Sw2/8zpWwDwBAgQIECBAgAABAgQIECDQfgEdEiBAgAABAuMSqOs65w/90e0OxV/+8pf47W/vitdff6OXRaSoosrZwxlnnBm333Z7XHDBBTm7mB8DWwajZBqlwoPADBKoJu1cUh1RKjwI7I9A/tzEcKX8G3PlscfEzTffHD++4cex7LBl0aTIa5tYt25dPPHEE/HgQw/FJ599Gjk33naQvEmU2rbADAECuwhYQIAAAQIECBAgQIAAAQIECLRfQIcECBAgcCACwwnDd+vWxkMPPxx/vO+++PDjj3t3+tZ1E4sXL46rrroqfv7zn8VZZ58RvSxsd3lYWVYqpxq9bWKcj7JPqXFubjMCuxMYEwCX2VI7bVY+ZLurclflzrVt1xLgbXtjhsA+BXLWG6mpo67LZ6eOQxbOj0su+mHcftttcdppp/b+1c1Qt4nNmzfHn159Le6+55748+uvx8DAUMzrn58D3/LZLTVyqNHP5tjP7siqiLLdaG1baIYAAQJzRUCfBAgQIECAAAECBAgQIECAQPsFdEiAwAEKNDlxqHN1qk7v5rP3V38Y9957fzz62JOxft2GqIeGcp7RxFFHHRU//clP4yc33hRLDl0SVYpInYgouUQJfWPk0Xtf5uvykms0nxiZljwjLx1+jm4z/M4rgQMVKJ+uA913H/uVD2mpfWxmNYExAlX+RJ508glx6623xI9+9KNYmIPgrVu3RN00sfrD1fGHHPw+/tST8d33a6Pq6+v98h2zu1kCBAgQIEBgrwJWEiBAgAABAgQIECBAgAABAu0X0OFECPS+kTSHutGpYsvgQLz2+mvxm9/+Jt74yxuxZcuW6HYHI2fEcfrpp8bPf3FnnHnmGbFw/oLYHlyUjGxsjfesRvcZ7/a2I7CrQI7b8jNKjaws/9JgbI0sNiEwOQLDv8ia6MbSpYfGT268MW664Sex4qjlEXUdg91ufLv2u3js8cfi3vvui6+//iY6qS/6clX5t2+VUqQ0tjr5fa4qL8sVo5/lyTl5oxIgQIAAAQIEZo+AMyVAgAABAgQIECBAgAABAgTGJZBSyttVUf7ub6lO1RdVrg3rN8RTTz0Tf7znvvjisy97WUWKKpYsPjSuveba+OnNt8Txxx+f442cfZQ7f8dWTNHDYQhkgTHJb37nSWCaBM4+6+z42c9+FmeddVbMnzevdxZNfn3zrbfi93fdFa+++ufIyW6vyq/d2OExumR0usNKbwgQIECAAAECBAjMeQEABAgQIECAAAECBAgQIHDwAiml6Nbd+PKrL+P+++6PRx97rHc3cJMDjb7+vli5YmUOgW+OH//4x7FgwcLo3Q2c1/WmB394IxDYp8DoBtsD4P29U3Lsv1oYnR8dNcqwo7VtoRkCIwJ1dAcHIurB/MtwRdxx261x4w3Xx9JDl8RQtxuD5Zfnt9/GH+6/Px579PHYsHFTVH2dqPO6KL9F8yhNk/LsaEU0dZ6v87TpRjOmet+1Xz6feR9PAgQIECBAgAABAgQIzEEBLRMgQIAAAQIECBAgMA6BpmlyvrC9dt6lyuFv5PyrzvlEt65jy+BgvP6X13s3sb39zjsxONiNef39MT8Hweeec1b8vNz0dsaZ0Sn75RA4pxhRpYgqUq9SSpFSrrwwpTzdqcKDwEEIVAexr11nrcDUn3j+vbnDQRctXhRXXHFF3H7b7XHaaadGymvz77bYunVrvPD8C/G73/4u3sm/MPNiTwIECBAgQIAAAQIECBAgQOCABOxEgAABAgQIECAwmQI5140vv/wynnjiiXjowYfii8+/KHeq9Q65fPnyuPqaq+P666+PI484IkoGklf21kWUVCQ8CEyaQOVvpE6arYGzQMq//YariTLtpCqOP/a4uPWWW+Oiiy+KBfP7Y2hwIAaHBqP8C5nf/e53va97HhwcjP7+/mjy78A6V5PHGn5WeZxSkaeRf1dWw5VnPccpYDMCBAgQIECAAAECBAgQIECg/QI6JECAAAECBCZRIGcTZfSmiqrTH1u3Dsbq1avjD3/4Q7z00ksxNDTUu5v4kIWHxOmnnxG33nprXHj+BdFXdaKqqihhcMlMSpVhFIGJFqh2O2D5ytzR2u0GFhIYr0AdkT9LKf8WW7ZsSVx11RVx2223xcpjlvd++ZVg99u138eDDz+c66H44ssve9+fX4LfGHnkXSNnwCPvct479s3o0nyMcpzRt6YECOxewFICBAgQIECAAAECBAgQIECg/QI6JECAAIEpEhiTV3SbOtZv2hjPr3oxfnfX7+P999+Pbrcbff19sWTpkvjRZZfFz+64I8qdwb0/eRlNRAlAIucoZT48CEycwI4BsBBt4mTn+Egp/6LrVUrR1+mLU085KW679eY47wfn5PcpOlWn9y9gXn7l5fjtb38bb7/7bgzmX4RV/7zo5t95MeYx/PuzfFSr3u/C3u/D0fU+s6MSpgQIENiXgPUECBAgQIAAAQIECBAgQIBA+wV0SIDAFAukKqcYuVIanuZ4JL76ck3c98AD8cTTT8XmDZuiBB+dqj+OPfb4uO2Wm+OySy+Jvr5O1HU3yg100QuASxA8xSfvcK0VqHbfWfmQjdbut7CUwJ4FymdneO2RRx4eN9xwfdx04w1x9FFHjvwiq+PLL7+Iu++6O556+pnYuHlzNPkXY5N/N26r4d3347Ucs9R+7GJTAgQIECAwZwQ0SoAAAQIECBAgQIAAAQIECLRfQIfTKVCPZBxlWqp8DfSf//zn+OUvfxnvvf9eDHW7w3cE9/XFxRdfHD//+c/ixBNPiKbpRu/utxiOgXe6Ry4v9SSw/wJ7CID3fyB7ECi/mlL+RJVfat16KM79wdlx8y03x5lnnhkLFiyMwaFubNq4OVa99HL8x69+E198+VXvTuAqdaLK/6U8TSlFSmkXzHLXb6nI2+1Yu2xqAQECBAgQIECAwFgB8wQIECBAgAABAgQIECBAgMCUCAznGMOHapoU5W7gdRs2xr33PRAPPPBAfLd2bcyfPz/yqjj6yKPi9ttui6suvyKWLFocTXco12BOQerIe+ZB6pHKk/E8bUNgjEA1Zt4sgYMUaGJgYCBWrDi690vrmquviaVLl0UJhEut/uCD+OMf741nnn3uII9jdwIECBAgQIAAAQIExiNgGwIECBAgQIAAAQIECBCYLIE0roFTGt5u9Yer43e//3289NJL0TRNpCrHvHl64QUXxk9v/mmceOKJsXDhwpExm5GpCYHxCey8VRWpjm0Vo48qz4xWnvUksAeB1NRRqvzLlEWHHBIXXXh+3H7rrXHyKSdHSinqbh1btw7G0zn0vfeBB+OLr76OcsdvGa78+ipV5lNUeZwxld/HmCr/Gma46mjyZ3a0YtujynOl8sSTAAECBAgQIECAAAECBAgQIECAAAECBAgQIDCJAnUOOOocXJRq8jTqFE2uMi2VxmQcKXWiye83b94aTz75dDx434Ox5qtvor8zL6qqEyuXr+hlK5dfekkcsmBhVHnsFJFzk1J1nu5a4UFgLwISs73gtG/V5HV01FFHxY033BBXXXVVLD508bYDrf7ww9732z/33PPRHepuW77jTPk1FlFeRys8CBAgQIAAAQIECBAgQIAAgQMUsBsBAgQIECBAgMB0CpSsY0/HTynF6tWr4+4/3B0vvvhCDA4O5uC4iZRSnHPOOfGLX/wiTj755PJXN7cNkdLeRty2mRkC2wSqbXNmCIxDoHx/fam+1Inu4FDMX7AgzjvvvLjtttvipJNOjE6nE3XdjY0bN8aTTz0Zf7jnnli3YX30z18QUXW2VRPlozdaaRxHtslBCxiAAAECBAgQIECAAAECBAgQaL+ADgkQIECAAIFpEShJx2iNPYFyc/DYqqOJbq5NmzbH888/H/fc/Yf44rPPopOqaLp1LFmyJG6++Za44frrYvEhw18JXdd1lK+NLjV2bPME9iRQErg9rbOcwG4E6rysjq0Dm7f/rd9ryt/6XRp1U0e3240PPvgg7r777nj11T/nX2F5c08CBKZdwAkQIECAAAECBAgQIECAAAEC7RfQIQECBAhMr0AJgMd7BiUU7jZNfPzpJ3HPvX+MVS+/FIN1N6oqB8E5XTn9zNPjzr/6eZx11lmRqv0ZebxnYLs2C1Rtbk5vEydQ7vpNOeBNKf+SSXVc/MML42e335pD4BUReVH51yfrvt8QTz7xZDz4wMPx3XffR1V1oirbR0RKeaPwIECAAIFpEHBIAgQIECBAgAABAgQIECBAoP0COiRAYLYIVDkvyZVyRZ6tc23cvDWee/GF+P3df4jPPv88ur08pi+OOPyouP7H18f1110fy5Yt690FPDQ0FHUOjkdrtrTtPKdWoJrawznazBUYvrM3Yufpjme8YuXRcccdt8WVV14R8+bNz79syt/1rePtt9+Ku+66K1599dVo8m+slGvHPb0jQIAAAQIEpl7AEQkQIECAAAECBAgQIECAAIH2C+hwNgo0+aRHq4TAAznY/fLrr+LuP94Tq15+OUrQWyqHLnHOuefGrbfeGmeceWYsWrw4cjjTq5THKDfvxS7ZTsl68sr9eJZzGd187PzoMtPZJSAAnl3Xa49n2+n0xRFHWqbXEgAAEABJREFUHBF95V+M1DmUHanyg7/7ith2V2/5lyT5p3n4/fDyqJvo63Si/GKZ3z8vTj/91LjzzjvitltujROPPyE6eV2nU8W677+Pxx5+NB566OH4ft330Ze3bfK+TfnugqaKlDqRcoUHAQIECBAgQIDA1Ao4GgECBAgQIECAAAECBAgQIDCjBVJKkVLqfZtqlbOUFJ0Y2DoYL764Kn7/+9/H119/nWOaHOA0Te8O4J/cdEP87Ge3xQUXnBeHL1sanRRR13U03Xo488ljpZR6Y8a4H3n/HCA3TbeXKx9xxJFxyCGHjHtvG85MgWpmnpaz2l+BOge+S5cui4suvjj6+vr2d/eIVO9Q8xf0x8oVy6P8Mvlf/pf/FDfddFMcf/xxMX/+/Chf99zNv1BWr14d9917b7z55pt539j+yL9ctr8xR4AAAQIECBAgQIDAVAs4HgECBAgQIECAAAECBAjMdIG0xxNs6ia++uqr+NWvfxUvv/RyL5dJKW+fnytWrIirr746/vZv/zZ+/vM747xzz4mlSw+NVOWgeGzWk0PdGFtNjgTH1pij52F7ofFJJ50YZ511ZgxuHRiz1uxMFtjTueWrvadVls8qgfzL4Juvv4yzzz4rfnbn7XHmGafEYUsXRaeTooluzJvfF71/vZHflb6aGMw/zN3o9OUf69TEggULYtnSpXH++efHTTfeGH//938bd/78Z3HmWafFosULI+VfEnmzkX+F0hdvv/te3P/gw7Hmu2/z6HXUTTNSecv8O6bOxynV5OXjqfAgQIAAAQIECBAgQIAAgYkQMAYBAgQIECBAgAABAjNQYNesJHJukzOaKFHd7qupU7z44kvx7LPPRrc7mDOfTqSmjr68+SEL5sVxx6yMa6+9Nv7hP//n+Pmdd8aF518QK44+KpYeemjM6+9Ek/fpDm2N4erm6VCuwai7W/O6oXwCg7Fgfn+cePxxcfNNP4lbb/5pfPHZp9HUed0MNHRK4xfIH5Hxb2zLmS2wYcOG3lcyr1y5Mn7605/Gz3/xi/jJT38Sl19+eZxyyilx8iknxyknn9KbP/WUU+OHP/xhXHbpZXHH7bfH3/3d3+TQ9+/iumuviXPOOSuW5jA4/+RH05Qf8m5uvMnzw/Xxxx/FY48+FkPdvK7JqzwJECBAgAABAgQIECBAgACBGSDgFAgQIECAAAECBNomUNfdePXVV+Pll1+OgXJnbrNjMNNJTVRVEytXrojLL78sfvazn8Wdd/4sbr31J3FLriuvvCLnPufGmWeekuvUXKfHGWecEZdfcVncfPNP4q9+8Vd5enOcfsbpUdd1fPvtNzE4ONg2xjnXjwC4RZe8/GAObN0S5abe6NZx6CGL4tSTjo+Lf3h+3HD9dXHbLTfHrbf8NG7JP9C33HxzXP6jH8UPLzw/Tjj+2Dh00eLo63SiGRqKenAoqm4Tnfw7pHxAqmgi5SqBcPm++UcefTS63W5eNvIvU8pXBmz7FyojoGVZqZG3JtMo4NAECBAgQIAAAQIECBAgQIBA+wV0SIAAAQIECLRUIPWC2VWrXo73338/IqXeDXupqaPK4W/kqKbKL528vJOq6O/0xZLFh8bxxx0XZ5x+elx2yUXxkxuvz9nQjSN1Q9zy0xvi0osvjNNPOyWOOHxZLJjXF00Omrds3RQbNm6MqtMJj9ktUM3u03f24xHIP/v5Rz9Gqs7TsbXj8og6elW+J743n9+OPDdt3hQPP/ZobNy0KfIgvWry4KXCgwCBGSngpAgQIECAAAECBAgQIECAAIH2C+iQAAECBNoj0ORWejWSv5QMplTJZZ559pn49NNPI1VVlGXlT3GmHAKXipzrpFI52xmeRtklUkpRVaW6eTpcqerm5RH5EL2K/Mib5dfIQXAT1eib3hIvs1FAADwbr9oezrm/v38Pa8riOr+UypMdnmVZ3fsBLz/oO6zKb/LvjSg1MDgQTz39dHz33XdR5w2byL9ccuVNdnyWu35L7bjUOwIECBCYegFHJECAAAECBAgQIECAAAECBNovoEMCBFok0At+cz+7TqsY6nZj/YZN8eRTz8SGTZujW9dRd+tomibqXCXLybtGCW/LfJWTnzLdXY1dV7Yv+0U+6IL5C6LqlPynt8TLLBaoZvG5O/XdCCxbtiwipfwcrtjlUeclYyu/3eezinfeeTfee+/96OZfIr29U4wEwfvc2QYECBAgQIDAlAs4IAECBAgQIECAAAECBAgQINB+AR22ViBnMOUO35zJllx2h/p6zZp4+ulnIke/MXzD3hiFssOYtzvOlkhwbO20NmdLff19sWxpzplyFrTjWu9mm0C50rPtnJ3vbgTKv/BYsGBBLMzV1CWiHd4oVSnGVSlvl6sTKUpV+ZdE+VchdX6/5ttv44VVL/X+BUnk3zhVryKqsk2Uj1CuctdvqfAgQIAAAQIECBCYVgEHJ0CAAAECBAgQIECAAAECBNohkHIbpcokdaLKOU5TR7z99jvx/vur89L8zMtLDpTncqITveym5Df7qpIFlSrbpbJz1DkfauLIw5fF4NYtvSVeZq9ANXtP3ZnvLHDSSSfFvHnzos4BcP4dEKM/8Dtvtz/vt24diOeffzE2bdqUdxv9uAz/KsgLPAkQIECAAAECBAgQmEECToUAAQIECBAgQIAAAQIEWiDQ5B7GVn479tnUTTz33HMj2c3YNQc/v2LFiliwcMHBD2SESRXY1+Cjid6+trN+hgqkpo5S/Z0qVhx9ZHRyNpuiLGui6q2LvH7fFSOP8nUB3VRFr6q+WP3Bh/H2u+9Ek1cMf4d8lcdLuaJXMfpIdcTYCg8CBAgQIECAAAECBAgQmEIBhyJAgAABAgQIECBAYJYLpHz+e6uIKpqc4TQpYu3atfHiCy9FXpCrynuWZ85qckYUubrRxN6qzmMM1/A+5e7ilFIccdSR0dffHyV7KlVGVbNPYPQTMfvO3BnvILBo0aJYvnx5NE0dVVVF/hmNiDjgR5P3/C7/8njttdcj5V8o0XtUvVcvBAgQIECAAAECBAgQIECAwEwScC4ECBAgQIAAAQJtEci5bM5lYpeKnR7lLuB33303vvnmm53WHNzbo49eHscee8zBDWLvaReQ6E37JZiYEzjhhBNiydKlkVKVQ+BmW+336L2/45s/Fk2KD97/ML5c802kTieaPO7wWFVUvW2G35W/E1xq+J3XGSXgZAgQIECAAAECBAgQIECAAIH2C+iQAAECBAgQmGMC5Y7diKrqi4GBoVj10ksx1O1GU6docraT12SPnPPk1/171pHyDqnpxhmnnx51MxRlQcoLU0qR0o4VHjNa4EA+ATO6oTl3cil3nOo466zTo6m7+c3EPLcODMRrr7+Wx6y3DVjuCi6/O/LvkLysHDhyMDxcecGOz3xOUWrHpd4RIDBFAg5DgAABAgQIECBAgAABAgQItF9AhwQIECBAYPXqD2LN12uiTk2UHKdkOKUORubYY4+LFStWRsr/5RToYIay7zQJCICnCf7gDltC2VLdqPIVPOfss+Pwww+PqlNFqppIKe3/8OWu3lK9Pet46623YsP6dTEa4jZR935xRJmWXyL5GE2qIso+oxWjj3Juo/OmBAgQIDDFAg5HgAABAgQIECBAgAABAgQItF9AhwQIEOgJDAwNxWt/eSO6Q90odwDXTYpSvZX7+dI0TW+P+fPnxw/OPTc6OXfqLfAy6wRygjfrztkJbxNoYt68efGD834Q/f2dqFITBxD9bhutNzMywIerV+dfEKNB7sg01VHn9eVfkZQlpZreTrt7KWtL7W6dZQQIECBAgMDkCBiVAAECBAgQIECAAAECBAgQaL+ADglsF0gpxYcffRhbhwajyfOjuU2T85xS27cc/1zeNU448YQ44ogjx7+TLWeUQDWjzsbJjEMgh6oliG26UX6Izzvn3Dhm+fJe8FsuZllWBhkOasvc/lWKTnz99Tfx6aef5kC5ipRSpCrl+TxNKUYfVZ4ptX1JXuBJgAABAgQIECAwfQKOTIAAAQIECBAgQIAAAQIECLRfYJcOU2zZsiXeeee96PT157Ulvcm1y7e35lX7eKbU5DwoV06gDpm/IK69+sqY198fKeqdajSN2seAVk+bQP4ETNuxHfhABfLPVV9fXxx99NFx3nnnxVC3GymlGLkzPw7m0eQf6tWrVw8PsS3dHZ3ZeTq8mVcCBAgQIECAAAECBKZXwNEJECBAgAABAgQIECBAYG4KpDSc3Xz80ccxODjYQ8gxUm96MC9VVcVRRx0dp5x8cqT8345jTcQRdhzRu/EJjHcrAfB4pWbEdnXvLFJ+nd/fH1f96LJYuHB+pHr0By2vaaoc4W6/rE2qY8eK/D5XDG/XjE7LrrkiNfH1mq+i2+RAuU5R96Z5+zyNOh+4mzfq5vd1jopzRR5/W+XVw89y/NEaXuKVAAECBAgQIECAAAECBCZFwKAECBAgQIAAAQIECMwpgZ3zl5zb5Kzn+3XrY8uWgYgqZ0alRvKbHTOinTOjEvwMV5VDoN5uqRPlm2Ejvy/Tyy//USxbtjRHwGkH5ZRSpLTn2mFjb6ZcoHxKpvygDnjwAmecfnqceMIJvYHKD2Dkn+ftdwD3Fh/Qy+YtW2Lz5s273TflpaOVZz0JECBAgAABAgQIECBAgACBaRVwcAIECBAgQIAAAQLDAls2b8kB8JbhN/k1x0b5df+fJQca3avML1q0KC6//PLo6+tEyaJG15nObAEB8My+PrucXZWaOPG4Y+NHl14STbeOKlKUO4BTTn+r2P4oN+yWirzFDtWM3Wr79qNzgwPd2LB+YzR5vFKjy3eeprygVJ54zjQB50OAAAECBAgQIECAAAECBAi0X0CHBAgQIECAAIExAlu3bo1vv/0mLxnJgUoe1Ku+kWVl+V6qbJu3zDHU8E3EKUXJpMoeJ51wfPzgnLNzIlVHUw9/Q2wqdwhLhGOmPsp1m6nn5rzGCDQj80ceeWRcc+21MW/+/BgNaIdvzo/8o5Y32lMqO/KDm7fY63PrwNbYkn9J7LxROX6vUv7hHlM7b+c9AQLTK+DoBAgQIECAAAECBAgQIECAQPsFdEiAAAECc1egl9Xk9stNgL0q873Ka0Zu7suTvGT/nnXOl8bW9r3r6HRSXHTxxXHSSSdtX9yba3qvXmaegAB45l2T3Z5Ruct34fwFccUVV8TSw5b1wt/eD3b+gYxSZa88LT9qvWrKrfh9Ueef1lIR5VJ3YqjbjaGhJi/PQe4OvwHK+ir6+/qiL1dse1TR5H17Y+ZlO0/zIk8CBAgQmBkCzoIAAQIECBAgQIAAAQIECBBov4AOCRCYwwI7ZzTl/TaOlKJJOdOpU9TdFN2hOge3nRgcGorBwbqXDXVzPjSUlw/laZmv64g6h0xN3m84RypZUZ2HrPNYw5Xf9J4LF8yLq668IlauXJHHLcdpotwN3FvpZcYJlCs5407KCe0qsHDhwvjRj34UxxEGcQAAABAASURBVB9/fAwNDsXo3b9ly96PYio/pBFNWZDr66/XxNvvvBOrVr0cDz/0SPzmN7+L3/z6d/Hb3/ymV3fdfXc8/sQT8cILL8THn3wSGzcOf+3z/AULYkGuPMSuz3yMSPlouZrR2nUrSwgQIECAAIEpF3BAAgQIECBAgAABAgQIECBAoP0COiQwIpDzmtGbBOs8X2r+/PlRMp6yRUop1n7/fbz65z/Hc88+G/fdd1/86le/iv/Idfddd8fdOSO67/7749lnno033ngzPvv089i0ZUs0eb8mj1cqIkeIo98um5eXcZcuW5qzqsvj0EOXlLdqBgvkqzeDz25OnloOWGOkyhetN93o66S49OIfxllnnRVNt45UdaJKnUi5mjwfefrt2u/jtdf/Evfed3/8f/9//xK//s1v4777H4znX3gx3nrnvfjsi69yfRlfrvku1zfx6Wefx1/+8ma8+PIr8Yd77o177r0//vTn12PrwFAsXXZ4lk+5qlyeBAgQIECAAAECM1rAyREgQIAAAQIECBAgQIAAAQLtF9hHh52+vli2dGl88skn8Yc//CGHvb+OBx96NGc/b8RHH38Wa775PtZ8+318+sXX8ennX8UHqz+JV159PR57/On43V33xP/2P38Zv/rN7+OFF1+Jz79Y0wuEtw4NRgmXI6UcDndyVbFixYq4/IrLY/HixXlxzpLqbkSpfZyf1VMrIOGbWu/9O1rTxOJFi+P6666LH/zgB5F/jCKaiJR6c/Hdd9/FyznA/c1vfxP//u//nn9IH49333s/1q9bH0ND3ag65fKWbUtFfmyf5mGizoPVdR3dXJ9//nk888wz8eCDD/Z+eDudvh3uMs47exIgQIAAAQIECBAgMMMEnA4BAgQIECBAgAABAgQIECgCxxxzTLz2+utx73335nB3de+rn/v6+yNyNFQyoTKNMY+mZEQ5h+rm8Lbb7caWLVvii8+/iKdzVvSb3/w2fv+7u+P5516ML774KgbKN9Pm7SMP0ul04qQTT4obb7wxjjjiiPCYGoH9PUpJCPd3H9tPmkA9MnKdf4SaWH7UkXH7HbfGGWecHn19fdGpUgzkYPfDDz+KBx9+NH7929/H0089E599+kV0h/KPb1Pl/XKlTm+c8t3rTZNykJtz4yb/KJdN6jyt8/s6L99WEVVVRfkB//jjT+O11/4SqbzP+5SBUn7pVd4/lWOMrbzOkwABAgQIECBAgAABAgSmXMABCRAgQIAAAQIECBCYYwK9rCb3XL5AdjSvqXJmU2rNmm/jlVdezcFvHZ2+/pwXlRyoZELjqJwHlRsGS1WpL+dFTXy95ut45U+vxO9///veHcVl7K1btvbypP7+vjh25fK44/Zb49yzz46hoaHoDg3mM2tyDT9TSpHSnmt4K6+TJVBN1sDG3T+B/LO1fYcUcf7558Wtt90aRxx+RAz/64s6Pvjgg/yDdlfcfddd8cabb8SmTZtyuLv9hyli+xAHMlfOIaUUa9eujfzrICKfR4w8yuzuamS1CQECBAgQIECAAAECBAgQIDBlAg5EgAABAgQIECAwVwV2zmpGHb7P2U4Od0bfHvw0B8sRVdR1xIcffhxPPvFk/Nu//XusWrUqNm/eksdPsWjRorjmmmvj2muvjQXz5/eC4LzCcwYICICn+SIM/yuNiJTT1zK/aNHCuPLKK3JdHgsXzo++qso/XileeemleODBh+LLL7/IP2+daFIn6pQvX9XJ89VeKvK6sbXnbSMfK3U60ekv/7qjG52qCo9ZJOBUCRAgQIAAAQIECBAgQIAAgfYL6JAAAQIECBAgsJNAuVWwyTlTToO2rWnSnvOg8a0bHq2bx63Knw3N432/fkM8/fTT8fAjD8fGjZuiqvp6OdaF558XN998cyw99NCoh7o589p2GmamSUDCN03w2w5bUt9UR8q1bNmSuO768vd+z922et3GDXHfA/fHCy+tivIVzWVF+UEu08molLaPmtKYN9sXmyNAYAYKOCUCBAgQIECAAAECBAgQIECg/QI6JECAAAECuxOYnDSnRIi5mjJ6qeFAuM6B8PvvvR/33HtvrP7wwxiqc+Cb86Tjjjs2/vqvfxHHHLMiuvVQPs16TE1mspUP47mLQL5yuyyzYAoEUlNHiiZXRHeoG8cde0zc8bM74uQTT4jy936j6ouv1nwTDz74YLz33nsx1O3mrfOJVZ2oUqmUp8M/cOFBgAABAnNZQO8ECBAgQIAAAQIECBAgQIBA+wV0SIAAgb0KpJQipe211433c2VKw+NWeVruHi4J15pv1sT9998f77z7bnT65+XMKmLhIQtz1nVbnPeDc6JT5YPkLKzcmdzkaURdFuTynAqBwj8Vx3GM3Qk0TfT3d+Kiiy6Mn/7kxli69NDeVk1+feutN+Pee++Ljz75OFKnE3WKaFJ+yes8CRAgQIAAAQLDAl4JECBAgAABAgQIECBAgACB9gvokMDMEkgpRRMpBoYG49HHHosnn3wyBgYGotNJkVfFFVdeHldffVV+X867BL+lynyTX8p8meZZz0kTEABPGu3uB+7d+dvUUaaLDlkQP7r00rji8h/FIYcc0tth8+at8dyzz8cjDz8WmzZujir1RdOkvK5cqhQp7Vh5hScBAgQIECBAgMBcFNAzAQIECBAgQIAAAQIECBAg0H6BGdJhSsP5VLkLePiUcgic86u6jnj55ZfjgQcfjvXrNubQty8WzF8Y5/3gvLjjjjvjyCOOiL5OJyLlDUtFeQiAi8JkVkkVJ3N8Y+9B4Ij8gf/xj38cF19ySXSq8sFP8d1338Vjjz0Wf/rTqzvslfK7UnniSYAAAQIECBAgQIAAgUBAgAABAgQIECBAgAABAgRmjEAOhz/88MO46667oky7I3/W9Pjjjo9bbr4lVq5Yuf1USwicBMDbQfY+d6BrBcAHKref+5XPcoo6+vr64uijj4wf33hDnHraaXlJN1JfFZ99/mXcf/+D8f7q1TE0NBRN0/Qqolyiqjc/umzsdD9Pw+YECBAgQIAAAQIECBAgMLsFnD0BAgQIECBAgAABAgS2CYzNjMbOb9vgIGfGjlnmdx6uSdH7OuhUpVi3bkM89vBj8eZf3oxmqI4qB8OHLzsibrzpxjj7zLMicljWRHk0ebbea5Wt1IELlHTxwPe257gEcpY7vF0Tccopp8Qtt94Sy5cvj6HuUGzatClef/21uP+B++PLL7+Mps4f+PzDMrzDeF9tR4AAAQIECBAgQIAAAQIECLRfQIcECBAgQIAAAQIEZqrAcLi1detA79tun3vu2diwfkPkDDgWLjwkbrjhhrji8iti4fwF0cvNUp2D43qmNjPrz0sAPNmXsG6iEynm9fXHNddcEzf/5MZYsvjQSPnTPbB5S7zw/Ivx+ONPxYaNm6PTNy9SKlvnKtNck316xm+BgBYIECBAgAABAgQIECBAgACB9gvokAABAgQIECAwgwWaSNGkKuretBMvvfRKPPzwo/HdN99Gf1Xl0LeJH15wQVxz1VVx+LJlUdc5AG5KNTO4q9l7atXsPfWZfebl41puhc+f9Vi67NC4/vpr47zzzuuddLkd/tvv18b9Dz4Yr73+el5Wts6Tbc/hfyWx7a0ZAgQI7EHAYgIECBAgQIAAAQIECBAgQKD9AjokQIAAAQKzTiCHvh9+/FE8+PBD8fnnn287/TPPPDNuuummWLliZV6WIqWUp54TLSAAnmjRPF4TTaS6G1WeHrZsWVx33XVx2mmnRmrq2DrYjTVr1sTDDz0a7773fnTriG6Td9r2LJfEh30bhxkCBAgQ2JOA5QQIECBAgAABAgQIECBAgED7BXRIgACBWSVQboLsVZPTslyff/FF/P6uP8Q7b70dQzkjS5Fi5fIVceONN8Vpp56+rbdyU+W2N2YOWqCkjQc9iAF2FEg5+E0pxUknnRg///nPYuXK5VHuBK6qKlZ/uDruvueP8ennn0X/vPkRKUXePIYfeX54xisBAgQIECBAYC8CVhEgQIAAAQIECBAgQIAAAQLtF9Ahgdkr0AuBS+yVc7CBwcF48okn4qWXXo4tm7dGk1cefvgRcf3118eFP7wwFixckOOysvHs7XemnbkAeEKvSB113Y1UpTjn3LPjpp/cGAsPWdj70A4N1vHciy/GE48/EevXrc/bdHLumz/M+UMeUS5DqTShZ2MwAgQIECBAgACBFgpoiQABAgQIECBAgAABAgQIEGi/wCzvMKXUy8dKZlZq6+BQvPzyn+KxHARv3LQxcqAW8/r64tJLLo6rrrwi5s/vj0jN9gqPgxEoqePB7G/fEYEmx7lldvHiRXHppZfE1VdfHX35gzuyOJ599tl48YUXY9OmTVE3eeu6iVR2UAQIECBAgAABAgQIEBingM0IECBAgAABAgQIECBAgMDsENgxBcvRWNR1HW+++WY8+OBD8fXXX/dytL7+vjjttNPi5ptvjmVLl+bWmlyeBysgAD5IwdTUUarKn9ylhy6JG66/Ln50yaX5Q9uJlFKs+3593HXXH+LV1/4cJfitUxUpcuV15fvM91XhQYAAAQIECBAgQIAAAQIEIhgQIECAAAECBAgQIEBgxgjsK9/KsVnvq57rJuV8LPXmmzxf/lzqRx99FPc9cF+s/mh1pJSif15/HHvssXHLLbfEyhUrez1W0fTyt5LB7a56G3nZo0C1xzVW7JfA8uXL46abboqTTzk5BocG8ge5idWrV8d9998fX375ZcTIP3ToTfKHOSbkYRACBAgQIECAAAECBAgQIECg/QI6JECAAAECBAgQINAugfUb1seDDz4Yr732WmzauCmqThVLly6NG2+6MU4++aRIVYqUUruansJuBMD7iT3268fLfKevrxf6/vjH18fKY1ZEt9vNH8iId995Nx555JH4as3XsWVwYPhfN0SKlFJUucKDwMEK2J8AAQIECBAgQIAAAQIECBBov4AOCRAgQIAAAQItEGhSxNjqDjWxZctAPPfcc/GnP/0pukPd6PR1YtEhi+LGG26Mc885N/ry+6oSZR7I5ae232p13mN7nXnGGXHdtdfFYYcfHuW7y5u6jldf/XM8/MjDsW7d+mjy1p4ECBCYaAHjESBAgAABAgQIECBAgAABAu0X0CEBAgQIEGi7wNatA/Hiiy/GI48+Ehs3bowS+JavhL7qqiviwgsviHnz+qLqtF1h4vsTAI/TtNztW75jvLd5qmPhgnlxyUUXxhVXXB6LFi2KlP/buGFTPPHkU/HsM8/F0GAd/X3zept7IUCAAAECEyhgKAIECBAgQIAAAQIECBAgQKD9AjokQIBASwVKNFlqpL0mJ2ypE3/5y5vxwP0PxrfffdtbkaoUl1x6SVx33XXR19efl9URJawLj/EIjBEez+a2iRz+RjRx1ZVXxpVXXRULFs6PyB+4DRs39P51wht/+UsMDAyFBwECBAgQIEBg4gWMSIAAAQIECBAgQIAAAQIk0pnbAAAQAElEQVQECLRfQIcE5p5AVXXis88+jwcffDBPP8sAOfCNOk497eS47babY+mypTme8727GWZcTwHwPpmGP2DlK8a73cE49JDFccett8fpZ5wRg4ODUQ8OxTdffR33/vHe+HD1h9HtNtHpjL0XvRCX2ueBbECAAAECBAgQIEBgzwLWECBAgAABAgQIECBAgAABAu0XmDMdluxse6Uo8xFrvv427r77nnjzjbdz3tYfTZNi5cpj447b74jlK1ZGpBh51Hk6tvJbz20Cw5rb3prZk8DAwED+YC2Pm2++OU466eThz1cT8fnnn8cDDz4QX3zxRfT19e1pd8sJECBAgAABAgQIECBwwAJ2JECAAAECBAgQIECAAAECc0EgpRTdoW48+eSTserFVdtaPuzww+KmG2+KE084IYZDumjlY6KaEgDvVrKO1OSKbnRSlSvitFNOjht/fEOsWLE8mryu/IuD9977IO5/8OH49rvvo6qqqPPylFKktL2qPF8qPAgQIECAAAECBAgQIECAwP4L2IMAAQIECBAgQIAAAQKtE2hSxK5V5WWlIoaG6njp5Zd6QfDWrVujriOOOOKI+MlPfxI/vPCCmNfXn7O8GFN1ni81vCzm+EMAvJsPQNNbVl6H64wzTo/rrr8ujjryyBz+NvlD1sSqVavioYceis2bN0e32+0tj7J5b9/JfjE+AQIECBAgQIAAAQIECBAg0H4BHRIgQIAAAQIECBCYmwJN00T5dt4//enVeOKJJ2PD+g0x1B2KBQvmxyWXXBIXXHBB9Pf3b8fJgfL2N+YEwDt9BlIOcatcdd1Ek+ucs8+KK6+4PBYvXty7s7cEvo8//kS89NJLec+8YX5NKfXW5dn8LKRjKy/yJDCRAsYiQIAAAQIECBAgQIAAAQIE2i+gQwIECBAgQIDAnBUoOVvknC7nb1HF22+9E/fdd198s+abGBoaik5fJ3540YVx3XXXRF9f2bbu5XQp5e1Has7SjTReVEZmTYYF6t7kkEMWxBVXXBHXXnNNzJ+3IPr7+mPjxo3xyOOPxdvvvh3ltvTelil6H6oYefSW52X1SI0sNiFAgMCECBiEAAECBAgQIECAAAECBAgQaL+ADgkQIECAwFwVKLde9irnbKOZW5l+9tnn8eijj8aaNWt6NP39fXHa6afFT3/601h86OLeMi/bBQTAIxblzt/yd38jmijh72WXXBoXXXhh72/7VlUnPvn0k7j3gftj9QcfxcBQN4aaJsoHruyeqpRD4E5E3i6lFJHfR8rvc/U+pGUjRYAAAQIEDk7A3gQIECBAgAABAgQIECBAgED7BXRIgACBOSswmqmNnaaUIodw0envxJdffxUPP/xwfPjhh9HtdqO/vz9OPfXUuPnmW6J8k2/kR/nq6FJ5dk4/BcA7Xf6FhyyIq6+5Ms4//7zodDqRc974/IvP49FHHokvPv8iutFEubt39MPT5P1L5Unv2VsX+cPYe1fi5O01ssiEAAECBAgQILCfAjYnQIAAAQIECBAgQIAAAQIE2i+gQwIEegI5Zis3YY6tsrzkcd9//3089uhj8c7b78TAwEAMDA7EMStXxu233R5HHXVU2UxlAQFwlC9yrmNwcGssXXpo3H7LbXH6KadHPdSNvqoTqz9aHQ8+9FCs+XZtdJvoRbvlbuGq/IuD2M2jqSKVT+S2VVWeK5UnngQIECBAgAABAgT2V8D2BAgQIECAAAECBAgQIECAQPsFdLhvgaaJoaE6Nm7c3Ps66JdeeilSSnnZUCxbtixuvPHGOOGEE6Kvry+PVe9U+e0cekomRy72cccfF7feemssX7E86rqOOn+IXn7llbj/gQfiu7VrR7YanqThyZjX0SWj0zGrzBIgQIAAAQIECBAgQOAABexGgAABAgQIECBAgAABAgQIjApsz+E6nU6senFVPPHEk7F5y5aYN29eLF26NK6//vre10KP7tHkmZL55cmMfk70yc3RALiO1OSKbqT833HHrIyf3HBDLD/qqCh39jYpxetvvhVPPf98DA50o+r0Rflq5x3wy4JcTZN6XxNdl2mdt6ib/D5/nPI0p8h59Hqk8jpPAgQIECBAgAABAgQIECAwPgFbESBAgAABAgQIECBAYE4JpNxtr3LMlnrfuFvlPG+4Sh4XOXGLnOE1VYrBwW7UdcRfXn8jnnnm2Vi3bl0vn1u0eH5cedVl8YNzz415ff1RRUSVx4s6Z4IlG8zzKVde3Opn6bvVDe69uSZOPeXkuOmmm+KIIw7PH5S6d5v42++8Hc/l8HfDho3bdk/b5sY/U/YZrfHvtbctrSNAgAABAgQIECBAgAABAgTaL6BDAgQIECBAgAABAnNTYDRX23k6VqOsG33fNE28/dbbsWrVqkg5GE4pxYIFC+Kaq6+JCy64oHdn8Ojy0X3mwrT1AXBJ8bdXE+Vv+zZ1E0ceeUT89Kc/jRtv+HEsPXRxDn4HcgA8FJs3b4mXVr0cW7dsib7+4Tt/6/xJ2v6PAarevzbY9uFoqohSIwvypnl9RJmGB4GJFDAWAQIECBAgQIAAAQIECBAg0H4BHRIgQIAAAQIECOxFIOdyvft6t29SQuC33n4rPvnkk5zPDSd0VWriR5ddEnfcdmucdPzxOQOst+8wB+aKUsvbLBd0tJpYtGhhXHnF5XHb7bfGaaedFvPn90fddCNSihLyvvDSi/Hd2m+jGf58RJnkz0hvGiOP0XUjb3eZlH12WWgBAQIEDkLArgQIECBAgAABAgQIECBAgED7BXRIgAABAgQIHJjA5k2b4/nnn4+tAwNR5cyvl9U1TRx/3HFx009uihtuuD6OOGJZHnw0M9x5mle16NnaALj3N36bcvEi8nWOhfPnxTlnnRG/uPOOuOzSS3p3/XYiR7754qdIEXn+w48+irfefDOavENek5cNP8vaiEJVDd/du8PKfIy0mxre1SsBAgQIEDhYAfsTIECAAAECBAgQIECAAAEC7RfQIQECBAgchEBfX198/dXXseqFF3Kil7aNVHcHY8H8/pwRnhW33XZ7XHLJD2PJ0sV5fR2dzvB2dc4KI3LW16u8qgXPqgU9jLQwemFGp8OL583ri9NPPzXu/Pkdcf2Pr4sjjzw8uvliN3XZLqIpFzMHuBs3boznX3g+BrrdvKQZ3tkrAQIECBAgQGBaBRycAAECBAgQIECAAAECBAgQaL+ADgkQOGiB4Sw33njjjfj000+3DzcS+VU5ET10yaK47EeXxZ133hEX/fCCmNffyUFhN1JOBrfv0I653O7kNFJVnVi4cGEsWDAvJ+jlMCVwrbfdQdv7WuWMPna6tzMZu92O82XMUtEbO+qmN124cH6cc85Z8Td/9fO4+Sc3xfKjjoq+fHXLvlUTUW7/jpzod4fqGBjoxptvvhNffvl1vshVVNGJsr5UjDzKfqXynnlJNabyrCcBAgQIECBAgACBiRYwHgECBAgQIECAAAECBAgQINB+AR1OnECK2DIwGKte/lNs3Tqwbdy8uDdf8sFOnjts6dK44oor4q9+8Yu46qqrYumSJTkXbHLE2M1rc4jYC4TrPD95lSPK6Ovri0MWLYq+/v58rIl9liRzYkccGW1gYGsOVgfiuOOOi6OPPmpk6fgmhXZ8W47ZKuWLkOvo5UfFZZddEnf+/M580a6Mww4/PF+wJme9u46aUoqydP369fH6a69FX6evN2DqvXohQIAAAQIECBAgQIDA9Ag4KgECBAgQIECAAAECBAgQIHBgAh9//HF8+tmnu80GeyPmcLATKY48/Ii48Pzz42//5m/ix9f/OE444fioqpwS5vywt90EveTD7TLSYYcfFiedfHIM5KC61C4bHOSCSQuA+/qq3lctf7B6dZx/wQVx2aWXxiELFkbKIW3TdKMcuCTtMSZFT02dA9lcZZuR5WVZqbHblVt8q04TQ92tebym913dZ511Vtx+++1xxx3l+7sviSMOWxb9feXyZaEcozd5zDq60VR1NCmiYDf5LIbqbqx6+ZXYsHlT3jBFlS9qSnla7gLOFdE70+jtk/J+eZwy1mjFnh55uyi1p/WWEyBAgAABAgQIECBAgACBXQUsIUCAAAECBAgQIECAAIF9CDSpytnd9qpzkFcqJ3lRN0Px4gvPxZYtOfvLWV2TM8eUq+R2ZVpqdPgqZ3+HLFwQZ551Ztx5x8/ir//q53HheT/ohcP9nb6oh+roDg7laTfywNsq5aBxvFWSxrJvPlQsnL8gzjv3B3H9ddfFmq+/7t1MG2VFTOyjd8yJHXLH0YaGhmLViy/G+eedH7/4xS/isst+FCtWrMi95G7yc8etIy+P3mM3q3rLey850F22bGke87y4PQe+f/PXfxPXX39tnHD8cbFwwbwYvoB5Evt+fPvtt/HBBx9EHrLYj+yw16OPbDOVE8ciQIAAAQIECBAgQIAAAQIE2i+gQwIECBAgQIAAAQIEJkLgm5z/vZ/zv95YaST3y6Ft731+KUt2qLxNSikOP/zwuPKqK3Om+fO4886f9b5t+Pjjj49FixblLHHMAHmMcT/zbkuXLs255vm9m1mvuuqqeOfdd2Pd+vWxLRiNiX1MegBc8NasWROrV78fhx9xWFx2ySVx+623xt/89S/ikot+GKefelocd8wxUb5ve978edHf1xfz++fFgnnzeyn44sWL48gjj4yzzzwzrsjh8W1533/6h3+Iv8uh7w3XXx8n5dD3kIXzo8pC5VidPO1kyCrH7qVS1USpGPNo8ny3rmNwcDBeeeXV6Ob0vqlTNHXkyqPkad7Ek8DMEHAWBAgQIECAAAECBAgQIECAQPsFdEiAAAECBAgQIHCQAnU0OSds8ih1nq566eXYsHFrdKq+vCTykogcG/YqxfAjpRRVrr68ZyfXgv6+qMo0Z5Yrlh8dP7zw/PjFz38W//n/8J/ib//6r+LKK34U5559VqxYuTyWHbY0FiyYFwtzTjm/v5PzzU4csmB+LMrvD1u6JI4/dmVceP4Pevv/zd/8VVx77dWxfPny+P777+Ptt9+MujsYk/WoJmvgncd94803Y9OmjTGUm5k/vy+OPvrIKH+r95ZbfhK33Hpz/Kf/9He7rb//T3/bW/7jH18XF118YZxyykmxdNmSmD+/P1I++5RS74KlKJeyzocdrTy7h2fKy+f198dnn30W5XvAy92/kS9mXhxNXpmz4N60zJdligABAtMl4LgECBAgQIAAAQIECBAgQIBA+wV0SIAAAQIECEykQA778nDrN2yIt95+O+o6B8N5Ucn9RjPAlFPiHcPgnC+mXHm/vGnOHutc3Sg3m5ZaeMj8WLny6Lj4oh/GDTdcF3/9V7+Iv8r193//d/F3f/e3uf5me/19ef+3ceedd8Y111wbJ55wQpQbXvOAMW/evHgzZ6aDAwNRDweU+YgT/8wR6sQPOjxiGbrU8LsvPv8yytctRw5qO30pUtXtVV0Pxfx5fdHppDh00SGx9nq3DQAAEABJREFUZMniWLL4kFh86CGxaPHCWJgT9lT+ZnAeKuWr0eTtI7+v88WKaKL3dc/5CpV0vlTs9Mi7RKmdFve+U/v111/v3QVcN/kiphT5KpYRe1U+AKXyEXrvd97fewIECBAgMMkChidAgAABAgQIECBAgAABAgTaL6BDAgQIEJgwgRwmRqlOjhDLNOKNt96M7zesz0cYfp9nerlfLwNM5V3kHLGO8kglL4yhqFI3Z7VDeVrnanpVssqUM84mb9Pk4LbKo5S7fQ9dfGjONRfFsmXLYtlhS2LJoYvj0EMWxYL5/ZGjz2i63ejmqnOV/datXxcfjHw1dck1R6scfyJre7cTOeoexvr8s88yRzevrcddqaTtYyvjxuj7Mp9H2u9nvqCff/FFfP75F8O7NtsnZbb8C4DhJfnzkbftLRtdYEqAAAECBAgQmHQBByBAgAABAgQIECBAgAABAgTaL6BDAgQmW6DcnPrBB6tzPhm9VLFkgKXKcUv+V6alSri7LX8sOWRZ2Ks9ZZqRQ+LhivLo7TOybW++LNy1vvv2u/hu7Xe7rpjgJVMQAJdDVNGt6yiha1OPcFY5Wc2VqiZKVSlFVaWchqecpKceWtkzdnqkvE1ZlFIqk22VUoqUUnRix0ppeHlKo9NORKri3fc/iMHuUDQ54i+Je4x5pDHzZgkQIECAAAECBAhMqYCDESBAgAABAgQIECBAgAABAu0X0OHkCzRVLwd8P2eCA4PdaHLyW5dcMNfOBy/ZYJW3H61OSrFDjeSPVV5eKrY9SugbUb6NuFSOPWO46qhy5NzJC1OT5/O0RNCffPpxVLsLQGNiH1NwiOETbnJz3333XZSvW85Gwwv38FqQS+1h9UEuTrF27dp4/733YnBoaN9jNfvexBYECBAgQIAAAQIECBCYCAFjECBAgAABAgQIECBAgAABAhMnkFKKr778Kj766KMcAE9/6FcyyqaJmLgOdz/SpAfAo6l2larYtGlTbNq8NSJ1csidI96csKecppeK/Cjhd6k8u+1Z3u+ucpKcx8gXqtxRnKvJWqVyfh9ja3Sg3jHysSKleC8n/Zs2b46cSUdUKaLqRJOqSHnjUpGHHR2/vB+tvNqTAAECBAgQIECAAAECBAhMhoAxCRAgQIAAAQIECBAgQGCCBVJKMTjY7f3d3TItWWKpOqeJpbp52ssVmxTdnDV2e9Myv2PVOUcsNXp65Suje5UzxTIdXl5FneqRijyNaMrtwJ2mN791cCDWfr8uSiY5vP3kvVaTN/SOI6cStOZFa9euza9ZI79Ox3PL1q3xcU7563r4luy9ncNo8Fume9tu8tYZmQABAgQIECBAgAABAgQIEGi/gA4JECBAgAABAgQIEJhMgc8/+zy2bN48mYcY19jr1q/r3ZA6ro0PYqMpCYBH/+5vSdTLXcBRWiuBcKkYfpQAfHhu+DXljLjU8LuJe/3uu7XxyWefRR0lhS/j7khQwt7RKmsVgWkTcGACBAgQIECAAAECBAgQIECg/QI6JECAAAECBAgQmHSBjRs3x6effpaPM5ILlm8NLpWXbH/2lVt2h2v7wr3PpX3fcFoGyKlkbNm0MYYGtkY1GQFoOciYGulyzJKZMNtMwkmMjPnxxx/HyOweD1IC4D2utIIAAQJTIOAQBAgQIECAAAECBAgQIECAQPsFdEiAAAECBAhMrEDJAHuVw75mTA11u/He+++PHCyvGJnbcZLD3BLoltpxxYS96+bzaMoJTtiIux9o2gLgOtuWGsUv86OnmFeNzk7YtHzlc0H95JNPyv3HEzaugQgQIECAwAQLGI4AAQIECBAgQIAAAQIECBBov4AOCRAgQGCCBUquuqeKKsVXa76J8k3FdV22Go1IR6cTdTJlvFLbx+vd8NtUkUql4RS0LCu1fauJnasmdrh9j5bScGOjWxbi0fnJnDbRxNq1a+Obb76JuskJ/mQezNgECBAgQIAAgQMSsBMBAgQIECBAgAABAgQIECDQfgEdEiAwqQI5ihy9AXV0WuLJzZs3x0cffRR9ff17OHzJD0drD5sc4OKmaXIGnU+st//kp6NTGgCnSDFv3rzh1nK63uTqvdnNS5V7L7WbVQe0qL+/P9asWRMDAwORjQ9oDDsRIECAAAECBAgQmDQBAxMgQIAAAQIECBAgQIAAAQLtF9DhtAiUbDDlI3/+xVexdWgoz9W5yrNMS5X5iawqD7a9mrruBcCLFsyPagpuVC1HzicwNc9UpUgpRTPmcGnM/GTObtmyJT7//IvodifjIk7mmRubAAECBAgQIECAAIG2C+iPAAECBAgQIECAAAECBAgQmHyB8k3BnWpK49HhpnICnVKK4TeT/zqlHZbGlixZEr3QNzcae7kDuM4blTpYgiaqHDhXkaq++PzLLyPPRFSd4UqdvC48CBAgQIAAAQIECBAgQIDAdAk4LgECBAgQIECAAAECBAhMgEDKY/SqieG/t1v+5u5o5bww8mP9urWx9tuv81x+pjq/jD7Hzo8uO5hpGW+kenf8NrFw4YKYP39hNPmcDmbk8exbjWejCdkmY1c5US8BcLnNuSSv5SJMyNjjGGTzli2xecvWcthxbD3dmzg+AQIECBAgQIAAAQIECBAg0H4BHRIgQIAAAQIECBAgMJECJXvcXY0eo3xj8OacGY6+n5ppE6n3LckRhx122JQccuoC4NxOaaq/04mSwhb8vCgn8NGrmOTH+vXro9sdyql606tJPpzhCRy4gD0JECBAgAABAgQIECBAgACB9gvokAABAgQIECBAYOoFUorv1q4dPu4U3InbO1A+Zm+aj3fooYuiymFwbLv7uNwl3Fs7oS9TFgCXu3+XLV0WnfL1y+Xrnye0jX0Ptnnz5tiyecu+N7QFAQIEplHAoQkQIECAAAECBAgQIECAAIH2C+iQAAECBAgQmB6BJh927dq15V7VPDd1z5RSpJRi2bJlU3LQKQuAO6mKY1eu3Hb3bcrtlcqTKXl+37uYTQ83pak88pS05yAECBAgMPsFdECAAAECBAgQIECAAAECBAi0X0CHBAgQIDBtAlWkqOKbb76PyNP8MuZZjZmf+NmUUqQqxVFHHRV9fX0Tf4CdRpzcbsYcrKnrOOKII7YFwGNWmSVAgAABAgQIzHEB7RMgQIAAAQIECBAgQIAAAQLtF9AhAQLTLZBSmtasstwBfNhhh006w5QFwMsOWxZLly2L1ERO1yOqPC0VU/T4/vuS5g9f1GYavoJ6itp0GAIECBAgQIAAgdkm4HwJECBAgAABAgQIECBAgACB9gvocEYINNHEwODAyLnkmLTJtcvdwCOrJ2FSdao4LGemkzD0DkOWrnZYMOFvcpJexjz22ONiXn9/pJR6VZZNdaWpPqDjESBAgAABAgQIECBAYC8CVhEgQIAAAQIECBAgQIAAAQJTJ5BSiqZupu6AI0canSxYsCBWrFwx+nbSppMeAHeqqvdd1scee0xUeT5GHimlaQuCR07BhAABAgQIECBAgAABAgQITJeA4xIgQIAAAQIECBAgQIDAnBKoo9sdimOOOTYOWbg4UtXJ3U9OVDs5o+bTHX1u3bo1FuQ0+6ijjo7yzcupms7gt+mFziml0dObYVOnQ4AAAQIECBAgQIAAAQIECLRfQIcECBAgQIAAAQIECEyLQDMtR9120LrbjcOWHRbHHntsDAyMfhX1ttUTNjPpAXCn04lTTz45h8Dz80lvV00p9cLYvHBKnkuWLu0F0KMHSykfP4fRo+9NCUy7gBMgQIAAAQIECBAgQIAAAQIE2i+gQwIECBAgQIAAgWkTqJs6Z5YLpun4OZZNnShp6YknHh/9feUO4HpSziUfaVLG3Tbo/Pnz4sSTToi+vioHvqWliCZF1CO1bcNJnlm4YGHMXzA/qhL85prkwxmeAAEC+yVgYwIECBAgQIAAAQIECBAgQKD9AjokQIAAAQIEplegSlUcdtiykZPI4WvKFaVGFk3yJMejvSOsXLkyDj10UW8+p6Yj04mbVBM31PaRUk7PS1VNN47IiCuWL4+Us98SvjY9yOiFwCUI3r7X5M6Vi7l1y9bJPYjRCRAgQIDA/gvYgwABAgQIECBAgAABAgQIEGi/gA4JECBAYNoF6qhzdrlocbkDeOfQd+f3k3GydaSqiarqxpKli+PkU06OXoAa5VHnl1J5MgHPSQmAR88rRROnnHJKLDwkQ5YEeCRBH3v6JQQuNbrPuKdNPvVS49zhsMMOy4n+YePc2mYECBAgQIAAgakQcAwCBAgQIECAAAECBAgQIECg/QI6JEBgpgikFLF06cgdwCM3re773EYyyZJLlor8ft877XWLTqeTM9STY9Ehh8T2EDgm7HHwZ7jLqeR4N4MNdQdj8ZIlceKJJ0aqmyig2zZN2+bGP1NAx9bInk1G3l3F6LYj282bNy8H0QujnEgO12O0DuRUwoMAAQIECBAgQIDAwQrYnwABAgQIECBAgAABAgQIEGi/gA5niECdz6OOQ3LgevTRR+X5KnpZYp4rzyZVsUPtkD/mTXOgWG5o7VXZ4YBq+Byapo6hoaFYsWJ5HHn44RElR20i0piKg3zk7g5yhD3sXlUpTjvttDgsn3idG9lhs9zADu8P6E059VIRZbhSexsm5Qt3+mmnb9tkX9tv29AMAQIECBAgQIAAAQIEJljAcAQIECBAgAABAgQIECBAgMDUCxx11FGxePHiyHluPnh+LTeU5rA3v+k9S364a+VwuLdNySVHK+eTTRNNrt6Oe3jZ/eKyXx0ppTj3Bz+I/v6+3W92EEvLWR7E7jvvWvcWFJglS5fGmWedHinK92nnRvKapuBkyCpXftt7DpM1kXKsPVwpz5fq5GknohqpTj7VXCV9T3390U0RGwe2xIbNm2LTls2xeeuW2DywNTbn+YLdbSIfOUU3SlVR3h9//Ikxv39e1HWdj10qb5TnPAkQIECAAAECBAgQIECAwBQJOAwBAgQIECBAgAABAgQITKFAkxPDkh2WVPDMM8/MoW3q3VwaOUNMKeeQuQYHujEw1I0NGzfHxo1bY8OmjbFx0+bYMjCYa2teNxjVaFCbg9uhHDM2I7lnU+fQsmSfY6qs21Zldaqj3D0ceZ9yzE6KPFfHcccdFytXroyJfuRUdaKHzOOliJNOOimOOOKIKJh5yQE9U6S8X4q1a7+P999/P15++eV4/PHH41f/8R/xb//67/Gv//Pf4l//tdS/9qb/9m//FnfddVfcdffdsWrVS/Hue+/FhvUb8hhN5GsRS5YsifI3iauqijJyHNTZ5WEn7GkgAgQIECBAgAABAgQIECBAoP0COiRAgAABAgQIECBAYKoFeplgDgoPW7Ysjj322JwRpti6dWtsyfXhhx/Hq6++Fo8/+WT86le/jl//+jfxq1//esw0z//qt/HHe+6Le/5wby+rfL+XP26K3v2me2mm2UcOmVKKKtcPzv1B9I2GyzExj2pihtk+Sto9sHIAABAASURBVMop+qGLFsXZZ50Rzb467+1WTqHK0IPR5Og7RRVDg3V8+sln8dxzL8RvMuovf/mruO/eB+Ppp56L1177S3z++Zex5ptvYlNO3jdv2Rqbtw7kFH5rrN+wJb7+5vv4+NMv4sUXV8WDDzwUv/vdXXH/fQ/G22+/k7ffFOefd14snL8gHyXlCxweBKZfwBkQIECAAAECBAgQIECAAAEC7RfQIQECBAgQIECAwLQJzJs3Ly648MJYMP+Q+PLLr+O5Z5+P/8j54/333R9PPvlUvPHmOzl7/C5njZtzbco1PP32u3Xx7drvcvb4SbyTg9+nn3027r3//viXf/nf4l//9Zfx9NPPxvvvr44NGzb1cs6q6otSvTuO6yYvG66Ikodubz+lFCml6FSdOC6H0iccd3x0IsXoIzXR+5vAcYCPHY92gIOM3S2lFOed94Mo36Fdlm8/1fJu18qZbzR5n0id+CiHvg8+/HD8///1f8bv/3B3PPfCC/HJZ5/GwMBAjpUjb9LpbVtH5OlIFbCmiuywQ5W7rct2a9eujffyBXk4j3t/viAbN22M888/P4/gSYAAgekXcAYECBAgQIAAAQIECBAgQIBA+wV0SIAAAQIECEyvwIknnhhHHXlU3PPHe+KP994bf3nzzfh+/YYoX/tcl+C1BI1lusNplpSzVIlTS6Uc6KbhO3/z27Xfr40XVq2KBx9+KH7929/GH+/L475Vxl2Xt+sNuMNou75JOSyuYn4Op884/dRYsHBeRC8RrfP04J759A5ugNG9R5Poo48+Osr3Z3dSytFsipSGK8Y8UkoRqT+aXGtzcr5q1cvx29/fHX/4473xxltvD4N3m6irKrqpiqFI0c0Nd6OJJr+PnIZHDoybfIQyTh190VtWlpdlucq6sm1KqYdc/u7v559/Hn/84x9j3bp1Uc6zzsl7eBAgQIAAgekRcFQCBAgQIECAAAECBAgQIECg/QI6JECAAIFpFKjrOpYuOzwWLVoUd939h3jvgw+i3CzazTlkkzPaOpWTy3FplSKlPC1ve1Xmy7IdK0oWmauJFJH36fTPyyFy3cs231v9YTz2+OPxy1/9Kp588un49tu1MdTt5tGqnFXmSZQxyzRXk+ebFCnVuZo46eST4tRTT40qj5nX5mc9UnlyAM88+gHstZddTjv1tFiyZElEkzfK4Wt+3eVZbnv+8suvotyR+2+/zAhPPxNffPV1DA7V0c3NNiMAZYj8NkrVeZRepYhyMXrr8rLtz7wivynrSuXZ3rPsW6r3Jr8MDQ7FO++8E1u2bIkF8+fnJZ4ECBAgQIAAgakWcDwCBAgQIECAAAECBAgQIECg/QI6JEBg2gVGsso333gjtmze3DudXsaYY8WSH45WRF4Qo4+x86PLdprmcXcZJ28yODQYm/NxXnrllfiP3/y6l4W+9+57MZSXl8A5b7LjswySl8zr74tzzj07Fi9eFAf13c8x/JiAALgXy0anL8XZZ58Z555zTkQOs1NOrlMviS2HqHJjdQwMDMWnn34e993/YPz2d7+NN998M4e+3eh0+iOlTqSdqhp5HzkQLusiUow+Uk7AS42+j94VysfKx41SIyvSyBi9bUd2HxwcjPLV0FsHto5sZUKAAAECBAgQIEBgigQchgABAgQIECBAgAABAgQIEGi/gA5nhECnquL7tWtjy5aBaHLeGNtq59NLeUHOGXvry3x+u9dn2aaKNJpD5mnkfes6x6TdJqqqLwa2DsV7H3wY99x3f/zmd3+IN996N7YONlE3fTFUlxteq3yE4So3zx515JFxwfnnRScvPdhnGfWgxhgJpuP444+PSy+9tHdXbTnJnQf99ttv49FHH4277ror3n/vvRjMIWxfX//IZmlkuptJOUCp3azav0XlGLlyIr9tvwkZd9toZggQIECAAAECBAgQILBXASsJECBAgAABAgQIECBAgACBNgvkLDIitnc4HEZ+8cUX8cgjj8Y99/wx3n3v3ShfTV1q+3bDc2edeVZcdNHFw28O4vUAA+A6UlNqKMfTTSw/6si44rLLYsnixVHC31KD3byuSvH9+nXx9HPPxj333htvvPVWDHa7MZT3jRj+vuu6SVHn3ss+u6uUmyvV26hsuHM13Yjd1M5jld2ayCOl3HLViSZPS+XhPQkQIECAAAECBAgQIECAwGQLGJ8AAQIECBAgQIAAAQIEplig5IXlkCmlqMZUjDzK+omq3pA5f4ycQ+aDRakUnZxODle328QnH38a9937QNx33wOx5utve3llVDm7jFIR8+fPzwHwD3tfBz3UHRzJY0smu2PFPh7Do+1joz2uThErli+Pa6+9No444vBIKS/IG6eUopuD3ldeeSX+cM89sWrVqvj+++8jVXl9fuZNxv0smx9IjfsA07qhgxMgQIAAAQIECBAgQIAAAQLtF9AhAQIECBAgQIAAAQIEtgt88MEHcc8f74mnnno6Nm3etG1FSinmzZsXV115ZZxxxunblu/vTLW/O6QmctocUeUw97Blh8XVV10RRx15eC/wLQn50NBQfP31N/Hgg4/Ek08+Hd9+szYHw528fV+knHJH+fu8pcKDwBwX0D4BAgQIECBAgAABAgQIECDQfgEdEiBAgAABAgQIzEGBKvdc9e7wLd9IvHNF1YkNGzfHyy//KX7577+KN998O2etTe+blvOOsXD+wrj6ymvixBNPiN19VXTZZm9Vjr639btZV/eWzZ8/L66++qpYvnx59HX6o9Pp5BPrxp//8nr89ve/jfdXf5CbSpFPtbf96EuTIupcOUfO60aXmhIgQGBuCeiWAAECBAgQIECAAAECBAgQaL+ADgkQIECAAAEC+xJYt25dPPbEE/HQI4/kUHhj1E0T3fzfkmWHxnXXXxsrVy7f1xC7rB93AJxyYpuauhfyHrJoQVx91VVx0gknRs5yI6UUa9Z8E/fef388/fSzsWVwKOoc73bz9nkSTfkDvPnQJfzNw0SZlhC4VO99XudJgAABAgTmiIA2CRAgQIAAAQIECBAgQIAAgfYL6JAAAQIECOxToGSmTapiYGAg3nrrnfjt738fH370UVRVFUM5bz108aFxww0/jsMOX5qX7XO4bRuMOwAe3aN/Xicu+uGFcfrpp+cwuI6q04k33ngj7rvv3njv/fd6wW8Jf8v2TX4ZPvE8k587v8+LemFwb3l5owgQIECAAAECrRbQHAECBAgQIECAAAECBAgQINB+AR0SIEBg/wRG89T1GzfEH3Pm+txzz0S3Hoqh7kAcfsRhcfXVV8f8BfPHPei4A+CSNPf398VFF/4wLjjvguhUVVRVivffey+eefbZWLduQ37f1wuFy3dR1ym2hbvDZ7P9UOVu4uFlXgkQIECAAAECBAjMEQFtEiBAgAABAgQIECBAgAABAu0X0CGBAxIYzlGHBrsxNFTHiy++FK+8/Keo64gUnTjuuOPi6quujf7+/hjqdiMir9ih8qIxz2rM/F5nS9h78smnxPnnnx+pqqJpmli9+sN47PHHY8vmLXvd10oCBAgQIECAAAECBAjMZQG9EyBAgAABAgQIECBAgAABAu0XmKgO624dq15aFX9+9c+xdWBrL5c97bTT4oorLo+FCxcMHyal4eluXvcRAKfoq1Kkpo6TTz4pLr300jh0ydIoX9n81Vdr4tlnn4uNm7bEUA6Du3lpWR55+1IpdSLliiiHyIFxikh5PjXlfeRgOm9dN3nsyMuHKzwIECBAgAABAgQIECBAgEC7BHRDgAABAgQIECBAgAABAgTGIVAy1FJl0yrKNy6/9PJL8fFHH0dfZ16klOKMM06PSy+5uCSuETkkjpy1lipZ7nBFL3sdHSV2/2ii2+3GihUr4rLLLoslS5bE4OBQfPvtt/Hwww/H11+vGd6tyZNc+Zlnxjx3WTBmXZ7NmXCMVn47h55aJUCAAAECBAgQIECAAAECBNovoEMCBAgQIECAAAECBAgcuMDWrQPxyKOPxDvvvhPlz/V2+vrinHPOiTPOPCNSKinryNhjZsuSPQbA5SueywZLly2L6667LhYtWtQbaP2G9fH440/G1998E1Hu9i0b7VS7/Ru/I3f+prxtWZ+iHLpUeBCYWwK6JUCAAAECBAgQIECAAAECBNovoEMCBAgQIECAAAECByQwkp/mbDXlPHXrlsF46smn4sMPP8whcIpOXyeuv+7aOOnkE6Ouh/L7FFWqejluSqk3rWKXx8gfDc4p7bJlS3L4e20sXbo0Op1ODA4OxtNPPR2ffPrJtr2aFDFa2xbuYybvso8trCZAgEA7BXRFgAABAgQIECBAgAABAgQItF9AhwQIECBAgACBiRQoN+g+8+wzsX79+l5mGzlsvfbaa+KYY46JwYHBaPJ/Y4+3UwBcwt+8OtXR39+JH11+WRx37HG9gcqOzzzzTHzwwQc58c3PPHCdq3zL87bK73NunAeI6H3PdNT5+HVEnkYeM8+MPHc67MhSEwIECBAg0GIBrREgQIAAAQIECBAgQIAAAQLtF9AhAQIECBCYcIGUE9c1X6+Jxx97PDZs2BD9ff2xePHiuP766+Po5UdHXZc8dvthd5PElg3quOiii+KUU06OEtymqonXX3s93nv/veh2u1EeJfTtTVPE7u4AzovzqZQtFAECBAgQIEBgrgvonwABAgQIECBAgAABAgQIEGi/gA4JECAwuQIfffxxPPvMs707gcvXPh955JFx9VVXx7z+eSMHHs55q96duk2dw9pcOdUtd/BeevGlcdkll0QnVb3vjH777bfj6aefjk0bN0VKqVfVyHRktB0mOS+OMk6pHVaMfdPk7LnU2GXmCRAgQIAAAQIECLRNQD8ECBAgQIAAAQIECBAgQIBA+wV0SGBKBFK888578drrr8fg0GDUOeM95thj4tprr44SzjZNCXsjcgobvUdJicvMaaefFued94NeyFver/5wdTzz9DMxNDTU+yrovKIsVgQIECBAgAABAgQIECCwDwGrCRAgQIAAAQIECBAgQIAAgfYLTFmHOd8tIe+f//xq79ubI78vxy757hVXXB798zrR1N3tAXDZ+Kijj4zLLr0sFi5YlLet4uuvvoknnnw6NmzeEnWqYqhu8jgpmjxfsuOUd09NlQPlMZWXlXVlm1Jlfrhix0eqI0qFBwECBAgQIECAAAECBAgQaJ2AhggQIECAAAECBAgQIECAwAEJlIx19zX8p3kHBobi2Wefj48//rQ3fkopzj337DjzzDOjHhsAl++I/slNN8WyZcsiVSnWr1sfzzzzTKxd+32klCLl3UdC5Dy3/VmWj63ta8ztKmAJAQIECBAgQIAAAQIECBAg0H4BHRIgQIAAAQIECBAgQGASBXJoW769+eFHHo5PPv6kd6BOpxMXX3xRnHHm6VFFPRQL5vXF1VddEUsPPTS6Q0PRHRiMxx57LKfGH0fOgqP8Ld+UUp4vUW94ECBwIAL2IUAwGViBAAAQAElEQVSAAAECBAgQIECAAAECBNovoEMCBAgQIECAAAECkyZQ5ZFL5Ul+btq0KZ544on47tvvoqqqWLTokLj00kujWrBgQVx55VWxYvnyiBzyNjnjfeb552L16tVRvha6jojyxc954kmAAAECByhgNwIECBAgQIAAAQIECBAgQKD9AjokQIAAAQIECEypQBOx9vvv47nnnouNGzdGXddx2GGHRXXOOefE2WefFZ2+vqhz1Pv666/Hqpdfjii3/na2J8gppZwP71pT2oSDESBAgACB2SfgjAkQIECAAAECBAgQIECAAIH2C+iQAAECBAhMj0CT4sOPPoxnn30+ukNNpOhEdcUVV/TC3/LVz+Wu3+deeCFSDn7rFJG3zxuFBwECBAgQIECAwAEJ2IkAAQIECBAgQIAAAQIECBBov4AOCRAgML0C5Vud33777Xj5lT9FVfVF1T9vXtTdbqxZ80089thjsXXrYERJf0dres/X0QkQIECAAAECBAjMTgFnTYAAAQIECBAgQIAAAQIECLRfQIcEZoJAU0WTs90/5QD4tddfi6qp61i3bl089dRTsWXz1m13/KZ8sqWit2R4LjwIECBAgAABAgQIECBAYJ8CNiBAgAABAgQIECBAgAABAgTaLzDTOhwcHIwXX3gxqvWbNsYTOfz96ptveueYmt5k20uT3w9XE+X24Z1r24ZmCBAgQIAAAQIECBAgQIAAAQIECBAgQIAAAQIECBAgQGBSBZpUxZ5q3YaNUT3z9DPx8ccfR0mES9Bbzsb9vkVhIstYBAgQIECAAAECBAgQIECAQPsFdEiAAAECBAgQIECAAIHpF6jef3911E0+kabKL+VZRcrzo1WWKAIEDkLArgQIECBAgAABAgQIECBAgED7BXRIgAABAgQIECBAYIYIVINDg9Ed6m47nSZF1KneVttWmCFAgACB/RawAwECBAgQIECAAAECBAgQINB+AR0SIECAAAECBGaSQNV0c+IbVe+cet8VHXWUELjJIXCv8ppyg3CeeBIgQIAAAQLjF7AlAQIECBAgQIAAAQIECBAg0H4BHRIgQIAAgRknMJz8jpxWCXpHw9+RRTkMLoFwrtEFpgQIECBAgAABAvsQsJoAAQIECBAgQIAAAQIECBBov4AOCRAgMDMFcgCcn81oDZ9kKu+HZ70SIECAAAECBAgQILA/ArYlQIAAAQIECBAgQIAAAQIE2i+gQwIzWKBqmnLfbz7D8k3QeeJJgAABAgQIECBAgAABAgcmYC8CBAgQIECAAAECBAgQIECg/QIzvcOqqXIA3MmVp1WVoopOpJSi3AW8Q4UHAQIECBAgQIAAAQIECBAgsAcBiwkQIECAAAECBAgQIECAwIwQKN/9vMcTSXnNaOVZz/0WsAMBAgQIECBAgAABAgQIECDQfgEdEiBAgAABAgQIECBAYOYI5AB4x5PpBb5NFWW64xrvCBDYLwEbEyBAgAABAgQIECBAgAABAu0X0CEBAgQIECBAgACBGSZQ7e58hL+7U7GMAAEC4xewJQECBAgQIECAAAECBAgQINB+AR0SIECAAAECBGaiwG4D4Jl4os6JAAECBAjMEgGnSYAAAQIECBAgQIAAAQIECLRfQIcECBAgQGDGCgiAZ+ylcWIECBAgQIDA7BNwxgQIECBAgAABAgQIECBAgED7BXRIgACBmS0gAJ7Z18fZESBAgAABAgQIzBYB50mAAAECBAgQIECAAAECBAi0X0CHBGaBgAB4Flwkp0iAAAECBAgQIECAwMwWcHYECBAgQIAAAQIECBAgQIBA+wVmS4cC4NlypZwnAQIECBAgQIAAAQIECMxEAedEgAABAgQIECBAgAABAgRmlIAAeFIuh0EJECBAgAABAgQIECBAgACB9gvokAABAgQIECBAgAABAjNPQAA8866JM5rtAs6fAAECBAgQIECAAAECBAgQaL+ADgkQIECAAAECBAjMUAEB8Ay9ME6LAIHZKeCsCRAgQIAAAQIECBAgQIAAgfYL6JAAAQIECBAgMJMFBMAz+eo4NwIECBCYTQLOlQABAgQIECBAgAABAgQIEGi/gA4JECBAgMCMFxAAz/hL5AQJECBAgACBmS/gDAkQIECAAAECBAgQIECAAIH2C+iQAAECs0NAADw7rpOzJECAAAECBAgQmKkCzosAAQIECBAgQIAAAQIECBBov4AOCcwiAQHwLLpYTpUAAQIECBAgQIAAgZkl4GwIECBAgAABAgQIECBAgACB9gvMtg4FwLPtijlfAgQIECBAgAABAgQIEJgJAs6BAAECBAgQIECAAAECBAjMSAEB8IReFoMRIECAAAECBAgQIECAAAEC7RfQIQECBAgQIECAAAECBGaugAB45l4bZzbbBJwvAQIECBAgQIAAAQIECBAg0H4BHRIgQIAAAQIECBCY4QIC4Bl+gZweAQKzQ8BZEiBAgAABAgQIECBAgAABAu0X0CEBAgQIECBAYDYICIBnw1VyjgQIECAwkwWcGwECBAgQIECAAAECBAgQINB+AR0SIECAAIFZIyAAnjWXyokSIECAAAECM0/AGREgQIAAAQIECBAgQIAAAQLtF9AhAQIEZpeAAHh2XS9nS4AAAQIECBAgMFMEnAcBAgQIECBAgAABAgQIECDQfgEdEpiFAgLgWXjRnDIBAgQIECBAgAABAtMr4OgECBAgQIAAAQIECBAgQIBA+wVma4cC4Nl65Zw3AQIECBAgQIAAAQIECEyHgGMSIECAAAECBAgQIECAAIEZLSAAnpDLYxACBAgQIECAAAECBAgQIECg/QI6JECAAAECBAgQIECAwMwXEADP/GvkDGe6gPMjQIAAAQIECBAgQIAAAQIE2i+gQwIECBAgQIAAAQKzREAAPEsulNMkQGBmCjgrAgQIECBAgAABAgQIECBAoP0COiRAgAABAgQIzCYBAfBsulrOlQABAgRmkoBzIUCAAAECBAgQIECAAAECBNovoEMCBAgQIDDrBATAs+6SOWECBAgQIEBg+gWcAQECBAgQIECAAAECBAgQINB+AR0SIEBgdgoIgGfndXPWBAgQIECAAAEC0yXguAQIECBAgAABAgQIECBAgED7BXRIYBYLCIBn8cVz6gQIECBAgAABAgQITK2AoxEgQIAAAQIECBAgQIAAAQLtF5jtHQqAZ/sVdP4ECBAgQIAAAQIECBAgMBUCjkGAAAECBAgQIECAAAECBGaFgAD4oC6TnQkQIECAAAECBAgQIECAAIH2C+iQAAECBAgQIECAAAECs0dAADx7rpUznWkCzocAAQIECBAgQIAAAQIECBBov4AOCRAgQIAAAQIECMwyAQHwLLtgTpcAgZkh4CwIECBAgAABAgQIECBAgACB9gvokAABAgQIECAwGwUEwLPxqjlnAgQIEJhOAccmQIAAAQIECBAgQIAAAQIE2i+gQwIECBAgMGsFBMCz9tI5cQIECBAgQGDqBRyRAAECBAgQIECAAAECBAgQaL+ADgkQIDC7BQTAs/v6OXsCBAgQIECAAIGpEnAcAgQIECBAgAABAgQIECBAoP0COiTQAgEBcAsuohYIECBAgAABAgQIEJhcAaMTIECAAAECBAgQIECAAAEC7RdoS4cC4LZcSX0QIECAAAECBAgQIECAwGQIGJMAAQIECBAgQIAAAQIECMwqAQHwAV0uOxEgQIAAAQIECBAgQIAAAQLtF9AhAQIECBAgQIAAAQIEZp+AAHj2XTNnPN0Cjk+AAAECBAgQIECAAAECBAi0X0CHBAgQIECAAAECBGapgAB4ll44p02AwPQIOCoBAgQIECBAgAABAgQIECDQfgEdEiBAgAABAgRms4AAeDZfPedOgAABAlMp4FgECBAgQIAAAQIECBAgQIBA+wV0SIAAAQIEZr2AAHjWX0INECBAgAABApMv4AgECBAgQIAAAQIECBAgQIBA+wV0SIAAgXYICIDbcR11QYAAAQIECBAgMFkCxiVAgAABAgQIECBAgAABAgTaL6BDAi0SEAC36GJqhQABAgQIECBAgACBiRUwGgECBAgQIECAAAECBAgQINB+gbZ1KABu2xXVDwECBAgQIECAAAECBAhMhIAxCBAgQIAAAQIECBAgQIDArBQQAO/XZbMxAQIECBAgQIAAAQIECBAg0H4BHRIgQIAAAQIECBAgQGD2CgiAZ++1c+ZTLeB4BAgQIECAAAECBAgQIECAQPsFdEiAAAECBAgQIEBglgsIgGf5BXT6BAhMjYCjECBAgAABAgQIECBAgAABAu0X0CEBAgQIECBAoA0CAuA2XEU9ECBAgMBkChibAAECBAgQIECAAAECBAgQaL+ADgkQIECAQGsEBMCtuZQaIUCAAAECBCZewIgECBAgQIAAAQIECBAgQIBA+wV0SIAAgXYJCIDbdT11Q4AAAQIECBAgMFECxiFAgAABAgQIECBAgAABAgTaL6BDAi0UEAC38KJqiQABAgQIECBAgACBgxOwNwECBAgQIECAAAECBAgQINB+gbZ2KABu65XVFwECBAgQIECAAAECBAgciIB9CBAgQIAAAQIECBAgQIDArBYQAI/r8tmIAAECBAgQIECAAAECBAgQaL+ADgkQIECAAAECBAgQIDD7BQTAs/8a6mCyBYxPgAABAgQIECBAgAABAgQItF9AhwQIECBAgAABAgRaIiAAbsmF1AYBApMjYFQCBAgQIECAAAECBAgQIECg/QI6JECAAAECBAi0SUAA3KarqRcCBAgQmEgBYxEgQIAAAQIECBAgQIAAAQLtF9AhAQIECBBonYAAuHWXVEMECBAgQIDAwQsYgQABAgQIECBAgAABAgQIEGi/gA4JECDQTgEBcDuvq64IECBAgAABAgQOVMB+BAgQIECAAAECBAgQIECAQPsFdEigxQIC4BZfXK0RIECAAAECBAgQILB/ArYmQIAAAQIECBAgQIAAAQIE2i/Q9g4FwG2/wvojQIAAAQIECBAgQIAAgfEI2IYAAQIECBAgQIAAAQIECLRCQAC818toJQECBAgQIECAAAECBAgQINB+AR0SIECAAAECBAgQIECgPQIC4PZcS51MtIDxCBAgQIAAAQIECBAgQIAAgfYL6JAAAQIECBAgQIBAywQEwC27oNohQGBiBIxCgAABAgQIECBAgAABAgQItF9AhwQIECBAgACBNgoIgNt4VfVEgAABAgcjYF8CBAgQIECAAAECBAgQIECg/QI6JECAAAECrRUQALf20mqMAAECBAgQ2H8BexAgQIAAAQIECBAgQIAAAQLtF9AhAQIE2i0gAG739dUdAQIECBAgQIDAeAVsR4AAAQIECBAgQIAAAQIECLRfQIcE5oCAAHgOXGQtEiBAgAABAgQIECCwdwFrCRAgQIAAAQIECBAgQIAAgfYLzJUOBcBz5UrrkwABAgQIECBAgAABAgR2J2AZAQIECBAgQIAAAQIECBBo3tCafgAAEABJREFUlYAAeLeX00ICBAgQIECAAAECBAgQIECg/QI6JECAAAECBAgQIECAQPsEBMDtu6Y6OlgB+xMgQIAAAQIECBAgQIAAAQLtF9AhAQIECBAgQIAAgZYKCIBbemG1RYDAgQnYiwABAgQIECBAgAABAgQIEGi/gA4JECBAgAABAm0WEAC3+erqjQABAgT2R8C2BAgQIECAAAECBAgQIECAQPsFdEiAAAECBFovIABu/SXWIAECBAgQILBvAVsQIECAAAECBAgQIECAAAEC7RfQIQECBOaGgAB4blxnXRIgQIAAAQIECOxJwHICBAgQIECAAAECBAgQIECg/QI6JDCHBATAc+hia5UAAQIECBAgQIAAgR0FvCNAgAABAgQIECBAgAABAgTaLzDXOhQAz7Urrl8CBAgQIECAAAECBAgQKAKKAAECBAgQIECAAAECBAi0UkAAvMNl9YYAAQIECBAgQIAAAQIECBBov4AOCRAgQIAAAQIECBAg0F4BAXB7r63O9lfA9gQIECBAgAABAgQIECBAgED7BXRIgAABAgQIECBAoOUCAuCWX2DtESAwPgFbESBAgAABAgQIECBAgAABAu0X0CEBAgQIECBAYC4ICIDnwlXWIwECBAjsTcA6AgQIECBAgAABAgQIECBAoP0COiRAgAABAnNGQAA8Zy61RgkQIECAAIFdBSwhQIAAAQIECBAgQIAAAQIE2i+gQwIECMwtAQHw3LreuiVAgAABAgQIEBgVMCVAgAABAgQIECBAgAABAgTaL6BDAnNQQAA8By+6lgkQIECAAAECBAjMdQH9EyBAgAABAgQIECBAgAABAu0XmKsdCoDn6pXXNwECBAgQIECAAAECBOamgK4JECBAgAABAgQIECBAgECrBQTAvcvrhQABAgQIECBAgAABAgQIEGi/gA4JECBAgAABAgQIECDQfgEBcPuvsQ73JWA9AQIECBAgQIAAAQIECBAg0H4BHRIgQIAAAQIECBCYIwIC4DlyobVJgMDuBSwlQIAAAQIECBAgQIAAAQIE2i+gQwIECBAgQIDAXBIQAM+lq61XAgQIEBgrYJ4AAQIECBAgQIAAAQIECBBov4AOCRAgQIDAnBMQAM+5S65hAgQIECBAIIIBAQIECBAgQIAAAQIECBAg0H4BHRIgQGBuCgiA5+Z11zUBAgQIECBAYO4K6JwAAQIECBAgQIAAAQIECBBov4AOCcxhAQHwHL74WidAgAABAgQIECAw1wT0S4AAAQIECBAgQIAAAQIECLRfYK53KACe658A/RMgQIAAAQIECBAgQGBuCOiSAAECBAgQIECAAAECBAjMCYE5HgDPiWusSQIECBAgQIAAAQIECBAgMMcFtE+AAAECBAgQIECAAIG5IyAAnjvXWqc7C3hPgAABAgQIECBAgAABAgQItF9AhwQIECBAgAABAgTmmIAAeI5dcO0SIDAs4JUAAQIECBAgQIAAAQIECBBov4AOCRAgQIAAAQJzUUAAPBevup4JECAwtwV0T4AAAQIECBAgQIAAAQIECLRfQIcECBAgQGDOCgiA5+yl1zgBAgQIEJiLAnomQIAAAQIECBAgQIAAAQIE2i+gQwIECMxtAQHw3L7+uidAgAABAgQIzB0BnRIgQIAAAQIECBAgQIAAAQLtF9AhAQIhAPYhIECAAAECBAgQIECg9QIaJECAAAECBAgQIECAAAECBNovoMNhAQHwsINXAgQIECBAgAABAgQIEGingK4IECBAgAABAgQIECBAgMCcEpijAfCcusaaJUCAAAECBAgQIECAAAECc1RA2wQIECBAgAABAgQIEJh7AgLguXfNdUyAAAECBAgQIECAAAECBAgQaL+ADgkQIECAAAECBAjMUQEB8By98NomMFcF9E2AAAECBAgQIECAAAECBAi0X0CHBAgQIECAAIG5LCAAnstXX+8ECBCYWwK6JUCAAAECBAgQIECAAAECBNovoEMCBAgQIDDnBQTAc/4jAIAAAQIECMwFAT0SIECAAAECBAgQIECAAAEC7RfQIQECBAgUAQFwUVAECBAgQIAAAQLtFdAZAQIECBAgQIAAAQIECBAg0H4BHRIgsE1AALyNwgwBAgQIECBAgAABAm0T0A8BAgQIECBAgAABAgQIECDQfgEd7iggAN7RwzsCBAgQIECAAAECBAgQaIeALggQIECAAAECBAgQIECAwJwUmGMB8Jy8xpomQIAAAQIECBAgQIAAAQJzTEC7BAgQIECAAAECBAgQmLsCAuC5e+3nXuc6JkCAAAECBAgQIECAAAECBNovoEMCBAgQIECAAAECc1xAADzHPwDaJzBXBPRJgAABAgQIECBAgAABAgQItF9AhwQIECBAgAABAhECYJ8CAgQIEGi7gP4IECBAgAABAgQIECBAgACB9gvokAABAgQIEBgREACPQJgQIECAAAECbRTQEwECBAgQIECAAAECBAgQINB+AR0SIECAwFgBAfBYDfMECBAgQIAAAQLtEdAJAQIECBAgQIAAAQIECBAg0H4BHRIgsIuAAHgXEgsIECBAgAABAgQIEJjtAs6fAAECBAgQIECAAAECBAgQaL+ADncvIADevYulBAgQIECAAAECBAgQIDA7BZw1AQIECBAgQIAAAQIECBCY0wJzJACe09dY8wQIECBAgAABAgQIECBAYI4IaJMAAQIECBAgQIAAAQIEBMA+A+0X0CEBAgQIECBAgAABAgQIECDQfgEdEiBAgAABAgQIECDQExAA9xi8ECDQVgF9ESBAgAABAgQIECBAgAABAu0X0CEBAgQIECBAgMB2AQHwdgtzBAgQINAuAd0QIECAAAECBAgQIECAAAEC7RfQIQECBAgQILCTgAB4JxBvCRAgQIAAgTYI6IEAAQIECBAgQIAAAQIECBBov4AOCRAgQGB3AgLg3alYRoAAAQIECBAgMHsFnDkBAgQIECBAgAABAgQIECDQfgEdEiCwRwEB8B5prCBAgAABAgQIECBAYLYJOF8CBAgQIECAAAECBAgQIECg/QI63LuAAHjvPtYSIECAAAECBAgQIECAwOwQcJYECBAgQIAAAQIECBAgQIBAFmh5AJw79CRAgAABAgQIECBAgAABAgRaLqA9AgQIECBAgAABAgQIEBgVEACPSpi2T0BHBAgQIECAAAECBAgQIECAQPsFdEiAAAECBAgQIECAwA4CAuAdOLwhQKAtAvogQIAAAQIECBAgQIAAAQIE2i+gQwIECBAgQIAAgV0FBMC7mlhCgAABArNbwNkTIECAAAECBAgQIECAAAEC7RfQIQECBAgQILAHAQHwHmAsJkCAAAECBGajgHMmQIAAAQIECBAgQIAAAQIE2i+gQwIECBDYm4AAeG861hEgQIAAAQIECMweAWdKgAABAgQIECBAgAABAgQItF9AhwQI7FNAALxPIhsQIECAAAECBAgQIDDTBZwfAQIECBAgQIAAAQIECBAg0H4BHY5PQAA8PidbESBAgAABAgQIECBAgMDMFHBWBAgQIECAAAECBAgQIECAwBiBlgbAYzo0S4AAAQIECBAgQIAAAQIECLRUQFsECBAgQIAAAQIECBAgsLOAAHhnEe9nv4AOCBAgQIAAAQIECBAgQIAAgfYL6JAAAQIECBAgQIAAgd0KCIB3y2IhAQKzVcB5EyBAgAABAgQIECBAgAABAu0X0CEBAgQIECBAgMCeBQTAe7axhgABAgRml4CzJUCAAAECBAgQIECAAAECBNovoEMCBAgQIEBgHwIC4H0AWU2AAAECBAjMBgHnSIAAAQIECBAgQIAAAQIECLRfQIcECBAgMB4BAfB4lGxDgAABAgQIECAwcwWcGQECBAgQIECAAAECBAgQINB+AR0SIDBuAQHwuKlsSIAAAQIECBAgQIDATBNwPgQIECBAgAABAgQIECBAgED7BXS4fwIC4P3zsjUBAgQIECBAgAABAgQIzAwBZ0GAAAECBAgQIECAAAECBAjsRqBlAfBuOrSIAAECBAgQIECAAAECBAgQaJmAdggQIECAAAECBAgQIEBgTwIC4D3JWD77BJwxAQIECBAgQIAAAQIECBAg0H4BHRIgQIAAAQIECBAgsFcBAfBeeawkQGC2CDhPAgQIECBAgAABAgQIECBAoP0COiRAgAABAgQIENi3gAB430a2IECAAIGZLeDsCBAgQIAAAQIECBAgQIAAgfYL6JAAAQIECBAYp4AAeJxQNiNAgAABAgRmooBzIkCAAAECBAgQIECAAAECBNovoEMCBAgQ2B8BAfD+aNmWAAECBAgQIEBg5gg4EwIECBAgQIAAAQIECBAgQKD9AjokQGC/BQTA+01mBwIECBAgQIAAAQIEplvA8QkQIECAAAECBAgQIECAAIH2C+jwwAQEwAfmZi8CBAgQIECAAAECBAgQmB4BRyVAgAABAgQIECBAgAABAgT2ItCSAHgvHVpFgAABAgQIECBAgAABAgQItERAGwQIECBAgAABAgQIECCwLwEB8L6ErJ/5As6QAAECBAgQIECAAAECBAgQaL+ADgkQIECAAAECBAgQGJeAAHhcTDYiQGCmCjgvAgQIECBAgAABAgQIECBAoP0COiRAgAABAgQIEBi/gAB4/Fa2JECAAIGZJeBsCBAgQIAAAQIECBAgQIAAgfYL6JAAAQIECBDYTwEB8H6C2ZwAAQIECBCYCQLOgQABAgQIECBAgAABAgQIEGi/gA4JECBA4EAEBMAHomYfAgQIECBAgACB6RNwZAIECBAgQIAAAQIECBAgQKD9AjokQOCABQTAB0xnRwIECBAgQIAAAQIEplrA8QgQIECAAAECBAgQIECAAIH2C+jw4AQEwAfnZ28CBAgQIECAAAECBAgQmBoBRyFAgAABAgQIECBAgAABAgTGITDLA+BxdGgTAgQIECBAgAABAgQIECBAYJYLOH0CBAgQIECAAAECBAgQGK+AAHi8UrabeQLOiAABAgQIECBAgAABAgQIEGi/gA4JECBAgAABAgQIENgvAQHwfnHZmACBmSLgPAgQIECAAAECBAgQIECAAIH2C+iQAAECBAgQIEBg/wUEwPtvZg8CBAgQmF4BRydAgAABAgQIECBAgAABAgTaL6BDAgQIECBA4AAFBMAHCGc3AgQIECBAYDoEHJMAAQIECBAgQIAAAQIECBBov4AOCRAgQOBgBATAB6NnXwIECBAgQIAAgakTcCQCBAgQIECAAAECBAgQIECg/QI6JEDgoAUEwAdNaAACBAgQIECAAAECBCZbwPgECBAgQIAAAQIECBAgQIBA+wV0ODECAuCJcTQKAQIECBAgQIAAAQIECEyOgFEJECBAgAABAgQIECBAgACB/RCYpQHwfnRoUwIECBAgQIAAAQIECBAgQGCWCjhtAgQIECBAgAABAgQIENhfAQHw/orZfvoFnAEBAgQIECBAgAABAgQIECDQfvi0Q1EAABAASURBVAEdEiBAgAABAgQIECBwQAIC4ANisxMBAtMl4LgECBAgQIAAAQIECBAgQIBA+wV0SIAAAQIECBAgcOACAuADt7MnAQIECEytgKMRIECAAAECBAgQIECAAAEC7RfQIQECBAgQIHCQAgLggwS0OwECBAgQIDAVAo5BgAABAgQIECBAgAABAgQItF9AhwQIECAwEQIC4IlQNAYBAgQIECBAgMDkCRiZAAECBAgQIECAAAECBAgQaL+ADgkQmDABAfCEURqIAAECBAgQIECAAIGJFjAeAQIECBAgQIAAAQIECBAg0H4BHU6sgAB4Yj2NRoAAAQIECBAgQIAAAQITI2AUAgQIECBAgAABAgQIECBA4AAEZlkAfAAd2oUAAQIECBAgQIAAAQIECBCYZQJOlwABAgQIECBAgAABAgQOVEAAfKBy9pt6AUckQIAAAQIECBAgQIAAAQIE2i+gQwIECBAgQIAAAQIEDkpAAHxQfHYmQGCqBByHAAECBAgQIECAAAECBAgQaL+ADgkQIECAAAECBA5eQAB88IZGIECAAIHJFTA6AQIECBAgQIAAAQIECBAg0H4BHRIgQIAAAQITJCAAniBIwxAgQIAAAQKTIWBMAgQIECBAgAABAgQIECBAoP0COiRAgACBiRQQAE+kprEIECBAgAABAgQmTsBIBAgQIECAAAECBAgQIECAQPsFdEiAwIQLCIAnnNSABAgQIECAAAECBAgcrID9CRAgQIAAAQIECBAgQIAAgfYL6HByBATAk+NqVAIECBAgQIAAAQIECBA4MAF7ESBAgAABAgQIECBAgAABAgchMEsC4IPo0K4ECBAgQIAAAQIECBAgQIDALBFwmgQIECBAgAABAgQIECBwsAIC4IMVtP/kCzgCAQIECBAgQIAAAQIECBAg0H4BHRIgQIAAAQIECBAgMCECAuAJYTQIAQKTJWBcAgQIECBAgAABAgQIECBAoP0COiRAgAABAgQIEJg4AQHwxFkaiQABAgQmVsBoBAgQIECAAAECBAgQIECAQPsFdEiAAAECBAhMsIAAeIJBDUeAAAECBAhMhIAxCBAgQIAAAQIECBAgQIAAgfYL6JAAAQIEJkNAADwZqsYkQIAAAQIECBA4cAF7EiBAgAABAgQIECBAgAABAu0X0CEBApMmIACeNFoDEyBAgAABAgQIECCwvwK2J0CAAAECBAgQIECAAAECBNovoMPJFRAAT66v0QkQIECAAAECBAgQIEBgfAK2IkCAAAECBAgQIECAAAECBCZAYIYHwBPQoSEIECBAgAABAgQIECBAgACBGS7g9AgQIECAAAECBAgQIEBgogQEwBMlaZyJFzAiAQIECBAgQIAAAQIECBAg0H4BHRIgQIAAAQIECBAgMKECAuAJ5TQYAQITJWAcAgQIECBAgAABAgQIECBAoP0COiRAgAABAgQIEJh4AQHwxJsakQABAgQOTsDeBAgQIECAAAECBAgQIECAQPsFdEiAAAECBAhMkoAAeJJgDUuAAAECBAgciIB9CBAgQIAAAQIECBAgQIAAgfYL6JAAAQIEJlNAADyZusYmQIAAAQIECBAYv4AtCRAgQIAAAQIECBAgQIAAgfYL6JAAgUkXEABPOrEDECBAgAABAgQIECCwLwHrCRAgQIAAAQIECBAgQIAAgfYL6HBqBATAU+PsKAQIECBAgAABAgQIECCwewFLCRAgQIAAAQIECBAgQIAAgQkUmKEB8AR2aCgCBAgQIECAAAECBAgQIEBghgo4LQIECBAgQIAAAQIECBCYaAEB8ESLGu/gBYxAgAABAgQIECBAgAABAgQItF9AhwQIECBAgAABAgQITIqAAHhSWA1KgMCBCtiPAAECBAgQIECAAAECBAgQaL+ADgkQIECAAAECBCZPQAA8ebZGJkCAAIH9E7A1AQIECBAgQIAAAQIECBAg0H4BHRIgQIAAAQKTLCAAnmRgwxMgQIAAAQLjEbANAQIECBAgQIAAAQIECBAg0H4BHRIgQIDAVAgIgKdC2TEIECBAgAABAgT2LGANAQIECBAgQIAAAQIECBAg0H4BHRIgMGUCAuApo3YgAgQIECBAgAABAgR2FvCeAAECBAgQIECAAAECBAgQaL+ADqdWQAA8td6ORoAAAQIECBAgQIAAAQLDAl4JECBAgAABAgQIECBAgACBSRCYYQHwJHRoSAIECBAgQIAAAQIECBAgQGCGCTgdAgQIECBAgAABAgQIEJgsAQHwZMkad/8F7EGAAAECBAgQIECAAAECBAi0X0CHBAgQIECAAAECBAhMqoAAeFJ5DU6AwHgFbEeAAAECBAgQIECAAAECBAi0X0CHBAgQIECAAAECky8gAJ58Y0cgQIAAgb0LWEuAAAECBAgQIECAAAECBAi0X0CHBAgQIECAwBQJCICnCNphCBAgQIAAgd0JWEaAAAECBAgQIECAAAECBAi0X0CHBAgQIDCVAgLgqdR2LAIECBAgQIAAge0C5ggQIECAAAECBAgQIECAAIH2C+iQAIEpFxAATzm5AxIgQIAAAQIECBAgQIAAAQIECBAgQIAAAQIECBBov4AOp0dAADw97o5KgAABAgQIECBAgACBuSqgbwIECBAgQIAAAQIECBAgQGASBWZIADyJHRqaAAECBAgQIECAAAECBAgQmCECToMAAQIECBAgQIAAAQIEJltAADzZwsbft4AtCBAgQIAAAQIECBAgQIAAgfYL6JAAAQIECBAgQIAAgSkREABPCbODECCwJwHLCRAgQIAAAQIECBAgQIAAgfYL6JAAAQIECBAgQGDqBATAU2ftSAQIECCwo4B3BAgQIECAAAECBAgQIECAQPsFdEiAAAECBAhMsYAAeIrBHY4AAQIECBAoAooAAQIECBAgQIAAAQIECBBov4AOCRAgQGA6BATA06HumAQIECBAgACBuSygdwIECBAgQIAAAQIECBAgQKD9AjokQGDaBATA00bvwAQIECBAgAABAgTmnoCOCRAgQIAAAQIECBAgQIAAgfYL6HB6BQTA0+vv6AQIECBAgAABAgQIEJgrAvokQIAAAQIECBAgQIAAAQIEpkBgmgPgKejQIQgQIECAAAECBAgQIECAAIFpFnB4AgQIECBAgAABAgQIEJgqAQHwVEk7zq4ClhAgQIAAAQIECBAgQIAAAQLtF9AhAQIECBAgQIAAAQJTKiAAnlJuByNAYFTAlAABAgQIECBAgAABAgQIEGi/gA4JECBAgAABAgSmXkAAPPXmjkiAAIG5LqB/AgQIECBAgAABAgQIECBAoP0COiRAgAABAgSmSUAAPE3wDkuAAAECBOamgK4JECBAgAABAgQIECBAgACB9gvokAABAgSmU0AAPJ36jk2AAAECBAgQmEsCeiVAgAABAgQIECBAgAABAgTaL6BDAgSmXUAAPO2XwAkQIECAAAECBAgQaL+ADgkQIECAAAECBAgQIECAAIH2C+hwZggIgGfGdXAWBAgQIECAAAECBAgQaKuAvggQIECAAAECBAgQIECAAIEpFJimAHgKO3QoAgQIECBAgAABAgQIECBAYJoEHJYAAQIECBAgQIAAAQIEplpAADzV4o4XwYAAAQIECBAgQIAAAQIECBBov4AOCRAgQIAAAQIECBCYFgEB8LSwOyiBuSugcwIECBAgQIAAAQIECBAgQKD9AjokQIAAAQIECBCYPgEB8PTZOzIBAgTmmoB+CRAgQIAAAQIECBAgQIAAgfYL6JAAAQIECBCYZgEB8DRfAIcnQIAAAQJzQ0CXBAgQIECAAAECBAgQIECAQPsFdEiAAAECM0FAADwTroJzIECAAAECBAi0WUBvBAgQIECAAAECBAgQIECAQPsFdEiAwIwREADPmEvhRAgQIECAAAECBAi0T0BHBAgQIECAAAECBAgQIECAQPsFdDizBATAM+t6OBsCBAgQIECAAAECBAi0RUAfBAgQIECAAAECBAgQIECAwDQITHEAPA0dOiQBAgQIECBAgAABAgQIECAwxQIOR4AAAQIECBAgQIAAAQLTJSAAni75uXhcPRMgQIAAAQIECBAgQIAAAQLtF9AhAQIECBAgQIAAAQLTKiAAnlZ+BycwdwR0SoAAAQIECBAgQIAAAQIECLRfQIcECBAgQIAAAQLTLyAAnv5r4AwIECDQdgH9ESBAgAABAgQIECBAgAABAu0X0CEBAgQIECAwQwQEwDPkQjgNAgQIECDQTgFdESBAgAABAgQIECBAgAABAu0X0CEBAgQIzCQBAfBMuhrOhQABAgQIECDQJgG9ECBAgAABAgQIECBAgAABAu0X0CEBAjNOQAA84y6JEyJAgAABAgQIECAw+wV0QIAAAQIECBAgQIAAAQIECLRfQIczU0AAPDOvi7MiQIAAAQIECBAgQIDAbBVw3gQIECBAgAABAgQIECBAgMA0CkxRADyNHTo0AQIECBAgQIAAAQIECBAgMEUCDkOAAAECBAgQIECAAAEC0y0gAJ7uKzAXjq9HAgQIECBAgAABAgQIECBAoP0COiRAgAABAgQIECBAYEYICIBnxGVwEgTaK6AzAgQIECBAgAABAgQIECBAoP0COiRAgAABAgQIEJg5AgLgmXMtnAkBAgTaJqAfAgQIECBAgAABAgQIECBAoP0COiRAgAABAgRmmIAAeIZdEKdDgAABAgTaIaALAgQIECBAgAABAgQIECBAoP0COiRAgACBmSggAJ6JV8U5ESBAgAABAgRms4BzJ0CAAAECBAgQIECAAAECBNovoEMCBGasgAB4xl4aJ0aAAAECBAgQIEBg9gk4YwIECBAgQIAAAQIECBAgQKD9Ajqc2QIC4Jl9fZwdAQIECBAgQIAAAQIEZouA8yRAgAABAgQIECBAgAABAgRmgMAkB8AzoEOnQIAAAQIECBAgQIAAAQIECEyygOEJECBAgAABAgQIECBAYKYICIBnypVo43noiQABAgQIECBAgAABAgQIEGi/gA4JECBAgAABAgQIEJhRAgLgGXU5nAyB9gjohAABAgQIECBA4H9nz76y5DhiIADO/U8t0a8Z1x5IxHsSuTvTXYUM8C8JECBAgAABAgQIECBAgAABAvkC9RIqgOvtxEQECBAgQIAAAQIECBAg0F3A/AQIECBAgAABAgQIECBA4CIBBfCJ8K4iQIAAAQIECBAgQIAAAQIE8gUkJECAAAECBAgQIECAwJUCCuAr9d09SUBWAgQIECBAgAABAgQIECBAIF9AQgIECBAgQIAAAQKXCyiAL1+BAQgQyBeQkAABAgQIECBAgAABAgQIEMgXkJAAAQIECBAgUENAAVxjD6YgQIAAgVQBuQgQIECAAAECBAgQIECAAIF8AQkJECBAgEAhAQVwoWUYhQABAgQIEMgSkIYAAQIECBAgQIAAAQIECBDIF5CQAAEC1QQUwNU2Yh4CBAgQIECAAIEEARkIECBAgACjNXuoAAAQAElEQVQBAgQIECBAgACBfAEJCZQUUACXXIuhCBAgQIAAAQIECBDoK2ByAgQIECBAgAABAgQIECBAIF+gbkIFcN3dmIwAAQIECBAgQIAAAQIEugmYlwABAgQIECBAgAABAgQIXCygAD5hAa4gQIAAAQIECBAgQIAAAQIE8gUkJECAAAECBAgQIECAQAUBBXCFLZghWUA2AgQIECBAgAABAgQIECBAIF9AQgIECBAgQIAAAQJlBBTAZVZhEAIE8gQkIkCAAAECBAgQIECAAAECBPIFJCRAgAABAgQI1BJQANfah2kIECBAIEVADgIECBAgQIAAAQIECBAgQCBfQEICBAgQIFBQQAFccClGIkCAAAECBHoLmJ4AAQIECBAgQIAAAQIECBDIF5CQAAECVQUUwFU3Yy4CBAgQIECAAIGOAmYmQIAAAQIECBAgQIAAAQIE8gUkJFBaQAFcej2GI0CAAAECBAgQIECgj4BJCRAgQIAAAQIECBAgQIAAgXyB+gkVwPV3ZEICBAgQIECAAAECBAgQqC5gPgIECBAgQIAAAQIECBAgUERAAXzgIhxNgAABAgQIECBAgAABAgQI5AtISIAAAQIECBAgQIAAgUoCCuBK2zBLkoAsBAgQIECAAAECBAgQIECAQL6AhAQIECBAgAABAgTKCSiAy63EQAQI9BeQgAABAgQIECBAgAABAgQIEMgXkJAAAQIECBAgUFNAAVxzL6YiQIAAga4C5iZAgAABAgQIECBAgAABAgTyBSQkQIAAAQKFBRTAhZdjNAIECBAgQKCXgGkJECBAgAABAgQIECBAgACBfAEJCRAgUF1AAVx9Q+YjQIAAAQIECBDoIGBGAgQIECBAgAABAgQIECBAIF9AQgItBBTALdZkSAIECBAgQIAAAQIE6gqYjAABAgQIECBAgAABAgQIEMgX6JNQAdxnVyYlQIAAAQIECBAgQIAAgWoC5iFAgAABAgQIECBAgAABAsUEFMAHLMSRBAgQIECAAAECBAgQIECAQL6AhAQIECBAgAABAgQIEKgooACuuBUzdRYwOwECBAgQIECAAAECBAgQIJAvICEBAgQIECBAgACBsgIK4LKrMRgBAv0ETEyAAAECBAgQIECAAAECBAjkC0hIgAABAgQIEKgtoACuvR/TESBAgEAXAXMSIECAAAECBAgQIECAAAEC+QISEiBAgACBBgIK4AZLMiIBAgQIECBQW8B0BAgQIECAAAECBAgQIECAQL6AhAQIEOgioADusilzEiBAgAABAgQIVBQwEwECBAgQIECAAAECBAgQIJAvICGBVgIK4FbrMiwBAgQIECBAgAABAnUETEKAAAECBAgQIECAAAECBAjkC/RLqADutzMTEyBAgAABAgQIECBAgMDVAu4nQIAAAQIECBAgQIAAAQJFBRTAOy7GUQQIECBAgAABAgQIECBAgEC+gIQECBAgQIAAAQIECBCoLKAArrwds3USMCsBAgQIECBAgAABAgQIECCQLyAhAQIECBAgQIAAgfICCuDyKzIgAQL1BUxIgAABAgQIECBAgAABAgQI5AtISIAAAQIECBDoIaAA7rEnUxIgQIBAVQFzESBAgAABAgQIECBAgAABAvkCEhIgQIAAgUYCCuBGyzIqAQIECBAgUEvANAQIECBAgAABAgQIECBAgEC+gIQECBDoJqAA7rYx8xIgQIAAAQIECFQQMAMBAgQIECBAgAABAgQIECCQLyAhgZYCCuCWazM0AQIECBAgQIAAAQLXCbiZAAECBAgQIECAAAECBAgQyBfom1AB3Hd3JidAgAABAgQIECBAgACBswXcR4AAAQIECBAgQIAAAQIEigsogHdYkCMIECBAgAABAgQIECBAgACBfAEJCRAgQIAAAQIECBAg0EFAAdxhS2asLGA2AgQIECBAgAABAgQIECBAIF9AQgIECBAgQIAAAQJtBBTAbVZlUAIE6gmYiAABAgQIECBAgAABAgQIEMgXkJAAAQIECBAg0EtAAdxrX6YlQIAAgSoC5iBAgAABAgQIECBAgAABAgTyBSQkQIAAAQINBRTADZdmZAIECBAgQOBaAbcTIECAAAECBAgQIECAAAEC+QISEiBAoKuAArjr5sxNgAABAgQIECBwhYA7CRAgQIAAAQIECBAgQIAAgXwBCQm0FlAAt16f4QkQIECAAAECBAgQOE/ATQQIECBAgAABAgQIECBAgEC+QP+ECuD+O5SAAAECBAgQIECAAAECBI4WcD4BAgQIECBAgAABAgQIEGgioADesCivEiBAgAABAgQIECBAgAABAvkCEhIgQIAAAQIECBAgQKCTgAK407bMWknALAQIECBAgAABAgQIECBAgEC+gIQECBAgQIAAAQIE2gkogNutzMAECFwvYAICBAgQIECAAAECBAgQIEAgX0BCAgQIECBAgEBPAQVwz72ZmgABAgSuEnAvAQIECBAgQIAAAQIECBAgkC8gIQECBAgQaCygAG68PKMTIECAAAEC5wq4jQABAgQIECBAgAABAgQIEMgXkJAAAQLdBRTA3TdofgIECBAgQIAAgTME3EGAAAECBAgQIECAAAECBAjkC0hIIEJAARyxRiEIECBAgAABAgQIEDhOwMkECBAgQIAAAQIECBAgQIBAvkBOQgVwzi4lIUCAAAECBAgQIECAAIG9BZxHgAABAgQIECBAgAABAgSaCSiAVyzMKwQIECBAgAABAgQIECBAgEC+gIQECBAgQIAAAQIECBDoKKAA7rg1M18p4G4CBAgQIECAAAECBAgQIEAgX0BCAgQIECBAgAABAm0FFMBtV2dwAgTOF3AjAQIECBAgQIAAAQIECBAgkC8gIQECBAgQIECgt4ACuPf+TE+AAAECZwm4hwABAgQIECBAgAABAgQIEMgXkJAAAQIECAQIKIADligCAQIECBAgcKyA0wkQIECAAAECBAgQIECAAIF8AQkJECCQIqAATtmkHAQIECBAgAABAkcIOJMAAQIECBAgQIAAAQIECBDIF5CQQJSAAjhqncIQIECAAAECBAgQILCfgJMIECBAgAABAgQIECBAgACBfIG8hArgvJ1KRIAAAQIECBAgQIAAAQJbBbxPgAABAgQIECBAgAABAgSaCiiAFyzOowQIECBAgAABAgQIECBAgEC+gIQECBAgQIAAAQIECBDoLKAA7rw9s58p4C4CBAgQIECAAAECBAgQIEAgX0BCAgQIECBAgAABAu0FFMDtVygAAQLHC7iBAAECBAgQIECAAAECBAgQyBeQkAABAgQIECCQIaAAztijFAQIECBwlIBzCRAgQIAAAQIECBAgQIAAgXwBCQkQIECAQJCAAjhomaIQIECAAAEC+wo4jQABAgQIECBAgAABAgQIEMgXkJAAAQJpAgrgtI3KQ4AAAQIECBAgsIeAMwgQIECAAAECBAgQIECAAIF8AQkJRAoogCPXKhQBAgQIECBAgAABAusFvEmAAAECBAgQIECAAAECBAjkC+QmVADn7lYyAgQIECBAgAABAgQIEFgq4HkCBAgQIECAAAECBAgQINBcQAH8xgI9QoAAAQIECBAgQIAAAQIECOQLSEiAAAECBAgQIECAAIEEAQVwwhZlOFLA2QQIECBAgAABAgQIECBAgEC+gIQECBAgQIAAAQIEYgQUwDGrFIQAgf0FnEiAAAECBAgQIECAAAECBAjkC0hIgAABAgQIEMgSUABn7VMaAgQIENhLwDkECBAgQIAAAQIECBAgQIBAvoCEBAgQIEAgUEABHLhUkQgQIECAAIFtAt4mQIAAAQIECBAgQIAAAQIE8gUkJECAQKqAAjh1s3IRIECAAAECBAisEfAOAQIECBAgQIAAAQIECBAgkC8gIYFoAQVw9HqFI0CAAAECBAgQIEDgfQFPEiBAgAABAgQIECBAgAABAvkC+QkVwPk7lpAAAQIECBAgQIAAAQIEXgn4ngABAgQIECBAgAABAgQIhAgogJ8s0lcECBAgQIAAAQIECBAgQIBAvoCEBAgQIECAAAECBAgQSBJQACdtU5Y9BZxFgAABAgQIECBAgAABAgQI5AtISIAAAQIECBAgQCBOQAEct1KBCBDYLuAEAgQIECBAgAABAgQIECBAIF9AQgIECBAgQIBApoACOHOvUhEgQIDAWgHvESBAgAABAgQIECBAgAABAvkCEhIgQIAAgWABBXDwckUjQIAAAQIElgl4mgABAgQIECBAgAABAgQIEMgXkJAAAQLpAgrg9A3LR4AAAQIECBAg8I6AZwgQIECAAAECBAgQIECAAIF8AQkJjBBQAI9Ys5AECBAgQIAAAQIECDwW8A0BAgQIECBAgAABAgQIECCQLzAnoQJ4zq4lJUCAAAECBAgQIECAAIGvAn4nQIAAAQIECBAgQIAAAQJhAgrgOwv1EQECBAgQIECAAAECBAgQIJAvICEBAgQIECBAgAABAgQSBRTAiVuVaYuAdwkQIECAAAECBAgQIECAAIF8AQkJECBAgAABAgQIxAoogGNXKxgBAssFvEGAAAECBAgQIECAAAECBAjkC0hIgAABAgQIEMgWUABn71c6AgQIEHhXwHMECBAgQIAAAQIECBAgQIBAvoCEBAgQIEBggIACeMCSRSRAgAABAgSeC/iWAAECBAgQIECAAAECBAgQyBeQkAABAlMEFMBTNi0nAQIECBAgQIDAPQGfESBAgAABAgQIECBAgAABAvkCEhIYJaAAHrVuYQkQIECAAAECBAgQ+CfgJwIECBAgQIAAAQIECBAgQCBfYF5CBfC8nUtMgAABAgQIECBAgAABAgQIECBAgAABAgQIECBAgECogAL4w2L9SIAAAQIECBAgQIAAAQIECOQLSEiAAAECBAgQIECAAIFkAQVw8nZlWyLgWQIECBAgQIAAAQIECBAgQCBfQEICBAgQIECAAAEC8QIK4PgVC0iAwGsBTxAgQIAAAQIECBAgQIAAAQL5AhISIECAAAECBGYIKIBn7FlKAgQIEHgk4HMCBAgQIECAAAECBAgQIEAgX0BCAgQIECAwSEABPGjZohIgQIAAAQKfBfxGgAABAgQIECBAgAABAgQI5AtISIAAgWkCCuBpG5eXAAECBAgQIEDgh4D/CRAgQIAAAQIECBAgQIAAgXwBCQmMFFAAj1y70AQIECBAgAABAgQmC8hOgAABAgQIECBAgAABAgQI5AvMTagAnrt7yQkQIECAAAECBAgQIDBPQGICBAgQIECAAAECBAgQIBAuoAC+3W7hOxaPAAECBAgQIECAAAECBAgQuN1uEAgQIECAAAECBAgQIDBBQAE8YcsyPhPwHQECBAgQIECAAAECBAgQIJAvICEBAgQIECBAgACBMQIK4DGrFpQAge8CPiFAgAABAgQIECBAgAABAgTyBSQkQIAAAQIECMwSUADP2re0BAgQIPBHwN8ECBAgQIAAAQIECBAgQIBAsRQxGAAAEABJREFUvoCEBAgQIEBgoIACeODSRSZAgAABAtMF5CdAgAABAgQIECBAgAABAgTyBSQkQIDAVAEF8NTNy02AAAECBAgQmCkgNQECBAgQIECAAAECBAgQIJAvICGB0QIK4NHrF54AAQIECBAgQIDAJAFZCRAgQIAAAQIECBAgQIAAgXwBCRXA/g0QIECAAAECBAgQIECAQL6AhAQIECBAgAABAgQIECBAYIjA6AJ4yI7FJECAAAECBAgQIECAAAECowWEJ0CAAAECBAgQIECAwCQBBfCkbcv6UcDPBAgQIECAAAECBAgQIECAQL6AhAQIECBAgAABAgTGCSiAx61cYAIEbjcGBAgQIECAAAECBAgQIECAQL6AhAQIECBAgACBmQIK4Jl7l5oAAQJzBSQnQIAAAQIECBAgQIAAAQIE8gUkJECAAAECgwUUwIOXLzoBAgQIEJgmIC8BAgQIECBAgAABAgQIECCQLyAhAQIEpgsogKf/C5CfAAECBAgQIDBDQEoCBAgQIECAAAECBAgQIEAgX0BCAgT+F1AA/4/gPwIECBAgQIAAAQIEkgVkI0CAAAECBAgQIECAAAECBPIFJPwjoAD+I+FvAgQIECBAgAABAgQIEMgTkIgAAQIECBAgQIAAAQIECAwTGFkAD9uxuAQIECBAgAABAgQIECBAYKSA0AQIECBAgAABAgQIEJgooACeuPXZmaUnQIAAAQIECBAgQIAAAQIE8gUkJECAAAECBAgQIDBWQAE8dvWCE5goIDMBAgQIECBAgAABAgQIECCQLyAhAQIECBAgQGC2gAJ49v6lJ0CAwBwBSQkQIECAAAECBAgQIECAAIF8AQkJECBAgACBmwLYPwICBAgQIEAgXkBAAgQIECBAgAABAgQIECBAIF9AQgIECBD4JaAA/uXgTwIECBAgQIAAgUwBqQgQIECAAAECBAgQIECAAIF8AQkJEPggoAD+gOFHAgQIECBAgAABAgSSBGQhQIAAAQIECBAgQIAAAQIE8gUk/CqgAP4q4ncCBAgQIECAAAECBAgQ6C8gAQECBAgQIECAAAECBAgQGCowqgAeumOxCRAgQIAAAQIECBAgQIDAKAFhCRAgQIAAAQIECBAgMFlAATx5+7OyS0uAAAECBAgQIECAAAECBAjkC0hIgAABAgQIECBAYLyAAnj8PwEABCYIyEiAAAECBAgQIECAAAECBAjkC0hIgAABAgQIECDwQ0AB/EPB/wQIECCQKyAZAQIECBAgQIAAAQIECBAgkC8gIQECBAgQIPBXQAH8l8IPBAgQIECAQJqAPAQIECBAgAABAgQIECBAgEC+gIQECBAg8FlAAfzZw28ECBAgQIAAAQIZAlIQIECAAAECBAgQIECAAAEC+QISEiBwR0ABfAfFRwQIECBAgAABAgQIdBYwOwECBAgQIECAAAECBAgQIJAvIOEjAQXwIxmfEyBAgAABAgQIECBAgEA/ARMTIECAAAECBAgQIECAAIHhAiMK4OE7Fp8AAQIECBAgQIAAAQIECIwQEJIAAQIECBAgQIAAAQIEbjcFsH8F6QLyESBAgAABAgQIECBAgAABAvkCEhIgQIAAAQIECBAg8FtAAfwbwl8ECCQKyESAAAECBAgQIECAAAECBAjkC0hIgAABAgQIECDwUUAB/FHDzwQIECCQIyAJAQIECBAgQIAAAQIECBAgkC8gIQECBAgQIPBNQAH8jcQHBAgQIECAQHcB8xMgQIAAAQIECBAgQIAAAQL5AhISIECAwH0BBfB9F58SIECAAAECBAj0FDA1AQIECBAgQIAAAQIECBAgkC8gIQECTwQUwE9wfEWAAAECBAgQIECAQCcBsxIgQIAAAQIECBAgQIAAAQL5AhK+ElAAvxLyPQECBAgQIECAAAECBAjUFzAhAQIECBAgQIAAAQIECBAg8FMgugD+mdAfBAgQIECAAAECBAgQIECAQLSAcAQIECBAgAABAgQIECDwT0AB/M/CT1kC0hAgQIAAAQIECBAgQIAAAQL5AhISIECAAAECBAgQIPBFQAH8BcSvBAgkCMhAgAABAgQIECBAgAABAgQI5AtISIAAAQIECBAgcE9AAXxPxWcECBAg0FfA5AQIECBAgAABAgQIECBAgEC+gIQECBAgQIDAQwEF8EMaXxAgQIAAAQLdBMxLgAABAgQIECBAgAABAgQI5AtISIAAAQLPBRTAz318S4AAAQIECBAg0EPAlAQIECBAgAABAgQIECBAgEC+gIQECLwhoAB+A8kjBAgQIECAAAECBAhUFjAbAQIECBAgQIAAAQIECBAgkC8g4bsCCuB3pTxHgAABAgQIECBAgAABAvUETESAAAECBAgQIECAAAECBAh8EogsgD8l9AsBAgQIECBAgAABAgQIECAQKSAUAQIECBAgQIAAAQIECHwXUAB/N/FJbwHTEyBAgAABAgQIECBAgAABAvkCEhIgQIAAAQIECBAg8EBAAfwAxscECHQUMDMBAgQIECBAgAABAgQIECCQLyAhAQIECBAgQIDAMwEF8DMd3xEgQIBAHwGTEiBAgAABAgQIECBAgAABAvkCEhIgQIAAAQIvBRTAL4k8QIAAAQIECFQXMB8BAgQIECBAgAABAgQIECCQLyAhAQIECLwnoAB+z8lTBAgQIECAAAECNQVMRYAAAQIECBAgQIAAAQIECOQLSEiAwAIBBfACLI8SIECAAAECBAgQIFBJwCwECBAgQIAAAQIECBAgQIBAvoCESwUUwEvFPE+AAAECBAgQIECAAAEC1wuYgAABAgQIECBAgAABAgQIELgrEFUA303oQwIECBAgQIAAAQIECBAgQCBKQBgCBAgQIECAAAECBAgQeCygAH5s45teAqYlQIAAAQIECBAgQIAAAQIE8gUkJECAAAECBAgQIEDghYAC+AWQrwkQ6CBgRgIECBAgQIAAAQIECBAgQCBfQEICBAgQIECAAIF3BBTA7yh5hgABAgTqCpiMAAECBAgQIECAAAECBAgQyBeQkAABAgQIEHhbQAH8NpUHCRAgQIAAgWoC5iFAgAABAgQIECBAgAABAgTyBSQkQIAAgWUCCuBlXp4mQIAAAQIECBCoIWAKAgQIECBAgAABAgQIECBAIF9AQgIEVggogFegeYUAAQIECBAgQIAAgSsF3E2AAAECBAgQIECAAAECBAjkC0i4VkABvFbOewQIECBAgAABAgQIECBwvoAbCRAgQIAAAQIECBAgQIAAgacCEQXw04S+JECAAAECBAgQIECAAAECBCIEhCBAgAABAgQIECBAgACB1wIK4NdGnqgtYDoCBAgQIECAAAECBAgQIEAgX0BCAgQIECBAgAABAgTeFFAAvwnlMQIEKgqYiQABAgQIECBAgAABAgQIEMgXkJAAAQIECBAgQGCJgAJ4iZZnCRAgQKCOgEkIECBAgAABAgQIECBAgACBfAEJCRAgQIAAgcUCCuDFZF4gQIAAAQIErhZwPwECBAgQIECAAAECBAgQIJAvICEBAgQIrBNQAK9z8xYBAgQIECBAgMA1Am4lQIAAAQIECBAgQIAAAQIE8gUkJEBgg4ACeAOeVwkQIECAAAECBAgQOFPAXQQIECBAgAABAgQIECBAgEC+gIRbBRTAWwW9T4AAAQIECBAgQIAAAQLHC7iBAAECBAgQIECAAAECBAgQeEugdQH8VkIPESBAgAABAgQIECBAgAABAq0FDE+AAAECBAgQIECAAAEC7wsogN+38mQtAdMQIECAAAECBAgQIECAAAEC+QISEiBAgAABAgQIECCwUEABvBDM4wQIVBAwAwECBAgQIECAAAECBAgQIJAvICEBAgQIECBAgMAaAQXwGjXvECBAgMB1Am4mQIAAAQIECBAgQIAAAQIE8gUkJECAAAECBFYLKIBX03mRAAECBAgQOFvAfQQIECBAgAABAgQIECBAgEC+gIQECBAgsE1AAbzNz9sECBAgQIAAAQLnCLiFAAECBAgQIECAAAECBAgQyBeQkACBHQQUwDsgOoIAAQIECBAgQIAAgSMFnE2AAAECBAgQIECAAAECBAjkC0i4l4ACeC9J5xAgQIAAAQIECBAgQIDA/gJOJECAAAECBAgQIECAAAECBBYJtCyAFyX0MAECBAgQIECAAAECBAgQINBSwNAECBAgQIAAAQIECBAgsFxAAbzczBvXCridAAECBAgQIECAAAECBAgQyBeQkAABAgQIECBAgACBlQIK4JVwXiNA4AoBdxIgQIAAAQIECBAgQIAAAQL5AhISIECAAAECBAhsEVAAb9HzLgECBAicJ+AmAgQIECBAgAABAgQIECBAIF9AQgIECBAgQGCzgAJ4M6EDCBAgQIAAgaMFnE+AAAECBAgQIECAAAECBAjkC0hIgAABAvsIKID3cXQKAQIECBAgQIDAMQJOJUCAAAECBAgQIECAAAECBPIFJCRAYEcBBfCOmI4iQIAAAQIECBAgQGBPAWcRIECAAAECBAgQIECAAAEC+QIS7i2gAN5b1HkECBAgQIAAAQIECBAgsF3ACQQIECBAgAABAgQIECBAgMAqgVYF8KqEXiJAgAABAgQIECBAgAABAgRaCRiWAAECBAgQIECAAAECBNYLKIDX23nzXAG3ESBAgAABAgQIECBAgAABAvkCEhIgQIAAAQIECBAgsFFAAbwR0OsECJwh4A4CBAgQIECAAAECBAgQIEAgX0BCAgQIECBAgACBPQQUwHsoOoMAAQIEjhNwMgECBAgQIECAAAECBAgQIJAvICEBAgQIECCwm4ACeDdKBxEgQIAAAQJ7CziPAAECBAgQIECAAAECBAgQyBeQkAABAgT2FVAA7+vpNAIECBAgQIAAgX0EnEKAAAECBAgQIECAAAECBAjkC0hIgMABAgrgA1AdSYAAAQIECBAgQIDAFgHvEiBAgAABAgQIECBAgAABAvkCEh4loAA+Sta5BAgQIECAAAECBAgQILBcwBsECBAgQIAAAQIECBAgQIDAJoEWBfCmhF4mQIAAAQIECBAgQIAAAQIEWggYkgABAgQIECBAgAABAgS2CyiAtxs64VgBpxMgQIAAAQIECBAgQIAAAQL5AhISIECAAAECBAgQILCTgAJ4J0jHECBwhIAzCRAgQIAAAQIECBAgQIAAgXwBCQkQIECAAAECBPYUUADvqeksAgQIENhPwEkECBAgQIAAAQIECBAgQIBAvoCEBAgQIECAwO4CCuDdSR1IgAABAgQIbBXwPgECBAgQIECAAAECBAgQIJAvICEBAgQIHCOgAD7G1akECBAgQIAAAQLrBLxFgAABAgQIECBAgAABAgQI5AtISIDAgQIK4ANxHU2AAAECBAgQIECAwBIBzxIgQIAAAQIECBAgQIAAAQL5AhIeLaAAPlrY+QQIECBAgAABAgQIECDwWsATBAgQIECAAAECBAgQIECAwC4CpQvgXRI6hH2M15YAABAASURBVAABAgQIECBAgAABAgQIECgtYDgCBAgQIECAAAECBAgQ2E9AAbyfpZP2FXAaAQIECBAgQIAAAQIECBAgkC8gIQECBAgQIECAAAECOwsogHcGdRwBAnsIOIMAAQIECBAgQIAAAQIECBDIF5CQAAECBAgQIEDgCAEF8BGqziRAgACB9QLeJECAAAECBAgQIECAAAECBPIFJCRAgAABAgQOE1AAH0brYAIECBAgQGCpgOcJECBAgAABAgQIECBAgACBfAEJCRAgQOBYAQXwsb5OJ0CAAAECBAgQeE/AUwQIECBAgAABAgQIECBAgEC+gIQECJwgoAA+AdkVBAgQIECAAAECBAg8E/AdAQIECBAgQIAAAQIECBAgkC8g4VkCCuCzpN1DgAABAgQIECBAgAABAt8FfEKAAAECBAgQIECAAAECBAjsKlCyAN41ocMIECBAgAABAgQIECBAgACBkgKGIkCAAAECBAgQIECAAIH9BRTA+5s6cZuAtwkQIECAAAECBAgQIECAAIF8AQkJECBAgAABAgQIEDhIQAF8EKxjCRBYI+AdAgQIECBAgAABAgQIECBAIF9AQgIECBAgQIAAgSMFFMBH6jqbAAECBN4X8CQBAgQIECBAgAABAgQIECCQLyAhAQIECBAgcLiAAvhwYhcQIECAAAECrwR8T4AAAQIECBAgQIAAAQIECOQLSEiAAAEC5wgogM9xdgsBAgQIECBAgMB9AZ8SIECAAAECBAgQIECAAAEC+QISEiBwooAC+ERsVxEgQIAAAQIECBAg8FHAzwQIECBAgAABAgQIECBAgEC+gIRnCyiAzxZ3HwECBAgQIECAAAECBAjcbgwIECBAgAABAgQIECBAgACBQwRKFcCHJHQoAQIECBAgQIAAAQIECBAgUErAMAQIECBAgAABAgQIECBwnIAC+DhbJy8T8DQBAgQIECBAgAABAgQIECCQLyAhAQIECBAgQIAAAQIHCyiADwZ2PAEC7wh4hgABAgQIECBAgAABAgQIEMgXkJAAAQIECBAgQOAMAQXwGcruIECAAIHHAr4hQIAAAQIECBAgQIAAAQIE8gUkJECAAAECBE4TUACfRu0iAgQIECBA4KuA3wkQIECAAAECBAgQIECAAIF8AQkJECBA4FwBBfC53m4jQIAAAQIECBD4JeBPAgQIECBAgAABAgQIECBAIF9AQgIELhBQAF+A7koCBAgQIECAAAECswWkJ0CAAAECBAgQIECAAAECBPIFJLxKQAF8lbx7CRAgQIAAAQIECBAgMFFAZgIECBAgQIAAAQIECBAgQOBQgRIF8KEJHU6AAAECBAgQIECAAAECBAiUEDAEAQIECBAgQIAAAQIECBwvoAA+3tgNzwV8S4AAAQIECBAgQIAAAQIECOQLSEiAAAECBAgQIECAwEkCCuCToF1DgMA9AZ8RIECAAAECBAgQIECAAAEC+QISEiBAgAABAgQInCmgAD5T210ECBAg8E/ATwQIECBAgAABAgQIECBAgEC+gIQECBAgQIDA6QIK4NPJXUiAAAECBAgQIECAAAECBAgQIECAAAECBPIFJCRAgACBawQUwNe4u5UAAQIECBAgMFVAbgIECBAgQIAAAQIECBAgQCBfQEICBC4UUABfiO9qAgQIECBAgAABArMEpCVAgAABAgQIECBAgAABAgTyBSS8WkABfPUG3E+AAAECBAgQIECAAIEJAjISIECAAAECBAgQIECAAAECpwhcWgCfktAlBAgQIECAAAECBAgQIECAwKUCLidAgAABAgQIECBAgACB8wQUwOdZu+mzgN8IECBAgAABAgQIECBAgACBfAEJCRAgQIAAAQIECBA4WUABfDK46wgQ+CHgfwIECBAgQIAAAQIECBAgQCBfQEICBAgQIECAAIErBBTAV6i7kwABApMFZCdAgAABAgQIECBAgAABAgTyBSQkQIAAAQIELhNQAF9G72ICBAgQIDBPQGICBAgQIECAAAECBAgQIEAgX0BCAgQIELhWQAF8rb/bCRAgQIAAAQJTBOQkQIAAAQIECBAgQIAAAQIE8gUkJECggIACuMASjECAAAECBAgQIEAgW0A6AgQIECBAgAABAgQIECBAIF9AwioCCuAqmzAHAQIECBAgQIAAAQIEEgVkIkCAAAECBAgQIECAAAECBE4VuKQAPjWhywgQIECAAAECBAgQIECAAIFLBFxKgAABAgQIECBAgAABAucLKIDPN59+o/wECBAgQIAAAQIECBAgQIBAvoCEBAgQIECAAAECBAhcJKAAvgjetQRmCkhNgAABAgQIECBAgAABAgQI5AtISIAAAQIECBAgcKWAAvhKfXcTIEBgkoCsBAgQIECAAAECBAgQIECAQL6AhAQIECBAgMDlAgrgy1dgAAIECBAgkC8gIQECBAgQIECAAAECBAgQIJAvICEBAgQI1BBQANfYgykIECBAgAABAqkCchEgQIAAAQIECBAgQIAAAQL5AhISIFBIQAFcaBlGIUCAAAECBAgQIJAlIA0BAgQIECBAgAABAgQIECCQLyBhNQEFcLWNmIcAAQIECBAgQIAAAQIJAjIQIECAAAECBAgQIECAAAEClwicWgBfktClBAgQIECAAAECBAgQIECAwKkCLiNAgAABAgQIECBAgACB6wQUwNfZT7tZXgIECBAgQIAAAQIECBAgQCBfQEICBAgQIECAAAECBC4WUABfvADXE5ghICUBAgQIECBAgAABAgQIECCQLyAhAQIECBAgQIBABQEFcIUtmIEAAQLJArIRIECAAAECBAgQIECAAAEC+QISEiBAgAABAmUEFMBlVmEQAgQIECCQJyARAQIECBAgQIAAAQIECBAgkC8gIQECBAjUElAA19qHaQgQIECAAAECKQJyECBAgAABAgQIECBAgAABAvkCEhIgUFBAAVxwKUYiQIAAAQIECBAg0FvA9AQIECBAgAABAgQIECBAgEC+gIRVBRTAVTdjLgIECBAgQIAAAQIECHQUMDMBAgQIECBAgAABAgQIECBwqcApBfClCV1OgAABAgQIECBAgAABAgQInCLgEgIECBAgQIAAAQIECBC4XkABfP0O0ieQjwABAgQIECBAgAABAgQIEMgXkJAAAQIECBAgQIAAgSICCuAiizAGgUwBqQgQIECAAAECBAgQIECAAIF8AQkJECBAgAABAgQqCSiAK23DLAQIEEgSkIUAAQIECBAgQIAAAQIECBDIF5CQAAECBAgQKCegAC63EgMRIECAAIH+AhIQIECAAAECBAgQIECAAAEC+QISEiBAgEBNAQVwzb2YigABAgQIECDQVcDcBAgQIECAAAECBAgQIECAQL6AhAQIFBZQABdejtEIECBAgAABAgQI9BIwLQECBAgQIECAAAECBAgQIJAvIGF1AQVw9Q2ZjwABAgQIECBAgAABAh0EzEiAAAECBAgQIECAAAECBAiUEDi0AC6R0BAECBAgQIAAAQIECBAgQIDAoQIOJ0CAAAECBAgQIECAAIE6AgrgOrtIm0QeAgQIECBAgAABAgQIECBAIF9AQgIECBAgQIAAAQIEigkogIstxDgEMgSkIECAAAECBAgQIECAAAECBPIFJCRAgAABAgQIEKgooACuuBUzESBAoLOA2QkQIECAAAECBAgQIECAAIF8AQkJECBAgACBsgIK4LKrMRgBAgQIEOgnYGICBAgQIECAAAECBAgQIEAgX0BCAgQIEKgtoACuvR/TESBAgAABAgS6CJiTAAECBAgQIECAAAECBAgQyBeQkACBBgIK4AZLMiIBAgQIECBAgACB2gKmI0CAAAECBAgQIECAAAECBPIFJOwioADusilzEiBAgAABAgQIECBAoKKAmQgQIECAAAECBAgQIECAAIFSAocUwKUSGoYAAQIECBAgQIAAAQIECBA4RMChBAgQIECAAAECBAgQIFBPQAFcbyfdJzI/AQIECBAgQIAAAQIECBAgkC8gIQECBAgQIECAAAECRQUUwEUXYywCPQVMTYAAAQIECBAgQIAAAQIECOQLSEiAAAECBAgQIFBZQAFceTtmI0CAQCcBsxIgQIAAAQIECBAgQIAAAQL5AhISIECAAAEC5QUUwOVXZEACBAgQIFBfwIQECBAgQIAAAQIECBAgQIBAvoCEBAgQINBDQAHcY0+mJECAAAECBAhUFTAXAQIECBAgQIAAAQIECBAgkC8gIQECjQQUwI2WZVQCBAgQIECAAAECtQRMQ4AAAQIECBAgQIAAAQIECOQLSNhNQAHcbWPmJUCAAAECBAgQIECAQAUBMxAgQIAAAQIECBAgQIAAAQIlBXYtgEsmNBQBAgQIECBAgAABAgQIECCwq4DDCBAgQIAAAQIECBAgQKCugAK47m66TWZeAgQIECBAgAABAgQIECBAIF9AQgIECBAgQIAAAQIEigsogIsvyHgEegiYkgABAgQIECBAgAABAgQIEMgXkJAAAQIECBAgQKCDgAK4w5bMSIAAgcoCZiNAgAABAgQIECBAgAABAgTyBSQkQIAAAQIE2ggogNusyqAECBAgQKCegIkIECBAgAABAgQIECBAgACBfAEJCRAgQKCXgAK4175MS4AAAQIECBCoImAOAgQIECBAgAABAgQIECBAIF9AQgIEGgoogBsuzcgECBAgQIAAAQIErhVwOwECBAgQIECAAAECBAgQIJAvIGFXAQVw182ZmwABAgQIECBAgAABAlcIuJMAAQIECBAgQIAAAQIECBAoLbBLAVw6oeEIECBAgAABAgQIECBAgACBXQQcQoAAAQIECBAgQIAAAQL1BRTA9XdUfULzESBAgAABAgQIECBAgAABAvkCEhIgQIAAAQIECBAg0ERAAdxkUcYkUFPAVAQIECBAgAABAgQIECBAgEC+gIQECBAgQIAAAQKdBBTAnbZlVgIECFQSMAsBAgQIECBAgAABAgQIECCQLyAhAQIECBAg0E5AAdxuZQYmQIAAAQLXC5iAAAECBAgQIECAAAECBAgQyBeQkAABAgR6CiiAe+7N1AQIECBAgACBqwTcS4AAAQIECBAgQIAAAQIECOQLSEiAQGMBBXDj5RmdAAECBAgQIECAwLkCbiNAgAABAgQIECBAgAABAgTyBSTsLqAA7r5B8xMgQIAAAQIECBAgQOAMAXcQIECAAAECBAgQIECAAAECLQQ2FcAtEhqSAAECBAgQIECAAAECBAgQ2CTgZQIECBAgQIAAAQIECBDoI6AA7rOrapOahwABAgQIECBAgAABAgQIEMgXkJAAAQIECBAgQIAAgWYCCuBmCzMugRoCpiBAgAABAgQIECBAgAABAgTyBSQkQIAAAQIECBDoKKAA7rg1MxMgQOBKAXcTIECAAAECBAgQIECAAAEC+QISEiBAgAABAm0FFMBtV2dwAgQIECBwvoAbCRAgQIAAAQIECBAgQIAAgXy7B1zIAAAQAElEQVQBCQkQIECgt4ACuPf+TE+AAAECBAgQOEvAPQQIECBAgAABAgQIECBAgEC+gIQECAQIKIADligCAQIECBAgQIAAgWMFnE6AAAECBAgQIECAAAECBAjkC0iYIqAATtmkHAQIECBAgAABAgQIEDhCwJkECBAgQIAAAQIECBAgQIBAK4FVBXCrhIYlQIAAAQIECBAgQIAAAQIEVgl4iQABAgQIECBAgAABAgT6CSiA++3s6ondT4AAAQIECBAgQIAAAQIECOQLSEiAAAECBAgQIECAQFMBBXDTxRmbwDUCbiVAgAABAgQIECBAgAABAgTyBSQkQIAAAQIECBDoLKAA7rw9sxMgQOBMAXcRIECAAAECBAgQIECAAAEC+QISEiBAgAABAu0FFMDtVygAAQIECBA4XsANBAgQIECAAAECBAgQIECAQL6AhAQIECCQIaAAztijFAQIECBAgACBowScS4AAAQIECBAgQIAAAQIECOQLSEiAQJCAAjhomaIQIECAAAECBAgQ2FfAaQQIECBAgAABAgQIECBAgEC+gIRpAgrgtI3KQ4AAAQIECBAgQIAAgT0EnEGAAAECBAgQIECAAAECBAi0FFhUALdMaGgCBAgQIECAAAECBAgQIEBgkYCHCRAgQIAAAQIECBAgQKCvgAK47+7Ontx9BAgQIECAAAECBAgQIECAQL6AhAQIECBAgAABAgQINBdQADdfoPEJnCPgFgIECBAgQIAAAQIECBAgQCBfQEICBAgQIECAAIEEAQVwwhZlIECAwJECziZAgAABAgQIECBAgAABAgTyBSQkQIAAAQIEYgQUwDGrFIQAAQIECOwv4EQCBAgQIECAAAECBAgQIEAgX0BCAgQIEMgSUABn7VMaAgQIECBAgMBeAs4hQIAAAQIECBAgQIAAAQIE8gUkJEAgUEABHLhUkQgQIECAAAECBAhsE/A2AQIECBAgQIAAAQIECBAgkC8gYaqAAjh1s3IRIECAAAECBAgQIEBgjYB3CBAgQIAAAQIECBAgQIAAgdYCbxXArRMangABAgQIECBAgAABAgQIEHhLwEMECBAgQIAAAQIECBAg0F9AAdx/h0cncD4BAgQIECBAgAABAgQIECCQLyAhAQIECBAgQIAAAQIhAgrgkEWKQeAYAacSIECAAAECBAgQIECAAAEC+QISEiBAgAABAgQIJAkogJO2KQsBAgT2FHAWAQIECBAgQIAAAQIECBAgkC8gIQECBAgQIBAnoACOW6lABAgQIEBgu4ATCBAgQIAAAQIECBAgQIAAgXwBCQkQIEAgU0ABnLlXqQgQIECAAAECawW8R4AAAQIECBAgQIAAAQIECOQLSEiAQLCAAjh4uaIRIECAAAECBAgQWCbgaQIECBAgQIAAAQIECBAgQCBfQMJ0AQVw+oblI0CAAAECBAgQIECAwDsCniFAgAABAgQIECBAgAABAgQiBJ4WwBEJhSBAgAABAgQIECBAgAABAgSeCviSAAECBAgQIECAAAECBHIEFMA5u9w7ifMIECBAgAABAgQIECBAgACBfAEJCRAgQIAAAQIECBAIE1AAhy1UHAL7CDiFAAECBAgQIECAAAECBAgQyBeQkAABAgQIECBAIFFAAZy4VZkIECCwRcC7BAgQIECAAAECBAgQIECAQL6AhAQIECBAgECsgAI4drWCESBAgACB5QLeIECAAAECBAgQIECAAAECBPIFJCRAgACBbAEFcPZ+pSNAgAABAgQIvCvgOQIECBAgQIAAAQIECBAgQCBfQEICBAYIKIAHLFlEAgQIECBAgAABAs8FfEuAAAECBAgQIECAAAECBAjkC0g4RUABPGXTchIgQIAAAQIECBAgQOCegM8IECBAgAABAgQIECBAgACBKIG7BXBUQmEIECBAgAABAgQIECBAgACBuwI+JECAAAECBAgQIECAAIE8AQVw3k63JvI+AQIECBAgQIAAAQIECBAgkC8gIQECBAgQIECAAAECoQIK4NDFikVgnYC3CBAgQIAAAQIECBAgQIAAgXwBCQkQIECAAAECBJIFFMDJ25WNAAECSwQ8S4AAAQIECBAgQIAAAQIECOQLSEiAAAECBAjECyiA41csIAECBAgQeC3gCQIECBAgQIAAAQIECBAgQCBfQEICBAgQmCGgAJ6xZykJECBAgAABAo8EfE6AAAECBAgQIECAAAECBAjkC0hIgMAgAQXwoGWLSoAAAQIECBAgQOCzgN8IECBAgAABAgQIECBAgACBfAEJpwkogKdtXF4CBAgQIECAAAECBAj8EPA/AQIECBAgQIAAAQIECBAgECnwqQCOTCgUAQIECBAgQIAAAQIECBAg8EnALwQIECBAgAABAgQIECCQK6AAzt3t0mSeJ0CAAAECBAgQIECAAAECBPIFJCRAgAABAgQIECBAIFxAARy+YPEIvCfgKQIECBAgQIAAAQIECBAgQCBfQEICBAgQIECAAIEJAgrgCVuWkQABAs8EfEeAAAECBAgQIECAAAECBAjkC0hIgAABAgQIjBFQAI9ZtaAECBAgQOC7gE8IECBAgAABAgQIECBAgACBfAEJCRAgQGCWgAJ41r6lJUCAAAECBAj8EfA3AQIECBAgQIAAAQIECBAgkC8gIQECAwUUwAOXLjIBAgQIECBAgMB0AfkJECBAgAABAgQIECBAgACBfAEJpwoogKduXm4CBAgQIECAAAECBGYKSE2AAAECBAgQIECAAAECBAhEC/wsgKMTCkeAAAECBAgQIECAAAECBAj8FPAHAQIECBAgQIAAAQIECOQLKIDzd/wqoe8JECBAgAABAgQIECBAgACBfAEJCRAgQIAAAQIECBAYIqAAHrJoMQncF/ApAQIECBAgQIAAAQIECBAgkC8gIQECBAgQIECAwCQBBfCkbctKgACBjwJ+JkCAAAECBAgQIECAAAECBPIFJCRAgAABAgTGCSiAx61cYAIECBAgcLsxIECAAAECBAgQIECAAAECBPIFJCRAgACBmQIK4Jl7l5oAAQIECBCYKyA5AQIECBAgQIAAAQIECBAgkC8gIQECgwUUwIOXLzoBAgQIECBAgMA0AXkJECBAgAABAgQIECBAgACBfAEJpwsogKf/C5CfAAECBAgQIECAAIEZAlISIECAAAECBAgQIECAAAEC+QL/J1QA/4/gPwIECBAgQIAAAQIECBAgkCwgGwECBAgQIECAAAECBAjMEVAAz9n116R+J0CAAAECBAgQIECAAAECBPIFJCRAgAABAgQIECBAYJiAAnjYwsUl8EvAnwQIECBAgAABAgQIECBAgEC+gIQECBAgQIAAAQITBRTAE7cuMwECswWkJ0CAAAECBAgQIECAAAECBPIFJCRAgAABAgTGCiiAx65ecAIECBCYKCAzAQIECBAgQIAAAQIECBAgkC8gIQECBAjMFlAAz96/9AQIECBAgMAcAUkJECBAgAABAgQIECBAgACBfAEJCRAgcFMA+0dAgAABAgQIECBAIF5AQAIECBAgQIAAAQIECBAgQCBfQEICvwQUwL8c/EmAAAECBAgQIECAAIFMAakIECBAgAABAgQIECBAgACBfIEPCRXAHzD8SIAAAQIECBAgQIAAAQIEkgRkIUCAAAECBAgQIECAAIF5AgrgeTuXmAABAgQIECBAgAABAgQIEMgXkJAAAQIECBAgQIAAgaECCuChixd7qoDcBAgQIECAAAECBAgQIECAQL6AhAQIECBAgAABApMFFMCTty87AQKzBKQlQIAAAQIECBAgQIAAAQIE8gUkJECAAAECBMYLKIDH/xMAQIAAAQITBGQkQIAAAQIECBAgQIAAAQIE8gUkJECAAAECPwQUwD8U/E+AAAECBAgQyBWQjAABAgQIECBAgAABAgQIEMgXkJAAAQJ/BRTAfyn8QIAAAQIECBAgQCBNQB4CBAgQIECAAAECBAgQIEAgX0BCAp8FFMCfPfxGgAABAgQIECBAgACBDAEpCBAgQIAAAQIECBAgQIAAgXyBOwkVwHdQfESAAAECBAgQIECAAAECBDoLmJ0AAQIECBAgQIAAAQIE5googOfsXlICBAgQIECAAAECBAgQIEAgX0BCAgQIECBAgAABAgSGCyiAh/8DEH+KgJwECBAgQIAAAQIECBAgQIBAvoCEBAgQIECAAAECBG43BbB/BQQIEEgXkI8AAQIECBAgQIAAAQIECBDIF5CQAAECBAgQIPBbQAH8G8JfBAgQIEAgUUAmAgQIECBAgAABAgQIECBAIF9AQgIECBAg8FFAAfxRw88ECBAgQIAAgRwBSQgQIECAAAECBAgQIECAAIF8AQkJECDwTUAB/I3EBwQIECBAgAABAgS6C5ifAAECBAgQIECAAAECBAgQyBeQkMB9AQXwfRefEiBAgAABAgQIECBAoKeAqQkQIECAAAECBAgQIECAAIF8gScJFcBPcHxFgAABAgQIECBAgAABAgQ6CZiVAAECBAgQIECAAAECBAgogPP/DUhIgAABAgQIECBAgAABAgQI5AtISIAAAQIECBAgQIAAgZ8CCuCfDP4gkCogFwECBAgQIECAAAECBAgQIJAvICEBAgQIECBAgACBfwIK4H8WfiJAgECWgDQECBAgQIAAAQIECBAgQIBAvoCEBAgQIECAAIEvAgrgLyB+JUCAAAECCQIyECBAgAABAgQIECBAgAABAvkCEhIgQIAAgXsCCuB7Kj4jQIAAAQIECPQVMDkBAgQIECBAgAABAgQIECCQLyAhAQIEHgoogB/S+IIAAQIECBAgQIBANwHzEiBAgAABAgQIECBAgAABAvkCEhJ4LqAAfu7jWwIECBAgQIAAAQIECPQQMCUBAgQIECBAgAABAgQIECCQL/BGQgXwG0geIUCAAAECBAgQIECAAAEClQXMRoAAAQIECBAgQIAAAQIE/ggogP9I5P0tEQECBAgQIECAAAECBAgQIJAvICEBAgQIECBAgAABAgQ+CSiAP3H4hUCKgBwECBAgQIAAAQIECBAgQIBAvoCEBAgQIECAAAECBL4LKIC/m/iEAAECvQVMT4AAAQIECBAgQIAAAQIECOQLSEiAAAECBAgQeCCgAH4A42MCBAgQINBRwMwECBAgQIAAAQIECBAgQIBAvoCEBAgQIEDgmYAC+JmO7wgQIECAAAECfQRMSoAAAQIECBAgQIAAAQIECOQLSEiAAIGXAgrgl0QeIECAAAECBAgQIFBdwHwECBAgQIAAAQIECBAgQIBAvoCEBN4TUAC/5+QpAgQIECBAgAABAgQI1BQwFQECBAgQIECAAAECBAgQIJAvsCChAngBlkcJECBAgAABAgQIECBAgEAlAbMQIECAAAECBAgQIECAAIGvAgrgryL9f5eAAAECBAgQIECAAAECBAgQyBeQkAABAgQIECBAgAABAncFFMB3WXxIoKuAuQkQIECAAAECBAgQWg6JhgAAEABJREFUIECAAIF8AQkJECBAgAABAgQIPBZQAD+28Q0BAgR6CZiWAAECBAgQIECAAAECBAgQyBeQkAABAgQIECDwQkAB/ALI1wQIECBAoIOAGQkQIECAAAECBAgQIECAAIF8AQkJECBAgMA7Agrgd5Q8Q4AAAQIECBCoK2AyAgQIECBAgAABAgQIECBAIF9AQgIECLwtoAB+m8qDBAgQIECAAAECBKoJmIcAAQIECBAgQIAAAQIECBDIF5CQwDIBBfAyL08TIECAAAECBAgQIECghoApCBAgQIAAAQIECBAgQIAAgXyBFQkVwCvQvEKAAAECBAgQIECAAAECBK4UcDcBAgQIECBAgAABAgQIEHgkoAB+JNPvcxMTIECAAAECBAgQIECAAAEC+QISEiBAgAABAgQIECBA4KmAAvgpjy8JdBEwJwECBAgQIECAAAECBAgQIJAvICEBAgQIECBAgACB1wIK4NdGniBAgEBtAdMRIECAAAECBAgQIECAAAEC+QISEiBAgAABAgTeFFAAvwnlMQIECBAgUFHATAQIECBAgAABAgQIECBAgEC+gIQECBAgQGCJgAJ4iZZnCRAgQIAAAQJ1BExCgAABAgQIECBAgAABAgQI5AtISIAAgcUCCuDFZF4gQIAAAQIECBAgcLWA+wkQIECAAAECBAgQIECAAIF8AQkJrBNQAK9z8xYBAgQIECBAgAABAgSuEXArAQIECBAgQIAAAQIECBAgkC+wIaECeAOeVwkQIECAAAECBAgQIECAwJkC7iJAgAABAgQIECBAgAABAq8EFMCvhOp/b0ICBAgQIECAAAECBAgQIEAgX0BCAgQIECBAgAABAgQIvCWgAH6LyUMEqgqYiwABAgQIECBAgAABAgQIEMgXkJAAAQIECBAgQIDA+wIK4PetPEmAAIFaAqYhQIAAAQIECBAgQIAAAQIE8gUkJECAAAECBAgsFFAALwTzOAECBAgQqCBgBgIECBAgQIAAAQIECBAgQCBfQEICBAgQILBGQAG8Rs07BAgQIECAAIHrBNxMgAABAgQIECBAgAABAgQI5AtISIAAgdUCCuDVdF4kQIAAAQIECBAgcLaA+wgQIECAAAECBAgQIECAAIF8AQkJbBNQAG/z8zYBAgQIECBAgAABAgTOEXALAQIECBAgQIAAAQIECBAgkC+wQ0IF8A6IjiBAgAABAgQIECBAgAABAkcKOJsAAQIECBAgQIAAAQIECLwroAB+V6recyYiQIAAAQIECBAgQIAAAQIE8gUkJECAAAECBAgQIECAwCIBBfAiLg8TqCJgDgIECBAgQIAAAQIECBAgQCBfQEICBAgQIECAAAECywUUwMvNvEGAAIFrBdxOgAABAgQIECBAgAABAgQI5AtISIAAAQIECBBYKaAAXgnnNQIECBAgcIWAOwkQIECAAAECBAgQIECAAIF8AQkJECBAgMAWAQXwFj3vEiBAgAABAgTOE3ATAQIECBAgQIAAAQIECBAgkC8gIQECBDYLKIA3EzqAAAECBAgQIECAwNECzidAgAABAgQIECBAgAABAgTyBSQksI+AAngfR6cQIECAAAECBAgQIEDgGAGnEiBAgAABAgQIECBAgAABAvkCOyZUAO+I6SgCBAgQIECAAAECBAgQILCngLMIECBAgAABAgQIECBAgMBSAQXwUrHrnzcBAQIECBAgQIAAAQIECBAgkC8gIQECBAgQIECAAAECBFYJKIBXsXmJwFUC7iVAgAABAgQIECBAgAABAgTyBSQkQIAAAQIECBAgsF5AAbzezpsECBA4V8BtBAgQIECAAAECBAgQIECAQL6AhAQIECBAgACBjQIK4I2AXidAgAABAmcIuIMAAQIECBAgQIAAAQIECBDIF5CQAAECBAjsIaAA3kPRGQQIECBAgACB4wScTIAAAQIECBAgQIAAAQIECOQLSEiAAIHdBBTAu1E6iAABAgQIECBAgMDeAs4jQIAAAQIECBAgQIAAAQIE8gUkJLCvgAJ4X0+nESBAgAABAgQIECBAYB8BpxAgQIAAAQIECBAgQIAAAQL5AgckVAAfgOpIAgQIECBAgAABAgQIECCwRcC7BAgQIECAAAECBAgQIEBgrYACeK3c+e+5kQABAgQIECBAgAABAgQIEMgXkJAAAQIECBAgQIAAAQKbBBTAm/i8TOAsAfcQIECAAAECBAgQIECAAAEC+QISEiBAgAABAgQIENguoADebugEAgQIHCvgdAIECBAgQIAAAQIECBAgQCBfQEICBAgQIECAwE4CCuCdIB1DgAABAgSOEHAmAQIECBAgQIAAAQIECBAgkC8gIQECBAgQ2FNAAbynprMIECBAgAABAvsJOIkAAQIECBAgQIAAAQIECBDIF5CQAAECuwsogHcndSABAgQIECBAgACBrQLeJ0CAAAECBAgQIECAAAECBPIFJCRwjIAC+BhXpxIgQIAAAQIECBAgQGCdgLcIECBAgAABAgQIECBAgACBfIEDEyqAD8R1NAECBAgQIECAAAECBAgQWCLgWQIECBAgQIAAAQIECBAgsFVAAbxV8Pj33UCAAAECBAgQIECAAAECBAjkC0hIgAABAgQIECBAgACBXQQUwLswOoTAUQLOJUCAAAECBAgQIECAAAECBPIFJCRAgAABAgQIECCwn4ACeD9LJxEgQGBfAacRIECAAAECBAgQIECAAAEC+QISEiBAgAABAgR2FlAA7wzqOAIECBAgsIeAMwgQIECAAAECBAgQIECAAIF8AQkJECBAgMARAgrgI1SdSYAAAQIECBBYL+BNAgQIECBAgAABAgQIECBAIF9AQgIECBwmoAA+jNbBBAgQIECAAAECBJYKeJ4AAQIECBAgQIAAAQIECBDIF5CQwLECCuBjfZ1OgAABAgQIECBAgACB9wQ8RYAAAQIECBAgQIAAAQIECOQLnJBQAXwCsisIECBAgAABAgQIECBAgMAzAd8RIECAAAECBAgQIECAAIG9BBTAe0nuf44TCRAgQIAAAQIECBAgQIAAgXwBCQkQIECAAAECBAgQILCrgAJ4V06HEdhLwDkECBAgQIAAAQIECBAgQIBAvoCEBAgQIECAAAECBPYXUADvb+pEAgQIbBPwNgECBAgQIECAAAECBAgQIJAvICEBAgQIECBA4CABBfBBsI4lQIAAAQJrBLxDgAABAgQIECBAgAABAgQI5AtISIAAAQIEjhRQAB+p62wCBAgQIECAwPsCniRAgAABAgQIECBAgAABAgTyBSQkQIDA4QIK4MOJXUCAAAECBAgQIEDglYDvCRAgQIAAAQIECBAgQIAAgXwBCQmcI6AAPsfZLQQIECBAgAABAgQIELgv4FMCBAgQIECAAAECBAgQIEAgX+DEhArgE7FdRYAAAQIECBAgQIAAAQIEPgr4mQABAgQIECBAgAABAgQI7C2gAN5bdPt5TiBAgAABAgQIECBAgAABAgTyBSQkQIAAAQIECBAgQIDAIQIK4ENYHUpgrYD3CBAgQIAAAQIECBAgQIAAgXwBCQkQIECAAAECBAgcJ6AAPs7WyQQIEFgm4GkCBAgQIECAAAECBAgQIEAgX0BCAgQIECBAgMDBAgrgg4EdT4AAAQIE3hHwDAECBAgQIECAAAECBAgQIJAvICEBAgQIEDhDQAF8hrI7CBAgQIAAAQKPBXxDgAABAgQIECBAgAABAgQI5AtISIAAgdMEFMCnUbuIAAECBAgQIECAwFcBvxMgQIAAAQIECBAgQIAAAQL5AhISOFdAAXyut9sIECBAgAABAgQIECDwS8CfBAgQIECAAAECBAgQIECAQL7ABQkVwBegu5IAAQIECBAgQIAAAQIEZgtIT4AAAQIECBAgQIAAAQIEjhJQAB8lu/xcbxAgQIAAAQIECBAgQIAAAQL5AhISIECAAAECBAgQIEDgUAEF8KG8DifwroDnCBAgQIAAAQIECBAgQIAAgXwBCQkQIECAAAECBAgcL6AAPt7YDQQIEHgu4FsCBAgQIECAAAECBAgQIEAgX0BCAgQIECBAgMBJAgrgk6BdQ4AAAQIE7gn4jAABAgQIECBAgAABAgQIEMgXkJAAAQIECJwpoAA+U9tdBAgQIECAAIF/An4iQIAAAQIECBAgQIAAAQIE8gUkJECAwOkCCuDTyV1IgAABAgQIECBAgAABAgQIECBAgAABAgQIECCQLyAhgWsEFMDXuLuVAAECBAgQIECAAIGpAnITIECAAAECBAgQIECAAAEC+QIXJlQAX4jvagIECBAgQIAAAQIECBCYJSAtAQIECBAgQIAAAQIECBA4WkABfLTw6/M9QYAAAQIECBAgQIAAAQIECOQLSEiAAAECBAgQIECAAIFTBBTApzC7hMAjAZ8TIECAAAECBAgQIECAAAEC+QISEiBAgAABAgQIEDhPQAF8nrWbCBAg8FnAbwQIECBAgAABAgQIECBAgEC+gIQECBAgQIAAgZMFFMAng7uOAAECBAj8EPA/AQIECBAgQIAAAQIECBAgkC8gIQECBAgQuEJAAXyFujsJECBAgACByQKyEyBAgAABAgQIECBAgAABAvkCEhIgQOAyAQXwZfQuJkCAAAECBAgQmCcgMQECBAgQIECAAAECBAgQIJAvICGBawUUwNf6u50AAQIECBAgQIAAgSkCchIgQIAAAQIECBAgQIAAAQL5AgUSKoALLMEIBAgQIECAAAECBAgQIJAtIB0BAgQIECBAgAABAgQIEDhLQAF8lvT3e3xCgAABAgQIECBAgAABAgQI5AtISIAAAQIECBAgQIAAgVMFFMCncruMwB8BfxMgQIAAAQIECBAgQIAAAQL5AhISIECAAAECBAgQOF9AAXy+uRsJEJguID8BAgQIECBAgAABAgQIECCQLyAhAQIECBAgQOAiAQXwRfCuJUCAAIGZAlITIECAAAECBAgQIECAAAEC+QISEiBAgACBKwUUwFfqu5sAAQIECBCYJCArAQIECBAgQIAAAQIECBAgkC8gIQECBC4XUABfvgIDECBAgAABAgQI5AtISIAAAQIECBAgQIAAAQIECOQLSEighoACuMYeTEGAAAECBAgQIECAQKqAXAQIECBAgAABAgQIECBAgEC+QKGECuBCyzAKAQIECBAgQIAAAQIECGQJSEOAAAECBAgQIECAAAECBM4WUACfLX67uZEAAQIECBAgQIAAAQIECBDIF5CQAAECBAgQIECAAAEClwgogC9hd+lcAckJECBAgAABAgQIECBAgACBfAEJCRAgQIAAAQIECFwnoAC+zt7NBAhME5CXAAECBAgQIECAAAECBAgQyBeQkAABAgQIECBwsYAC+OIFuJ4AAQIEZghISYAAAQIECBAgQIAAAQIECOQLSEiAAAECBCoIKIArbMEMBAgQIECAQLKAbAQIECBAgAABAgQIECBAgEC+gIQECBAoI6AALrMKgyudBWoAABAASURBVBAgQIAAAQIECOQJSESAAAECBAgQIECAAAECBAjkC0hIoJaAArjWPkxDgAABAgQIECBAgECKgBwECBAgQIAAAQIECBAgQIBAvkDBhArggksxEgECBAgQIECAAAECBAj0FjA9AQIECBAgQIAAAQIECBC4SkABfJ68mwgQIECAAAECBAgQIECAAIF8AQkJECBAgAABAgQIECBwqYAC+FJ+l88RkJQAAQIECBAgQIAAAQIECBDIF5CQAAECBAgQIECAwPUCCuDrd2ACAgTSBeQjQIAAAQIECBAgQIAAAQIE8gUkJECAAAECBAgUEVAAF1mEMQgQIEAgU0AqAgQIECBAgAABAgQIECBAIF9AQgIECBAgUElAAVxpG2YhQIAAAQIEkgRkIUCAAAECBAgQIECAAAECBPIFJCRAgEA5AQVwuZUYiAABAgQIECBAoL+ABAQIECBAgAABAgQIECBAgEC+gIQEagoogGvuxVQECBAgQIAAAQIECHQVMDcBAgQIECBAgAABAgQIECCQL1A4oQK48HKMRoAAAQIECBAgQIAAAQK9BExLgAABAgQIECBAgAABAgSuFlAAH78BNxAgQIAAAQIECBAgQIAAAQL5AhISIECAAAECBAgQIECghIACuMQaDJErIBkBAgQIECBAgAABAgQIECCQLyAhAQIECBAgQIAAgToCCuA6uzAJAQJpAvIQIECAAAECBAgQIECAAAEC+QISEiBAgAABAgSKCSiAiy3EOAQIECCQISAFAQIECBAgQIAAAQIECBAgkC8gIQECBAgQqCigAK64FTMRIECAAAECnQXMToAAAQIECBAgQIAAAQIECOQLSEiAAIGyAgrgsqsxGAECBAgQIECAQD8BExMgQIAAAQIECBAgQIAAAQL5AhISqC2gAK69H9MRIECAAAECBAgQINBFwJwECBAgQIAAAQIECBAgQIBAvkCDhArgBksyIgECBAgQIECAAAECBAjUFjAdAQIECBAgQIAAAQIECBCoIqAAPm4TTiZAgAABAgQIECBAgAABAgTyBSQkQIAAAQIECBAgQIBAKQEFcKl1GCZHQBICBAgQIECAAAECBAgQIEAgX0BCAgQIECBAgAABAvUEFMD1dmIiAgS6C5ifAAECBAgQIECAAAECBAgQyBeQkAABAgQIECBQVEABXHQxxiJAgACBngKmJkCAAAECBAgQIECAAAECBPIFJCRAgAABApUFFMCVt2M2AgQIECBAoJOAWQkQIECAAAECBAgQIECAAIF8AQkJECBQXkABXH5FBiRAgAABAgQIEKgvYEICBAgQIECAAAECBAgQIEAgX0BCAj0EFMA99mRKAgQIECBAgAABAgSqCpiLAAECBAgQIECAAAECBAgQyBdolFAB3GhZRiVAgAABAgQIECBAgACBWgKmIUCAAAECBAgQIECAAAEC1QQUwPtvxIkECBAgQIAAAQIECBAgQIBAvoCEBAgQIECAAAECBAgQKCmgAC65FkP1FTA5AQIECBAgQIAAAQIECBAgkC8gIQECBAgQIECAAIG6AgrgursxGQEC3QTMS4AAAQIECBAgQIAAAQIECOQLSEiAAAECBAgQKC6gAC6+IOMRIECAQA8BUxIgQIAAAQIECBAgQIAAAQL5AhISIECAAIEOAgrgDlsyIwECBAgQIFBZwGwECBAgQIAAAQIECBAgQIBAvoCEBAgQaCOgAG6zKoMSIECAAAECBAjUEzARAQIECBAgQIAAAQIECBAgkC8gIYFeAgrgXvsyLQECBAgQIECAAAECVQTMQYAAAQIECBAgQIAAAQIECOQLNEyoAG64NCMTIECAAAECBAgQIECAwLUCbidAgAABAgQIECBAgAABAlUFFMD7bcZJBAgQIECAAAECBAgQIECAQL6AhAQIECBAgAABAgQIECgtoAAuvR7D9REwKQECBAgQIECAAAECBAgQIJAvICEBAgQIECBAgACB+gIK4Po7MiEBAtUFzEeAAAECBAgQIECAAAECBAjkC0hIgAABAgQIEGgioABusihjEiBAgEBNAVMRIECAAAECBAgQIECAAAEC+QISEiBAgACBTgIK4E7bMisBAgQIECBQScAsBAgQIECAAAECBAgQIECAQL6AhAQIEGgnoAButzIDEyBAgAABAgQIXC9gAgIECBAgQIAAAQIECBAgQCBfQEICPQUUwD33ZmoCBAgQIECAAAECBK4ScC8BAgQIECBAgAABAgQIECCQL9A4oQK48fKMToAAAQIECBAgQIAAAQLnCriNAAECBAgQIECAAAECBAhUF1AAb9+QEwgQIECAAAECBAgQIECAAIF8AQkJECBAgAABAgQIECDQQkAB3GJNhqwrYDICBAgQIECAAAECBAgQIEAgX0BCAgQIECBAgAABAn0EFMB9dmVSAgSqCZiHAAECBAgQIECAAAECBAgQyBeQkAABAgQIECDQTEAB3GxhxiVAgACBGgKmIECAAAECBAgQIECAAAECBPIFJCRAgAABAh0FFMAdt2ZmAgQIECBA4EoBdxMgQIAAAQIECBAgQIAAAQL5AhISIECgrYACuO3qDE6AAAECBAgQIHC+gBsJECBAgAABAgQIECBAgACBfAEJCfQWUAD33p/pCRAgQIAAAQIECBA4S8A9BAgQIECAAAECBAgQIECAQL5AQEIFcMASRSBAgAABAgQIECBAgACBYwWcToAAAQIECBAgQIAAAQIEuggogNdvypsECBAgQIAAAQIECBAgQIBAvoCEBAgQIECAAAECBAgQaCWgAG61LsPWETAJAQIECBAgQIAAAQIECBAgkC8gIQECBAgQIECAAIF+AgrgfjszMQECVwu4nwABAgQIECBAgAABAgQIEMgXkJAAAQIECBAg0FRAAdx0ccYmQIAAgWsE3EqAAAECBAgQIECAAAECBAjkC0hIgAABAgQ6CyiAO2/P7AQIECBAgMCZAu4iQIAAAQIECBAgQIAAAQIE8gUkJECAQHsBBXD7FQpAgAABAgQIECBwvIAbCBAgQIAAAQIECBAgQIAAgXwBCQlkCCiAM/YoBQECBAgQIECAAAECRwk4lwABAgQIECBAgAABAgQIEMgXCEqoAA5apigECBAgQIAAAQIECBAgsK+A0wgQIECAAAECBAgQIECAQDcBBfDyjXmDAAECBAgQIECAAAECBAgQyBeQkAABAgQIECBAgAABAi0FFMAt12bo6wTcTIAAAQIECBAgQIAAAQIECOQLSEiAAAECBAgQIECgr4ACuO/uTE6AwNkC7iNAgAABAgQIECBAgAABAgTyBSQkQIAAAQIECDQXUAA3X6DxCRAgQOAcAbcQIECAAAECBAgQIECAAAEC+QISEiBAgACBBAEFcMIWZSBAgAABAgSOFHA2AQIECBAgQIAAAQIECBAgkC8gIQECBGIEFMAxqxSEAAECBAgQIEBgfwEnEiBAgAABAgQIECBAgAABAvkCEhLIElAAZ+1TGgIECBAgQIAAAQIE9hJwDgECBAgQIECAAAECBAgQIJAvEJhQARy4VJEIECBAgAABAgQIECBAYJuAtwkQIECAAAECBAgQIECAQFcBBfD7m/MkAQIECBAgQIAAAQIECBAgkC8gIQECBAgQIECAAAECBFoLKIBbr8/w5wm4iQABAgQIECBAgAABAgQIEMgXkJAAAQIECBAgQIBAfwEFcP8dSkCAwNECzidAgAABAgQIECBAgAABAgTyBSQkQIAAAQIECIQIKIBDFikGAQIECBwj4FQCBAgQIECAAAECBAgQIEAgX0BCAgQIECCQJKAATtqmLAQIECBAgMCeAs4iQIAAAQIECBAgQIAAAQIE8gUkJECAQJyAAjhupQIRIECAAAECBAhsF3ACAQIECBAgQIAAAQIECBAgkC8gIYFMAQVw5l6lIkCAAAECBAgQIEBgrYD3CBAgQIAAAQIECBAgQIAAgXyB4IQK4ODlikaAAAECBAgQIECAAAECywQ8TYAAAQIECBAgQIAAAQIEugsogF9v0BMECBAgQIAAAQIECBAgQIBAvoCEBAgQIECAAAECBAgQiBBQAEesUYjjBJxMgAABAgQIECBAgAABAgQI5AtISIAAAQIECBAgQCBHQAGcs0tJCBDYW8B5BAgQIECAAAECBAgQIECAQL6AhAQIECBAgACBMAEFcNhCxSFAgACBfQScQoAAAQIECBAgQIAAAQIECOQLSEiAAAECBBIFFMCJW5WJAAECBAgQ2CLgXQIECBAgQIAAAQIECBAgQCBfQEICBAjECiiAY1crGAECBAgQIECAwHIBbxAgQIAAAQIECBAgQIAAAQL5AhISyBZQAGfvVzoCBAgQIECAAAECBN4V8BwBAgQIECBAgAABAgQIECCQLzAgoQJ4wJJFJECAAAECBAgQIECAAIHnAr4lQIAAAQIECBAgQIAAAQIpAgrgx5v0DQECBAgQIECAAAECBAgQIJAvICEBAgQIECBAgAABAgSiBBTAUesUZj8BJxEgQIAAAQIECBAgQIAAAQL5AhISIECAAAECBAgQyBNQAOftVCICBLYKeJ8AAQIECBAgQIAAAQIECBDIF5CQAAECBAgQIBAqoAAOXaxYBAgQILBOwFsECBAgQIAAAQIECBAgQIBAvoCEBAgQIEAgWUABnLxd2QgQIECAAIElAp4lQIAAAQIECBAgQIAAAQIE8gUkJECAQLyAAjh+xQISIECAAAECBAi8FvAEAQIECBAgQIAAAQIECBAgkC8gIYEZAgrgGXuWkgABAgQIECBAgACBRwI+J0CAAAECBAgQIECAAAECBPIFBiVUAA9atqgECBAgQIAAAQIECBAg8FnAbwQIECBAgAABAgQIECBAIE1AAfx9oz4hQIAAAQIECBAgQIAAAQIE8gUkJECAAAECBAgQIECAQKSAAjhyrUKtF/AmAQIECBAgQIAAAQIECBAgkC8gIQECBAgQIECAAIFcAQVw7m4lI0BgqYDnCRAgQIAAAQIECBAgQIAAgXwBCQkQIECAAAEC4QIK4PAFi0eAAAEC7wl4igABAgQIECBAgAABAgQIEMgXkJAAAQIECEwQUABP2LKMBAgQIECAwDMB3xEgQIAAAQIECBAgQIAAAQL5AhISIEBgjIACeMyqBSVAgAABAgQIEPgu4BMCBAgQIECAAAECBAgQIEAgX0BCArMEFMCz9i0tAQIECBAgQIAAAQJ/BPxNgAABAgQIECBAgAABAgQI5AsMTKgAHrh0kQkQIECAAAECBAgQIDBdQH4CBAgQIECAAAECBAgQIJAqoAD+t1k/ESBAgAABAgQIECBAgAABAvkCEhIgQIAAAQIECBAgQCBaQAEcvV7h3hfwJAECBAgQIECAAAECBAgQIJAvICEBAgQIECBAgACBfAEFcP6OJSRA4JWA7wkQIECAAAECBAgQIECAAIF8AQkJECBAgAABAkMEFMBDFi0mAQIECNxOFagdAAAHUklEQVQX8CkBAgQIECBAgAABAgQIECCQLyAhAQIECBCYJKAAnrRtWQkQIECAAIGPAn4mQIAAAQIECBAgQIAAAQIE8gUkJECAwDgBBfC4lQtMgAABAgQIECBwuzEgQIAAAQIECBAgQIAAAQIE8gUkJDBTQAE8c+9SEyBAgAABAgQIEJgrIDkBAgQIECBAgAABAgQIECCQLzA4oQJ48PJFJ0CAAAECBAgQIECAwDQBeQkQIECAAAECBAgQIECAQLqAAvh2S9+xfAQIECBAgAABAgQIECBAgMDtxoAAAQIECBAgQIAAAQIjBBTAI9Ys5GMB3xAgQIAAAQIECBAgQIAAAQL5AhISIECAAAECBAgQmCOgAJ6za0kJEPgq4HcCBAgQIECAAAECBAgQIEAgX0BCAgQIECBAgMAwAQXwsIWLS4AAAQK/BPxJgAABAgQIECBAgAABAgQI5AtISIAAAQIEJgoogCduXWYCBAgQIDBbQHoCBAgQIECAAAECBAgQIEAgX0BCAgQIjBVQAI9dveAECBAgQIAAgYkCMhMgQIAAAQIECBAgQIAAAQL5AhISmC2gAJ69f+kJECBAgAABAgQIzBGQlAABAgQIECBAgAABAgQIEMgXkPCmAPaPgAABAgQIECBAgAABAgTiBQQkQIAAAQIECBAgQIAAAQJTBCYXwFN2LCcBAgQIECBAgAABAgQIEJgsIDsBAgQIECBAgAABAgRGCSiAR61b2H8CfiJAgAABAgQIECBAgAABAgTyBSQkQIAAAQIECBAgME9AATxv5xITIECAAAECBAgQIECAAAECBAgQyBeQkAABAgQIECAwVEABPHTxYhMgQGCqgNwECBAgQIAAAQIECBAgQIBAvoCEBAgQIEBgsoACePL2ZSdAgAABArMEpCVAgAABAgQIECBAgAABAgTyBSQkQIDAeAEF8Ph/AgAIECBAgAABAhMEZCRAgAABAgQIECBAgAABAgTyBSQkQOCHgAL4h4L/CRAgQIAAAQIECBDIFZCMAAECBAgQIECAAAECBAgQyBeQ8K+AAvgvhR8IECBAgAABAgQIECBAIE1AHgIECBAgQIAAAQIECBAgME1gYgE8bcfyEiBAgAABAgQIECBAgACBiQIyEyBAgAABAgQIECBAYKSAAnjk2ieHlp0AAQIECBAgQIAAAQIECBDIF5CQAAECBAgQIECAwFwBBfDc3UtOYJ6AxAQIECBAgAABAgQIECBAgEC+gIQECBAgQIAAgeECCuDh/wDEJ0CAwBQBOQkQIECAAAECBAgQIECAAIF8AQkJECBAgACB200B7F8BAQIECBAgkC4gHwECBAgQIECAAAECBAgQIJAvICEBAgQI/BZQAP+G8BcBAgQIECBAgECigEwECBAgQIAAAQIECBAgQIBAvoCEBAh8FFAAf9TwMwECBAgQIECAAAECOQKSECBAgAABAgQIECBAgAABAvkCEn4TUAB/I/EBAQIECBAgQIAAAQIECHQXMD8BAgQIECBAgAABAgQIEJgqMKkAnrpjuQkQIECAAAECBAgQIECAwCQBWQkQIECAAAECBAgQIDBaQAE8ev2TwstKgAABAgQIECBAgAABAgQI5AtISIAAAQIECBAgQICAAti/AQIE8gUkJECAAAECBAgQIECAAAECBPIFJCRAgAABAgQIEPgpoAD+yeAPAgQIEEgVkIsAAQIECBAgQIAAAQIECBDIF5CQAAECBAgQ+CegAP5n4ScCBAgQIEAgS0AaAgQIECBAgAABAgQIECBAIF9AQgIECBD4IqAA/gLiVwIECBAgQIAAgQQBGQgQIECAAAECBAgQIECAAIF8AQkJELgnoAC+p+IzAgQIECBAgAABAgT6CpicAAECBAgQIECAAAECBAgQyBeQ8KGAAvghjS8IECBAgAABAgQIECBAoJuAeQkQIECAAAECBAgQIECAwHSBCQXw9B3LT4AAAQIECBAgQIAAAQIEJgjISIAAAQIECBAgQIAAAQL/CyiA/0fwX7KAbAQIECBAgAABAgQIECBAgEC+gIQECBAgQIAAAQIECPwRUAD/kfA3AQJ5AhIRIECAAAECBAgQIECAAAEC+QISEiBAgAABAgQIfBJQAH/i8AsBAgQIpAjIQYAAAQIECBAgQIAAAQIECOQLSEiAAAECBAh8F1AAfzfxCQECBAgQINBbwPQECBAgQIAAAQIECBAgQIBAvoCEBAgQIPBAQAH8AMbHBAgQIECAAAECHQXMTIAAAQIECBAgQIAAAQIECOQLSEiAwDMBBfAzHd8RIECAAAECBAgQINBHwKQECBAgQIAAAQIECBAgQIBAvoCELwUUwC+JPECAAAECBAgQIECAAAEC1QXMR4AAAQIECBAgQIAAAQIECPwSSC6AfyX0JwECBAgQIECAAAECBAgQIJAsIBsBAgQIECBAgAABAgQIfBBQAH/A8GOSgCwECBAgQIAAAQIECBAgQIBAvoCEBAgQIECAAAECBAh8FfgPAAD//4CFrCQAAAAGSURBVAMAqrhihZXgQy0AAAAASUVORK5CYII=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39596" y="1183305"/>
            <a:ext cx="14877288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Критерии успеха SDLC и шаги к непрерывному улучшению</a:t>
            </a:r>
            <a:endParaRPr lang="en-US" sz="3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339596" y="2423060"/>
            <a:ext cx="14868144" cy="12161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dirty="0">
                <a:solidFill>
                  <a:srgbClr val="A7A8B7"/>
                </a:solidFill>
                <a:latin typeface="Times New Roman" panose="02020603050405020304" charset="0"/>
                <a:ea typeface="Oswald" pitchFamily="34" charset="-122"/>
                <a:cs typeface="Times New Roman" panose="02020603050405020304" charset="0"/>
              </a:rPr>
              <a:t>Успех SDLC измеряется качеством, сроками, бюджетом и удовлетворенностью. Для непрерывного улучшения внедряйте CI/CD, метрики дефектов и покрытия, ретроспективы, автоматизацию тестов и регулярный анализ рисков.</a:t>
            </a:r>
            <a:endParaRPr lang="en-US" sz="3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0.6870866141732,&quot;left&quot;:95.51944881889764,&quot;top&quot;:400.8363779527559,&quot;width&quot;:1135.0906299212597}"/>
</p:tagLst>
</file>

<file path=ppt/tags/tag2.xml><?xml version="1.0" encoding="utf-8"?>
<p:tagLst xmlns:p="http://schemas.openxmlformats.org/presentationml/2006/main">
  <p:tag name="KSO_WM_DIAGRAM_VIRTUALLY_FRAME" val="{&quot;height&quot;:310.6870866141732,&quot;left&quot;:95.51944881889764,&quot;top&quot;:400.8363779527559,&quot;width&quot;:1135.0906299212597}"/>
</p:tagLst>
</file>

<file path=ppt/tags/tag3.xml><?xml version="1.0" encoding="utf-8"?>
<p:tagLst xmlns:p="http://schemas.openxmlformats.org/presentationml/2006/main">
  <p:tag name="KSO_WM_DIAGRAM_VIRTUALLY_FRAME" val="{&quot;height&quot;:310.6870866141732,&quot;left&quot;:95.51944881889764,&quot;top&quot;:400.8363779527559,&quot;width&quot;:1135.0906299212597}"/>
</p:tagLst>
</file>

<file path=ppt/tags/tag4.xml><?xml version="1.0" encoding="utf-8"?>
<p:tagLst xmlns:p="http://schemas.openxmlformats.org/presentationml/2006/main">
  <p:tag name="KSO_WM_DIAGRAM_VIRTUALLY_FRAME" val="{&quot;height&quot;:310.6870866141732,&quot;left&quot;:95.51944881889764,&quot;top&quot;:400.8363779527559,&quot;width&quot;:1135.0906299212597}"/>
</p:tagLst>
</file>

<file path=ppt/tags/tag5.xml><?xml version="1.0" encoding="utf-8"?>
<p:tagLst xmlns:p="http://schemas.openxmlformats.org/presentationml/2006/main">
  <p:tag name="KSO_WM_DIAGRAM_VIRTUALLY_FRAME" val="{&quot;height&quot;:310.6870866141732,&quot;left&quot;:95.51944881889764,&quot;top&quot;:400.8363779527559,&quot;width&quot;:1135.0906299212597}"/>
</p:tagLst>
</file>

<file path=ppt/tags/tag6.xml><?xml version="1.0" encoding="utf-8"?>
<p:tagLst xmlns:p="http://schemas.openxmlformats.org/presentationml/2006/main">
  <p:tag name="KSO_WM_DIAGRAM_VIRTUALLY_FRAME" val="{&quot;height&quot;:310.6870866141732,&quot;left&quot;:95.51944881889764,&quot;top&quot;:400.8363779527559,&quot;width&quot;:1135.0906299212597}"/>
</p:tagLst>
</file>

<file path=ppt/tags/tag7.xml><?xml version="1.0" encoding="utf-8"?>
<p:tagLst xmlns:p="http://schemas.openxmlformats.org/presentationml/2006/main">
  <p:tag name="KSO_WM_DIAGRAM_VIRTUALLY_FRAME" val="{&quot;height&quot;:310.6870866141732,&quot;left&quot;:95.51944881889764,&quot;top&quot;:400.8363779527559,&quot;width&quot;:1135.0906299212597}"/>
</p:tagLst>
</file>

<file path=ppt/tags/tag8.xml><?xml version="1.0" encoding="utf-8"?>
<p:tagLst xmlns:p="http://schemas.openxmlformats.org/presentationml/2006/main">
  <p:tag name="KSO_WM_DIAGRAM_VIRTUALLY_FRAME" val="{&quot;height&quot;:310.6870866141732,&quot;left&quot;:95.51944881889764,&quot;top&quot;:400.8363779527559,&quot;width&quot;:1135.0906299212597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2125</Words>
  <Application>WPS Presentation</Application>
  <PresentationFormat>On-screen Show (16:9)</PresentationFormat>
  <Paragraphs>74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2" baseType="lpstr">
      <vt:lpstr>Arial</vt:lpstr>
      <vt:lpstr>SimSun</vt:lpstr>
      <vt:lpstr>Wingdings</vt:lpstr>
      <vt:lpstr>Oswald</vt:lpstr>
      <vt:lpstr>Docktrin</vt:lpstr>
      <vt:lpstr>Oswald</vt:lpstr>
      <vt:lpstr>Oswald</vt:lpstr>
      <vt:lpstr>Arial</vt:lpstr>
      <vt:lpstr>Arial</vt:lpstr>
      <vt:lpstr>Calibri</vt:lpstr>
      <vt:lpstr>Microsoft YaHei</vt:lpstr>
      <vt:lpstr>Arial Unicode MS</vt:lpstr>
      <vt:lpstr>MingLiU-ExtB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kopr9</cp:lastModifiedBy>
  <cp:revision>2</cp:revision>
  <dcterms:created xsi:type="dcterms:W3CDTF">2026-04-09T08:35:00Z</dcterms:created>
  <dcterms:modified xsi:type="dcterms:W3CDTF">2026-04-09T08:40:05Z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7AC9CDACFB3C42B09F87F02177F82634_12</vt:lpwstr>
  </property>
  <property fmtid="{D5CDD505-2E9C-101B-9397-08002B2CF9AE}" pid="3" name="KSOProductBuildVer">
    <vt:lpwstr>1049-12.2.0.23196</vt:lpwstr>
  </property>
</Properties>
</file>